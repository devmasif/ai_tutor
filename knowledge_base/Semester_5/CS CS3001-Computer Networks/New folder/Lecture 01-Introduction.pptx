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4"/>
  </p:notesMasterIdLst>
  <p:handoutMasterIdLst>
    <p:handoutMasterId r:id="rId5"/>
  </p:handoutMasterIdLst>
  <p:sldIdLst>
    <p:sldId id="274" r:id="rId2"/>
    <p:sldId id="292" r:id="rId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663300"/>
    <a:srgbClr val="99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62903" autoAdjust="0"/>
  </p:normalViewPr>
  <p:slideViewPr>
    <p:cSldViewPr>
      <p:cViewPr varScale="1">
        <p:scale>
          <a:sx n="56" d="100"/>
          <a:sy n="56" d="100"/>
        </p:scale>
        <p:origin x="124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1ED25E9F-164B-4FCC-AC0E-007C4B81C81E}" type="datetimeFigureOut">
              <a:rPr lang="en-US"/>
              <a:pPr>
                <a:defRPr/>
              </a:pPr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8B5E0B5-AD98-4DE1-B7C0-33FC356E6E4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591920D-D92D-4CF1-8255-8EF7B35B88C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902F696-F32B-4DB4-985F-ECA110012AB8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en-GB">
              <a:latin typeface="Calibri" charset="0"/>
              <a:ea typeface="ＭＳ Ｐゴシック" charset="0"/>
              <a:cs typeface="+mn-cs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414C84D-FA57-45E9-A50D-D20BEB8744E4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5AA393-BE18-4009-B4B8-5FE81FCF03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66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901F77-D2AD-4716-B5D4-EBCCECB397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32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334F51-E8D2-4161-87DF-CB02AFC20C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551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8BB9A0-3337-4860-AFF5-1033E74804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971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62DF2E-5F63-40EF-885C-BD1988F240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678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605298-A786-4355-BAD2-98AA5D22BA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832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18F1A5-14DF-4DEE-846B-17C34871B5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75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B0DC87-5680-406A-A3F1-93DCC4D947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42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3AF7D1-8B23-46F0-8BCB-D97522B2F6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74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7D4C02-C82A-493A-AFAA-EA38742873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8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0"/>
            <a:ext cx="2114550" cy="5592763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0"/>
            <a:ext cx="6191250" cy="559276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B22916-D115-4184-90BE-A993981D5C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52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5334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B6CD038-9B32-4901-A390-0AF728A596D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chemeClr val="accent2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14" imgW="71848" imgH="44334" progId="">
                  <p:embed/>
                </p:oleObj>
              </mc:Choice>
              <mc:Fallback>
                <p:oleObj r:id="rId14" imgW="71848" imgH="44334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4064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>
                <a:solidFill>
                  <a:schemeClr val="accent2"/>
                </a:solidFill>
              </a:rPr>
              <a:t>Lecture 01: Introduction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3200400"/>
            <a:ext cx="8458200" cy="3124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solidFill>
                  <a:srgbClr val="0000FF"/>
                </a:solidFill>
                <a:ea typeface="+mj-ea"/>
              </a:rPr>
              <a:t>Computer Networks</a:t>
            </a:r>
            <a:br>
              <a:rPr lang="en-US" dirty="0">
                <a:solidFill>
                  <a:srgbClr val="0000FF"/>
                </a:solidFill>
                <a:ea typeface="+mj-ea"/>
              </a:rPr>
            </a:br>
            <a:r>
              <a:rPr lang="en-US" dirty="0">
                <a:solidFill>
                  <a:srgbClr val="0000FF"/>
                </a:solidFill>
                <a:ea typeface="+mj-ea"/>
              </a:rPr>
              <a:t>BS(CS)</a:t>
            </a:r>
            <a:br>
              <a:rPr lang="en-US" dirty="0">
                <a:solidFill>
                  <a:srgbClr val="0000FF"/>
                </a:solidFill>
                <a:ea typeface="+mj-ea"/>
              </a:rPr>
            </a:br>
            <a:r>
              <a:rPr lang="en-US" dirty="0">
                <a:solidFill>
                  <a:srgbClr val="0000FF"/>
                </a:solidFill>
                <a:ea typeface="+mj-ea"/>
              </a:rPr>
              <a:t> Session: Fall 2024</a:t>
            </a:r>
            <a:br>
              <a:rPr lang="en-US" dirty="0">
                <a:solidFill>
                  <a:srgbClr val="0000FF"/>
                </a:solidFill>
                <a:ea typeface="+mj-ea"/>
              </a:rPr>
            </a:br>
            <a:r>
              <a:rPr lang="en-US" dirty="0">
                <a:solidFill>
                  <a:srgbClr val="0000FF"/>
                </a:solidFill>
                <a:ea typeface="+mj-ea"/>
              </a:rPr>
              <a:t>Lecture 01 </a:t>
            </a:r>
            <a:br>
              <a:rPr lang="en-US" dirty="0">
                <a:solidFill>
                  <a:srgbClr val="0000FF"/>
                </a:solidFill>
                <a:ea typeface="+mj-ea"/>
              </a:rPr>
            </a:b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+mj-ea"/>
              </a:rPr>
              <a:t>Introduction</a:t>
            </a:r>
            <a:r>
              <a:rPr lang="en-US" dirty="0">
                <a:ea typeface="+mj-ea"/>
              </a:rPr>
              <a:t/>
            </a:r>
            <a:br>
              <a:rPr lang="en-US" dirty="0">
                <a:ea typeface="+mj-ea"/>
              </a:rPr>
            </a:br>
            <a:r>
              <a:rPr lang="en-US" dirty="0">
                <a:ea typeface="+mj-ea"/>
              </a:rPr>
              <a:t/>
            </a:r>
            <a:br>
              <a:rPr lang="en-US" dirty="0">
                <a:ea typeface="+mj-ea"/>
              </a:rPr>
            </a:br>
            <a:endParaRPr lang="en-US" dirty="0">
              <a:solidFill>
                <a:srgbClr val="0000FF"/>
              </a:solidFill>
              <a:ea typeface="+mj-ea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609600"/>
            <a:ext cx="9144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chemeClr val="accent2"/>
                </a:solidFill>
                <a:latin typeface="Trebuchet MS" panose="020B0603020202020204" pitchFamily="34" charset="0"/>
              </a:rPr>
              <a:t>National University of</a:t>
            </a:r>
            <a:br>
              <a:rPr lang="en-US" altLang="en-US" sz="4400" b="1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4400" b="1">
                <a:solidFill>
                  <a:schemeClr val="accent2"/>
                </a:solidFill>
                <a:latin typeface="Trebuchet MS" panose="020B0603020202020204" pitchFamily="34" charset="0"/>
              </a:rPr>
              <a:t>Computer &amp; Emerging Sciences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latin typeface="Arial" charset="0"/>
                <a:ea typeface="+mj-ea"/>
                <a:cs typeface="+mj-cs"/>
              </a:rPr>
              <a:t>Dishonesty, Plagiarism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n-ea"/>
              </a:rPr>
              <a:t>Plagiarism in project or midterm/ final exam may result in F grade in the course.</a:t>
            </a:r>
          </a:p>
          <a:p>
            <a:pPr>
              <a:defRPr/>
            </a:pPr>
            <a:r>
              <a:rPr lang="en-US" dirty="0">
                <a:ea typeface="+mn-ea"/>
              </a:rPr>
              <a:t>Plagiarism in an assignment may result in zero marks in the whole assignments category.	</a:t>
            </a:r>
          </a:p>
          <a:p>
            <a:pPr>
              <a:defRPr/>
            </a:pPr>
            <a:r>
              <a:rPr lang="en-US" dirty="0">
                <a:ea typeface="+mn-ea"/>
              </a:rPr>
              <a:t>Due Dates for Assignments and Quizzes will be fix any request to postpone deadlines will not be considered</a:t>
            </a:r>
          </a:p>
          <a:p>
            <a:pPr marL="0" indent="0" eaLnBrk="1" hangingPunct="1">
              <a:buFontTx/>
              <a:buNone/>
              <a:defRPr/>
            </a:pPr>
            <a:endParaRPr lang="en-US" sz="2400" dirty="0"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27-Sorting Arrays</Template>
  <TotalTime>7034</TotalTime>
  <Words>42</Words>
  <Application>Microsoft Office PowerPoint</Application>
  <PresentationFormat>On-screen Show (4:3)</PresentationFormat>
  <Paragraphs>8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MS PGothic</vt:lpstr>
      <vt:lpstr>MS PGothic</vt:lpstr>
      <vt:lpstr>Arial</vt:lpstr>
      <vt:lpstr>Calibri</vt:lpstr>
      <vt:lpstr>Trebuchet MS</vt:lpstr>
      <vt:lpstr>Lecture6 (Number System)</vt:lpstr>
      <vt:lpstr>Computer Networks BS(CS)  Session: Fall 2024 Lecture 01  Introduction  </vt:lpstr>
      <vt:lpstr>Dishonesty, Plagiarism</vt:lpstr>
    </vt:vector>
  </TitlesOfParts>
  <Manager/>
  <Company> 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Ehtesham Zahoor</dc:creator>
  <cp:keywords/>
  <dc:description/>
  <cp:lastModifiedBy>user1</cp:lastModifiedBy>
  <cp:revision>217</cp:revision>
  <dcterms:created xsi:type="dcterms:W3CDTF">2006-05-16T22:38:36Z</dcterms:created>
  <dcterms:modified xsi:type="dcterms:W3CDTF">2025-08-12T08:16:07Z</dcterms:modified>
  <cp:category/>
</cp:coreProperties>
</file>