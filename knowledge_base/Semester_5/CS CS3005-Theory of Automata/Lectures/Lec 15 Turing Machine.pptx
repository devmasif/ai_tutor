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51" r:id="rId1"/>
  </p:sldMasterIdLst>
  <p:notesMasterIdLst>
    <p:notesMasterId r:id="rId49"/>
  </p:notesMasterIdLst>
  <p:sldIdLst>
    <p:sldId id="260" r:id="rId2"/>
    <p:sldId id="262"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6120" autoAdjust="0"/>
  </p:normalViewPr>
  <p:slideViewPr>
    <p:cSldViewPr>
      <p:cViewPr varScale="1">
        <p:scale>
          <a:sx n="103" d="100"/>
          <a:sy n="103" d="100"/>
        </p:scale>
        <p:origin x="2496"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E44835C7-9A31-43D9-87C7-4167DEA40D1E}" type="slidenum">
              <a:rPr lang="en-US" altLang="en-GB"/>
              <a:pPr/>
              <a:t>‹#›</a:t>
            </a:fld>
            <a:endParaRPr lang="en-US" alt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ChangeArrowheads="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972ADA-C699-40D1-B344-7FBB310A1A2D}" type="slidenum">
              <a:rPr lang="en-US" altLang="en-GB"/>
              <a:pPr/>
              <a:t>1</a:t>
            </a:fld>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8AB1EF7-3389-4B51-B7C0-7E9A21228110}" type="slidenum">
              <a:rPr lang="en-US" altLang="en-GB"/>
              <a:pPr/>
              <a:t>2</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D229222-E89F-4ACF-864F-27D6D0B28B99}" type="slidenum">
              <a:rPr lang="en-US" altLang="en-GB"/>
              <a:pPr/>
              <a:t>3</a:t>
            </a:fld>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ChangeArrowheads="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D25B1C-F1E4-46AA-A41B-D5131071ED49}" type="slidenum">
              <a:rPr lang="en-US" altLang="en-GB"/>
              <a:pPr/>
              <a:t>4</a:t>
            </a:fld>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ChangeArrowheads="1" noTextEdit="1"/>
          </p:cNvSpPr>
          <p:nvPr>
            <p:ph type="sldImg"/>
          </p:nvPr>
        </p:nvSpPr>
        <p:spPr>
          <a:ln/>
        </p:spPr>
      </p:sp>
      <p:sp>
        <p:nvSpPr>
          <p:cNvPr id="122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22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109DF2D-6ADE-4D7E-AB9C-1AB10FC07106}" type="slidenum">
              <a:rPr lang="en-US" altLang="en-GB"/>
              <a:pPr/>
              <a:t>5</a:t>
            </a:fld>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ChangeArrowheads="1" noTextEdit="1"/>
          </p:cNvSpPr>
          <p:nvPr>
            <p:ph type="sldImg"/>
          </p:nvPr>
        </p:nvSpPr>
        <p:spPr>
          <a:ln/>
        </p:spPr>
      </p:sp>
      <p:sp>
        <p:nvSpPr>
          <p:cNvPr id="143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43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436F2BF-EDF0-46FA-8CA7-1F367AB7CA29}" type="slidenum">
              <a:rPr lang="en-US" altLang="en-GB"/>
              <a:pPr/>
              <a:t>6</a:t>
            </a:fld>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ChangeArrowheads="1" noTextEdit="1"/>
          </p:cNvSpPr>
          <p:nvPr>
            <p:ph type="sldImg"/>
          </p:nvPr>
        </p:nvSpPr>
        <p:spPr>
          <a:ln/>
        </p:spPr>
      </p:sp>
      <p:sp>
        <p:nvSpPr>
          <p:cNvPr id="163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63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5275A3B-2F0D-445D-B681-3B07D1C20D4B}" type="slidenum">
              <a:rPr lang="en-US" altLang="en-GB"/>
              <a:pPr/>
              <a:t>7</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ChangeArrowheads="1" noTextEdit="1"/>
          </p:cNvSpPr>
          <p:nvPr>
            <p:ph type="sldImg"/>
          </p:nvPr>
        </p:nvSpPr>
        <p:spPr>
          <a:ln/>
        </p:spPr>
      </p:sp>
      <p:sp>
        <p:nvSpPr>
          <p:cNvPr id="184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84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61BFAD-7F5F-45C2-B18B-E9D9B15DD7CA}" type="slidenum">
              <a:rPr lang="en-US" altLang="en-GB"/>
              <a:pPr/>
              <a:t>8</a:t>
            </a:fld>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ChangeArrowheads="1" noTextEdit="1"/>
          </p:cNvSpPr>
          <p:nvPr>
            <p:ph type="sldImg"/>
          </p:nvPr>
        </p:nvSpPr>
        <p:spPr>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432ADC-D4E9-4ED5-B035-C8972FEC2DAE}" type="slidenum">
              <a:rPr lang="en-US" altLang="en-GB"/>
              <a:pPr/>
              <a:t>9</a:t>
            </a:fld>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ChangeArrowheads="1" noTextEdit="1"/>
          </p:cNvSpPr>
          <p:nvPr>
            <p:ph type="sldImg"/>
          </p:nvPr>
        </p:nvSpPr>
        <p:spPr>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25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2505A0D-5541-40AA-821D-0A6679D71F05}" type="slidenum">
              <a:rPr lang="en-US" altLang="en-GB"/>
              <a:pPr/>
              <a:t>10</a:t>
            </a:fld>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ChangeArrowheads="1" noTextEdit="1"/>
          </p:cNvSpPr>
          <p:nvPr>
            <p:ph type="sldImg"/>
          </p:nvPr>
        </p:nvSpPr>
        <p:spPr>
          <a:ln/>
        </p:spPr>
      </p:sp>
      <p:sp>
        <p:nvSpPr>
          <p:cNvPr id="24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4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3BD2C4-CA39-4050-9D9A-69BCBC8FFD64}" type="slidenum">
              <a:rPr lang="en-US" altLang="en-GB"/>
              <a:pPr/>
              <a:t>11</a:t>
            </a:fld>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AE3F6A4-37B3-4D83-9298-849B1090CA1A}" type="slidenum">
              <a:rPr lang="en-US" altLang="en-GB"/>
              <a:pPr/>
              <a:t>12</a:t>
            </a:fld>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ChangeArrowheads="1" noTextEdit="1"/>
          </p:cNvSpPr>
          <p:nvPr>
            <p:ph type="sldImg"/>
          </p:nvPr>
        </p:nvSpPr>
        <p:spPr>
          <a:ln/>
        </p:spPr>
      </p:sp>
      <p:sp>
        <p:nvSpPr>
          <p:cNvPr id="28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86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BE9B1F0-B384-4B79-AD29-A3F40F1BF0EF}" type="slidenum">
              <a:rPr lang="en-US" altLang="en-GB"/>
              <a:pPr/>
              <a:t>13</a:t>
            </a:fld>
            <a:endParaRPr lang="en-US" alt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3E08E9-D1BB-4CCF-9D97-F069EA8EE8B7}" type="slidenum">
              <a:rPr lang="en-US" altLang="en-GB"/>
              <a:pPr/>
              <a:t>14</a:t>
            </a:fld>
            <a:endParaRPr lang="en-US" alt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ln/>
        </p:spPr>
      </p:sp>
      <p:sp>
        <p:nvSpPr>
          <p:cNvPr id="327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27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36C6FD-ADEB-45A3-8124-C3500BE26D1C}" type="slidenum">
              <a:rPr lang="en-US" altLang="en-GB"/>
              <a:pPr/>
              <a:t>15</a:t>
            </a:fld>
            <a:endParaRPr lang="en-US" alt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B1F3BB-2CF4-4E3F-82F3-FD8F85B20950}" type="slidenum">
              <a:rPr lang="en-US" altLang="en-GB"/>
              <a:pPr/>
              <a:t>16</a:t>
            </a:fld>
            <a:endParaRPr lang="en-US" alt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7DE9567-B80D-4EAD-8DE6-C6CECF3E001D}" type="slidenum">
              <a:rPr lang="en-US" altLang="en-GB"/>
              <a:pPr/>
              <a:t>17</a:t>
            </a:fld>
            <a:endParaRPr lang="en-US" alt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ChangeArrowheads="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EAEB038-95C6-47DB-BD4C-D84A906D6EC3}" type="slidenum">
              <a:rPr lang="en-US" altLang="en-GB"/>
              <a:pPr/>
              <a:t>18</a:t>
            </a:fld>
            <a:endParaRPr lang="en-US" alt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ChangeArrowheads="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9F58A52-6308-472A-9696-B6BBE1ACC59E}" type="slidenum">
              <a:rPr lang="en-US" altLang="en-GB"/>
              <a:pPr/>
              <a:t>19</a:t>
            </a:fld>
            <a:endParaRPr lang="en-US" alt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55998BC-35DA-4438-BCB3-DC61BB7680C0}" type="slidenum">
              <a:rPr lang="en-US" altLang="en-GB"/>
              <a:pPr/>
              <a:t>20</a:t>
            </a:fld>
            <a:endParaRPr lang="en-US" alt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81F031-F4E4-4179-9513-D2316247ABA0}" type="slidenum">
              <a:rPr lang="en-US" altLang="en-GB"/>
              <a:pPr/>
              <a:t>21</a:t>
            </a:fld>
            <a:endParaRPr lang="en-US" alt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ChangeArrowheads="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97AC3C-4854-4D8C-A695-F475C15BFFBF}" type="slidenum">
              <a:rPr lang="en-US" altLang="en-GB"/>
              <a:pPr/>
              <a:t>22</a:t>
            </a:fld>
            <a:endParaRPr lang="en-US" alt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ChangeArrowheads="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54130C-09AB-4518-A95F-BF20884872C2}" type="slidenum">
              <a:rPr lang="en-US" altLang="en-GB"/>
              <a:pPr/>
              <a:t>23</a:t>
            </a:fld>
            <a:endParaRPr lang="en-US" alt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ChangeArrowheads="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6057D61-FFE9-4074-A06E-6FDFB4577356}" type="slidenum">
              <a:rPr lang="en-US" altLang="en-GB"/>
              <a:pPr/>
              <a:t>24</a:t>
            </a:fld>
            <a:endParaRPr lang="en-US" alt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ChangeArrowheads="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67A6C0B-DD3B-4A58-A536-ABB3FA0CE8B5}" type="slidenum">
              <a:rPr lang="en-US" altLang="en-GB"/>
              <a:pPr/>
              <a:t>25</a:t>
            </a:fld>
            <a:endParaRPr lang="en-US" alt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ChangeArrowheads="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7929087-073E-433F-8B89-CD992CB7B4E9}" type="slidenum">
              <a:rPr lang="en-US" altLang="en-GB"/>
              <a:pPr/>
              <a:t>26</a:t>
            </a:fld>
            <a:endParaRPr lang="en-US" alt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ChangeArrowheads="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5412FD-2067-4002-BB56-5D53FBB4A5D4}" type="slidenum">
              <a:rPr lang="en-US" altLang="en-GB"/>
              <a:pPr/>
              <a:t>27</a:t>
            </a:fld>
            <a:endParaRPr lang="en-US" alt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ChangeArrowheads="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5D8FC0-FB91-4539-927A-9389F180E0C2}" type="slidenum">
              <a:rPr lang="en-US" altLang="en-GB"/>
              <a:pPr/>
              <a:t>28</a:t>
            </a:fld>
            <a:endParaRPr lang="en-US" alt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ChangeArrowheads="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C1F1D92-0485-4341-A8A3-F4D09E6C7929}" type="slidenum">
              <a:rPr lang="en-US" altLang="en-GB"/>
              <a:pPr/>
              <a:t>29</a:t>
            </a:fld>
            <a:endParaRPr lang="en-US" alt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ChangeArrowheads="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2959BA6-C64E-4E6F-8D74-D1688680B6A6}" type="slidenum">
              <a:rPr lang="en-US" altLang="en-GB"/>
              <a:pPr/>
              <a:t>30</a:t>
            </a:fld>
            <a:endParaRPr lang="en-US" alt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ChangeArrowheads="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2BE17C-59C1-42E9-91F2-3E518D6E2ECB}" type="slidenum">
              <a:rPr lang="en-US" altLang="en-GB"/>
              <a:pPr/>
              <a:t>31</a:t>
            </a:fld>
            <a:endParaRPr lang="en-US" alt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ChangeArrowheads="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959630-E2B9-4805-B3D6-0DD3F4B220C8}" type="slidenum">
              <a:rPr lang="en-US" altLang="en-GB"/>
              <a:pPr/>
              <a:t>32</a:t>
            </a:fld>
            <a:endParaRPr lang="en-US" alt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ChangeArrowheads="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B1DC3A6-F8EF-4BC9-A0E8-34F550A88FAA}" type="slidenum">
              <a:rPr lang="en-US" altLang="en-GB"/>
              <a:pPr/>
              <a:t>33</a:t>
            </a:fld>
            <a:endParaRPr lang="en-US" alt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ChangeArrowheads="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BE1BC3B-D62A-4025-986F-664E3C18E95A}" type="slidenum">
              <a:rPr lang="en-US" altLang="en-GB"/>
              <a:pPr/>
              <a:t>34</a:t>
            </a:fld>
            <a:endParaRPr lang="en-US" alt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ChangeArrowheads="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11E1302-4F24-4280-B415-59B7DDEA787B}" type="slidenum">
              <a:rPr lang="en-US" altLang="en-GB"/>
              <a:pPr/>
              <a:t>35</a:t>
            </a:fld>
            <a:endParaRPr lang="en-US" alt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ChangeArrowheads="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ABF71C8-E47B-404A-BC92-423FE0ACFC8D}" type="slidenum">
              <a:rPr lang="en-US" altLang="en-GB"/>
              <a:pPr/>
              <a:t>36</a:t>
            </a:fld>
            <a:endParaRPr lang="en-US" altLang="en-GB"/>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ChangeArrowheads="1" noTextEdit="1"/>
          </p:cNvSpPr>
          <p:nvPr>
            <p:ph type="sldImg"/>
          </p:nvPr>
        </p:nvSpPr>
        <p:spPr>
          <a:ln/>
        </p:spPr>
      </p:sp>
      <p:sp>
        <p:nvSpPr>
          <p:cNvPr id="778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78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D2527A-DFF0-4874-AFD4-096D5E2C4813}" type="slidenum">
              <a:rPr lang="en-US" altLang="en-GB"/>
              <a:pPr/>
              <a:t>37</a:t>
            </a:fld>
            <a:endParaRPr lang="en-US" alt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ChangeArrowheads="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984274-9933-4432-8AA3-3A0A74F1C639}" type="slidenum">
              <a:rPr lang="en-US" altLang="en-GB"/>
              <a:pPr/>
              <a:t>38</a:t>
            </a:fld>
            <a:endParaRPr lang="en-US" alt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ChangeArrowheads="1" noTextEdit="1"/>
          </p:cNvSpPr>
          <p:nvPr>
            <p:ph type="sldImg"/>
          </p:nvPr>
        </p:nvSpPr>
        <p:spPr>
          <a:ln/>
        </p:spPr>
      </p:sp>
      <p:sp>
        <p:nvSpPr>
          <p:cNvPr id="819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19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EA91036-B80A-4496-9705-51DAD6BACD24}" type="slidenum">
              <a:rPr lang="en-US" altLang="en-GB"/>
              <a:pPr/>
              <a:t>39</a:t>
            </a:fld>
            <a:endParaRPr lang="en-US" alt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ChangeArrowheads="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EDB9632-41B0-4F87-BEC9-DB8A2AD641CD}" type="slidenum">
              <a:rPr lang="en-US" altLang="en-GB"/>
              <a:pPr/>
              <a:t>40</a:t>
            </a:fld>
            <a:endParaRPr lang="en-US" alt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ChangeArrowheads="1" noTextEdit="1"/>
          </p:cNvSpPr>
          <p:nvPr>
            <p:ph type="sldImg"/>
          </p:nvPr>
        </p:nvSpPr>
        <p:spPr>
          <a:ln/>
        </p:spPr>
      </p:sp>
      <p:sp>
        <p:nvSpPr>
          <p:cNvPr id="860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60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A969CCD-57B2-45C6-8D42-38481D9D4272}" type="slidenum">
              <a:rPr lang="en-US" altLang="en-GB"/>
              <a:pPr/>
              <a:t>41</a:t>
            </a:fld>
            <a:endParaRPr lang="en-US" alt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ChangeArrowheads="1" noTextEdit="1"/>
          </p:cNvSpPr>
          <p:nvPr>
            <p:ph type="sldImg"/>
          </p:nvPr>
        </p:nvSpPr>
        <p:spPr>
          <a:ln/>
        </p:spPr>
      </p:sp>
      <p:sp>
        <p:nvSpPr>
          <p:cNvPr id="880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880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DA5923-F475-48D8-B467-A163DC45122D}" type="slidenum">
              <a:rPr lang="en-US" altLang="en-GB"/>
              <a:pPr/>
              <a:t>42</a:t>
            </a:fld>
            <a:endParaRPr lang="en-US" alt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ChangeArrowheads="1" noTextEdit="1"/>
          </p:cNvSpPr>
          <p:nvPr>
            <p:ph type="sldImg"/>
          </p:nvPr>
        </p:nvSpPr>
        <p:spPr>
          <a:ln/>
        </p:spPr>
      </p:sp>
      <p:sp>
        <p:nvSpPr>
          <p:cNvPr id="901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901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46C14B5-F972-4AD8-81D6-B73CD078ADB2}" type="slidenum">
              <a:rPr lang="en-US" altLang="en-GB"/>
              <a:pPr/>
              <a:t>43</a:t>
            </a:fld>
            <a:endParaRPr lang="en-US" alt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ChangeArrowheads="1" noTextEdit="1"/>
          </p:cNvSpPr>
          <p:nvPr>
            <p:ph type="sldImg"/>
          </p:nvPr>
        </p:nvSpPr>
        <p:spPr>
          <a:ln/>
        </p:spPr>
      </p:sp>
      <p:sp>
        <p:nvSpPr>
          <p:cNvPr id="921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921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26BD99E-4932-45EF-A73D-E3FF1621030C}" type="slidenum">
              <a:rPr lang="en-US" altLang="en-GB"/>
              <a:pPr/>
              <a:t>44</a:t>
            </a:fld>
            <a:endParaRPr lang="en-US" alt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ChangeArrowheads="1" noTextEdit="1"/>
          </p:cNvSpPr>
          <p:nvPr>
            <p:ph type="sldImg"/>
          </p:nvPr>
        </p:nvSpPr>
        <p:spPr>
          <a:ln/>
        </p:spPr>
      </p:sp>
      <p:sp>
        <p:nvSpPr>
          <p:cNvPr id="942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942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1EF19A-B72B-4AF2-B90A-D9CFF93910F9}" type="slidenum">
              <a:rPr lang="en-US" altLang="en-GB"/>
              <a:pPr/>
              <a:t>45</a:t>
            </a:fld>
            <a:endParaRPr lang="en-US" alt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ChangeArrowheads="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CF2B70F-0D63-4470-A3D2-1BDA4B19B9A3}" type="slidenum">
              <a:rPr lang="en-US" altLang="en-GB"/>
              <a:pPr/>
              <a:t>46</a:t>
            </a:fld>
            <a:endParaRPr lang="en-US" alt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ChangeArrowheads="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8970985-B2E0-4EED-9D9A-F800075C9FA8}" type="slidenum">
              <a:rPr lang="en-US" altLang="en-GB"/>
              <a:pPr/>
              <a:t>47</a:t>
            </a:fld>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E62C53D4-0ECF-41D4-8D5C-E8E1C48DACED}" type="slidenum">
              <a:rPr lang="en-US" altLang="en-US"/>
              <a:pPr/>
              <a:t>‹#›</a:t>
            </a:fld>
            <a:endParaRPr lang="en-US" altLang="en-US"/>
          </a:p>
        </p:txBody>
      </p:sp>
    </p:spTree>
    <p:extLst>
      <p:ext uri="{BB962C8B-B14F-4D97-AF65-F5344CB8AC3E}">
        <p14:creationId xmlns:p14="http://schemas.microsoft.com/office/powerpoint/2010/main" val="3132578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70E47CDE-8023-4BC8-ABE6-4310E4C0E044}" type="slidenum">
              <a:rPr lang="en-US" altLang="en-US"/>
              <a:pPr/>
              <a:t>‹#›</a:t>
            </a:fld>
            <a:endParaRPr lang="en-US" altLang="en-US"/>
          </a:p>
        </p:txBody>
      </p:sp>
    </p:spTree>
    <p:extLst>
      <p:ext uri="{BB962C8B-B14F-4D97-AF65-F5344CB8AC3E}">
        <p14:creationId xmlns:p14="http://schemas.microsoft.com/office/powerpoint/2010/main" val="3983316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8BC67FA6-7121-4214-B84A-145C5BF008D4}" type="slidenum">
              <a:rPr lang="en-US" altLang="en-US"/>
              <a:pPr/>
              <a:t>‹#›</a:t>
            </a:fld>
            <a:endParaRPr lang="en-US" altLang="en-US"/>
          </a:p>
        </p:txBody>
      </p:sp>
    </p:spTree>
    <p:extLst>
      <p:ext uri="{BB962C8B-B14F-4D97-AF65-F5344CB8AC3E}">
        <p14:creationId xmlns:p14="http://schemas.microsoft.com/office/powerpoint/2010/main" val="2220124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BBED8FA8-A016-4D5D-BF28-F7C37A3DE324}" type="slidenum">
              <a:rPr lang="en-US" altLang="en-US"/>
              <a:pPr/>
              <a:t>‹#›</a:t>
            </a:fld>
            <a:endParaRPr lang="en-US" altLang="en-US"/>
          </a:p>
        </p:txBody>
      </p:sp>
    </p:spTree>
    <p:extLst>
      <p:ext uri="{BB962C8B-B14F-4D97-AF65-F5344CB8AC3E}">
        <p14:creationId xmlns:p14="http://schemas.microsoft.com/office/powerpoint/2010/main" val="12145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9" name="Slide Number Placeholder 5"/>
          <p:cNvSpPr>
            <a:spLocks noGrp="1"/>
          </p:cNvSpPr>
          <p:nvPr>
            <p:ph type="sldNum" sz="quarter" idx="12"/>
          </p:nvPr>
        </p:nvSpPr>
        <p:spPr/>
        <p:txBody>
          <a:bodyPr/>
          <a:lstStyle>
            <a:lvl1pPr>
              <a:defRPr/>
            </a:lvl1pPr>
          </a:lstStyle>
          <a:p>
            <a:fld id="{1BE9D841-B5A1-4B7A-902D-9BDD4EEBA343}" type="slidenum">
              <a:rPr lang="en-US" altLang="en-US"/>
              <a:pPr/>
              <a:t>‹#›</a:t>
            </a:fld>
            <a:endParaRPr lang="en-US" altLang="en-US"/>
          </a:p>
        </p:txBody>
      </p:sp>
    </p:spTree>
    <p:extLst>
      <p:ext uri="{BB962C8B-B14F-4D97-AF65-F5344CB8AC3E}">
        <p14:creationId xmlns:p14="http://schemas.microsoft.com/office/powerpoint/2010/main" val="27896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5" name="Slide Number Placeholder 5"/>
          <p:cNvSpPr>
            <a:spLocks noGrp="1"/>
          </p:cNvSpPr>
          <p:nvPr>
            <p:ph type="sldNum" sz="quarter" idx="12"/>
          </p:nvPr>
        </p:nvSpPr>
        <p:spPr/>
        <p:txBody>
          <a:bodyPr/>
          <a:lstStyle>
            <a:lvl1pPr>
              <a:defRPr/>
            </a:lvl1pPr>
          </a:lstStyle>
          <a:p>
            <a:fld id="{37245AE0-7F26-436F-924A-66690229533C}" type="slidenum">
              <a:rPr lang="en-US" altLang="en-US"/>
              <a:pPr/>
              <a:t>‹#›</a:t>
            </a:fld>
            <a:endParaRPr lang="en-US" altLang="en-US"/>
          </a:p>
        </p:txBody>
      </p:sp>
    </p:spTree>
    <p:extLst>
      <p:ext uri="{BB962C8B-B14F-4D97-AF65-F5344CB8AC3E}">
        <p14:creationId xmlns:p14="http://schemas.microsoft.com/office/powerpoint/2010/main" val="329645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4" name="Slide Number Placeholder 5"/>
          <p:cNvSpPr>
            <a:spLocks noGrp="1"/>
          </p:cNvSpPr>
          <p:nvPr>
            <p:ph type="sldNum" sz="quarter" idx="12"/>
          </p:nvPr>
        </p:nvSpPr>
        <p:spPr/>
        <p:txBody>
          <a:bodyPr/>
          <a:lstStyle>
            <a:lvl1pPr>
              <a:defRPr/>
            </a:lvl1pPr>
          </a:lstStyle>
          <a:p>
            <a:fld id="{ED0A5D14-851F-464A-AF75-2A686228E160}" type="slidenum">
              <a:rPr lang="en-US" altLang="en-US"/>
              <a:pPr/>
              <a:t>‹#›</a:t>
            </a:fld>
            <a:endParaRPr lang="en-US" altLang="en-US"/>
          </a:p>
        </p:txBody>
      </p:sp>
    </p:spTree>
    <p:extLst>
      <p:ext uri="{BB962C8B-B14F-4D97-AF65-F5344CB8AC3E}">
        <p14:creationId xmlns:p14="http://schemas.microsoft.com/office/powerpoint/2010/main" val="235178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6CC4168D-0374-4A39-B158-D458BA106807}" type="slidenum">
              <a:rPr lang="en-US" altLang="en-US"/>
              <a:pPr/>
              <a:t>‹#›</a:t>
            </a:fld>
            <a:endParaRPr lang="en-US" altLang="en-US"/>
          </a:p>
        </p:txBody>
      </p:sp>
    </p:spTree>
    <p:extLst>
      <p:ext uri="{BB962C8B-B14F-4D97-AF65-F5344CB8AC3E}">
        <p14:creationId xmlns:p14="http://schemas.microsoft.com/office/powerpoint/2010/main" val="211747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A88CF461-701C-4167-9512-C910780A6D5B}" type="slidenum">
              <a:rPr lang="en-US" altLang="en-US"/>
              <a:pPr/>
              <a:t>‹#›</a:t>
            </a:fld>
            <a:endParaRPr lang="en-US" altLang="en-US"/>
          </a:p>
        </p:txBody>
      </p:sp>
    </p:spTree>
    <p:extLst>
      <p:ext uri="{BB962C8B-B14F-4D97-AF65-F5344CB8AC3E}">
        <p14:creationId xmlns:p14="http://schemas.microsoft.com/office/powerpoint/2010/main" val="3348994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29EF5337-9A46-4060-976F-8EF5E519ABE2}" type="slidenum">
              <a:rPr lang="en-US" altLang="en-US"/>
              <a:pPr/>
              <a:t>‹#›</a:t>
            </a:fld>
            <a:endParaRPr lang="en-US" altLang="en-US"/>
          </a:p>
        </p:txBody>
      </p:sp>
    </p:spTree>
    <p:extLst>
      <p:ext uri="{BB962C8B-B14F-4D97-AF65-F5344CB8AC3E}">
        <p14:creationId xmlns:p14="http://schemas.microsoft.com/office/powerpoint/2010/main" val="1035602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Nov 2,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D8159F9C-F86D-4748-9168-BE70E9FF8603}" type="slidenum">
              <a:rPr lang="en-US" altLang="en-US"/>
              <a:pPr/>
              <a:t>‹#›</a:t>
            </a:fld>
            <a:endParaRPr lang="en-US" altLang="en-US"/>
          </a:p>
        </p:txBody>
      </p:sp>
    </p:spTree>
    <p:extLst>
      <p:ext uri="{BB962C8B-B14F-4D97-AF65-F5344CB8AC3E}">
        <p14:creationId xmlns:p14="http://schemas.microsoft.com/office/powerpoint/2010/main" val="2730408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GB"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smtClean="0"/>
              <a:t>Click to edit Master text styles</a:t>
            </a:r>
          </a:p>
          <a:p>
            <a:pPr lvl="1"/>
            <a:r>
              <a:rPr lang="en-US" altLang="en-GB" smtClean="0"/>
              <a:t>Second level</a:t>
            </a:r>
          </a:p>
          <a:p>
            <a:pPr lvl="2"/>
            <a:r>
              <a:rPr lang="en-US" altLang="en-GB" smtClean="0"/>
              <a:t>Third level</a:t>
            </a:r>
          </a:p>
          <a:p>
            <a:pPr lvl="3"/>
            <a:r>
              <a:rPr lang="en-US" altLang="en-GB" smtClean="0"/>
              <a:t>Fourth level</a:t>
            </a:r>
          </a:p>
          <a:p>
            <a:pPr lvl="4"/>
            <a:r>
              <a:rPr lang="en-US" altLang="en-GB"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Nov 2, 2016</a:t>
            </a: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ltLang="en-US"/>
              <a:t>Theory of Automata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AC18D03B-0023-421D-B62E-63E8D8CC4FA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rtlCol="0">
            <a:normAutofit fontScale="90000"/>
          </a:bodyPr>
          <a:lstStyle/>
          <a:p>
            <a:pPr eaLnBrk="1" fontAlgn="auto" hangingPunct="1">
              <a:spcAft>
                <a:spcPts val="0"/>
              </a:spcAft>
              <a:defRPr/>
            </a:pPr>
            <a:r>
              <a:rPr lang="en-US" sz="4600" dirty="0"/>
              <a:t>Theory of Automata</a:t>
            </a:r>
            <a:r>
              <a:rPr lang="en-US" sz="4600"/>
              <a:t/>
            </a:r>
            <a:br>
              <a:rPr lang="en-US" sz="4600"/>
            </a:br>
            <a:r>
              <a:rPr lang="en-US" sz="4600"/>
              <a:t>Turing </a:t>
            </a:r>
            <a:r>
              <a:rPr lang="en-US" sz="4600" dirty="0"/>
              <a:t>Machine</a:t>
            </a:r>
          </a:p>
        </p:txBody>
      </p:sp>
      <p:sp>
        <p:nvSpPr>
          <p:cNvPr id="9219" name="Rectangle 3"/>
          <p:cNvSpPr>
            <a:spLocks noGrp="1" noChangeArrowheads="1"/>
          </p:cNvSpPr>
          <p:nvPr>
            <p:ph type="subTitle" idx="1"/>
          </p:nvPr>
        </p:nvSpPr>
        <p:spPr/>
        <p:txBody>
          <a:bodyPr rtlCol="0">
            <a:normAutofit/>
          </a:bodyPr>
          <a:lstStyle/>
          <a:p>
            <a:pPr eaLnBrk="1" fontAlgn="auto" hangingPunct="1">
              <a:spcAft>
                <a:spcPts val="0"/>
              </a:spcAft>
              <a:buFont typeface="Arial" charset="0"/>
              <a:buNone/>
              <a:defRPr/>
            </a:pPr>
            <a:r>
              <a:rPr lang="en-US" sz="2400"/>
              <a:t>Week </a:t>
            </a:r>
            <a:r>
              <a:rPr lang="en-US" sz="2400" dirty="0"/>
              <a:t>12</a:t>
            </a:r>
          </a:p>
          <a:p>
            <a:pPr eaLnBrk="1" fontAlgn="auto" hangingPunct="1">
              <a:spcAft>
                <a:spcPts val="0"/>
              </a:spcAft>
              <a:buFont typeface="Arial" charset="0"/>
              <a:buNone/>
              <a:defRPr/>
            </a:pPr>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2631D0F-D4BA-45B4-AEE0-1C9ADEF58E18}" type="slidenum">
              <a:rPr lang="en-US" altLang="en-US" sz="120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
        <p:nvSpPr>
          <p:cNvPr id="5123" name="Rectangle 2"/>
          <p:cNvSpPr>
            <a:spLocks noGrp="1"/>
          </p:cNvSpPr>
          <p:nvPr>
            <p:ph type="title" idx="4294967295"/>
          </p:nvPr>
        </p:nvSpPr>
        <p:spPr>
          <a:xfrm>
            <a:off x="0" y="274638"/>
            <a:ext cx="8229600" cy="1143000"/>
          </a:xfrm>
        </p:spPr>
        <p:txBody>
          <a:bodyPr/>
          <a:lstStyle/>
          <a:p>
            <a:pPr eaLnBrk="1" hangingPunct="1"/>
            <a:r>
              <a:rPr lang="en-US" altLang="en-GB" sz="3800" smtClean="0"/>
              <a:t>Contents</a:t>
            </a:r>
          </a:p>
        </p:txBody>
      </p:sp>
      <p:sp>
        <p:nvSpPr>
          <p:cNvPr id="5124" name="Rectangle 3"/>
          <p:cNvSpPr>
            <a:spLocks noGrp="1"/>
          </p:cNvSpPr>
          <p:nvPr>
            <p:ph type="body" idx="4294967295"/>
          </p:nvPr>
        </p:nvSpPr>
        <p:spPr>
          <a:xfrm>
            <a:off x="0" y="1481138"/>
            <a:ext cx="8229600" cy="4525962"/>
          </a:xfrm>
        </p:spPr>
        <p:txBody>
          <a:bodyPr/>
          <a:lstStyle/>
          <a:p>
            <a:pPr eaLnBrk="1" hangingPunct="1"/>
            <a:r>
              <a:rPr lang="en-US" altLang="en-GB" sz="2600" smtClean="0"/>
              <a:t>Definition</a:t>
            </a:r>
          </a:p>
          <a:p>
            <a:pPr eaLnBrk="1" hangingPunct="1"/>
            <a:r>
              <a:rPr lang="en-US" altLang="en-GB" sz="2600" smtClean="0"/>
              <a:t>Example</a:t>
            </a:r>
          </a:p>
          <a:p>
            <a:pPr eaLnBrk="1" hangingPunct="1"/>
            <a:r>
              <a:rPr lang="en-US" altLang="en-GB" sz="2600" smtClean="0"/>
              <a:t>Subprogram INSERT</a:t>
            </a:r>
          </a:p>
          <a:p>
            <a:pPr eaLnBrk="1" hangingPunct="1"/>
            <a:r>
              <a:rPr lang="en-US" altLang="en-GB" sz="2600" smtClean="0"/>
              <a:t>EQUAL</a:t>
            </a:r>
          </a:p>
          <a:p>
            <a:pPr eaLnBrk="1" hangingPunct="1"/>
            <a:r>
              <a:rPr lang="en-US" altLang="en-GB" sz="2600" smtClean="0"/>
              <a:t>Subprogram DELETE</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46B625D-2B96-4DA1-9DD2-2CF08A3F25C1}" type="slidenum">
              <a:rPr lang="en-US" altLang="en-US" sz="120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
        <p:nvSpPr>
          <p:cNvPr id="7171" name="Rectangle 2"/>
          <p:cNvSpPr>
            <a:spLocks noGrp="1"/>
          </p:cNvSpPr>
          <p:nvPr>
            <p:ph type="title" idx="4294967295"/>
          </p:nvPr>
        </p:nvSpPr>
        <p:spPr>
          <a:xfrm>
            <a:off x="0" y="247650"/>
            <a:ext cx="7772400" cy="1143000"/>
          </a:xfrm>
        </p:spPr>
        <p:txBody>
          <a:bodyPr/>
          <a:lstStyle/>
          <a:p>
            <a:pPr eaLnBrk="1" hangingPunct="1"/>
            <a:r>
              <a:rPr lang="en-US" altLang="en-GB" smtClean="0"/>
              <a:t>Turing machine</a:t>
            </a:r>
          </a:p>
        </p:txBody>
      </p:sp>
      <p:sp>
        <p:nvSpPr>
          <p:cNvPr id="7172" name="Rectangle 3"/>
          <p:cNvSpPr>
            <a:spLocks noGrp="1"/>
          </p:cNvSpPr>
          <p:nvPr>
            <p:ph type="body" idx="4294967295"/>
          </p:nvPr>
        </p:nvSpPr>
        <p:spPr>
          <a:xfrm>
            <a:off x="0" y="1371600"/>
            <a:ext cx="7772400" cy="4114800"/>
          </a:xfrm>
        </p:spPr>
        <p:txBody>
          <a:bodyPr/>
          <a:lstStyle/>
          <a:p>
            <a:pPr algn="just" eaLnBrk="1" hangingPunct="1">
              <a:lnSpc>
                <a:spcPct val="90000"/>
              </a:lnSpc>
              <a:buFont typeface="Wingdings" panose="05000000000000000000" pitchFamily="2" charset="2"/>
              <a:buNone/>
            </a:pPr>
            <a:r>
              <a:rPr lang="en-US" altLang="en-GB" sz="2000" smtClean="0"/>
              <a:t>	The mathematical models (FAs, TGs, PDAs) that have been discussed so far can decide whether a string is accepted or not by them </a:t>
            </a:r>
            <a:r>
              <a:rPr lang="en-US" altLang="en-GB" sz="2000" i="1" smtClean="0"/>
              <a:t>i.e</a:t>
            </a:r>
            <a:r>
              <a:rPr lang="en-US" altLang="en-GB" sz="2000" smtClean="0"/>
              <a:t>. these models are language identifiers. However, there are still some languages which can’t be accepted by them </a:t>
            </a:r>
            <a:r>
              <a:rPr lang="en-US" altLang="en-GB" sz="2000" i="1" smtClean="0"/>
              <a:t>e.g.</a:t>
            </a:r>
            <a:r>
              <a:rPr lang="en-US" altLang="en-GB" sz="2000" smtClean="0"/>
              <a:t> there does not exist any FA or TG or PDA accepting any non-CFLs. </a:t>
            </a:r>
          </a:p>
          <a:p>
            <a:pPr algn="just" eaLnBrk="1" hangingPunct="1">
              <a:lnSpc>
                <a:spcPct val="90000"/>
              </a:lnSpc>
              <a:buFont typeface="Wingdings" panose="05000000000000000000" pitchFamily="2" charset="2"/>
              <a:buNone/>
            </a:pPr>
            <a:r>
              <a:rPr lang="en-US" altLang="en-GB" sz="2000" smtClean="0"/>
              <a:t>	</a:t>
            </a:r>
            <a:r>
              <a:rPr lang="en-US" altLang="en-GB" sz="2000" smtClean="0">
                <a:solidFill>
                  <a:srgbClr val="FF0000"/>
                </a:solidFill>
              </a:rPr>
              <a:t>Alan Mathison Turing </a:t>
            </a:r>
            <a:r>
              <a:rPr lang="en-US" altLang="en-GB" sz="2000" smtClean="0"/>
              <a:t>developed the machines called Turing machines, which accept some non-CFLs as well, in addition to CFLs.</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F2512E0-A11E-441E-826F-CDBA5A54522D}" type="slidenum">
              <a:rPr lang="en-US" altLang="en-US" sz="120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sp>
        <p:nvSpPr>
          <p:cNvPr id="9219" name="Rectangle 2"/>
          <p:cNvSpPr>
            <a:spLocks noGrp="1"/>
          </p:cNvSpPr>
          <p:nvPr>
            <p:ph type="title" idx="4294967295"/>
          </p:nvPr>
        </p:nvSpPr>
        <p:spPr>
          <a:xfrm>
            <a:off x="0" y="274638"/>
            <a:ext cx="8229600" cy="1143000"/>
          </a:xfrm>
        </p:spPr>
        <p:txBody>
          <a:bodyPr/>
          <a:lstStyle/>
          <a:p>
            <a:pPr eaLnBrk="1" hangingPunct="1"/>
            <a:r>
              <a:rPr lang="en-US" altLang="en-GB" smtClean="0">
                <a:solidFill>
                  <a:srgbClr val="7030A0"/>
                </a:solidFill>
              </a:rPr>
              <a:t>Turing machine</a:t>
            </a:r>
          </a:p>
        </p:txBody>
      </p:sp>
      <p:sp>
        <p:nvSpPr>
          <p:cNvPr id="9220" name="Rectangle 3"/>
          <p:cNvSpPr>
            <a:spLocks noGrp="1"/>
          </p:cNvSpPr>
          <p:nvPr>
            <p:ph type="body" idx="4294967295"/>
          </p:nvPr>
        </p:nvSpPr>
        <p:spPr>
          <a:xfrm>
            <a:off x="0" y="1481138"/>
            <a:ext cx="8229600" cy="4525962"/>
          </a:xfrm>
        </p:spPr>
        <p:txBody>
          <a:bodyPr/>
          <a:lstStyle/>
          <a:p>
            <a:pPr marL="609600" indent="-609600" algn="just" eaLnBrk="1" hangingPunct="1">
              <a:buFont typeface="Wingdings" panose="05000000000000000000" pitchFamily="2" charset="2"/>
              <a:buNone/>
            </a:pPr>
            <a:r>
              <a:rPr lang="en-US" altLang="en-GB" sz="2400" b="1" u="sng" smtClean="0"/>
              <a:t>Definition</a:t>
            </a:r>
            <a:r>
              <a:rPr lang="en-US" altLang="en-GB" sz="2400" smtClean="0"/>
              <a:t>: A Turing machine (TM) consists of the following</a:t>
            </a:r>
          </a:p>
          <a:p>
            <a:pPr marL="609600" indent="-609600" algn="just" eaLnBrk="1" hangingPunct="1">
              <a:buFontTx/>
              <a:buAutoNum type="arabicPeriod"/>
            </a:pPr>
            <a:r>
              <a:rPr lang="en-US" altLang="en-GB" sz="2400" smtClean="0">
                <a:solidFill>
                  <a:srgbClr val="7030A0"/>
                </a:solidFill>
              </a:rPr>
              <a:t>An alphabet </a:t>
            </a:r>
            <a:r>
              <a:rPr lang="el-GR" altLang="en-GB" sz="2400" smtClean="0">
                <a:solidFill>
                  <a:srgbClr val="7030A0"/>
                </a:solidFill>
                <a:cs typeface="Arial" panose="020B0604020202020204" pitchFamily="34" charset="0"/>
                <a:sym typeface="Math1" pitchFamily="2" charset="2"/>
              </a:rPr>
              <a:t>Σ</a:t>
            </a:r>
            <a:r>
              <a:rPr lang="en-US" altLang="en-GB" sz="2400" smtClean="0">
                <a:solidFill>
                  <a:srgbClr val="7030A0"/>
                </a:solidFill>
                <a:sym typeface="Math1" pitchFamily="2" charset="2"/>
              </a:rPr>
              <a:t> </a:t>
            </a:r>
            <a:r>
              <a:rPr lang="en-US" altLang="en-GB" sz="2400" smtClean="0">
                <a:sym typeface="Math1" pitchFamily="2" charset="2"/>
              </a:rPr>
              <a:t>of input letters.</a:t>
            </a:r>
          </a:p>
          <a:p>
            <a:pPr marL="609600" indent="-609600" algn="just" eaLnBrk="1" hangingPunct="1">
              <a:buFontTx/>
              <a:buAutoNum type="arabicPeriod"/>
            </a:pPr>
            <a:r>
              <a:rPr lang="en-US" altLang="en-GB" sz="2400" smtClean="0">
                <a:solidFill>
                  <a:srgbClr val="00B0F0"/>
                </a:solidFill>
              </a:rPr>
              <a:t>An input TAPE </a:t>
            </a:r>
            <a:r>
              <a:rPr lang="en-US" altLang="en-GB" sz="2400" smtClean="0"/>
              <a:t>partitioned into cells, having infinite many locations in one direction. The input string is placed on the TAPE starting its first letter on the cell i, the rest of the TAPE is initially filled with blanks (</a:t>
            </a:r>
            <a:r>
              <a:rPr lang="el-GR" altLang="en-GB" sz="2400" smtClean="0">
                <a:cs typeface="Arial" panose="020B0604020202020204" pitchFamily="34" charset="0"/>
                <a:sym typeface="Math1" pitchFamily="2" charset="2"/>
              </a:rPr>
              <a:t>∆</a:t>
            </a:r>
            <a:r>
              <a:rPr lang="en-US" altLang="en-GB" sz="2400" smtClean="0">
                <a:sym typeface="Math1" pitchFamily="2" charset="2"/>
              </a:rPr>
              <a:t>’s).</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8A4FC6-FABD-4A36-A49D-6222DA188773}" type="slidenum">
              <a:rPr lang="en-US" altLang="en-US" sz="120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sp>
        <p:nvSpPr>
          <p:cNvPr id="11267" name="Rectangle 2"/>
          <p:cNvSpPr>
            <a:spLocks noGrp="1"/>
          </p:cNvSpPr>
          <p:nvPr>
            <p:ph type="title" idx="4294967295"/>
          </p:nvPr>
        </p:nvSpPr>
        <p:spPr>
          <a:xfrm>
            <a:off x="0" y="274638"/>
            <a:ext cx="8229600" cy="1143000"/>
          </a:xfrm>
        </p:spPr>
        <p:txBody>
          <a:bodyPr/>
          <a:lstStyle/>
          <a:p>
            <a:pPr eaLnBrk="1" hangingPunct="1"/>
            <a:r>
              <a:rPr lang="en-US" altLang="en-GB" smtClean="0"/>
              <a:t>Turing machine continued …</a:t>
            </a:r>
          </a:p>
        </p:txBody>
      </p:sp>
      <p:sp>
        <p:nvSpPr>
          <p:cNvPr id="11268" name="Rectangle 3"/>
          <p:cNvSpPr>
            <a:spLocks noGrp="1"/>
          </p:cNvSpPr>
          <p:nvPr>
            <p:ph type="body" idx="4294967295"/>
          </p:nvPr>
        </p:nvSpPr>
        <p:spPr>
          <a:xfrm>
            <a:off x="0" y="1481138"/>
            <a:ext cx="8229600" cy="4525962"/>
          </a:xfrm>
        </p:spPr>
        <p:txBody>
          <a:bodyPr/>
          <a:lstStyle/>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 typeface="Wingdings" panose="05000000000000000000" pitchFamily="2" charset="2"/>
              <a:buNone/>
            </a:pPr>
            <a:endParaRPr lang="en-US" altLang="en-GB" sz="2400" smtClean="0"/>
          </a:p>
          <a:p>
            <a:pPr marL="609600" indent="-609600" algn="just" eaLnBrk="1" hangingPunct="1">
              <a:lnSpc>
                <a:spcPct val="90000"/>
              </a:lnSpc>
              <a:buFontTx/>
              <a:buAutoNum type="arabicPeriod" startAt="3"/>
            </a:pPr>
            <a:r>
              <a:rPr lang="en-US" altLang="en-GB" sz="2400" smtClean="0"/>
              <a:t>A tape Head that can read the contents of cell on the TAPE in one step and it can replace the character at the cell and can reposition itself to the next cell to the right or to the left of that it has just read.</a:t>
            </a:r>
          </a:p>
        </p:txBody>
      </p:sp>
      <p:grpSp>
        <p:nvGrpSpPr>
          <p:cNvPr id="11269" name="Group 38"/>
          <p:cNvGrpSpPr>
            <a:grpSpLocks/>
          </p:cNvGrpSpPr>
          <p:nvPr/>
        </p:nvGrpSpPr>
        <p:grpSpPr bwMode="auto">
          <a:xfrm>
            <a:off x="762000" y="1838325"/>
            <a:ext cx="7029450" cy="2200275"/>
            <a:chOff x="480" y="1158"/>
            <a:chExt cx="4428" cy="1386"/>
          </a:xfrm>
        </p:grpSpPr>
        <p:grpSp>
          <p:nvGrpSpPr>
            <p:cNvPr id="11271" name="Group 4"/>
            <p:cNvGrpSpPr>
              <a:grpSpLocks/>
            </p:cNvGrpSpPr>
            <p:nvPr/>
          </p:nvGrpSpPr>
          <p:grpSpPr bwMode="auto">
            <a:xfrm>
              <a:off x="636" y="1357"/>
              <a:ext cx="4272" cy="656"/>
              <a:chOff x="960" y="2784"/>
              <a:chExt cx="4272" cy="656"/>
            </a:xfrm>
          </p:grpSpPr>
          <p:sp>
            <p:nvSpPr>
              <p:cNvPr id="11275" name="Rectangle 5"/>
              <p:cNvSpPr>
                <a:spLocks noChangeArrowheads="1"/>
              </p:cNvSpPr>
              <p:nvPr/>
            </p:nvSpPr>
            <p:spPr bwMode="auto">
              <a:xfrm>
                <a:off x="3808" y="3072"/>
                <a:ext cx="142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11276" name="Rectangle 6"/>
              <p:cNvSpPr>
                <a:spLocks noChangeArrowheads="1"/>
              </p:cNvSpPr>
              <p:nvPr/>
            </p:nvSpPr>
            <p:spPr bwMode="auto">
              <a:xfrm>
                <a:off x="3096"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l-GR" altLang="en-GB" sz="3000">
                    <a:latin typeface="Arial" panose="020B0604020202020204" pitchFamily="34" charset="0"/>
                    <a:cs typeface="Arial" panose="020B0604020202020204" pitchFamily="34" charset="0"/>
                    <a:sym typeface="Math1" pitchFamily="2" charset="2"/>
                  </a:rPr>
                  <a:t>∆</a:t>
                </a:r>
                <a:endParaRPr lang="en-US" altLang="en-GB" sz="3000">
                  <a:latin typeface="Arial" panose="020B0604020202020204" pitchFamily="34" charset="0"/>
                  <a:cs typeface="Arial" panose="020B0604020202020204" pitchFamily="34" charset="0"/>
                  <a:sym typeface="Math1" pitchFamily="2" charset="2"/>
                </a:endParaRPr>
              </a:p>
            </p:txBody>
          </p:sp>
          <p:sp>
            <p:nvSpPr>
              <p:cNvPr id="11277" name="Rectangle 7"/>
              <p:cNvSpPr>
                <a:spLocks noChangeArrowheads="1"/>
              </p:cNvSpPr>
              <p:nvPr/>
            </p:nvSpPr>
            <p:spPr bwMode="auto">
              <a:xfrm>
                <a:off x="2384"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a</a:t>
                </a:r>
              </a:p>
            </p:txBody>
          </p:sp>
          <p:sp>
            <p:nvSpPr>
              <p:cNvPr id="11278" name="Rectangle 8"/>
              <p:cNvSpPr>
                <a:spLocks noChangeArrowheads="1"/>
              </p:cNvSpPr>
              <p:nvPr/>
            </p:nvSpPr>
            <p:spPr bwMode="auto">
              <a:xfrm>
                <a:off x="1672"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b</a:t>
                </a:r>
              </a:p>
            </p:txBody>
          </p:sp>
          <p:sp>
            <p:nvSpPr>
              <p:cNvPr id="11279" name="Rectangle 9"/>
              <p:cNvSpPr>
                <a:spLocks noChangeArrowheads="1"/>
              </p:cNvSpPr>
              <p:nvPr/>
            </p:nvSpPr>
            <p:spPr bwMode="auto">
              <a:xfrm>
                <a:off x="960"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a</a:t>
                </a:r>
              </a:p>
            </p:txBody>
          </p:sp>
          <p:sp>
            <p:nvSpPr>
              <p:cNvPr id="11280" name="Line 10"/>
              <p:cNvSpPr>
                <a:spLocks noChangeShapeType="1"/>
              </p:cNvSpPr>
              <p:nvPr/>
            </p:nvSpPr>
            <p:spPr bwMode="auto">
              <a:xfrm>
                <a:off x="960" y="3072"/>
                <a:ext cx="4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1" name="Line 11"/>
              <p:cNvSpPr>
                <a:spLocks noChangeShapeType="1"/>
              </p:cNvSpPr>
              <p:nvPr/>
            </p:nvSpPr>
            <p:spPr bwMode="auto">
              <a:xfrm>
                <a:off x="960" y="3440"/>
                <a:ext cx="4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2" name="Line 12"/>
              <p:cNvSpPr>
                <a:spLocks noChangeShapeType="1"/>
              </p:cNvSpPr>
              <p:nvPr/>
            </p:nvSpPr>
            <p:spPr bwMode="auto">
              <a:xfrm>
                <a:off x="960" y="3072"/>
                <a:ext cx="0" cy="3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3" name="Line 13"/>
              <p:cNvSpPr>
                <a:spLocks noChangeShapeType="1"/>
              </p:cNvSpPr>
              <p:nvPr/>
            </p:nvSpPr>
            <p:spPr bwMode="auto">
              <a:xfrm>
                <a:off x="1672"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4" name="Line 14"/>
              <p:cNvSpPr>
                <a:spLocks noChangeShapeType="1"/>
              </p:cNvSpPr>
              <p:nvPr/>
            </p:nvSpPr>
            <p:spPr bwMode="auto">
              <a:xfrm>
                <a:off x="2384"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5" name="Line 15"/>
              <p:cNvSpPr>
                <a:spLocks noChangeShapeType="1"/>
              </p:cNvSpPr>
              <p:nvPr/>
            </p:nvSpPr>
            <p:spPr bwMode="auto">
              <a:xfrm>
                <a:off x="3096"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6" name="Line 16"/>
              <p:cNvSpPr>
                <a:spLocks noChangeShapeType="1"/>
              </p:cNvSpPr>
              <p:nvPr/>
            </p:nvSpPr>
            <p:spPr bwMode="auto">
              <a:xfrm>
                <a:off x="3808"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1287" name="Line 17"/>
              <p:cNvSpPr>
                <a:spLocks noChangeShapeType="1"/>
              </p:cNvSpPr>
              <p:nvPr/>
            </p:nvSpPr>
            <p:spPr bwMode="auto">
              <a:xfrm>
                <a:off x="5232" y="3072"/>
                <a:ext cx="0" cy="3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88" name="Rectangle 18"/>
              <p:cNvSpPr>
                <a:spLocks noChangeArrowheads="1"/>
              </p:cNvSpPr>
              <p:nvPr/>
            </p:nvSpPr>
            <p:spPr bwMode="auto">
              <a:xfrm>
                <a:off x="312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iv</a:t>
                </a:r>
              </a:p>
            </p:txBody>
          </p:sp>
          <p:sp>
            <p:nvSpPr>
              <p:cNvPr id="11289" name="Rectangle 19"/>
              <p:cNvSpPr>
                <a:spLocks noChangeArrowheads="1"/>
              </p:cNvSpPr>
              <p:nvPr/>
            </p:nvSpPr>
            <p:spPr bwMode="auto">
              <a:xfrm>
                <a:off x="240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iii</a:t>
                </a:r>
              </a:p>
            </p:txBody>
          </p:sp>
          <p:sp>
            <p:nvSpPr>
              <p:cNvPr id="11290" name="Rectangle 20"/>
              <p:cNvSpPr>
                <a:spLocks noChangeArrowheads="1"/>
              </p:cNvSpPr>
              <p:nvPr/>
            </p:nvSpPr>
            <p:spPr bwMode="auto">
              <a:xfrm>
                <a:off x="168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ii</a:t>
                </a:r>
              </a:p>
            </p:txBody>
          </p:sp>
          <p:sp>
            <p:nvSpPr>
              <p:cNvPr id="11291" name="Rectangle 21"/>
              <p:cNvSpPr>
                <a:spLocks noChangeArrowheads="1"/>
              </p:cNvSpPr>
              <p:nvPr/>
            </p:nvSpPr>
            <p:spPr bwMode="auto">
              <a:xfrm>
                <a:off x="96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a:t>
                </a:r>
              </a:p>
            </p:txBody>
          </p:sp>
          <p:sp>
            <p:nvSpPr>
              <p:cNvPr id="11292" name="Line 22"/>
              <p:cNvSpPr>
                <a:spLocks noChangeShapeType="1"/>
              </p:cNvSpPr>
              <p:nvPr/>
            </p:nvSpPr>
            <p:spPr bwMode="auto">
              <a:xfrm>
                <a:off x="96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3" name="Line 23"/>
              <p:cNvSpPr>
                <a:spLocks noChangeShapeType="1"/>
              </p:cNvSpPr>
              <p:nvPr/>
            </p:nvSpPr>
            <p:spPr bwMode="auto">
              <a:xfrm>
                <a:off x="96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4" name="Line 24"/>
              <p:cNvSpPr>
                <a:spLocks noChangeShapeType="1"/>
              </p:cNvSpPr>
              <p:nvPr/>
            </p:nvSpPr>
            <p:spPr bwMode="auto">
              <a:xfrm>
                <a:off x="960" y="2784"/>
                <a:ext cx="0" cy="3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5" name="Line 25"/>
              <p:cNvSpPr>
                <a:spLocks noChangeShapeType="1"/>
              </p:cNvSpPr>
              <p:nvPr/>
            </p:nvSpPr>
            <p:spPr bwMode="auto">
              <a:xfrm>
                <a:off x="3840" y="2784"/>
                <a:ext cx="0" cy="3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6" name="Line 26"/>
              <p:cNvSpPr>
                <a:spLocks noChangeShapeType="1"/>
              </p:cNvSpPr>
              <p:nvPr/>
            </p:nvSpPr>
            <p:spPr bwMode="auto">
              <a:xfrm>
                <a:off x="168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7" name="Line 27"/>
              <p:cNvSpPr>
                <a:spLocks noChangeShapeType="1"/>
              </p:cNvSpPr>
              <p:nvPr/>
            </p:nvSpPr>
            <p:spPr bwMode="auto">
              <a:xfrm>
                <a:off x="168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8" name="Line 28"/>
              <p:cNvSpPr>
                <a:spLocks noChangeShapeType="1"/>
              </p:cNvSpPr>
              <p:nvPr/>
            </p:nvSpPr>
            <p:spPr bwMode="auto">
              <a:xfrm>
                <a:off x="240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299" name="Line 29"/>
              <p:cNvSpPr>
                <a:spLocks noChangeShapeType="1"/>
              </p:cNvSpPr>
              <p:nvPr/>
            </p:nvSpPr>
            <p:spPr bwMode="auto">
              <a:xfrm>
                <a:off x="240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300" name="Line 30"/>
              <p:cNvSpPr>
                <a:spLocks noChangeShapeType="1"/>
              </p:cNvSpPr>
              <p:nvPr/>
            </p:nvSpPr>
            <p:spPr bwMode="auto">
              <a:xfrm>
                <a:off x="312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11301" name="Line 31"/>
              <p:cNvSpPr>
                <a:spLocks noChangeShapeType="1"/>
              </p:cNvSpPr>
              <p:nvPr/>
            </p:nvSpPr>
            <p:spPr bwMode="auto">
              <a:xfrm>
                <a:off x="312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grpSp>
        <p:sp>
          <p:nvSpPr>
            <p:cNvPr id="11272" name="AutoShape 32"/>
            <p:cNvSpPr>
              <a:spLocks noChangeArrowheads="1"/>
            </p:cNvSpPr>
            <p:nvPr/>
          </p:nvSpPr>
          <p:spPr bwMode="auto">
            <a:xfrm rot="10800000">
              <a:off x="924" y="2037"/>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sp>
          <p:nvSpPr>
            <p:cNvPr id="11273" name="Text Box 34"/>
            <p:cNvSpPr txBox="1">
              <a:spLocks noChangeArrowheads="1"/>
            </p:cNvSpPr>
            <p:nvPr/>
          </p:nvSpPr>
          <p:spPr bwMode="auto">
            <a:xfrm>
              <a:off x="480" y="2217"/>
              <a:ext cx="13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800">
                  <a:solidFill>
                    <a:srgbClr val="00B0F0"/>
                  </a:solidFill>
                  <a:latin typeface="Times New Roman" panose="02020603050405020304" pitchFamily="18" charset="0"/>
                </a:rPr>
                <a:t>TAPE Head</a:t>
              </a:r>
            </a:p>
          </p:txBody>
        </p:sp>
        <p:sp>
          <p:nvSpPr>
            <p:cNvPr id="11274" name="Text Box 35"/>
            <p:cNvSpPr txBox="1">
              <a:spLocks noChangeArrowheads="1"/>
            </p:cNvSpPr>
            <p:nvPr/>
          </p:nvSpPr>
          <p:spPr bwMode="auto">
            <a:xfrm>
              <a:off x="588" y="1158"/>
              <a:ext cx="13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800">
                  <a:latin typeface="Times New Roman" panose="02020603050405020304" pitchFamily="18" charset="0"/>
                </a:rPr>
                <a:t>Input TAPE</a:t>
              </a:r>
            </a:p>
          </p:txBody>
        </p:sp>
      </p:grpSp>
      <p:sp>
        <p:nvSpPr>
          <p:cNvPr id="37" name="Footer Placeholder 36"/>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5123D75-F193-445E-A898-916AFE974CB2}"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sp>
        <p:nvSpPr>
          <p:cNvPr id="13315" name="Rectangle 2"/>
          <p:cNvSpPr>
            <a:spLocks noGrp="1"/>
          </p:cNvSpPr>
          <p:nvPr>
            <p:ph type="title" idx="4294967295"/>
          </p:nvPr>
        </p:nvSpPr>
        <p:spPr>
          <a:xfrm>
            <a:off x="0" y="274638"/>
            <a:ext cx="8229600" cy="1143000"/>
          </a:xfrm>
        </p:spPr>
        <p:txBody>
          <a:bodyPr/>
          <a:lstStyle/>
          <a:p>
            <a:pPr eaLnBrk="1" hangingPunct="1"/>
            <a:r>
              <a:rPr lang="en-US" altLang="en-GB" smtClean="0"/>
              <a:t>Turing machine continued …</a:t>
            </a:r>
          </a:p>
        </p:txBody>
      </p:sp>
      <p:sp>
        <p:nvSpPr>
          <p:cNvPr id="13316" name="Rectangle 3"/>
          <p:cNvSpPr>
            <a:spLocks noGrp="1"/>
          </p:cNvSpPr>
          <p:nvPr>
            <p:ph type="body" idx="4294967295"/>
          </p:nvPr>
        </p:nvSpPr>
        <p:spPr>
          <a:xfrm>
            <a:off x="0" y="1481138"/>
            <a:ext cx="8229600" cy="4525962"/>
          </a:xfrm>
        </p:spPr>
        <p:txBody>
          <a:bodyPr/>
          <a:lstStyle/>
          <a:p>
            <a:pPr marL="533400" indent="-533400" algn="just" eaLnBrk="1" hangingPunct="1">
              <a:lnSpc>
                <a:spcPct val="90000"/>
              </a:lnSpc>
              <a:buFont typeface="Wingdings" panose="05000000000000000000" pitchFamily="2" charset="2"/>
              <a:buNone/>
            </a:pPr>
            <a:r>
              <a:rPr lang="en-US" altLang="en-GB" sz="2400" smtClean="0"/>
              <a:t>	Initially the TAPE Head is at the cell i. The TAPE Head can’t move to the left of cell i. the location of the TAPE Head is denoted by</a:t>
            </a:r>
          </a:p>
          <a:p>
            <a:pPr marL="533400" indent="-533400" algn="just" eaLnBrk="1" hangingPunct="1">
              <a:lnSpc>
                <a:spcPct val="90000"/>
              </a:lnSpc>
              <a:buFont typeface="Wingdings" panose="05000000000000000000" pitchFamily="2" charset="2"/>
              <a:buNone/>
            </a:pPr>
            <a:r>
              <a:rPr lang="en-US" altLang="en-GB" sz="2400" smtClean="0"/>
              <a:t>		 .</a:t>
            </a:r>
          </a:p>
          <a:p>
            <a:pPr marL="533400" indent="-533400" algn="just" eaLnBrk="1" hangingPunct="1">
              <a:lnSpc>
                <a:spcPct val="90000"/>
              </a:lnSpc>
              <a:buFontTx/>
              <a:buAutoNum type="arabicPeriod" startAt="4"/>
            </a:pPr>
            <a:r>
              <a:rPr lang="en-US" altLang="en-GB" sz="2400" smtClean="0"/>
              <a:t>An alphabet </a:t>
            </a:r>
            <a:r>
              <a:rPr lang="el-GR" altLang="en-GB" sz="2400" smtClean="0">
                <a:cs typeface="Arial" panose="020B0604020202020204" pitchFamily="34" charset="0"/>
                <a:sym typeface="Math1" pitchFamily="2" charset="2"/>
              </a:rPr>
              <a:t>Γ</a:t>
            </a:r>
            <a:r>
              <a:rPr lang="en-US" altLang="en-GB" sz="2400" smtClean="0">
                <a:sym typeface="Math1" pitchFamily="2" charset="2"/>
              </a:rPr>
              <a:t> of characters that can be printed on the TAPE by the TAPE Head. </a:t>
            </a:r>
            <a:r>
              <a:rPr lang="el-GR" altLang="en-GB" sz="2400" smtClean="0">
                <a:cs typeface="Arial" panose="020B0604020202020204" pitchFamily="34" charset="0"/>
                <a:sym typeface="Math1" pitchFamily="2" charset="2"/>
              </a:rPr>
              <a:t>Γ</a:t>
            </a:r>
            <a:r>
              <a:rPr lang="en-US" altLang="en-GB" sz="2400" smtClean="0">
                <a:sym typeface="Math1" pitchFamily="2" charset="2"/>
              </a:rPr>
              <a:t> may include the letters of </a:t>
            </a:r>
            <a:r>
              <a:rPr lang="el-GR" altLang="en-GB" sz="2400" smtClean="0">
                <a:cs typeface="Arial" panose="020B0604020202020204" pitchFamily="34" charset="0"/>
                <a:sym typeface="Math1" pitchFamily="2" charset="2"/>
              </a:rPr>
              <a:t>Σ</a:t>
            </a:r>
            <a:r>
              <a:rPr lang="en-US" altLang="en-GB" sz="2400" smtClean="0">
                <a:sym typeface="Math1" pitchFamily="2" charset="2"/>
              </a:rPr>
              <a:t>. Even the TAPE Head can print blank ∆, which means to erase some character from the TAPE.</a:t>
            </a:r>
          </a:p>
        </p:txBody>
      </p:sp>
      <p:sp>
        <p:nvSpPr>
          <p:cNvPr id="13317" name="AutoShape 5"/>
          <p:cNvSpPr>
            <a:spLocks noChangeArrowheads="1"/>
          </p:cNvSpPr>
          <p:nvPr/>
        </p:nvSpPr>
        <p:spPr bwMode="auto">
          <a:xfrm rot="10800000">
            <a:off x="4572000" y="2514600"/>
            <a:ext cx="304800" cy="38100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rot="10800000"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sp>
        <p:nvSpPr>
          <p:cNvPr id="6" name="Footer Placeholder 5"/>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6F68A14-0B51-4A1D-B42E-5C570F57F1C7}"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
        <p:nvSpPr>
          <p:cNvPr id="15363" name="Rectangle 2"/>
          <p:cNvSpPr>
            <a:spLocks noGrp="1"/>
          </p:cNvSpPr>
          <p:nvPr>
            <p:ph type="title" idx="4294967295"/>
          </p:nvPr>
        </p:nvSpPr>
        <p:spPr>
          <a:xfrm>
            <a:off x="0" y="274638"/>
            <a:ext cx="8229600" cy="1143000"/>
          </a:xfrm>
        </p:spPr>
        <p:txBody>
          <a:bodyPr/>
          <a:lstStyle/>
          <a:p>
            <a:pPr eaLnBrk="1" hangingPunct="1"/>
            <a:r>
              <a:rPr lang="en-US" altLang="en-GB" smtClean="0"/>
              <a:t>Turing machine continued …</a:t>
            </a:r>
          </a:p>
        </p:txBody>
      </p:sp>
      <p:sp>
        <p:nvSpPr>
          <p:cNvPr id="15364" name="Rectangle 3"/>
          <p:cNvSpPr>
            <a:spLocks noGrp="1"/>
          </p:cNvSpPr>
          <p:nvPr>
            <p:ph type="body" idx="4294967295"/>
          </p:nvPr>
        </p:nvSpPr>
        <p:spPr>
          <a:xfrm>
            <a:off x="914400" y="1981200"/>
            <a:ext cx="8229600" cy="4114800"/>
          </a:xfrm>
          <a:noFill/>
        </p:spPr>
        <p:txBody>
          <a:bodyPr/>
          <a:lstStyle/>
          <a:p>
            <a:pPr marL="609600" indent="-609600" algn="just" eaLnBrk="1" hangingPunct="1">
              <a:lnSpc>
                <a:spcPct val="90000"/>
              </a:lnSpc>
              <a:buFontTx/>
              <a:buAutoNum type="arabicPeriod" startAt="5"/>
            </a:pPr>
            <a:r>
              <a:rPr lang="en-US" altLang="en-GB" sz="2400" smtClean="0">
                <a:sym typeface="Math1" pitchFamily="2" charset="2"/>
              </a:rPr>
              <a:t>Finite set of states containing exactly one START state and some (may be none) HALT states that cause execution to terminate when the HALT states are entered.</a:t>
            </a:r>
          </a:p>
          <a:p>
            <a:pPr marL="609600" indent="-609600" algn="just" eaLnBrk="1" hangingPunct="1">
              <a:lnSpc>
                <a:spcPct val="90000"/>
              </a:lnSpc>
              <a:buFontTx/>
              <a:buAutoNum type="arabicPeriod" startAt="5"/>
            </a:pPr>
            <a:r>
              <a:rPr lang="en-US" altLang="en-GB" sz="2400" smtClean="0">
                <a:sym typeface="Math1" pitchFamily="2" charset="2"/>
              </a:rPr>
              <a:t>A </a:t>
            </a:r>
            <a:r>
              <a:rPr lang="en-US" altLang="en-GB" sz="2400" b="1" smtClean="0">
                <a:sym typeface="Math1" pitchFamily="2" charset="2"/>
              </a:rPr>
              <a:t>program </a:t>
            </a:r>
            <a:r>
              <a:rPr lang="en-US" altLang="en-GB" sz="2400" smtClean="0">
                <a:sym typeface="Math1" pitchFamily="2" charset="2"/>
              </a:rPr>
              <a:t>which is the set of rules, which show that which state is to be entered when a letter is read form the TAPE and what character is to be printed. This program is shown by the states connected by directed edges labeled by triplet </a:t>
            </a:r>
            <a:r>
              <a:rPr lang="en-US" altLang="en-GB" sz="2400" b="1" i="1" smtClean="0">
                <a:solidFill>
                  <a:srgbClr val="00B0F0"/>
                </a:solidFill>
                <a:sym typeface="Math1" pitchFamily="2" charset="2"/>
              </a:rPr>
              <a:t>	       (letter, letter, direction)</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8B54629-EB5D-4ABF-A34F-6FDC57C56FA8}"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
        <p:nvSpPr>
          <p:cNvPr id="17411" name="Rectangle 2"/>
          <p:cNvSpPr>
            <a:spLocks noGrp="1"/>
          </p:cNvSpPr>
          <p:nvPr>
            <p:ph type="title" idx="4294967295"/>
          </p:nvPr>
        </p:nvSpPr>
        <p:spPr>
          <a:xfrm>
            <a:off x="0" y="274638"/>
            <a:ext cx="8229600" cy="1143000"/>
          </a:xfrm>
        </p:spPr>
        <p:txBody>
          <a:bodyPr/>
          <a:lstStyle/>
          <a:p>
            <a:pPr eaLnBrk="1" hangingPunct="1"/>
            <a:r>
              <a:rPr lang="en-US" altLang="en-GB" smtClean="0"/>
              <a:t>Turing machine continued …</a:t>
            </a:r>
          </a:p>
        </p:txBody>
      </p:sp>
      <p:sp>
        <p:nvSpPr>
          <p:cNvPr id="17412"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It may be noted that in the triplet on any edge </a:t>
            </a:r>
            <a:r>
              <a:rPr lang="en-US" altLang="en-GB" sz="2600" i="1" smtClean="0">
                <a:solidFill>
                  <a:srgbClr val="00B0F0"/>
                </a:solidFill>
              </a:rPr>
              <a:t>(a, b, R) </a:t>
            </a:r>
            <a:r>
              <a:rPr lang="en-US" altLang="en-GB" sz="2600" smtClean="0"/>
              <a:t>the first letter,</a:t>
            </a:r>
            <a:r>
              <a:rPr lang="en-US" altLang="en-GB" sz="2600" i="1" smtClean="0">
                <a:solidFill>
                  <a:srgbClr val="00B0F0"/>
                </a:solidFill>
              </a:rPr>
              <a:t> a </a:t>
            </a:r>
            <a:r>
              <a:rPr lang="en-US" altLang="en-GB" sz="2600" smtClean="0"/>
              <a:t>, is the character the TAPE Head reads from the cell to which it is pointing. The second letter, </a:t>
            </a:r>
            <a:r>
              <a:rPr lang="en-US" altLang="en-GB" sz="2600" i="1" smtClean="0">
                <a:solidFill>
                  <a:srgbClr val="00B0F0"/>
                </a:solidFill>
              </a:rPr>
              <a:t>b</a:t>
            </a:r>
            <a:r>
              <a:rPr lang="en-US" altLang="en-GB" sz="2600" smtClean="0"/>
              <a:t> , is what the TAPE Head prints the cell before it leaves. The third letter, </a:t>
            </a:r>
            <a:r>
              <a:rPr lang="en-US" altLang="en-GB" sz="2600" i="1" smtClean="0">
                <a:solidFill>
                  <a:srgbClr val="00B0F0"/>
                </a:solidFill>
              </a:rPr>
              <a:t>R </a:t>
            </a:r>
            <a:r>
              <a:rPr lang="en-US" altLang="en-GB" sz="2600" smtClean="0"/>
              <a:t>, signifies the direction the TAPE Head whether to move one cell to the right, R, or one cell to the left, L. </a:t>
            </a:r>
            <a:r>
              <a:rPr lang="en-US" altLang="en-GB" smtClean="0"/>
              <a:t>Following is a note</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75D960A-D582-4C6E-A6B8-CE87BFECF1B6}" type="slidenum">
              <a:rPr lang="en-US" altLang="en-US" sz="120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19459" name="Rectangle 2"/>
          <p:cNvSpPr>
            <a:spLocks noGrp="1"/>
          </p:cNvSpPr>
          <p:nvPr>
            <p:ph type="title" idx="4294967295"/>
          </p:nvPr>
        </p:nvSpPr>
        <p:spPr>
          <a:xfrm>
            <a:off x="0" y="274638"/>
            <a:ext cx="8229600" cy="1143000"/>
          </a:xfrm>
        </p:spPr>
        <p:txBody>
          <a:bodyPr/>
          <a:lstStyle/>
          <a:p>
            <a:pPr eaLnBrk="1" hangingPunct="1"/>
            <a:r>
              <a:rPr lang="en-US" altLang="en-GB" smtClean="0"/>
              <a:t>Note </a:t>
            </a:r>
          </a:p>
        </p:txBody>
      </p:sp>
      <p:sp>
        <p:nvSpPr>
          <p:cNvPr id="19460"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400" smtClean="0"/>
              <a:t>	It may be noted that there may not be any outgoing edge at certain state for certain letter to be read from the TAPE, which creates non-determinism in Turing machines. It may also be noted that at certain state, there can’t be more than one out-going edges for certain letter to be read from the TAPE. The machine crashes if there is not a path for a letter to be read from the TAPE and the corresponding string is supposed to be rejected.</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948AC8-B6E5-42ED-836A-12A7D0BFE49A}" type="slidenum">
              <a:rPr lang="en-US" altLang="en-US" sz="120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sp>
        <p:nvSpPr>
          <p:cNvPr id="21507" name="Rectangle 2"/>
          <p:cNvSpPr>
            <a:spLocks noGrp="1"/>
          </p:cNvSpPr>
          <p:nvPr>
            <p:ph type="title" idx="4294967295"/>
          </p:nvPr>
        </p:nvSpPr>
        <p:spPr>
          <a:xfrm>
            <a:off x="0" y="274638"/>
            <a:ext cx="8229600" cy="1143000"/>
          </a:xfrm>
        </p:spPr>
        <p:txBody>
          <a:bodyPr/>
          <a:lstStyle/>
          <a:p>
            <a:pPr eaLnBrk="1" hangingPunct="1"/>
            <a:r>
              <a:rPr lang="en-US" altLang="en-GB" smtClean="0"/>
              <a:t>Note continued …</a:t>
            </a:r>
          </a:p>
        </p:txBody>
      </p:sp>
      <p:sp>
        <p:nvSpPr>
          <p:cNvPr id="21508"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To terminate execution of certain input string successfully, a HALT state must be entered and the corresponding string is supposed to be accepted by the TM. The machine also crashes when the TAPE Head is instructed to move one cell to the left of cell i.</a:t>
            </a:r>
          </a:p>
          <a:p>
            <a:pPr algn="just" eaLnBrk="1" hangingPunct="1">
              <a:buFont typeface="Wingdings" panose="05000000000000000000" pitchFamily="2" charset="2"/>
              <a:buNone/>
            </a:pPr>
            <a:r>
              <a:rPr lang="en-US" altLang="en-GB" sz="2600" smtClean="0"/>
              <a:t>	Following is an example of TM</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A59C80C-9877-4567-9EBE-07D12506101D}" type="slidenum">
              <a:rPr lang="en-US" altLang="en-US" sz="120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
        <p:nvSpPr>
          <p:cNvPr id="23555" name="Rectangle 2"/>
          <p:cNvSpPr>
            <a:spLocks noGrp="1"/>
          </p:cNvSpPr>
          <p:nvPr>
            <p:ph type="title" idx="4294967295"/>
          </p:nvPr>
        </p:nvSpPr>
        <p:spPr>
          <a:xfrm>
            <a:off x="0" y="274638"/>
            <a:ext cx="8229600" cy="1143000"/>
          </a:xfrm>
        </p:spPr>
        <p:txBody>
          <a:bodyPr/>
          <a:lstStyle/>
          <a:p>
            <a:pPr eaLnBrk="1" hangingPunct="1"/>
            <a:r>
              <a:rPr lang="en-US" altLang="en-GB" smtClean="0"/>
              <a:t>Example</a:t>
            </a:r>
          </a:p>
        </p:txBody>
      </p:sp>
      <p:sp>
        <p:nvSpPr>
          <p:cNvPr id="23556"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Consider the following Turing machine</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Let the input string </a:t>
            </a:r>
            <a:r>
              <a:rPr lang="en-US" altLang="en-GB" sz="2600" i="1" smtClean="0">
                <a:solidFill>
                  <a:srgbClr val="00B0F0"/>
                </a:solidFill>
              </a:rPr>
              <a:t>aba</a:t>
            </a:r>
            <a:r>
              <a:rPr lang="en-US" altLang="en-GB" sz="2600" smtClean="0"/>
              <a:t> be run over this TM</a:t>
            </a:r>
          </a:p>
        </p:txBody>
      </p:sp>
      <p:grpSp>
        <p:nvGrpSpPr>
          <p:cNvPr id="23557" name="Group 29"/>
          <p:cNvGrpSpPr>
            <a:grpSpLocks/>
          </p:cNvGrpSpPr>
          <p:nvPr/>
        </p:nvGrpSpPr>
        <p:grpSpPr bwMode="auto">
          <a:xfrm>
            <a:off x="304800" y="1981200"/>
            <a:ext cx="7848600" cy="2286000"/>
            <a:chOff x="192" y="1776"/>
            <a:chExt cx="4944" cy="1440"/>
          </a:xfrm>
        </p:grpSpPr>
        <p:grpSp>
          <p:nvGrpSpPr>
            <p:cNvPr id="23559" name="Group 5"/>
            <p:cNvGrpSpPr>
              <a:grpSpLocks/>
            </p:cNvGrpSpPr>
            <p:nvPr/>
          </p:nvGrpSpPr>
          <p:grpSpPr bwMode="auto">
            <a:xfrm>
              <a:off x="2208" y="2558"/>
              <a:ext cx="530" cy="387"/>
              <a:chOff x="726" y="2634"/>
              <a:chExt cx="566" cy="413"/>
            </a:xfrm>
          </p:grpSpPr>
          <p:sp>
            <p:nvSpPr>
              <p:cNvPr id="23581" name="Oval 6"/>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23582" name="Text Box 7"/>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grpSp>
          <p:nvGrpSpPr>
            <p:cNvPr id="23560" name="Group 8"/>
            <p:cNvGrpSpPr>
              <a:grpSpLocks/>
            </p:cNvGrpSpPr>
            <p:nvPr/>
          </p:nvGrpSpPr>
          <p:grpSpPr bwMode="auto">
            <a:xfrm rot="-300000">
              <a:off x="3240" y="2232"/>
              <a:ext cx="404" cy="350"/>
              <a:chOff x="2880" y="3312"/>
              <a:chExt cx="408" cy="336"/>
            </a:xfrm>
          </p:grpSpPr>
          <p:sp>
            <p:nvSpPr>
              <p:cNvPr id="23578" name="Freeform 9"/>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3579" name="Freeform 10"/>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23580" name="Freeform 11"/>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23561" name="Freeform 12"/>
            <p:cNvSpPr>
              <a:spLocks/>
            </p:cNvSpPr>
            <p:nvPr/>
          </p:nvSpPr>
          <p:spPr bwMode="auto">
            <a:xfrm flipH="1" flipV="1">
              <a:off x="1009" y="2816"/>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type="arrow" w="lg" len="lg"/>
              <a:tailEnd/>
            </a:ln>
            <a:extLst>
              <a:ext uri="{909E8E84-426E-40DD-AFC4-6F175D3DCCD1}">
                <a14:hiddenFill xmlns:a14="http://schemas.microsoft.com/office/drawing/2010/main">
                  <a:solidFill>
                    <a:srgbClr val="FFFFFF"/>
                  </a:solidFill>
                </a14:hiddenFill>
              </a:ext>
            </a:extLst>
          </p:spPr>
          <p:txBody>
            <a:bodyPr rot="10800000"/>
            <a:lstStyle/>
            <a:p>
              <a:endParaRPr lang="en-GB"/>
            </a:p>
          </p:txBody>
        </p:sp>
        <p:sp>
          <p:nvSpPr>
            <p:cNvPr id="23562" name="Text Box 13"/>
            <p:cNvSpPr txBox="1">
              <a:spLocks noChangeArrowheads="1"/>
            </p:cNvSpPr>
            <p:nvPr/>
          </p:nvSpPr>
          <p:spPr bwMode="auto">
            <a:xfrm flipH="1">
              <a:off x="1281" y="2220"/>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(a,a,R)</a:t>
              </a:r>
            </a:p>
          </p:txBody>
        </p:sp>
        <p:sp>
          <p:nvSpPr>
            <p:cNvPr id="23563" name="Freeform 14"/>
            <p:cNvSpPr>
              <a:spLocks/>
            </p:cNvSpPr>
            <p:nvPr/>
          </p:nvSpPr>
          <p:spPr bwMode="auto">
            <a:xfrm>
              <a:off x="1021" y="2412"/>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23564" name="Group 15"/>
            <p:cNvGrpSpPr>
              <a:grpSpLocks/>
            </p:cNvGrpSpPr>
            <p:nvPr/>
          </p:nvGrpSpPr>
          <p:grpSpPr bwMode="auto">
            <a:xfrm>
              <a:off x="3202" y="2565"/>
              <a:ext cx="566" cy="413"/>
              <a:chOff x="726" y="2634"/>
              <a:chExt cx="566" cy="413"/>
            </a:xfrm>
          </p:grpSpPr>
          <p:sp>
            <p:nvSpPr>
              <p:cNvPr id="23576" name="Oval 16"/>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23577" name="Text Box 17"/>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sp>
          <p:nvSpPr>
            <p:cNvPr id="23565" name="Text Box 18"/>
            <p:cNvSpPr txBox="1">
              <a:spLocks noChangeArrowheads="1"/>
            </p:cNvSpPr>
            <p:nvPr/>
          </p:nvSpPr>
          <p:spPr bwMode="auto">
            <a:xfrm flipH="1">
              <a:off x="3374" y="2625"/>
              <a:ext cx="23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3</a:t>
              </a:r>
            </a:p>
          </p:txBody>
        </p:sp>
        <p:sp>
          <p:nvSpPr>
            <p:cNvPr id="23566" name="AutoShape 19"/>
            <p:cNvSpPr>
              <a:spLocks noChangeArrowheads="1"/>
            </p:cNvSpPr>
            <p:nvPr/>
          </p:nvSpPr>
          <p:spPr bwMode="auto">
            <a:xfrm>
              <a:off x="192" y="2664"/>
              <a:ext cx="816" cy="24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1 START</a:t>
              </a:r>
            </a:p>
          </p:txBody>
        </p:sp>
        <p:sp>
          <p:nvSpPr>
            <p:cNvPr id="23567" name="AutoShape 20"/>
            <p:cNvSpPr>
              <a:spLocks noChangeArrowheads="1"/>
            </p:cNvSpPr>
            <p:nvPr/>
          </p:nvSpPr>
          <p:spPr bwMode="auto">
            <a:xfrm>
              <a:off x="4320" y="2640"/>
              <a:ext cx="816" cy="24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4 HALT</a:t>
              </a:r>
            </a:p>
          </p:txBody>
        </p:sp>
        <p:sp>
          <p:nvSpPr>
            <p:cNvPr id="23568" name="Line 21"/>
            <p:cNvSpPr>
              <a:spLocks noChangeShapeType="1"/>
            </p:cNvSpPr>
            <p:nvPr/>
          </p:nvSpPr>
          <p:spPr bwMode="auto">
            <a:xfrm>
              <a:off x="2652" y="2772"/>
              <a:ext cx="624"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23569" name="Line 22"/>
            <p:cNvSpPr>
              <a:spLocks noChangeShapeType="1"/>
            </p:cNvSpPr>
            <p:nvPr/>
          </p:nvSpPr>
          <p:spPr bwMode="auto">
            <a:xfrm>
              <a:off x="3684" y="2772"/>
              <a:ext cx="624"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23570" name="Text Box 23"/>
            <p:cNvSpPr txBox="1">
              <a:spLocks noChangeArrowheads="1"/>
            </p:cNvSpPr>
            <p:nvPr/>
          </p:nvSpPr>
          <p:spPr bwMode="auto">
            <a:xfrm flipH="1">
              <a:off x="1296" y="295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(b,b,R)</a:t>
              </a:r>
            </a:p>
          </p:txBody>
        </p:sp>
        <p:sp>
          <p:nvSpPr>
            <p:cNvPr id="23571" name="Text Box 24"/>
            <p:cNvSpPr txBox="1">
              <a:spLocks noChangeArrowheads="1"/>
            </p:cNvSpPr>
            <p:nvPr/>
          </p:nvSpPr>
          <p:spPr bwMode="auto">
            <a:xfrm flipH="1">
              <a:off x="2589" y="2400"/>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(b,b,R)</a:t>
              </a:r>
            </a:p>
          </p:txBody>
        </p:sp>
        <p:sp>
          <p:nvSpPr>
            <p:cNvPr id="23572" name="Text Box 25"/>
            <p:cNvSpPr txBox="1">
              <a:spLocks noChangeArrowheads="1"/>
            </p:cNvSpPr>
            <p:nvPr/>
          </p:nvSpPr>
          <p:spPr bwMode="auto">
            <a:xfrm flipH="1">
              <a:off x="3153" y="2028"/>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(b,b,R)</a:t>
              </a:r>
            </a:p>
          </p:txBody>
        </p:sp>
        <p:sp>
          <p:nvSpPr>
            <p:cNvPr id="23573" name="Text Box 26"/>
            <p:cNvSpPr txBox="1">
              <a:spLocks noChangeArrowheads="1"/>
            </p:cNvSpPr>
            <p:nvPr/>
          </p:nvSpPr>
          <p:spPr bwMode="auto">
            <a:xfrm flipH="1">
              <a:off x="3168" y="1776"/>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(a,a,R)</a:t>
              </a:r>
            </a:p>
          </p:txBody>
        </p:sp>
        <p:sp>
          <p:nvSpPr>
            <p:cNvPr id="23574" name="Text Box 27"/>
            <p:cNvSpPr txBox="1">
              <a:spLocks noChangeArrowheads="1"/>
            </p:cNvSpPr>
            <p:nvPr/>
          </p:nvSpPr>
          <p:spPr bwMode="auto">
            <a:xfrm flipH="1">
              <a:off x="3573" y="2376"/>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 ∆</a:t>
              </a:r>
              <a:r>
                <a:rPr lang="en-US" altLang="en-GB" sz="2400">
                  <a:latin typeface="Times New Roman" panose="02020603050405020304" pitchFamily="18" charset="0"/>
                </a:rPr>
                <a:t>,R)</a:t>
              </a:r>
            </a:p>
          </p:txBody>
        </p:sp>
        <p:sp>
          <p:nvSpPr>
            <p:cNvPr id="23575" name="Text Box 28"/>
            <p:cNvSpPr txBox="1">
              <a:spLocks noChangeArrowheads="1"/>
            </p:cNvSpPr>
            <p:nvPr/>
          </p:nvSpPr>
          <p:spPr bwMode="auto">
            <a:xfrm>
              <a:off x="2376" y="26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2</a:t>
              </a:r>
            </a:p>
          </p:txBody>
        </p:sp>
      </p:grpSp>
      <p:sp>
        <p:nvSpPr>
          <p:cNvPr id="30" name="Footer Placeholder 29"/>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4"/>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4400">
                <a:solidFill>
                  <a:schemeClr val="tx2"/>
                </a:solidFill>
                <a:latin typeface="Times New Roman" panose="02020603050405020304" pitchFamily="18" charset="0"/>
              </a:rPr>
              <a:t>Example continued …</a:t>
            </a:r>
          </a:p>
        </p:txBody>
      </p:sp>
      <p:sp>
        <p:nvSpPr>
          <p:cNvPr id="25603" name="Rectangle 115"/>
          <p:cNvSpPr>
            <a:spLocks noChangeArrowheads="1"/>
          </p:cNvSpPr>
          <p:nvPr/>
        </p:nvSpPr>
        <p:spPr bwMode="auto">
          <a:xfrm>
            <a:off x="685800" y="17907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buFontTx/>
              <a:buNone/>
            </a:pPr>
            <a:endParaRPr lang="en-US" altLang="en-GB" sz="2800">
              <a:latin typeface="Times New Roman" panose="02020603050405020304" pitchFamily="18" charset="0"/>
            </a:endParaRPr>
          </a:p>
          <a:p>
            <a:pPr algn="just">
              <a:buFontTx/>
              <a:buNone/>
            </a:pPr>
            <a:endParaRPr lang="en-US" altLang="en-GB" sz="2800">
              <a:latin typeface="Times New Roman" panose="02020603050405020304" pitchFamily="18" charset="0"/>
            </a:endParaRPr>
          </a:p>
          <a:p>
            <a:pPr algn="just">
              <a:buFontTx/>
              <a:buNone/>
            </a:pPr>
            <a:endParaRPr lang="en-US" altLang="en-GB" sz="2800">
              <a:latin typeface="Times New Roman" panose="02020603050405020304" pitchFamily="18" charset="0"/>
            </a:endParaRPr>
          </a:p>
          <a:p>
            <a:pPr algn="just">
              <a:buFontTx/>
              <a:buNone/>
            </a:pPr>
            <a:endParaRPr lang="en-US" altLang="en-GB" sz="2800">
              <a:latin typeface="Times New Roman" panose="02020603050405020304" pitchFamily="18" charset="0"/>
            </a:endParaRPr>
          </a:p>
          <a:p>
            <a:pPr algn="just">
              <a:buFontTx/>
              <a:buNone/>
            </a:pPr>
            <a:endParaRPr lang="en-US" altLang="en-GB" sz="2800">
              <a:latin typeface="Times New Roman" panose="02020603050405020304" pitchFamily="18" charset="0"/>
            </a:endParaRPr>
          </a:p>
          <a:p>
            <a:pPr algn="just">
              <a:buFontTx/>
              <a:buNone/>
            </a:pPr>
            <a:r>
              <a:rPr lang="en-US" altLang="en-GB" sz="2800">
                <a:latin typeface="Times New Roman" panose="02020603050405020304" pitchFamily="18" charset="0"/>
              </a:rPr>
              <a:t>Starting from the START state, reading a form the TAPE and according to the TM program, a will be printed </a:t>
            </a:r>
            <a:r>
              <a:rPr lang="en-US" altLang="en-GB" sz="2800" i="1">
                <a:latin typeface="Times New Roman" panose="02020603050405020304" pitchFamily="18" charset="0"/>
              </a:rPr>
              <a:t>i.e.</a:t>
            </a:r>
            <a:r>
              <a:rPr lang="en-US" altLang="en-GB" sz="2800">
                <a:latin typeface="Times New Roman" panose="02020603050405020304" pitchFamily="18" charset="0"/>
              </a:rPr>
              <a:t> a will be replaced by a and the TAPE Head will be moved one cell to the right.</a:t>
            </a:r>
            <a:endParaRPr lang="en-US" altLang="en-GB" sz="2800" i="1">
              <a:latin typeface="Times New Roman" panose="02020603050405020304" pitchFamily="18" charset="0"/>
            </a:endParaRPr>
          </a:p>
        </p:txBody>
      </p:sp>
      <p:grpSp>
        <p:nvGrpSpPr>
          <p:cNvPr id="25604" name="Group 120"/>
          <p:cNvGrpSpPr>
            <a:grpSpLocks/>
          </p:cNvGrpSpPr>
          <p:nvPr/>
        </p:nvGrpSpPr>
        <p:grpSpPr bwMode="auto">
          <a:xfrm>
            <a:off x="1447800" y="1857375"/>
            <a:ext cx="6858000" cy="2238375"/>
            <a:chOff x="912" y="894"/>
            <a:chExt cx="4320" cy="1410"/>
          </a:xfrm>
        </p:grpSpPr>
        <p:grpSp>
          <p:nvGrpSpPr>
            <p:cNvPr id="25607" name="Group 111"/>
            <p:cNvGrpSpPr>
              <a:grpSpLocks/>
            </p:cNvGrpSpPr>
            <p:nvPr/>
          </p:nvGrpSpPr>
          <p:grpSpPr bwMode="auto">
            <a:xfrm>
              <a:off x="960" y="1120"/>
              <a:ext cx="4272" cy="656"/>
              <a:chOff x="960" y="2784"/>
              <a:chExt cx="4272" cy="656"/>
            </a:xfrm>
          </p:grpSpPr>
          <p:sp>
            <p:nvSpPr>
              <p:cNvPr id="25611" name="Rectangle 52"/>
              <p:cNvSpPr>
                <a:spLocks noChangeArrowheads="1"/>
              </p:cNvSpPr>
              <p:nvPr/>
            </p:nvSpPr>
            <p:spPr bwMode="auto">
              <a:xfrm>
                <a:off x="3808" y="3072"/>
                <a:ext cx="142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25612" name="Rectangle 51"/>
              <p:cNvSpPr>
                <a:spLocks noChangeArrowheads="1"/>
              </p:cNvSpPr>
              <p:nvPr/>
            </p:nvSpPr>
            <p:spPr bwMode="auto">
              <a:xfrm>
                <a:off x="3096"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25613" name="Rectangle 50"/>
              <p:cNvSpPr>
                <a:spLocks noChangeArrowheads="1"/>
              </p:cNvSpPr>
              <p:nvPr/>
            </p:nvSpPr>
            <p:spPr bwMode="auto">
              <a:xfrm>
                <a:off x="2384"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a</a:t>
                </a:r>
              </a:p>
            </p:txBody>
          </p:sp>
          <p:sp>
            <p:nvSpPr>
              <p:cNvPr id="25614" name="Rectangle 49"/>
              <p:cNvSpPr>
                <a:spLocks noChangeArrowheads="1"/>
              </p:cNvSpPr>
              <p:nvPr/>
            </p:nvSpPr>
            <p:spPr bwMode="auto">
              <a:xfrm>
                <a:off x="1672"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b</a:t>
                </a:r>
              </a:p>
            </p:txBody>
          </p:sp>
          <p:sp>
            <p:nvSpPr>
              <p:cNvPr id="25615" name="Rectangle 48"/>
              <p:cNvSpPr>
                <a:spLocks noChangeArrowheads="1"/>
              </p:cNvSpPr>
              <p:nvPr/>
            </p:nvSpPr>
            <p:spPr bwMode="auto">
              <a:xfrm>
                <a:off x="960"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a</a:t>
                </a:r>
              </a:p>
            </p:txBody>
          </p:sp>
          <p:sp>
            <p:nvSpPr>
              <p:cNvPr id="25616" name="Line 54"/>
              <p:cNvSpPr>
                <a:spLocks noChangeShapeType="1"/>
              </p:cNvSpPr>
              <p:nvPr/>
            </p:nvSpPr>
            <p:spPr bwMode="auto">
              <a:xfrm>
                <a:off x="960" y="3072"/>
                <a:ext cx="4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17" name="Line 55"/>
              <p:cNvSpPr>
                <a:spLocks noChangeShapeType="1"/>
              </p:cNvSpPr>
              <p:nvPr/>
            </p:nvSpPr>
            <p:spPr bwMode="auto">
              <a:xfrm>
                <a:off x="960" y="3440"/>
                <a:ext cx="4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18" name="Line 56"/>
              <p:cNvSpPr>
                <a:spLocks noChangeShapeType="1"/>
              </p:cNvSpPr>
              <p:nvPr/>
            </p:nvSpPr>
            <p:spPr bwMode="auto">
              <a:xfrm>
                <a:off x="960" y="3072"/>
                <a:ext cx="0" cy="3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19" name="Line 57"/>
              <p:cNvSpPr>
                <a:spLocks noChangeShapeType="1"/>
              </p:cNvSpPr>
              <p:nvPr/>
            </p:nvSpPr>
            <p:spPr bwMode="auto">
              <a:xfrm>
                <a:off x="1672"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20" name="Line 58"/>
              <p:cNvSpPr>
                <a:spLocks noChangeShapeType="1"/>
              </p:cNvSpPr>
              <p:nvPr/>
            </p:nvSpPr>
            <p:spPr bwMode="auto">
              <a:xfrm>
                <a:off x="2384"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21" name="Line 59"/>
              <p:cNvSpPr>
                <a:spLocks noChangeShapeType="1"/>
              </p:cNvSpPr>
              <p:nvPr/>
            </p:nvSpPr>
            <p:spPr bwMode="auto">
              <a:xfrm>
                <a:off x="3096"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22" name="Line 60"/>
              <p:cNvSpPr>
                <a:spLocks noChangeShapeType="1"/>
              </p:cNvSpPr>
              <p:nvPr/>
            </p:nvSpPr>
            <p:spPr bwMode="auto">
              <a:xfrm>
                <a:off x="3808"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5623" name="Line 62"/>
              <p:cNvSpPr>
                <a:spLocks noChangeShapeType="1"/>
              </p:cNvSpPr>
              <p:nvPr/>
            </p:nvSpPr>
            <p:spPr bwMode="auto">
              <a:xfrm>
                <a:off x="5232" y="3072"/>
                <a:ext cx="0" cy="3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24" name="Rectangle 87"/>
              <p:cNvSpPr>
                <a:spLocks noChangeArrowheads="1"/>
              </p:cNvSpPr>
              <p:nvPr/>
            </p:nvSpPr>
            <p:spPr bwMode="auto">
              <a:xfrm>
                <a:off x="312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iv</a:t>
                </a:r>
              </a:p>
            </p:txBody>
          </p:sp>
          <p:sp>
            <p:nvSpPr>
              <p:cNvPr id="25625" name="Rectangle 86"/>
              <p:cNvSpPr>
                <a:spLocks noChangeArrowheads="1"/>
              </p:cNvSpPr>
              <p:nvPr/>
            </p:nvSpPr>
            <p:spPr bwMode="auto">
              <a:xfrm>
                <a:off x="240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iii</a:t>
                </a:r>
              </a:p>
            </p:txBody>
          </p:sp>
          <p:sp>
            <p:nvSpPr>
              <p:cNvPr id="25626" name="Rectangle 85"/>
              <p:cNvSpPr>
                <a:spLocks noChangeArrowheads="1"/>
              </p:cNvSpPr>
              <p:nvPr/>
            </p:nvSpPr>
            <p:spPr bwMode="auto">
              <a:xfrm>
                <a:off x="168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ii</a:t>
                </a:r>
              </a:p>
            </p:txBody>
          </p:sp>
          <p:sp>
            <p:nvSpPr>
              <p:cNvPr id="25627" name="Rectangle 84"/>
              <p:cNvSpPr>
                <a:spLocks noChangeArrowheads="1"/>
              </p:cNvSpPr>
              <p:nvPr/>
            </p:nvSpPr>
            <p:spPr bwMode="auto">
              <a:xfrm>
                <a:off x="96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a:t>
                </a:r>
              </a:p>
            </p:txBody>
          </p:sp>
          <p:sp>
            <p:nvSpPr>
              <p:cNvPr id="25628" name="Line 88"/>
              <p:cNvSpPr>
                <a:spLocks noChangeShapeType="1"/>
              </p:cNvSpPr>
              <p:nvPr/>
            </p:nvSpPr>
            <p:spPr bwMode="auto">
              <a:xfrm>
                <a:off x="96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29" name="Line 89"/>
              <p:cNvSpPr>
                <a:spLocks noChangeShapeType="1"/>
              </p:cNvSpPr>
              <p:nvPr/>
            </p:nvSpPr>
            <p:spPr bwMode="auto">
              <a:xfrm>
                <a:off x="96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0" name="Line 90"/>
              <p:cNvSpPr>
                <a:spLocks noChangeShapeType="1"/>
              </p:cNvSpPr>
              <p:nvPr/>
            </p:nvSpPr>
            <p:spPr bwMode="auto">
              <a:xfrm>
                <a:off x="960" y="2784"/>
                <a:ext cx="0" cy="3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1" name="Line 94"/>
              <p:cNvSpPr>
                <a:spLocks noChangeShapeType="1"/>
              </p:cNvSpPr>
              <p:nvPr/>
            </p:nvSpPr>
            <p:spPr bwMode="auto">
              <a:xfrm>
                <a:off x="3840" y="2784"/>
                <a:ext cx="0" cy="3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2" name="Line 104"/>
              <p:cNvSpPr>
                <a:spLocks noChangeShapeType="1"/>
              </p:cNvSpPr>
              <p:nvPr/>
            </p:nvSpPr>
            <p:spPr bwMode="auto">
              <a:xfrm>
                <a:off x="168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3" name="Line 105"/>
              <p:cNvSpPr>
                <a:spLocks noChangeShapeType="1"/>
              </p:cNvSpPr>
              <p:nvPr/>
            </p:nvSpPr>
            <p:spPr bwMode="auto">
              <a:xfrm>
                <a:off x="168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4" name="Line 106"/>
              <p:cNvSpPr>
                <a:spLocks noChangeShapeType="1"/>
              </p:cNvSpPr>
              <p:nvPr/>
            </p:nvSpPr>
            <p:spPr bwMode="auto">
              <a:xfrm>
                <a:off x="240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5" name="Line 107"/>
              <p:cNvSpPr>
                <a:spLocks noChangeShapeType="1"/>
              </p:cNvSpPr>
              <p:nvPr/>
            </p:nvSpPr>
            <p:spPr bwMode="auto">
              <a:xfrm>
                <a:off x="240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6" name="Line 108"/>
              <p:cNvSpPr>
                <a:spLocks noChangeShapeType="1"/>
              </p:cNvSpPr>
              <p:nvPr/>
            </p:nvSpPr>
            <p:spPr bwMode="auto">
              <a:xfrm>
                <a:off x="312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5637" name="Line 109"/>
              <p:cNvSpPr>
                <a:spLocks noChangeShapeType="1"/>
              </p:cNvSpPr>
              <p:nvPr/>
            </p:nvSpPr>
            <p:spPr bwMode="auto">
              <a:xfrm>
                <a:off x="312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grpSp>
        <p:sp>
          <p:nvSpPr>
            <p:cNvPr id="25608" name="Text Box 116"/>
            <p:cNvSpPr txBox="1">
              <a:spLocks noChangeArrowheads="1"/>
            </p:cNvSpPr>
            <p:nvPr/>
          </p:nvSpPr>
          <p:spPr bwMode="auto">
            <a:xfrm>
              <a:off x="912" y="1977"/>
              <a:ext cx="13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800">
                  <a:latin typeface="Times New Roman" panose="02020603050405020304" pitchFamily="18" charset="0"/>
                </a:rPr>
                <a:t>TAPE Head</a:t>
              </a:r>
            </a:p>
          </p:txBody>
        </p:sp>
        <p:sp>
          <p:nvSpPr>
            <p:cNvPr id="25609" name="Text Box 117"/>
            <p:cNvSpPr txBox="1">
              <a:spLocks noChangeArrowheads="1"/>
            </p:cNvSpPr>
            <p:nvPr/>
          </p:nvSpPr>
          <p:spPr bwMode="auto">
            <a:xfrm>
              <a:off x="1020" y="894"/>
              <a:ext cx="13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800">
                  <a:latin typeface="Times New Roman" panose="02020603050405020304" pitchFamily="18" charset="0"/>
                </a:rPr>
                <a:t>Input TAPE</a:t>
              </a:r>
            </a:p>
          </p:txBody>
        </p:sp>
        <p:sp>
          <p:nvSpPr>
            <p:cNvPr id="25610" name="AutoShape 119"/>
            <p:cNvSpPr>
              <a:spLocks noChangeArrowheads="1"/>
            </p:cNvSpPr>
            <p:nvPr/>
          </p:nvSpPr>
          <p:spPr bwMode="auto">
            <a:xfrm rot="10800000">
              <a:off x="1248" y="1812"/>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25605" name="Slide Number Placeholder 3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3359DD3-67B4-4F09-906B-DA6D5D675031}" type="slidenum">
              <a:rPr lang="en-US" altLang="en-US" sz="120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37" name="Footer Placeholder 36"/>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2"/>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D903023-9205-491F-B8BC-1CCF2BD84016}"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
        <p:nvSpPr>
          <p:cNvPr id="27651" name="Rectangle 3"/>
          <p:cNvSpPr>
            <a:spLocks noGrp="1"/>
          </p:cNvSpPr>
          <p:nvPr>
            <p:ph type="body" idx="4294967295"/>
          </p:nvPr>
        </p:nvSpPr>
        <p:spPr>
          <a:xfrm>
            <a:off x="0" y="1481138"/>
            <a:ext cx="8229600" cy="4525962"/>
          </a:xfrm>
        </p:spPr>
        <p:txBody>
          <a:bodyPr/>
          <a:lstStyle/>
          <a:p>
            <a:pPr eaLnBrk="1" hangingPunct="1">
              <a:buFont typeface="Wingdings" panose="05000000000000000000" pitchFamily="2" charset="2"/>
              <a:buNone/>
            </a:pPr>
            <a:r>
              <a:rPr lang="en-US" altLang="en-GB" smtClean="0"/>
              <a:t>Which can be seen as</a:t>
            </a:r>
          </a:p>
          <a:p>
            <a:pPr eaLnBrk="1" hangingPunct="1">
              <a:buFont typeface="Wingdings" panose="05000000000000000000" pitchFamily="2" charset="2"/>
              <a:buNone/>
            </a:pPr>
            <a:endParaRPr lang="en-US" altLang="en-GB" smtClean="0"/>
          </a:p>
          <a:p>
            <a:pPr eaLnBrk="1" hangingPunct="1">
              <a:buFont typeface="Wingdings" panose="05000000000000000000" pitchFamily="2" charset="2"/>
              <a:buNone/>
            </a:pPr>
            <a:endParaRPr lang="en-US" altLang="en-GB" smtClean="0"/>
          </a:p>
          <a:p>
            <a:pPr eaLnBrk="1" hangingPunct="1">
              <a:buFont typeface="Wingdings" panose="05000000000000000000" pitchFamily="2" charset="2"/>
              <a:buNone/>
            </a:pPr>
            <a:endParaRPr lang="en-US" altLang="en-GB" smtClean="0"/>
          </a:p>
          <a:p>
            <a:pPr eaLnBrk="1" hangingPunct="1">
              <a:buFont typeface="Wingdings" panose="05000000000000000000" pitchFamily="2" charset="2"/>
              <a:buNone/>
            </a:pPr>
            <a:endParaRPr lang="en-US" altLang="en-GB" smtClean="0"/>
          </a:p>
          <a:p>
            <a:pPr eaLnBrk="1" hangingPunct="1">
              <a:buFont typeface="Wingdings" panose="05000000000000000000" pitchFamily="2" charset="2"/>
              <a:buNone/>
            </a:pPr>
            <a:endParaRPr lang="en-US" altLang="en-GB" smtClean="0"/>
          </a:p>
          <a:p>
            <a:pPr eaLnBrk="1" hangingPunct="1">
              <a:buFont typeface="Wingdings" panose="05000000000000000000" pitchFamily="2" charset="2"/>
              <a:buNone/>
            </a:pPr>
            <a:r>
              <a:rPr lang="en-US" altLang="en-GB" smtClean="0"/>
              <a:t>This process can be expressed as </a:t>
            </a:r>
          </a:p>
        </p:txBody>
      </p:sp>
      <p:grpSp>
        <p:nvGrpSpPr>
          <p:cNvPr id="27652" name="Group 5"/>
          <p:cNvGrpSpPr>
            <a:grpSpLocks/>
          </p:cNvGrpSpPr>
          <p:nvPr/>
        </p:nvGrpSpPr>
        <p:grpSpPr bwMode="auto">
          <a:xfrm>
            <a:off x="990600" y="2921000"/>
            <a:ext cx="6781800" cy="1041400"/>
            <a:chOff x="960" y="2784"/>
            <a:chExt cx="4272" cy="656"/>
          </a:xfrm>
        </p:grpSpPr>
        <p:sp>
          <p:nvSpPr>
            <p:cNvPr id="27663" name="Rectangle 6"/>
            <p:cNvSpPr>
              <a:spLocks noChangeArrowheads="1"/>
            </p:cNvSpPr>
            <p:nvPr/>
          </p:nvSpPr>
          <p:spPr bwMode="auto">
            <a:xfrm>
              <a:off x="3808" y="3072"/>
              <a:ext cx="142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27664" name="Rectangle 7"/>
            <p:cNvSpPr>
              <a:spLocks noChangeArrowheads="1"/>
            </p:cNvSpPr>
            <p:nvPr/>
          </p:nvSpPr>
          <p:spPr bwMode="auto">
            <a:xfrm>
              <a:off x="3096"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27665" name="Rectangle 8"/>
            <p:cNvSpPr>
              <a:spLocks noChangeArrowheads="1"/>
            </p:cNvSpPr>
            <p:nvPr/>
          </p:nvSpPr>
          <p:spPr bwMode="auto">
            <a:xfrm>
              <a:off x="2384"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a</a:t>
              </a:r>
            </a:p>
          </p:txBody>
        </p:sp>
        <p:sp>
          <p:nvSpPr>
            <p:cNvPr id="27666" name="Rectangle 9"/>
            <p:cNvSpPr>
              <a:spLocks noChangeArrowheads="1"/>
            </p:cNvSpPr>
            <p:nvPr/>
          </p:nvSpPr>
          <p:spPr bwMode="auto">
            <a:xfrm>
              <a:off x="1672"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b</a:t>
              </a:r>
            </a:p>
          </p:txBody>
        </p:sp>
        <p:sp>
          <p:nvSpPr>
            <p:cNvPr id="27667" name="Rectangle 10"/>
            <p:cNvSpPr>
              <a:spLocks noChangeArrowheads="1"/>
            </p:cNvSpPr>
            <p:nvPr/>
          </p:nvSpPr>
          <p:spPr bwMode="auto">
            <a:xfrm>
              <a:off x="960" y="3072"/>
              <a:ext cx="712"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a</a:t>
              </a:r>
            </a:p>
          </p:txBody>
        </p:sp>
        <p:sp>
          <p:nvSpPr>
            <p:cNvPr id="27668" name="Line 11"/>
            <p:cNvSpPr>
              <a:spLocks noChangeShapeType="1"/>
            </p:cNvSpPr>
            <p:nvPr/>
          </p:nvSpPr>
          <p:spPr bwMode="auto">
            <a:xfrm>
              <a:off x="960" y="3072"/>
              <a:ext cx="4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69" name="Line 12"/>
            <p:cNvSpPr>
              <a:spLocks noChangeShapeType="1"/>
            </p:cNvSpPr>
            <p:nvPr/>
          </p:nvSpPr>
          <p:spPr bwMode="auto">
            <a:xfrm>
              <a:off x="960" y="3440"/>
              <a:ext cx="427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70" name="Line 13"/>
            <p:cNvSpPr>
              <a:spLocks noChangeShapeType="1"/>
            </p:cNvSpPr>
            <p:nvPr/>
          </p:nvSpPr>
          <p:spPr bwMode="auto">
            <a:xfrm>
              <a:off x="960" y="3072"/>
              <a:ext cx="0" cy="36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71" name="Line 14"/>
            <p:cNvSpPr>
              <a:spLocks noChangeShapeType="1"/>
            </p:cNvSpPr>
            <p:nvPr/>
          </p:nvSpPr>
          <p:spPr bwMode="auto">
            <a:xfrm>
              <a:off x="1672"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72" name="Line 15"/>
            <p:cNvSpPr>
              <a:spLocks noChangeShapeType="1"/>
            </p:cNvSpPr>
            <p:nvPr/>
          </p:nvSpPr>
          <p:spPr bwMode="auto">
            <a:xfrm>
              <a:off x="2384"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73" name="Line 16"/>
            <p:cNvSpPr>
              <a:spLocks noChangeShapeType="1"/>
            </p:cNvSpPr>
            <p:nvPr/>
          </p:nvSpPr>
          <p:spPr bwMode="auto">
            <a:xfrm>
              <a:off x="3096"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74" name="Line 17"/>
            <p:cNvSpPr>
              <a:spLocks noChangeShapeType="1"/>
            </p:cNvSpPr>
            <p:nvPr/>
          </p:nvSpPr>
          <p:spPr bwMode="auto">
            <a:xfrm>
              <a:off x="3808" y="3072"/>
              <a:ext cx="0" cy="36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7675" name="Line 18"/>
            <p:cNvSpPr>
              <a:spLocks noChangeShapeType="1"/>
            </p:cNvSpPr>
            <p:nvPr/>
          </p:nvSpPr>
          <p:spPr bwMode="auto">
            <a:xfrm>
              <a:off x="5232" y="3072"/>
              <a:ext cx="0" cy="3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76" name="Rectangle 19"/>
            <p:cNvSpPr>
              <a:spLocks noChangeArrowheads="1"/>
            </p:cNvSpPr>
            <p:nvPr/>
          </p:nvSpPr>
          <p:spPr bwMode="auto">
            <a:xfrm>
              <a:off x="312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iv</a:t>
              </a:r>
            </a:p>
          </p:txBody>
        </p:sp>
        <p:sp>
          <p:nvSpPr>
            <p:cNvPr id="27677" name="Rectangle 20"/>
            <p:cNvSpPr>
              <a:spLocks noChangeArrowheads="1"/>
            </p:cNvSpPr>
            <p:nvPr/>
          </p:nvSpPr>
          <p:spPr bwMode="auto">
            <a:xfrm>
              <a:off x="240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iii</a:t>
              </a:r>
            </a:p>
          </p:txBody>
        </p:sp>
        <p:sp>
          <p:nvSpPr>
            <p:cNvPr id="27678" name="Rectangle 21"/>
            <p:cNvSpPr>
              <a:spLocks noChangeArrowheads="1"/>
            </p:cNvSpPr>
            <p:nvPr/>
          </p:nvSpPr>
          <p:spPr bwMode="auto">
            <a:xfrm>
              <a:off x="168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ii</a:t>
              </a:r>
            </a:p>
          </p:txBody>
        </p:sp>
        <p:sp>
          <p:nvSpPr>
            <p:cNvPr id="27679" name="Rectangle 22"/>
            <p:cNvSpPr>
              <a:spLocks noChangeArrowheads="1"/>
            </p:cNvSpPr>
            <p:nvPr/>
          </p:nvSpPr>
          <p:spPr bwMode="auto">
            <a:xfrm>
              <a:off x="960" y="2784"/>
              <a:ext cx="7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400">
                  <a:latin typeface="Times New Roman" panose="02020603050405020304" pitchFamily="18" charset="0"/>
                </a:rPr>
                <a:t>i</a:t>
              </a:r>
            </a:p>
          </p:txBody>
        </p:sp>
        <p:sp>
          <p:nvSpPr>
            <p:cNvPr id="27680" name="Line 23"/>
            <p:cNvSpPr>
              <a:spLocks noChangeShapeType="1"/>
            </p:cNvSpPr>
            <p:nvPr/>
          </p:nvSpPr>
          <p:spPr bwMode="auto">
            <a:xfrm>
              <a:off x="96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1" name="Line 24"/>
            <p:cNvSpPr>
              <a:spLocks noChangeShapeType="1"/>
            </p:cNvSpPr>
            <p:nvPr/>
          </p:nvSpPr>
          <p:spPr bwMode="auto">
            <a:xfrm>
              <a:off x="96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2" name="Line 25"/>
            <p:cNvSpPr>
              <a:spLocks noChangeShapeType="1"/>
            </p:cNvSpPr>
            <p:nvPr/>
          </p:nvSpPr>
          <p:spPr bwMode="auto">
            <a:xfrm>
              <a:off x="960" y="2784"/>
              <a:ext cx="0" cy="3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3" name="Line 26"/>
            <p:cNvSpPr>
              <a:spLocks noChangeShapeType="1"/>
            </p:cNvSpPr>
            <p:nvPr/>
          </p:nvSpPr>
          <p:spPr bwMode="auto">
            <a:xfrm>
              <a:off x="3840" y="2784"/>
              <a:ext cx="0" cy="326"/>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4" name="Line 27"/>
            <p:cNvSpPr>
              <a:spLocks noChangeShapeType="1"/>
            </p:cNvSpPr>
            <p:nvPr/>
          </p:nvSpPr>
          <p:spPr bwMode="auto">
            <a:xfrm>
              <a:off x="168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5" name="Line 28"/>
            <p:cNvSpPr>
              <a:spLocks noChangeShapeType="1"/>
            </p:cNvSpPr>
            <p:nvPr/>
          </p:nvSpPr>
          <p:spPr bwMode="auto">
            <a:xfrm>
              <a:off x="168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6" name="Line 29"/>
            <p:cNvSpPr>
              <a:spLocks noChangeShapeType="1"/>
            </p:cNvSpPr>
            <p:nvPr/>
          </p:nvSpPr>
          <p:spPr bwMode="auto">
            <a:xfrm>
              <a:off x="240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7" name="Line 30"/>
            <p:cNvSpPr>
              <a:spLocks noChangeShapeType="1"/>
            </p:cNvSpPr>
            <p:nvPr/>
          </p:nvSpPr>
          <p:spPr bwMode="auto">
            <a:xfrm>
              <a:off x="240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8" name="Line 31"/>
            <p:cNvSpPr>
              <a:spLocks noChangeShapeType="1"/>
            </p:cNvSpPr>
            <p:nvPr/>
          </p:nvSpPr>
          <p:spPr bwMode="auto">
            <a:xfrm>
              <a:off x="3120" y="2784"/>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sp>
          <p:nvSpPr>
            <p:cNvPr id="27689" name="Line 32"/>
            <p:cNvSpPr>
              <a:spLocks noChangeShapeType="1"/>
            </p:cNvSpPr>
            <p:nvPr/>
          </p:nvSpPr>
          <p:spPr bwMode="auto">
            <a:xfrm>
              <a:off x="3120" y="3110"/>
              <a:ext cx="72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GB"/>
            </a:p>
          </p:txBody>
        </p:sp>
      </p:grpSp>
      <p:sp>
        <p:nvSpPr>
          <p:cNvPr id="27653" name="Text Box 33"/>
          <p:cNvSpPr txBox="1">
            <a:spLocks noChangeArrowheads="1"/>
          </p:cNvSpPr>
          <p:nvPr/>
        </p:nvSpPr>
        <p:spPr bwMode="auto">
          <a:xfrm>
            <a:off x="1676400" y="4281488"/>
            <a:ext cx="2133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800">
                <a:latin typeface="Times New Roman" panose="02020603050405020304" pitchFamily="18" charset="0"/>
              </a:rPr>
              <a:t>TAPE Head</a:t>
            </a:r>
          </a:p>
        </p:txBody>
      </p:sp>
      <p:sp>
        <p:nvSpPr>
          <p:cNvPr id="27654" name="Text Box 34"/>
          <p:cNvSpPr txBox="1">
            <a:spLocks noChangeArrowheads="1"/>
          </p:cNvSpPr>
          <p:nvPr/>
        </p:nvSpPr>
        <p:spPr bwMode="auto">
          <a:xfrm>
            <a:off x="1085850" y="2562225"/>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800">
                <a:latin typeface="Times New Roman" panose="02020603050405020304" pitchFamily="18" charset="0"/>
              </a:rPr>
              <a:t>Input TAPE</a:t>
            </a:r>
          </a:p>
        </p:txBody>
      </p:sp>
      <p:sp>
        <p:nvSpPr>
          <p:cNvPr id="27655" name="AutoShape 35"/>
          <p:cNvSpPr>
            <a:spLocks noChangeArrowheads="1"/>
          </p:cNvSpPr>
          <p:nvPr/>
        </p:nvSpPr>
        <p:spPr bwMode="auto">
          <a:xfrm rot="10800000">
            <a:off x="2495550" y="4019550"/>
            <a:ext cx="304800" cy="38100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nvGrpSpPr>
          <p:cNvPr id="27656" name="Group 85"/>
          <p:cNvGrpSpPr>
            <a:grpSpLocks/>
          </p:cNvGrpSpPr>
          <p:nvPr/>
        </p:nvGrpSpPr>
        <p:grpSpPr bwMode="auto">
          <a:xfrm>
            <a:off x="1524000" y="5543550"/>
            <a:ext cx="3048000" cy="1155700"/>
            <a:chOff x="960" y="3492"/>
            <a:chExt cx="1920" cy="728"/>
          </a:xfrm>
        </p:grpSpPr>
        <p:sp>
          <p:nvSpPr>
            <p:cNvPr id="27658" name="Rectangle 68"/>
            <p:cNvSpPr>
              <a:spLocks noChangeArrowheads="1"/>
            </p:cNvSpPr>
            <p:nvPr/>
          </p:nvSpPr>
          <p:spPr bwMode="auto">
            <a:xfrm>
              <a:off x="2240" y="3856"/>
              <a:ext cx="640"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a:latin typeface="Times New Roman" panose="02020603050405020304" pitchFamily="18" charset="0"/>
                </a:rPr>
                <a:t>a</a:t>
              </a:r>
              <a:r>
                <a:rPr lang="en-US" altLang="en-GB" u="sng">
                  <a:latin typeface="Times New Roman" panose="02020603050405020304" pitchFamily="18" charset="0"/>
                </a:rPr>
                <a:t>b</a:t>
              </a:r>
              <a:r>
                <a:rPr lang="en-US" altLang="en-GB">
                  <a:latin typeface="Times New Roman" panose="02020603050405020304" pitchFamily="18" charset="0"/>
                </a:rPr>
                <a:t>a</a:t>
              </a:r>
            </a:p>
          </p:txBody>
        </p:sp>
        <p:sp>
          <p:nvSpPr>
            <p:cNvPr id="27659" name="Rectangle 66"/>
            <p:cNvSpPr>
              <a:spLocks noChangeArrowheads="1"/>
            </p:cNvSpPr>
            <p:nvPr/>
          </p:nvSpPr>
          <p:spPr bwMode="auto">
            <a:xfrm>
              <a:off x="960" y="3856"/>
              <a:ext cx="640"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u="sng">
                  <a:latin typeface="Times New Roman" panose="02020603050405020304" pitchFamily="18" charset="0"/>
                </a:rPr>
                <a:t>a</a:t>
              </a:r>
              <a:r>
                <a:rPr lang="en-US" altLang="en-GB">
                  <a:latin typeface="Times New Roman" panose="02020603050405020304" pitchFamily="18" charset="0"/>
                </a:rPr>
                <a:t>ba</a:t>
              </a:r>
            </a:p>
          </p:txBody>
        </p:sp>
        <p:sp>
          <p:nvSpPr>
            <p:cNvPr id="27660" name="Rectangle 65"/>
            <p:cNvSpPr>
              <a:spLocks noChangeArrowheads="1"/>
            </p:cNvSpPr>
            <p:nvPr/>
          </p:nvSpPr>
          <p:spPr bwMode="auto">
            <a:xfrm>
              <a:off x="2240" y="3492"/>
              <a:ext cx="640"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a:latin typeface="Times New Roman" panose="02020603050405020304" pitchFamily="18" charset="0"/>
                </a:rPr>
                <a:t>2</a:t>
              </a:r>
            </a:p>
          </p:txBody>
        </p:sp>
        <p:sp>
          <p:nvSpPr>
            <p:cNvPr id="27661" name="Rectangle 64"/>
            <p:cNvSpPr>
              <a:spLocks noChangeArrowheads="1"/>
            </p:cNvSpPr>
            <p:nvPr/>
          </p:nvSpPr>
          <p:spPr bwMode="auto">
            <a:xfrm>
              <a:off x="1600" y="3492"/>
              <a:ext cx="640" cy="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endParaRPr lang="en-US" altLang="en-GB" sz="1400">
                <a:latin typeface="Times New Roman" panose="02020603050405020304" pitchFamily="18" charset="0"/>
                <a:sym typeface="Math1" pitchFamily="2" charset="2"/>
              </a:endParaRPr>
            </a:p>
            <a:p>
              <a:pPr algn="ctr">
                <a:buFontTx/>
                <a:buNone/>
              </a:pPr>
              <a:r>
                <a:rPr lang="en-US" altLang="en-GB">
                  <a:latin typeface="Times New Roman" panose="02020603050405020304" pitchFamily="18" charset="0"/>
                  <a:sym typeface="Math1" pitchFamily="2" charset="2"/>
                </a:rPr>
                <a:t></a:t>
              </a:r>
              <a:endParaRPr lang="en-US" altLang="en-GB">
                <a:latin typeface="Times New Roman" panose="02020603050405020304" pitchFamily="18" charset="0"/>
              </a:endParaRPr>
            </a:p>
          </p:txBody>
        </p:sp>
        <p:sp>
          <p:nvSpPr>
            <p:cNvPr id="27662" name="Rectangle 63"/>
            <p:cNvSpPr>
              <a:spLocks noChangeArrowheads="1"/>
            </p:cNvSpPr>
            <p:nvPr/>
          </p:nvSpPr>
          <p:spPr bwMode="auto">
            <a:xfrm>
              <a:off x="960" y="3492"/>
              <a:ext cx="640" cy="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a:latin typeface="Times New Roman" panose="02020603050405020304" pitchFamily="18" charset="0"/>
                </a:rPr>
                <a:t>1</a:t>
              </a:r>
            </a:p>
          </p:txBody>
        </p:sp>
      </p:grpSp>
      <p:sp>
        <p:nvSpPr>
          <p:cNvPr id="42" name="Footer Placeholder 41"/>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34CC020-9BE3-4D8C-910D-ECBB64F85D3D}" type="slidenum">
              <a:rPr lang="en-US" altLang="en-US" sz="1200">
                <a:solidFill>
                  <a:srgbClr val="898989"/>
                </a:solidFill>
                <a:latin typeface="Arial" panose="020B0604020202020204" pitchFamily="34" charset="0"/>
              </a:rPr>
              <a:pPr>
                <a:spcBef>
                  <a:spcPct val="0"/>
                </a:spcBef>
                <a:buFontTx/>
                <a:buNone/>
              </a:pPr>
              <a:t>14</a:t>
            </a:fld>
            <a:endParaRPr lang="en-US" altLang="en-US" sz="1200">
              <a:solidFill>
                <a:srgbClr val="898989"/>
              </a:solidFill>
              <a:latin typeface="Arial" panose="020B0604020202020204" pitchFamily="34" charset="0"/>
            </a:endParaRPr>
          </a:p>
        </p:txBody>
      </p:sp>
      <p:sp>
        <p:nvSpPr>
          <p:cNvPr id="29699"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600" smtClean="0"/>
              <a:t>	At state 2 reading b, state 3 is entered and the letter b is replaced by b, </a:t>
            </a:r>
            <a:r>
              <a:rPr lang="en-US" altLang="en-GB" sz="2600" i="1" smtClean="0"/>
              <a:t>i.e.</a:t>
            </a:r>
          </a:p>
          <a:p>
            <a:pPr algn="just" eaLnBrk="1" hangingPunct="1">
              <a:lnSpc>
                <a:spcPct val="90000"/>
              </a:lnSpc>
              <a:buFont typeface="Wingdings" panose="05000000000000000000" pitchFamily="2" charset="2"/>
              <a:buNone/>
            </a:pPr>
            <a:endParaRPr lang="en-US" altLang="en-GB" sz="2600" i="1" smtClean="0"/>
          </a:p>
          <a:p>
            <a:pPr algn="just" eaLnBrk="1" hangingPunct="1">
              <a:lnSpc>
                <a:spcPct val="90000"/>
              </a:lnSpc>
              <a:buFont typeface="Wingdings" panose="05000000000000000000" pitchFamily="2" charset="2"/>
              <a:buNone/>
            </a:pPr>
            <a:endParaRPr lang="en-US" altLang="en-GB" sz="2600" smtClean="0"/>
          </a:p>
          <a:p>
            <a:pPr algn="just" eaLnBrk="1" hangingPunct="1">
              <a:lnSpc>
                <a:spcPct val="90000"/>
              </a:lnSpc>
              <a:buFont typeface="Wingdings" panose="05000000000000000000" pitchFamily="2" charset="2"/>
              <a:buNone/>
            </a:pPr>
            <a:r>
              <a:rPr lang="en-US" altLang="en-GB" sz="2600" smtClean="0"/>
              <a:t>	</a:t>
            </a:r>
          </a:p>
          <a:p>
            <a:pPr algn="just" eaLnBrk="1" hangingPunct="1">
              <a:lnSpc>
                <a:spcPct val="90000"/>
              </a:lnSpc>
              <a:buFont typeface="Wingdings" panose="05000000000000000000" pitchFamily="2" charset="2"/>
              <a:buNone/>
            </a:pPr>
            <a:endParaRPr lang="en-US" altLang="en-GB" sz="2600" smtClean="0"/>
          </a:p>
          <a:p>
            <a:pPr algn="just" eaLnBrk="1" hangingPunct="1">
              <a:lnSpc>
                <a:spcPct val="90000"/>
              </a:lnSpc>
              <a:buFont typeface="Wingdings" panose="05000000000000000000" pitchFamily="2" charset="2"/>
              <a:buNone/>
            </a:pPr>
            <a:r>
              <a:rPr lang="en-US" altLang="en-GB" sz="2600" smtClean="0"/>
              <a:t>At state 3 reading a, will keep the state of the TM unchanged. Lastly, the blank </a:t>
            </a:r>
            <a:r>
              <a:rPr lang="en-US" altLang="en-GB" sz="2600" smtClean="0">
                <a:sym typeface="Math1" pitchFamily="2" charset="2"/>
              </a:rPr>
              <a:t>∆ is read and ∆ is replaced by ∆ and the HALT state is entered. Which can be expressed as</a:t>
            </a:r>
          </a:p>
        </p:txBody>
      </p:sp>
      <p:graphicFrame>
        <p:nvGraphicFramePr>
          <p:cNvPr id="1039374" name="Group 14"/>
          <p:cNvGraphicFramePr>
            <a:graphicFrameLocks noGrp="1"/>
          </p:cNvGraphicFramePr>
          <p:nvPr/>
        </p:nvGraphicFramePr>
        <p:xfrm>
          <a:off x="1524000" y="2590800"/>
          <a:ext cx="3657600" cy="1012825"/>
        </p:xfrm>
        <a:graphic>
          <a:graphicData uri="http://schemas.openxmlformats.org/drawingml/2006/table">
            <a:tbl>
              <a:tblPr/>
              <a:tblGrid>
                <a:gridCol w="730250">
                  <a:extLst>
                    <a:ext uri="{9D8B030D-6E8A-4147-A177-3AD203B41FA5}">
                      <a16:colId xmlns:a16="http://schemas.microsoft.com/office/drawing/2014/main" val="20000"/>
                    </a:ext>
                  </a:extLst>
                </a:gridCol>
                <a:gridCol w="733425">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33425">
                  <a:extLst>
                    <a:ext uri="{9D8B030D-6E8A-4147-A177-3AD203B41FA5}">
                      <a16:colId xmlns:a16="http://schemas.microsoft.com/office/drawing/2014/main" val="20003"/>
                    </a:ext>
                  </a:extLst>
                </a:gridCol>
                <a:gridCol w="730250">
                  <a:extLst>
                    <a:ext uri="{9D8B030D-6E8A-4147-A177-3AD203B41FA5}">
                      <a16:colId xmlns:a16="http://schemas.microsoft.com/office/drawing/2014/main" val="20004"/>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none" strike="noStrike" cap="none" normalizeH="0" baseline="0">
                          <a:ln>
                            <a:noFill/>
                          </a:ln>
                          <a:solidFill>
                            <a:schemeClr val="tx1"/>
                          </a:solidFill>
                          <a:effectLst/>
                          <a:latin typeface="Arial" charset="0"/>
                        </a:rPr>
                        <a:t>1</a:t>
                      </a: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sym typeface="Math1" pitchFamily="2" charset="2"/>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sym typeface="Math1" pitchFamily="2" charset="2"/>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none" strike="noStrike" cap="none" normalizeH="0" baseline="0">
                          <a:ln>
                            <a:noFill/>
                          </a:ln>
                          <a:solidFill>
                            <a:schemeClr val="tx1"/>
                          </a:solidFill>
                          <a:effectLst/>
                          <a:latin typeface="Arial" charset="0"/>
                        </a:rPr>
                        <a:t>2</a:t>
                      </a: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800" b="0" i="0" u="none" strike="noStrike" cap="none" normalizeH="0" baseline="0">
                        <a:ln>
                          <a:noFill/>
                        </a:ln>
                        <a:solidFill>
                          <a:schemeClr val="tx1"/>
                        </a:solidFill>
                        <a:effectLst/>
                        <a:latin typeface="Arial" charset="0"/>
                        <a:sym typeface="Math1" pitchFamily="2" charset="2"/>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sym typeface="Math1" pitchFamily="2" charset="2"/>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none" strike="noStrike" cap="none" normalizeH="0" baseline="0">
                          <a:ln>
                            <a:noFill/>
                          </a:ln>
                          <a:solidFill>
                            <a:schemeClr val="tx1"/>
                          </a:solidFill>
                          <a:effectLst/>
                          <a:latin typeface="Arial" charset="0"/>
                        </a:rPr>
                        <a:t>3</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953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sng" strike="noStrike" cap="none" normalizeH="0" baseline="0">
                          <a:ln>
                            <a:noFill/>
                          </a:ln>
                          <a:solidFill>
                            <a:schemeClr val="tx1"/>
                          </a:solidFill>
                          <a:effectLst/>
                          <a:latin typeface="Arial" charset="0"/>
                        </a:rPr>
                        <a:t>a</a:t>
                      </a:r>
                      <a:r>
                        <a:rPr kumimoji="0" lang="en-US" sz="2200" b="0" i="0" u="none" strike="noStrike" cap="none" normalizeH="0" baseline="0">
                          <a:ln>
                            <a:noFill/>
                          </a:ln>
                          <a:solidFill>
                            <a:schemeClr val="tx1"/>
                          </a:solidFill>
                          <a:effectLst/>
                          <a:latin typeface="Arial" charset="0"/>
                        </a:rPr>
                        <a:t>ba</a:t>
                      </a:r>
                    </a:p>
                  </a:txBody>
                  <a:tcPr horzOverflow="overflow">
                    <a:lnL>
                      <a:noFill/>
                    </a:lnL>
                    <a:lnR>
                      <a:noFill/>
                    </a:lnR>
                    <a:lnT>
                      <a:noFill/>
                    </a:lnT>
                    <a:lnB>
                      <a:noFill/>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none" strike="noStrike" cap="none" normalizeH="0" baseline="0">
                          <a:ln>
                            <a:noFill/>
                          </a:ln>
                          <a:solidFill>
                            <a:schemeClr val="tx1"/>
                          </a:solidFill>
                          <a:effectLst/>
                          <a:latin typeface="Arial" charset="0"/>
                        </a:rPr>
                        <a:t>a</a:t>
                      </a:r>
                      <a:r>
                        <a:rPr kumimoji="0" lang="en-US" sz="2200" b="0" i="0" u="sng" strike="noStrike" cap="none" normalizeH="0" baseline="0">
                          <a:ln>
                            <a:noFill/>
                          </a:ln>
                          <a:solidFill>
                            <a:schemeClr val="tx1"/>
                          </a:solidFill>
                          <a:effectLst/>
                          <a:latin typeface="Arial" charset="0"/>
                        </a:rPr>
                        <a:t>b</a:t>
                      </a:r>
                      <a:r>
                        <a:rPr kumimoji="0" lang="en-US" sz="2200" b="0" i="0" u="none" strike="noStrike" cap="none" normalizeH="0" baseline="0">
                          <a:ln>
                            <a:noFill/>
                          </a:ln>
                          <a:solidFill>
                            <a:schemeClr val="tx1"/>
                          </a:solidFill>
                          <a:effectLst/>
                          <a:latin typeface="Arial" charset="0"/>
                        </a:rPr>
                        <a:t>a</a:t>
                      </a:r>
                    </a:p>
                  </a:txBody>
                  <a:tcPr horzOverflow="overflow">
                    <a:lnL>
                      <a:noFill/>
                    </a:lnL>
                    <a:lnR>
                      <a:noFill/>
                    </a:lnR>
                    <a:lnT>
                      <a:noFill/>
                    </a:lnT>
                    <a:lnB>
                      <a:noFill/>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none" strike="noStrike" cap="none" normalizeH="0" baseline="0">
                          <a:ln>
                            <a:noFill/>
                          </a:ln>
                          <a:solidFill>
                            <a:schemeClr val="tx1"/>
                          </a:solidFill>
                          <a:effectLst/>
                          <a:latin typeface="Arial" charset="0"/>
                        </a:rPr>
                        <a:t>ab</a:t>
                      </a:r>
                      <a:r>
                        <a:rPr kumimoji="0" lang="en-US" sz="2200" b="0" i="0" u="sng" strike="noStrike" cap="none" normalizeH="0" baseline="0">
                          <a:ln>
                            <a:noFill/>
                          </a:ln>
                          <a:solidFill>
                            <a:schemeClr val="tx1"/>
                          </a:solidFill>
                          <a:effectLst/>
                          <a:latin typeface="Arial" charset="0"/>
                        </a:rPr>
                        <a:t>a</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Footer Placeholder 5"/>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EB510F-7294-41F9-BBCF-A6C9F91A24C5}" type="slidenum">
              <a:rPr lang="en-US" altLang="en-US" sz="120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
        <p:nvSpPr>
          <p:cNvPr id="31747"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Which shows that the string aba is accepted by this machine. It can be observed, from the program of the TM, that the machine accepts the language expressed by (a+b)b(a+b)</a:t>
            </a:r>
            <a:r>
              <a:rPr lang="en-US" altLang="en-GB" sz="2600" baseline="30000" smtClean="0"/>
              <a:t>*</a:t>
            </a:r>
            <a:r>
              <a:rPr lang="en-US" altLang="en-GB" sz="2600" smtClean="0"/>
              <a:t>.</a:t>
            </a:r>
          </a:p>
        </p:txBody>
      </p:sp>
      <p:graphicFrame>
        <p:nvGraphicFramePr>
          <p:cNvPr id="67689" name="Group 105"/>
          <p:cNvGraphicFramePr>
            <a:graphicFrameLocks noGrp="1"/>
          </p:cNvGraphicFramePr>
          <p:nvPr/>
        </p:nvGraphicFramePr>
        <p:xfrm>
          <a:off x="838200" y="1600200"/>
          <a:ext cx="7391400" cy="1036638"/>
        </p:xfrm>
        <a:graphic>
          <a:graphicData uri="http://schemas.openxmlformats.org/drawingml/2006/table">
            <a:tbl>
              <a:tblPr/>
              <a:tblGrid>
                <a:gridCol w="779463">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00087">
                  <a:extLst>
                    <a:ext uri="{9D8B030D-6E8A-4147-A177-3AD203B41FA5}">
                      <a16:colId xmlns:a16="http://schemas.microsoft.com/office/drawing/2014/main" val="20003"/>
                    </a:ext>
                  </a:extLst>
                </a:gridCol>
                <a:gridCol w="779463">
                  <a:extLst>
                    <a:ext uri="{9D8B030D-6E8A-4147-A177-3AD203B41FA5}">
                      <a16:colId xmlns:a16="http://schemas.microsoft.com/office/drawing/2014/main" val="20004"/>
                    </a:ext>
                  </a:extLst>
                </a:gridCol>
                <a:gridCol w="701675">
                  <a:extLst>
                    <a:ext uri="{9D8B030D-6E8A-4147-A177-3AD203B41FA5}">
                      <a16:colId xmlns:a16="http://schemas.microsoft.com/office/drawing/2014/main" val="20005"/>
                    </a:ext>
                  </a:extLst>
                </a:gridCol>
                <a:gridCol w="1090612">
                  <a:extLst>
                    <a:ext uri="{9D8B030D-6E8A-4147-A177-3AD203B41FA5}">
                      <a16:colId xmlns:a16="http://schemas.microsoft.com/office/drawing/2014/main" val="20006"/>
                    </a:ext>
                  </a:extLst>
                </a:gridCol>
                <a:gridCol w="781050">
                  <a:extLst>
                    <a:ext uri="{9D8B030D-6E8A-4147-A177-3AD203B41FA5}">
                      <a16:colId xmlns:a16="http://schemas.microsoft.com/office/drawing/2014/main" val="20007"/>
                    </a:ext>
                  </a:extLst>
                </a:gridCol>
                <a:gridCol w="1000125">
                  <a:extLst>
                    <a:ext uri="{9D8B030D-6E8A-4147-A177-3AD203B41FA5}">
                      <a16:colId xmlns:a16="http://schemas.microsoft.com/office/drawing/2014/main" val="20008"/>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1</a:t>
                      </a: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700" b="0" i="0" u="none" strike="noStrike" cap="none" normalizeH="0" baseline="0">
                        <a:ln>
                          <a:noFill/>
                        </a:ln>
                        <a:solidFill>
                          <a:schemeClr val="tx1"/>
                        </a:solidFill>
                        <a:effectLst/>
                        <a:latin typeface="Arial" charset="0"/>
                        <a:sym typeface="Math1" pitchFamily="2" charset="2"/>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3000" b="0" i="0" u="none" strike="noStrike" cap="none" normalizeH="0" baseline="0">
                          <a:ln>
                            <a:noFill/>
                          </a:ln>
                          <a:solidFill>
                            <a:schemeClr val="tx1"/>
                          </a:solidFill>
                          <a:effectLst/>
                          <a:latin typeface="Arial" charset="0"/>
                          <a:sym typeface="Math1" pitchFamily="2" charset="2"/>
                        </a:rPr>
                        <a:t></a:t>
                      </a: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2</a:t>
                      </a: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700" b="0" i="0" u="none" strike="noStrike" cap="none" normalizeH="0" baseline="0">
                        <a:ln>
                          <a:noFill/>
                        </a:ln>
                        <a:solidFill>
                          <a:schemeClr val="tx1"/>
                        </a:solidFill>
                        <a:effectLst/>
                        <a:latin typeface="Arial" charset="0"/>
                        <a:sym typeface="Math1" pitchFamily="2" charset="2"/>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3000" b="0" i="0" u="none" strike="noStrike" cap="none" normalizeH="0" baseline="0">
                          <a:ln>
                            <a:noFill/>
                          </a:ln>
                          <a:solidFill>
                            <a:schemeClr val="tx1"/>
                          </a:solidFill>
                          <a:effectLst/>
                          <a:latin typeface="Arial" charset="0"/>
                          <a:sym typeface="Math1" pitchFamily="2" charset="2"/>
                        </a:rPr>
                        <a:t></a:t>
                      </a:r>
                      <a:endParaRPr kumimoji="0" lang="en-US" sz="26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3</a:t>
                      </a: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700" b="0" i="0" u="none" strike="noStrike" cap="none" normalizeH="0" baseline="0">
                        <a:ln>
                          <a:noFill/>
                        </a:ln>
                        <a:solidFill>
                          <a:schemeClr val="tx1"/>
                        </a:solidFill>
                        <a:effectLst/>
                        <a:latin typeface="Arial" charset="0"/>
                        <a:sym typeface="Math1" pitchFamily="2" charset="2"/>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3000" b="0" i="0" u="none" strike="noStrike" cap="none" normalizeH="0" baseline="0">
                          <a:ln>
                            <a:noFill/>
                          </a:ln>
                          <a:solidFill>
                            <a:schemeClr val="tx1"/>
                          </a:solidFill>
                          <a:effectLst/>
                          <a:latin typeface="Arial" charset="0"/>
                          <a:sym typeface="Math1" pitchFamily="2" charset="2"/>
                        </a:rPr>
                        <a:t></a:t>
                      </a:r>
                      <a:endParaRPr kumimoji="0" lang="en-US" sz="26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3</a:t>
                      </a: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700" b="0" i="0" u="none" strike="noStrike" cap="none" normalizeH="0" baseline="0">
                        <a:ln>
                          <a:noFill/>
                        </a:ln>
                        <a:solidFill>
                          <a:schemeClr val="tx1"/>
                        </a:solidFill>
                        <a:effectLst/>
                        <a:latin typeface="Arial" charset="0"/>
                        <a:sym typeface="Math1" pitchFamily="2" charset="2"/>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3000" b="0" i="0" u="none" strike="noStrike" cap="none" normalizeH="0" baseline="0">
                          <a:ln>
                            <a:noFill/>
                          </a:ln>
                          <a:solidFill>
                            <a:schemeClr val="tx1"/>
                          </a:solidFill>
                          <a:effectLst/>
                          <a:latin typeface="Arial" charset="0"/>
                          <a:sym typeface="Math1" pitchFamily="2" charset="2"/>
                        </a:rPr>
                        <a:t></a:t>
                      </a:r>
                      <a:endParaRPr kumimoji="0" lang="en-US" sz="2600" b="0" i="0" u="none" strike="noStrike" cap="none" normalizeH="0" baseline="0">
                        <a:ln>
                          <a:noFill/>
                        </a:ln>
                        <a:solidFill>
                          <a:schemeClr val="tx1"/>
                        </a:solidFill>
                        <a:effectLst/>
                        <a:latin typeface="Arial" charset="0"/>
                      </a:endParaRPr>
                    </a:p>
                  </a:txBody>
                  <a:tcPr horzOverflow="overflow">
                    <a:lnL>
                      <a:noFill/>
                    </a:lnL>
                    <a:lnR>
                      <a:noFill/>
                    </a:lnR>
                    <a:lnT>
                      <a:noFill/>
                    </a:lnT>
                    <a:lnB>
                      <a:noFill/>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300" b="0" i="0" u="none" strike="noStrike" cap="none" normalizeH="0" baseline="0">
                        <a:ln>
                          <a:noFill/>
                        </a:ln>
                        <a:solidFill>
                          <a:schemeClr val="tx1"/>
                        </a:solidFill>
                        <a:effectLst/>
                        <a:latin typeface="Arial" charset="0"/>
                      </a:endParaRP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200" b="0" i="0" u="none" strike="noStrike" cap="none" normalizeH="0" baseline="0">
                          <a:ln>
                            <a:noFill/>
                          </a:ln>
                          <a:solidFill>
                            <a:schemeClr val="tx1"/>
                          </a:solidFill>
                          <a:effectLst/>
                          <a:latin typeface="Arial" charset="0"/>
                        </a:rPr>
                        <a:t>HALT</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519113">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sng" strike="noStrike" cap="none" normalizeH="0" baseline="0">
                          <a:ln>
                            <a:noFill/>
                          </a:ln>
                          <a:solidFill>
                            <a:schemeClr val="tx1"/>
                          </a:solidFill>
                          <a:effectLst/>
                          <a:latin typeface="Arial" charset="0"/>
                        </a:rPr>
                        <a:t>a</a:t>
                      </a:r>
                      <a:r>
                        <a:rPr kumimoji="0" lang="en-US" sz="2600" b="0" i="0" u="none" strike="noStrike" cap="none" normalizeH="0" baseline="0">
                          <a:ln>
                            <a:noFill/>
                          </a:ln>
                          <a:solidFill>
                            <a:schemeClr val="tx1"/>
                          </a:solidFill>
                          <a:effectLst/>
                          <a:latin typeface="Arial" charset="0"/>
                        </a:rPr>
                        <a:t>ba</a:t>
                      </a:r>
                    </a:p>
                  </a:txBody>
                  <a:tcPr horzOverflow="overflow">
                    <a:lnL>
                      <a:noFill/>
                    </a:lnL>
                    <a:lnR>
                      <a:noFill/>
                    </a:lnR>
                    <a:lnT>
                      <a:noFill/>
                    </a:lnT>
                    <a:lnB>
                      <a:noFill/>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a</a:t>
                      </a:r>
                      <a:r>
                        <a:rPr kumimoji="0" lang="en-US" sz="2600" b="0" i="0" u="sng" strike="noStrike" cap="none" normalizeH="0" baseline="0">
                          <a:ln>
                            <a:noFill/>
                          </a:ln>
                          <a:solidFill>
                            <a:schemeClr val="tx1"/>
                          </a:solidFill>
                          <a:effectLst/>
                          <a:latin typeface="Arial" charset="0"/>
                        </a:rPr>
                        <a:t>b</a:t>
                      </a:r>
                      <a:r>
                        <a:rPr kumimoji="0" lang="en-US" sz="2600" b="0" i="0" u="none" strike="noStrike" cap="none" normalizeH="0" baseline="0">
                          <a:ln>
                            <a:noFill/>
                          </a:ln>
                          <a:solidFill>
                            <a:schemeClr val="tx1"/>
                          </a:solidFill>
                          <a:effectLst/>
                          <a:latin typeface="Arial" charset="0"/>
                        </a:rPr>
                        <a:t>a</a:t>
                      </a:r>
                    </a:p>
                  </a:txBody>
                  <a:tcPr horzOverflow="overflow">
                    <a:lnL>
                      <a:noFill/>
                    </a:lnL>
                    <a:lnR>
                      <a:noFill/>
                    </a:lnR>
                    <a:lnT>
                      <a:noFill/>
                    </a:lnT>
                    <a:lnB>
                      <a:noFill/>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ab</a:t>
                      </a:r>
                      <a:r>
                        <a:rPr kumimoji="0" lang="en-US" sz="2600" b="0" i="0" u="sng" strike="noStrike" cap="none" normalizeH="0" baseline="0">
                          <a:ln>
                            <a:noFill/>
                          </a:ln>
                          <a:solidFill>
                            <a:schemeClr val="tx1"/>
                          </a:solidFill>
                          <a:effectLst/>
                          <a:latin typeface="Arial" charset="0"/>
                        </a:rPr>
                        <a:t>a</a:t>
                      </a:r>
                    </a:p>
                  </a:txBody>
                  <a:tcPr horzOverflow="overflow">
                    <a:lnL>
                      <a:noFill/>
                    </a:lnL>
                    <a:lnR>
                      <a:noFill/>
                    </a:lnR>
                    <a:lnT>
                      <a:noFill/>
                    </a:lnT>
                    <a:lnB>
                      <a:noFill/>
                    </a:lnB>
                    <a:lnTlToBr>
                      <a:noFill/>
                    </a:lnTlToBr>
                    <a:lnBlToTr>
                      <a:noFill/>
                    </a:lnBlToTr>
                    <a:noFill/>
                  </a:tcPr>
                </a:tc>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rPr>
                        <a:t>aba </a:t>
                      </a:r>
                      <a:r>
                        <a:rPr kumimoji="0" lang="en-US" sz="2600" b="0" i="0" u="sng" strike="noStrike" cap="none" normalizeH="0" baseline="0">
                          <a:ln>
                            <a:noFill/>
                          </a:ln>
                          <a:solidFill>
                            <a:schemeClr val="tx1"/>
                          </a:solidFill>
                          <a:effectLst/>
                          <a:latin typeface="Arial" charset="0"/>
                          <a:sym typeface="Math1" pitchFamily="2" charset="2"/>
                        </a:rPr>
                        <a:t>∆</a:t>
                      </a:r>
                    </a:p>
                  </a:txBody>
                  <a:tcPr horzOverflow="overflow">
                    <a:lnL>
                      <a:noFill/>
                    </a:lnL>
                    <a:lnR>
                      <a:noFill/>
                    </a:lnR>
                    <a:lnT>
                      <a:noFill/>
                    </a:lnT>
                    <a:lnB>
                      <a:noFill/>
                    </a:lnB>
                    <a:lnTlToBr>
                      <a:noFill/>
                    </a:lnTlToBr>
                    <a:lnBlToTr>
                      <a:noFill/>
                    </a:lnBlToTr>
                    <a:no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0001"/>
                  </a:ext>
                </a:extLst>
              </a:tr>
            </a:tbl>
          </a:graphicData>
        </a:graphic>
      </p:graphicFrame>
      <p:sp>
        <p:nvSpPr>
          <p:cNvPr id="6" name="Footer Placeholder 5"/>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8D2130C-3DBD-4E4C-90BF-B18065E5CE0B}" type="slidenum">
              <a:rPr lang="en-US" altLang="en-US" sz="1200">
                <a:solidFill>
                  <a:srgbClr val="898989"/>
                </a:solidFill>
                <a:latin typeface="Arial" panose="020B0604020202020204" pitchFamily="34" charset="0"/>
              </a:rPr>
              <a:pPr>
                <a:spcBef>
                  <a:spcPct val="0"/>
                </a:spcBef>
                <a:buFontTx/>
                <a:buNone/>
              </a:pPr>
              <a:t>16</a:t>
            </a:fld>
            <a:endParaRPr lang="en-US" altLang="en-US" sz="1200">
              <a:solidFill>
                <a:srgbClr val="898989"/>
              </a:solidFill>
              <a:latin typeface="Arial" panose="020B0604020202020204" pitchFamily="34" charset="0"/>
            </a:endParaRPr>
          </a:p>
        </p:txBody>
      </p:sp>
      <p:sp>
        <p:nvSpPr>
          <p:cNvPr id="33795"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b="1" smtClean="0"/>
              <a:t>	</a:t>
            </a:r>
            <a:r>
              <a:rPr lang="en-US" altLang="en-GB" sz="2600" b="1" u="sng" smtClean="0"/>
              <a:t>Theorem</a:t>
            </a:r>
            <a:r>
              <a:rPr lang="en-US" altLang="en-GB" sz="2600" smtClean="0"/>
              <a:t>: Every regular language is accepted by some TM.</a:t>
            </a:r>
          </a:p>
          <a:p>
            <a:pPr algn="just" eaLnBrk="1" hangingPunct="1">
              <a:buFont typeface="Wingdings" panose="05000000000000000000" pitchFamily="2" charset="2"/>
              <a:buNone/>
            </a:pPr>
            <a:r>
              <a:rPr lang="en-US" altLang="en-GB" sz="2600" smtClean="0"/>
              <a:t>	</a:t>
            </a:r>
            <a:r>
              <a:rPr lang="en-US" altLang="en-GB" sz="2600" b="1" u="sng" smtClean="0"/>
              <a:t>Example</a:t>
            </a:r>
            <a:r>
              <a:rPr lang="en-US" altLang="en-GB" sz="2600" smtClean="0"/>
              <a:t>: Consider the EVEN-EVEN language. Following is a TM accepting the EVEN-EVEN language.</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48"/>
          <p:cNvGrpSpPr>
            <a:grpSpLocks/>
          </p:cNvGrpSpPr>
          <p:nvPr/>
        </p:nvGrpSpPr>
        <p:grpSpPr bwMode="auto">
          <a:xfrm>
            <a:off x="400050" y="381000"/>
            <a:ext cx="8439150" cy="3990975"/>
            <a:chOff x="252" y="1608"/>
            <a:chExt cx="5316" cy="2514"/>
          </a:xfrm>
        </p:grpSpPr>
        <p:grpSp>
          <p:nvGrpSpPr>
            <p:cNvPr id="35846" name="Group 4"/>
            <p:cNvGrpSpPr>
              <a:grpSpLocks/>
            </p:cNvGrpSpPr>
            <p:nvPr/>
          </p:nvGrpSpPr>
          <p:grpSpPr bwMode="auto">
            <a:xfrm>
              <a:off x="4343" y="1898"/>
              <a:ext cx="530" cy="387"/>
              <a:chOff x="726" y="2634"/>
              <a:chExt cx="566" cy="413"/>
            </a:xfrm>
          </p:grpSpPr>
          <p:sp>
            <p:nvSpPr>
              <p:cNvPr id="35876" name="Oval 5"/>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5877" name="Text Box 6"/>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35847" name="Freeform 7"/>
            <p:cNvSpPr>
              <a:spLocks/>
            </p:cNvSpPr>
            <p:nvPr/>
          </p:nvSpPr>
          <p:spPr bwMode="auto">
            <a:xfrm flipH="1" flipV="1">
              <a:off x="3144" y="2156"/>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48" name="Freeform 12"/>
            <p:cNvSpPr>
              <a:spLocks/>
            </p:cNvSpPr>
            <p:nvPr/>
          </p:nvSpPr>
          <p:spPr bwMode="auto">
            <a:xfrm>
              <a:off x="3156" y="1752"/>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35849" name="Group 13"/>
            <p:cNvGrpSpPr>
              <a:grpSpLocks/>
            </p:cNvGrpSpPr>
            <p:nvPr/>
          </p:nvGrpSpPr>
          <p:grpSpPr bwMode="auto">
            <a:xfrm rot="5400000">
              <a:off x="2739" y="3591"/>
              <a:ext cx="530" cy="387"/>
              <a:chOff x="726" y="2634"/>
              <a:chExt cx="566" cy="413"/>
            </a:xfrm>
          </p:grpSpPr>
          <p:sp>
            <p:nvSpPr>
              <p:cNvPr id="35874" name="Oval 14"/>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5875" name="Text Box 15"/>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35850" name="Freeform 16"/>
            <p:cNvSpPr>
              <a:spLocks/>
            </p:cNvSpPr>
            <p:nvPr/>
          </p:nvSpPr>
          <p:spPr bwMode="auto">
            <a:xfrm rot="5400000" flipH="1" flipV="1">
              <a:off x="2145" y="2794"/>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51" name="Freeform 17"/>
            <p:cNvSpPr>
              <a:spLocks/>
            </p:cNvSpPr>
            <p:nvPr/>
          </p:nvSpPr>
          <p:spPr bwMode="auto">
            <a:xfrm rot="5400000">
              <a:off x="2549" y="2806"/>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35852" name="Group 19"/>
            <p:cNvGrpSpPr>
              <a:grpSpLocks/>
            </p:cNvGrpSpPr>
            <p:nvPr/>
          </p:nvGrpSpPr>
          <p:grpSpPr bwMode="auto">
            <a:xfrm>
              <a:off x="4407" y="3542"/>
              <a:ext cx="530" cy="387"/>
              <a:chOff x="726" y="2634"/>
              <a:chExt cx="566" cy="413"/>
            </a:xfrm>
          </p:grpSpPr>
          <p:sp>
            <p:nvSpPr>
              <p:cNvPr id="35872" name="Oval 20"/>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5873" name="Text Box 21"/>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35853" name="Freeform 22"/>
            <p:cNvSpPr>
              <a:spLocks/>
            </p:cNvSpPr>
            <p:nvPr/>
          </p:nvSpPr>
          <p:spPr bwMode="auto">
            <a:xfrm flipH="1" flipV="1">
              <a:off x="3208" y="3800"/>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54" name="Freeform 24"/>
            <p:cNvSpPr>
              <a:spLocks/>
            </p:cNvSpPr>
            <p:nvPr/>
          </p:nvSpPr>
          <p:spPr bwMode="auto">
            <a:xfrm>
              <a:off x="3220" y="3396"/>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55" name="Freeform 25"/>
            <p:cNvSpPr>
              <a:spLocks/>
            </p:cNvSpPr>
            <p:nvPr/>
          </p:nvSpPr>
          <p:spPr bwMode="auto">
            <a:xfrm rot="5400000" flipH="1" flipV="1">
              <a:off x="3816" y="2744"/>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56" name="Freeform 26"/>
            <p:cNvSpPr>
              <a:spLocks/>
            </p:cNvSpPr>
            <p:nvPr/>
          </p:nvSpPr>
          <p:spPr bwMode="auto">
            <a:xfrm rot="5400000">
              <a:off x="4220" y="2756"/>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57" name="AutoShape 32"/>
            <p:cNvSpPr>
              <a:spLocks noChangeArrowheads="1"/>
            </p:cNvSpPr>
            <p:nvPr/>
          </p:nvSpPr>
          <p:spPr bwMode="auto">
            <a:xfrm>
              <a:off x="2328" y="1956"/>
              <a:ext cx="816" cy="36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1 START</a:t>
              </a:r>
            </a:p>
          </p:txBody>
        </p:sp>
        <p:sp>
          <p:nvSpPr>
            <p:cNvPr id="35858" name="AutoShape 33"/>
            <p:cNvSpPr>
              <a:spLocks noChangeArrowheads="1"/>
            </p:cNvSpPr>
            <p:nvPr/>
          </p:nvSpPr>
          <p:spPr bwMode="auto">
            <a:xfrm>
              <a:off x="252" y="1956"/>
              <a:ext cx="816" cy="36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5 HALT</a:t>
              </a:r>
            </a:p>
          </p:txBody>
        </p:sp>
        <p:sp>
          <p:nvSpPr>
            <p:cNvPr id="35859" name="Text Box 34"/>
            <p:cNvSpPr txBox="1">
              <a:spLocks noChangeArrowheads="1"/>
            </p:cNvSpPr>
            <p:nvPr/>
          </p:nvSpPr>
          <p:spPr bwMode="auto">
            <a:xfrm flipH="1">
              <a:off x="2148" y="2856"/>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35860" name="Text Box 36"/>
            <p:cNvSpPr txBox="1">
              <a:spLocks noChangeArrowheads="1"/>
            </p:cNvSpPr>
            <p:nvPr/>
          </p:nvSpPr>
          <p:spPr bwMode="auto">
            <a:xfrm flipH="1">
              <a:off x="1392" y="1896"/>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 ∆</a:t>
              </a:r>
              <a:r>
                <a:rPr lang="en-US" altLang="en-GB" sz="2400">
                  <a:latin typeface="Times New Roman" panose="02020603050405020304" pitchFamily="18" charset="0"/>
                </a:rPr>
                <a:t>,R)</a:t>
              </a:r>
            </a:p>
          </p:txBody>
        </p:sp>
        <p:sp>
          <p:nvSpPr>
            <p:cNvPr id="35861" name="Text Box 37"/>
            <p:cNvSpPr txBox="1">
              <a:spLocks noChangeArrowheads="1"/>
            </p:cNvSpPr>
            <p:nvPr/>
          </p:nvSpPr>
          <p:spPr bwMode="auto">
            <a:xfrm flipH="1">
              <a:off x="3429" y="1608"/>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35862" name="Text Box 38"/>
            <p:cNvSpPr txBox="1">
              <a:spLocks noChangeArrowheads="1"/>
            </p:cNvSpPr>
            <p:nvPr/>
          </p:nvSpPr>
          <p:spPr bwMode="auto">
            <a:xfrm flipH="1">
              <a:off x="3456" y="2088"/>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35863" name="Text Box 39"/>
            <p:cNvSpPr txBox="1">
              <a:spLocks noChangeArrowheads="1"/>
            </p:cNvSpPr>
            <p:nvPr/>
          </p:nvSpPr>
          <p:spPr bwMode="auto">
            <a:xfrm flipH="1">
              <a:off x="3504" y="3264"/>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35864" name="Text Box 40"/>
            <p:cNvSpPr txBox="1">
              <a:spLocks noChangeArrowheads="1"/>
            </p:cNvSpPr>
            <p:nvPr/>
          </p:nvSpPr>
          <p:spPr bwMode="auto">
            <a:xfrm flipH="1">
              <a:off x="3525" y="373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35865" name="Text Box 41"/>
            <p:cNvSpPr txBox="1">
              <a:spLocks noChangeArrowheads="1"/>
            </p:cNvSpPr>
            <p:nvPr/>
          </p:nvSpPr>
          <p:spPr bwMode="auto">
            <a:xfrm flipH="1">
              <a:off x="4869" y="2760"/>
              <a:ext cx="6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35866" name="Text Box 42"/>
            <p:cNvSpPr txBox="1">
              <a:spLocks noChangeArrowheads="1"/>
            </p:cNvSpPr>
            <p:nvPr/>
          </p:nvSpPr>
          <p:spPr bwMode="auto">
            <a:xfrm flipH="1">
              <a:off x="3828" y="2736"/>
              <a:ext cx="6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35867" name="Text Box 43"/>
            <p:cNvSpPr txBox="1">
              <a:spLocks noChangeArrowheads="1"/>
            </p:cNvSpPr>
            <p:nvPr/>
          </p:nvSpPr>
          <p:spPr bwMode="auto">
            <a:xfrm flipH="1">
              <a:off x="3180" y="2736"/>
              <a:ext cx="699"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35868" name="Line 44"/>
            <p:cNvSpPr>
              <a:spLocks noChangeShapeType="1"/>
            </p:cNvSpPr>
            <p:nvPr/>
          </p:nvSpPr>
          <p:spPr bwMode="auto">
            <a:xfrm flipH="1">
              <a:off x="1068" y="2124"/>
              <a:ext cx="1248"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5869" name="Text Box 45"/>
            <p:cNvSpPr txBox="1">
              <a:spLocks noChangeArrowheads="1"/>
            </p:cNvSpPr>
            <p:nvPr/>
          </p:nvSpPr>
          <p:spPr bwMode="auto">
            <a:xfrm>
              <a:off x="4572" y="358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4</a:t>
              </a:r>
            </a:p>
          </p:txBody>
        </p:sp>
        <p:sp>
          <p:nvSpPr>
            <p:cNvPr id="35870" name="Text Box 46"/>
            <p:cNvSpPr txBox="1">
              <a:spLocks noChangeArrowheads="1"/>
            </p:cNvSpPr>
            <p:nvPr/>
          </p:nvSpPr>
          <p:spPr bwMode="auto">
            <a:xfrm>
              <a:off x="4512" y="19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2</a:t>
              </a:r>
            </a:p>
          </p:txBody>
        </p:sp>
        <p:sp>
          <p:nvSpPr>
            <p:cNvPr id="35871" name="Text Box 47"/>
            <p:cNvSpPr txBox="1">
              <a:spLocks noChangeArrowheads="1"/>
            </p:cNvSpPr>
            <p:nvPr/>
          </p:nvSpPr>
          <p:spPr bwMode="auto">
            <a:xfrm>
              <a:off x="2904" y="364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3</a:t>
              </a:r>
            </a:p>
          </p:txBody>
        </p:sp>
      </p:grpSp>
      <p:sp>
        <p:nvSpPr>
          <p:cNvPr id="35843" name="Text Box 49"/>
          <p:cNvSpPr txBox="1">
            <a:spLocks noChangeArrowheads="1"/>
          </p:cNvSpPr>
          <p:nvPr/>
        </p:nvSpPr>
        <p:spPr bwMode="auto">
          <a:xfrm>
            <a:off x="304800" y="4800600"/>
            <a:ext cx="84582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50000"/>
              </a:spcBef>
              <a:buFontTx/>
              <a:buNone/>
            </a:pPr>
            <a:r>
              <a:rPr lang="en-US" altLang="en-GB" sz="2600">
                <a:latin typeface="Times New Roman" panose="02020603050405020304" pitchFamily="18" charset="0"/>
              </a:rPr>
              <a:t>It may be noted that the above diagram is similar to that of FA corresponding to EVEN-EVEN language. Following is another example</a:t>
            </a:r>
          </a:p>
        </p:txBody>
      </p:sp>
      <p:sp>
        <p:nvSpPr>
          <p:cNvPr id="35844" name="Slide Number Placeholder 3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37D612-6DF2-4B8F-8422-E7720AC952E1}" type="slidenum">
              <a:rPr lang="en-US" altLang="en-US" sz="1200">
                <a:solidFill>
                  <a:srgbClr val="898989"/>
                </a:solidFill>
                <a:latin typeface="Arial" panose="020B0604020202020204" pitchFamily="34" charset="0"/>
              </a:rPr>
              <a:pPr>
                <a:spcBef>
                  <a:spcPct val="0"/>
                </a:spcBef>
                <a:buFontTx/>
                <a:buNone/>
              </a:pPr>
              <a:t>17</a:t>
            </a:fld>
            <a:endParaRPr lang="en-US" altLang="en-US" sz="1200">
              <a:solidFill>
                <a:srgbClr val="898989"/>
              </a:solidFill>
              <a:latin typeface="Arial" panose="020B0604020202020204" pitchFamily="34" charset="0"/>
            </a:endParaRPr>
          </a:p>
        </p:txBody>
      </p:sp>
      <p:sp>
        <p:nvSpPr>
          <p:cNvPr id="37" name="Footer Placeholder 36"/>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74"/>
          <p:cNvGrpSpPr>
            <a:grpSpLocks/>
          </p:cNvGrpSpPr>
          <p:nvPr/>
        </p:nvGrpSpPr>
        <p:grpSpPr bwMode="auto">
          <a:xfrm>
            <a:off x="95250" y="2324100"/>
            <a:ext cx="8539163" cy="4305300"/>
            <a:chOff x="60" y="612"/>
            <a:chExt cx="5379" cy="2712"/>
          </a:xfrm>
        </p:grpSpPr>
        <p:grpSp>
          <p:nvGrpSpPr>
            <p:cNvPr id="37895" name="Group 2"/>
            <p:cNvGrpSpPr>
              <a:grpSpLocks/>
            </p:cNvGrpSpPr>
            <p:nvPr/>
          </p:nvGrpSpPr>
          <p:grpSpPr bwMode="auto">
            <a:xfrm>
              <a:off x="3264" y="1070"/>
              <a:ext cx="530" cy="387"/>
              <a:chOff x="726" y="2634"/>
              <a:chExt cx="566" cy="413"/>
            </a:xfrm>
          </p:grpSpPr>
          <p:sp>
            <p:nvSpPr>
              <p:cNvPr id="37962" name="Oval 3"/>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63" name="Text Box 4"/>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896" name="Group 5"/>
            <p:cNvGrpSpPr>
              <a:grpSpLocks/>
            </p:cNvGrpSpPr>
            <p:nvPr/>
          </p:nvGrpSpPr>
          <p:grpSpPr bwMode="auto">
            <a:xfrm>
              <a:off x="1572" y="1080"/>
              <a:ext cx="566" cy="413"/>
              <a:chOff x="726" y="2634"/>
              <a:chExt cx="566" cy="413"/>
            </a:xfrm>
          </p:grpSpPr>
          <p:sp>
            <p:nvSpPr>
              <p:cNvPr id="37960" name="Oval 6"/>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61" name="Text Box 7"/>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897" name="Group 8"/>
            <p:cNvGrpSpPr>
              <a:grpSpLocks/>
            </p:cNvGrpSpPr>
            <p:nvPr/>
          </p:nvGrpSpPr>
          <p:grpSpPr bwMode="auto">
            <a:xfrm>
              <a:off x="4738" y="1024"/>
              <a:ext cx="530" cy="387"/>
              <a:chOff x="726" y="2634"/>
              <a:chExt cx="566" cy="413"/>
            </a:xfrm>
          </p:grpSpPr>
          <p:sp>
            <p:nvSpPr>
              <p:cNvPr id="37958" name="Oval 9"/>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59" name="Text Box 10"/>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898" name="Group 11"/>
            <p:cNvGrpSpPr>
              <a:grpSpLocks/>
            </p:cNvGrpSpPr>
            <p:nvPr/>
          </p:nvGrpSpPr>
          <p:grpSpPr bwMode="auto">
            <a:xfrm>
              <a:off x="3228" y="2889"/>
              <a:ext cx="530" cy="387"/>
              <a:chOff x="726" y="2634"/>
              <a:chExt cx="566" cy="413"/>
            </a:xfrm>
          </p:grpSpPr>
          <p:sp>
            <p:nvSpPr>
              <p:cNvPr id="37956" name="Oval 12"/>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57" name="Text Box 13"/>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899" name="Group 14"/>
            <p:cNvGrpSpPr>
              <a:grpSpLocks/>
            </p:cNvGrpSpPr>
            <p:nvPr/>
          </p:nvGrpSpPr>
          <p:grpSpPr bwMode="auto">
            <a:xfrm>
              <a:off x="1572" y="2911"/>
              <a:ext cx="566" cy="413"/>
              <a:chOff x="726" y="2634"/>
              <a:chExt cx="566" cy="413"/>
            </a:xfrm>
          </p:grpSpPr>
          <p:sp>
            <p:nvSpPr>
              <p:cNvPr id="37954" name="Oval 15"/>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55" name="Text Box 16"/>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900" name="Group 17"/>
            <p:cNvGrpSpPr>
              <a:grpSpLocks/>
            </p:cNvGrpSpPr>
            <p:nvPr/>
          </p:nvGrpSpPr>
          <p:grpSpPr bwMode="auto">
            <a:xfrm>
              <a:off x="4738" y="2855"/>
              <a:ext cx="530" cy="387"/>
              <a:chOff x="726" y="2634"/>
              <a:chExt cx="566" cy="413"/>
            </a:xfrm>
          </p:grpSpPr>
          <p:sp>
            <p:nvSpPr>
              <p:cNvPr id="37952" name="Oval 18"/>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53" name="Text Box 19"/>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901" name="Group 20"/>
            <p:cNvGrpSpPr>
              <a:grpSpLocks/>
            </p:cNvGrpSpPr>
            <p:nvPr/>
          </p:nvGrpSpPr>
          <p:grpSpPr bwMode="auto">
            <a:xfrm>
              <a:off x="4740" y="1869"/>
              <a:ext cx="530" cy="387"/>
              <a:chOff x="726" y="2634"/>
              <a:chExt cx="566" cy="413"/>
            </a:xfrm>
          </p:grpSpPr>
          <p:sp>
            <p:nvSpPr>
              <p:cNvPr id="37950" name="Oval 21"/>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37951" name="Text Box 22"/>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37902" name="Group 23"/>
            <p:cNvGrpSpPr>
              <a:grpSpLocks/>
            </p:cNvGrpSpPr>
            <p:nvPr/>
          </p:nvGrpSpPr>
          <p:grpSpPr bwMode="auto">
            <a:xfrm rot="-300000">
              <a:off x="3300" y="744"/>
              <a:ext cx="404" cy="350"/>
              <a:chOff x="2880" y="3312"/>
              <a:chExt cx="408" cy="336"/>
            </a:xfrm>
          </p:grpSpPr>
          <p:sp>
            <p:nvSpPr>
              <p:cNvPr id="37947" name="Freeform 24"/>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8" name="Freeform 25"/>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9" name="Freeform 26"/>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37903" name="Group 27"/>
            <p:cNvGrpSpPr>
              <a:grpSpLocks/>
            </p:cNvGrpSpPr>
            <p:nvPr/>
          </p:nvGrpSpPr>
          <p:grpSpPr bwMode="auto">
            <a:xfrm rot="-300000">
              <a:off x="1624" y="756"/>
              <a:ext cx="404" cy="350"/>
              <a:chOff x="2880" y="3312"/>
              <a:chExt cx="408" cy="336"/>
            </a:xfrm>
          </p:grpSpPr>
          <p:sp>
            <p:nvSpPr>
              <p:cNvPr id="37944" name="Freeform 28"/>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5" name="Freeform 29"/>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6" name="Freeform 30"/>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37904" name="Group 31"/>
            <p:cNvGrpSpPr>
              <a:grpSpLocks/>
            </p:cNvGrpSpPr>
            <p:nvPr/>
          </p:nvGrpSpPr>
          <p:grpSpPr bwMode="auto">
            <a:xfrm rot="-2700000">
              <a:off x="1392" y="2698"/>
              <a:ext cx="404" cy="350"/>
              <a:chOff x="2880" y="3312"/>
              <a:chExt cx="408" cy="336"/>
            </a:xfrm>
          </p:grpSpPr>
          <p:sp>
            <p:nvSpPr>
              <p:cNvPr id="37941" name="Freeform 32"/>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2" name="Freeform 33"/>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3" name="Freeform 34"/>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37905" name="Group 35"/>
            <p:cNvGrpSpPr>
              <a:grpSpLocks/>
            </p:cNvGrpSpPr>
            <p:nvPr/>
          </p:nvGrpSpPr>
          <p:grpSpPr bwMode="auto">
            <a:xfrm rot="-2700000">
              <a:off x="4524" y="1668"/>
              <a:ext cx="404" cy="350"/>
              <a:chOff x="2880" y="3312"/>
              <a:chExt cx="408" cy="336"/>
            </a:xfrm>
          </p:grpSpPr>
          <p:sp>
            <p:nvSpPr>
              <p:cNvPr id="37938" name="Freeform 36"/>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39" name="Freeform 37"/>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7940" name="Freeform 38"/>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37906" name="AutoShape 39"/>
            <p:cNvSpPr>
              <a:spLocks noChangeArrowheads="1"/>
            </p:cNvSpPr>
            <p:nvPr/>
          </p:nvSpPr>
          <p:spPr bwMode="auto">
            <a:xfrm>
              <a:off x="1416" y="1968"/>
              <a:ext cx="816" cy="24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1 START</a:t>
              </a:r>
            </a:p>
          </p:txBody>
        </p:sp>
        <p:sp>
          <p:nvSpPr>
            <p:cNvPr id="37907" name="AutoShape 40"/>
            <p:cNvSpPr>
              <a:spLocks noChangeArrowheads="1"/>
            </p:cNvSpPr>
            <p:nvPr/>
          </p:nvSpPr>
          <p:spPr bwMode="auto">
            <a:xfrm>
              <a:off x="60" y="1968"/>
              <a:ext cx="816" cy="240"/>
            </a:xfrm>
            <a:prstGeom prst="roundRect">
              <a:avLst>
                <a:gd name="adj" fmla="val 16667"/>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9 HALT</a:t>
              </a:r>
            </a:p>
          </p:txBody>
        </p:sp>
        <p:sp>
          <p:nvSpPr>
            <p:cNvPr id="37908" name="Line 41"/>
            <p:cNvSpPr>
              <a:spLocks noChangeShapeType="1"/>
            </p:cNvSpPr>
            <p:nvPr/>
          </p:nvSpPr>
          <p:spPr bwMode="auto">
            <a:xfrm flipH="1">
              <a:off x="888" y="2064"/>
              <a:ext cx="528"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09" name="Line 42"/>
            <p:cNvSpPr>
              <a:spLocks noChangeShapeType="1"/>
            </p:cNvSpPr>
            <p:nvPr/>
          </p:nvSpPr>
          <p:spPr bwMode="auto">
            <a:xfrm flipV="1">
              <a:off x="1872" y="1488"/>
              <a:ext cx="0" cy="48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0" name="Line 43"/>
            <p:cNvSpPr>
              <a:spLocks noChangeShapeType="1"/>
            </p:cNvSpPr>
            <p:nvPr/>
          </p:nvSpPr>
          <p:spPr bwMode="auto">
            <a:xfrm flipV="1">
              <a:off x="1872" y="2208"/>
              <a:ext cx="0" cy="72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1" name="Line 44"/>
            <p:cNvSpPr>
              <a:spLocks noChangeShapeType="1"/>
            </p:cNvSpPr>
            <p:nvPr/>
          </p:nvSpPr>
          <p:spPr bwMode="auto">
            <a:xfrm flipH="1">
              <a:off x="2040" y="3108"/>
              <a:ext cx="1248"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2" name="Line 45"/>
            <p:cNvSpPr>
              <a:spLocks noChangeShapeType="1"/>
            </p:cNvSpPr>
            <p:nvPr/>
          </p:nvSpPr>
          <p:spPr bwMode="auto">
            <a:xfrm flipH="1">
              <a:off x="3672" y="3084"/>
              <a:ext cx="1152"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3" name="Line 46"/>
            <p:cNvSpPr>
              <a:spLocks noChangeShapeType="1"/>
            </p:cNvSpPr>
            <p:nvPr/>
          </p:nvSpPr>
          <p:spPr bwMode="auto">
            <a:xfrm>
              <a:off x="5016" y="2256"/>
              <a:ext cx="0" cy="624"/>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4" name="Line 47"/>
            <p:cNvSpPr>
              <a:spLocks noChangeShapeType="1"/>
            </p:cNvSpPr>
            <p:nvPr/>
          </p:nvSpPr>
          <p:spPr bwMode="auto">
            <a:xfrm>
              <a:off x="2040" y="1272"/>
              <a:ext cx="129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5" name="Line 48"/>
            <p:cNvSpPr>
              <a:spLocks noChangeShapeType="1"/>
            </p:cNvSpPr>
            <p:nvPr/>
          </p:nvSpPr>
          <p:spPr bwMode="auto">
            <a:xfrm>
              <a:off x="3708" y="1260"/>
              <a:ext cx="1104"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6" name="Line 49"/>
            <p:cNvSpPr>
              <a:spLocks noChangeShapeType="1"/>
            </p:cNvSpPr>
            <p:nvPr/>
          </p:nvSpPr>
          <p:spPr bwMode="auto">
            <a:xfrm>
              <a:off x="5016" y="1392"/>
              <a:ext cx="0" cy="48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37917" name="Text Box 51"/>
            <p:cNvSpPr txBox="1">
              <a:spLocks noChangeArrowheads="1"/>
            </p:cNvSpPr>
            <p:nvPr/>
          </p:nvSpPr>
          <p:spPr bwMode="auto">
            <a:xfrm flipH="1">
              <a:off x="804" y="175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 ∆</a:t>
              </a:r>
              <a:r>
                <a:rPr lang="en-US" altLang="en-GB" sz="2400">
                  <a:latin typeface="Times New Roman" panose="02020603050405020304" pitchFamily="18" charset="0"/>
                </a:rPr>
                <a:t>,R)</a:t>
              </a:r>
            </a:p>
          </p:txBody>
        </p:sp>
        <p:sp>
          <p:nvSpPr>
            <p:cNvPr id="37918" name="Text Box 52"/>
            <p:cNvSpPr txBox="1">
              <a:spLocks noChangeArrowheads="1"/>
            </p:cNvSpPr>
            <p:nvPr/>
          </p:nvSpPr>
          <p:spPr bwMode="auto">
            <a:xfrm flipH="1">
              <a:off x="1821" y="1668"/>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t>
              </a:r>
              <a:r>
                <a:rPr lang="en-US" altLang="en-GB" sz="2400">
                  <a:latin typeface="Times New Roman" panose="02020603050405020304" pitchFamily="18" charset="0"/>
                </a:rPr>
                <a:t>,R)</a:t>
              </a:r>
            </a:p>
          </p:txBody>
        </p:sp>
        <p:sp>
          <p:nvSpPr>
            <p:cNvPr id="37919" name="Text Box 53"/>
            <p:cNvSpPr txBox="1">
              <a:spLocks noChangeArrowheads="1"/>
            </p:cNvSpPr>
            <p:nvPr/>
          </p:nvSpPr>
          <p:spPr bwMode="auto">
            <a:xfrm flipH="1">
              <a:off x="1833" y="247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,R)</a:t>
              </a:r>
            </a:p>
          </p:txBody>
        </p:sp>
        <p:sp>
          <p:nvSpPr>
            <p:cNvPr id="37920" name="Text Box 54"/>
            <p:cNvSpPr txBox="1">
              <a:spLocks noChangeArrowheads="1"/>
            </p:cNvSpPr>
            <p:nvPr/>
          </p:nvSpPr>
          <p:spPr bwMode="auto">
            <a:xfrm flipH="1">
              <a:off x="933" y="259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L)</a:t>
              </a:r>
            </a:p>
          </p:txBody>
        </p:sp>
        <p:sp>
          <p:nvSpPr>
            <p:cNvPr id="37921" name="Text Box 55"/>
            <p:cNvSpPr txBox="1">
              <a:spLocks noChangeArrowheads="1"/>
            </p:cNvSpPr>
            <p:nvPr/>
          </p:nvSpPr>
          <p:spPr bwMode="auto">
            <a:xfrm flipH="1">
              <a:off x="888" y="277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,L)</a:t>
              </a:r>
            </a:p>
          </p:txBody>
        </p:sp>
        <p:sp>
          <p:nvSpPr>
            <p:cNvPr id="37922" name="Text Box 56"/>
            <p:cNvSpPr txBox="1">
              <a:spLocks noChangeArrowheads="1"/>
            </p:cNvSpPr>
            <p:nvPr/>
          </p:nvSpPr>
          <p:spPr bwMode="auto">
            <a:xfrm flipH="1">
              <a:off x="2325" y="2856"/>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 ∆</a:t>
              </a:r>
              <a:r>
                <a:rPr lang="en-US" altLang="en-GB" sz="2400">
                  <a:latin typeface="Times New Roman" panose="02020603050405020304" pitchFamily="18" charset="0"/>
                </a:rPr>
                <a:t>,L)</a:t>
              </a:r>
            </a:p>
          </p:txBody>
        </p:sp>
        <p:sp>
          <p:nvSpPr>
            <p:cNvPr id="37923" name="Text Box 57"/>
            <p:cNvSpPr txBox="1">
              <a:spLocks noChangeArrowheads="1"/>
            </p:cNvSpPr>
            <p:nvPr/>
          </p:nvSpPr>
          <p:spPr bwMode="auto">
            <a:xfrm flipH="1">
              <a:off x="3849" y="283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 ∆</a:t>
              </a:r>
              <a:r>
                <a:rPr lang="en-US" altLang="en-GB" sz="2400">
                  <a:latin typeface="Times New Roman" panose="02020603050405020304" pitchFamily="18" charset="0"/>
                </a:rPr>
                <a:t>,L)</a:t>
              </a:r>
            </a:p>
          </p:txBody>
        </p:sp>
        <p:sp>
          <p:nvSpPr>
            <p:cNvPr id="37924" name="Text Box 58"/>
            <p:cNvSpPr txBox="1">
              <a:spLocks noChangeArrowheads="1"/>
            </p:cNvSpPr>
            <p:nvPr/>
          </p:nvSpPr>
          <p:spPr bwMode="auto">
            <a:xfrm flipH="1">
              <a:off x="4377" y="2424"/>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 ∆</a:t>
              </a:r>
              <a:r>
                <a:rPr lang="en-US" altLang="en-GB" sz="2400">
                  <a:latin typeface="Times New Roman" panose="02020603050405020304" pitchFamily="18" charset="0"/>
                </a:rPr>
                <a:t>,L)</a:t>
              </a:r>
            </a:p>
          </p:txBody>
        </p:sp>
        <p:sp>
          <p:nvSpPr>
            <p:cNvPr id="37925" name="Text Box 59"/>
            <p:cNvSpPr txBox="1">
              <a:spLocks noChangeArrowheads="1"/>
            </p:cNvSpPr>
            <p:nvPr/>
          </p:nvSpPr>
          <p:spPr bwMode="auto">
            <a:xfrm flipH="1">
              <a:off x="4032" y="1668"/>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37926" name="Text Box 60"/>
            <p:cNvSpPr txBox="1">
              <a:spLocks noChangeArrowheads="1"/>
            </p:cNvSpPr>
            <p:nvPr/>
          </p:nvSpPr>
          <p:spPr bwMode="auto">
            <a:xfrm flipH="1">
              <a:off x="4452" y="1416"/>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b,a</a:t>
              </a:r>
              <a:r>
                <a:rPr lang="en-US" altLang="en-GB" sz="2400">
                  <a:latin typeface="Times New Roman" panose="02020603050405020304" pitchFamily="18" charset="0"/>
                </a:rPr>
                <a:t>,R)</a:t>
              </a:r>
            </a:p>
          </p:txBody>
        </p:sp>
        <p:sp>
          <p:nvSpPr>
            <p:cNvPr id="37927" name="Text Box 61"/>
            <p:cNvSpPr txBox="1">
              <a:spLocks noChangeArrowheads="1"/>
            </p:cNvSpPr>
            <p:nvPr/>
          </p:nvSpPr>
          <p:spPr bwMode="auto">
            <a:xfrm flipH="1">
              <a:off x="3960" y="1008"/>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,L)</a:t>
              </a:r>
            </a:p>
          </p:txBody>
        </p:sp>
        <p:sp>
          <p:nvSpPr>
            <p:cNvPr id="37928" name="Text Box 62"/>
            <p:cNvSpPr txBox="1">
              <a:spLocks noChangeArrowheads="1"/>
            </p:cNvSpPr>
            <p:nvPr/>
          </p:nvSpPr>
          <p:spPr bwMode="auto">
            <a:xfrm flipH="1">
              <a:off x="3264" y="612"/>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37929" name="Text Box 63"/>
            <p:cNvSpPr txBox="1">
              <a:spLocks noChangeArrowheads="1"/>
            </p:cNvSpPr>
            <p:nvPr/>
          </p:nvSpPr>
          <p:spPr bwMode="auto">
            <a:xfrm flipH="1">
              <a:off x="2292" y="1020"/>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37930" name="Text Box 64"/>
            <p:cNvSpPr txBox="1">
              <a:spLocks noChangeArrowheads="1"/>
            </p:cNvSpPr>
            <p:nvPr/>
          </p:nvSpPr>
          <p:spPr bwMode="auto">
            <a:xfrm flipH="1">
              <a:off x="1536" y="624"/>
              <a:ext cx="987"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37931" name="Text Box 65"/>
            <p:cNvSpPr txBox="1">
              <a:spLocks noChangeArrowheads="1"/>
            </p:cNvSpPr>
            <p:nvPr/>
          </p:nvSpPr>
          <p:spPr bwMode="auto">
            <a:xfrm>
              <a:off x="4908" y="290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6</a:t>
              </a:r>
            </a:p>
          </p:txBody>
        </p:sp>
        <p:sp>
          <p:nvSpPr>
            <p:cNvPr id="37932" name="Text Box 66"/>
            <p:cNvSpPr txBox="1">
              <a:spLocks noChangeArrowheads="1"/>
            </p:cNvSpPr>
            <p:nvPr/>
          </p:nvSpPr>
          <p:spPr bwMode="auto">
            <a:xfrm>
              <a:off x="1752" y="11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2</a:t>
              </a:r>
            </a:p>
          </p:txBody>
        </p:sp>
        <p:sp>
          <p:nvSpPr>
            <p:cNvPr id="37933" name="Text Box 67"/>
            <p:cNvSpPr txBox="1">
              <a:spLocks noChangeArrowheads="1"/>
            </p:cNvSpPr>
            <p:nvPr/>
          </p:nvSpPr>
          <p:spPr bwMode="auto">
            <a:xfrm>
              <a:off x="3432" y="11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3</a:t>
              </a:r>
            </a:p>
          </p:txBody>
        </p:sp>
        <p:sp>
          <p:nvSpPr>
            <p:cNvPr id="37934" name="Text Box 68"/>
            <p:cNvSpPr txBox="1">
              <a:spLocks noChangeArrowheads="1"/>
            </p:cNvSpPr>
            <p:nvPr/>
          </p:nvSpPr>
          <p:spPr bwMode="auto">
            <a:xfrm>
              <a:off x="4896" y="110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4</a:t>
              </a:r>
            </a:p>
          </p:txBody>
        </p:sp>
        <p:sp>
          <p:nvSpPr>
            <p:cNvPr id="37935" name="Text Box 69"/>
            <p:cNvSpPr txBox="1">
              <a:spLocks noChangeArrowheads="1"/>
            </p:cNvSpPr>
            <p:nvPr/>
          </p:nvSpPr>
          <p:spPr bwMode="auto">
            <a:xfrm>
              <a:off x="4896" y="192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5</a:t>
              </a:r>
            </a:p>
          </p:txBody>
        </p:sp>
        <p:sp>
          <p:nvSpPr>
            <p:cNvPr id="37936" name="Text Box 70"/>
            <p:cNvSpPr txBox="1">
              <a:spLocks noChangeArrowheads="1"/>
            </p:cNvSpPr>
            <p:nvPr/>
          </p:nvSpPr>
          <p:spPr bwMode="auto">
            <a:xfrm>
              <a:off x="3396" y="29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7</a:t>
              </a:r>
            </a:p>
          </p:txBody>
        </p:sp>
        <p:sp>
          <p:nvSpPr>
            <p:cNvPr id="37937" name="Text Box 71"/>
            <p:cNvSpPr txBox="1">
              <a:spLocks noChangeArrowheads="1"/>
            </p:cNvSpPr>
            <p:nvPr/>
          </p:nvSpPr>
          <p:spPr bwMode="auto">
            <a:xfrm>
              <a:off x="1752" y="298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8</a:t>
              </a:r>
            </a:p>
          </p:txBody>
        </p:sp>
      </p:grpSp>
      <p:sp>
        <p:nvSpPr>
          <p:cNvPr id="37891" name="Text Box 75"/>
          <p:cNvSpPr txBox="1">
            <a:spLocks noChangeArrowheads="1"/>
          </p:cNvSpPr>
          <p:nvPr/>
        </p:nvSpPr>
        <p:spPr bwMode="auto">
          <a:xfrm>
            <a:off x="2743200" y="495300"/>
            <a:ext cx="48006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4800">
                <a:latin typeface="Times New Roman" panose="02020603050405020304" pitchFamily="18" charset="0"/>
              </a:rPr>
              <a:t>Example</a:t>
            </a:r>
          </a:p>
        </p:txBody>
      </p:sp>
      <p:sp>
        <p:nvSpPr>
          <p:cNvPr id="37892" name="Text Box 76"/>
          <p:cNvSpPr txBox="1">
            <a:spLocks noChangeArrowheads="1"/>
          </p:cNvSpPr>
          <p:nvPr/>
        </p:nvSpPr>
        <p:spPr bwMode="auto">
          <a:xfrm>
            <a:off x="152400" y="1638300"/>
            <a:ext cx="777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a:latin typeface="Times New Roman" panose="02020603050405020304" pitchFamily="18" charset="0"/>
              </a:rPr>
              <a:t>Consider the following TM</a:t>
            </a:r>
          </a:p>
        </p:txBody>
      </p:sp>
      <p:sp>
        <p:nvSpPr>
          <p:cNvPr id="37893" name="Slide Number Placeholder 7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3F07E51-BD67-4564-A39A-751E13ECDA1D}" type="slidenum">
              <a:rPr lang="en-US" altLang="en-US" sz="1200">
                <a:solidFill>
                  <a:srgbClr val="898989"/>
                </a:solidFill>
                <a:latin typeface="Arial" panose="020B0604020202020204" pitchFamily="34" charset="0"/>
              </a:rPr>
              <a:pPr>
                <a:spcBef>
                  <a:spcPct val="0"/>
                </a:spcBef>
                <a:buFontTx/>
                <a:buNone/>
              </a:pPr>
              <a:t>18</a:t>
            </a:fld>
            <a:endParaRPr lang="en-US" altLang="en-US" sz="1200">
              <a:solidFill>
                <a:srgbClr val="898989"/>
              </a:solidFill>
              <a:latin typeface="Arial" panose="020B0604020202020204" pitchFamily="34" charset="0"/>
            </a:endParaRPr>
          </a:p>
        </p:txBody>
      </p:sp>
      <p:sp>
        <p:nvSpPr>
          <p:cNvPr id="75" name="Footer Placeholder 7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2785FEF-0A5A-4CD6-B4B6-9B70FF634B2B}" type="slidenum">
              <a:rPr lang="en-US" altLang="en-US" sz="1200">
                <a:solidFill>
                  <a:srgbClr val="898989"/>
                </a:solidFill>
                <a:latin typeface="Arial" panose="020B0604020202020204" pitchFamily="34" charset="0"/>
              </a:rPr>
              <a:pPr>
                <a:spcBef>
                  <a:spcPct val="0"/>
                </a:spcBef>
                <a:buFontTx/>
                <a:buNone/>
              </a:pPr>
              <a:t>19</a:t>
            </a:fld>
            <a:endParaRPr lang="en-US" altLang="en-US" sz="1200">
              <a:solidFill>
                <a:srgbClr val="898989"/>
              </a:solidFill>
              <a:latin typeface="Arial" panose="020B0604020202020204" pitchFamily="34" charset="0"/>
            </a:endParaRPr>
          </a:p>
        </p:txBody>
      </p:sp>
      <p:sp>
        <p:nvSpPr>
          <p:cNvPr id="39939" name="Rectangle 2"/>
          <p:cNvSpPr>
            <a:spLocks noGrp="1"/>
          </p:cNvSpPr>
          <p:nvPr>
            <p:ph type="title" idx="4294967295"/>
          </p:nvPr>
        </p:nvSpPr>
        <p:spPr>
          <a:xfrm>
            <a:off x="0" y="274638"/>
            <a:ext cx="8229600" cy="1143000"/>
          </a:xfrm>
        </p:spPr>
        <p:txBody>
          <a:bodyPr/>
          <a:lstStyle/>
          <a:p>
            <a:pPr eaLnBrk="1" hangingPunct="1"/>
            <a:r>
              <a:rPr lang="en-US" altLang="en-GB" smtClean="0"/>
              <a:t>Example continued …</a:t>
            </a:r>
          </a:p>
        </p:txBody>
      </p:sp>
      <p:sp>
        <p:nvSpPr>
          <p:cNvPr id="39940" name="Text Box 4"/>
          <p:cNvSpPr>
            <a:spLocks/>
          </p:cNvSpPr>
          <p:nvPr>
            <p:ph type="body" idx="4294967295"/>
          </p:nvPr>
        </p:nvSpPr>
        <p:spPr>
          <a:xfrm>
            <a:off x="0" y="1481138"/>
            <a:ext cx="8229600" cy="4525962"/>
          </a:xfrm>
          <a:noFill/>
        </p:spPr>
        <p:txBody>
          <a:bodyPr/>
          <a:lstStyle/>
          <a:p>
            <a:pPr algn="just" eaLnBrk="1" hangingPunct="1">
              <a:spcBef>
                <a:spcPct val="50000"/>
              </a:spcBef>
              <a:buFont typeface="Wingdings" panose="05000000000000000000" pitchFamily="2" charset="2"/>
              <a:buNone/>
            </a:pPr>
            <a:r>
              <a:rPr lang="en-US" altLang="en-GB" sz="2600" smtClean="0"/>
              <a:t>	The string aaabbbaaa can be observed to be accepted by the above TM. It can also be observed that the above TM accepts the non-CFL {a</a:t>
            </a:r>
            <a:r>
              <a:rPr lang="en-US" altLang="en-GB" sz="2600" baseline="30000" smtClean="0"/>
              <a:t>n</a:t>
            </a:r>
            <a:r>
              <a:rPr lang="en-US" altLang="en-GB" sz="2600" smtClean="0"/>
              <a:t>b</a:t>
            </a:r>
            <a:r>
              <a:rPr lang="en-US" altLang="en-GB" sz="2600" baseline="30000" smtClean="0"/>
              <a:t>n</a:t>
            </a:r>
            <a:r>
              <a:rPr lang="en-US" altLang="en-GB" sz="2600" smtClean="0"/>
              <a:t>a</a:t>
            </a:r>
            <a:r>
              <a:rPr lang="en-US" altLang="en-GB" sz="2600" baseline="30000" smtClean="0"/>
              <a:t>n</a:t>
            </a:r>
            <a:r>
              <a:rPr lang="en-US" altLang="en-GB" sz="2600" smtClean="0"/>
              <a:t>}.</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8EDA76-30A6-456C-B2C3-FAA476F81429}" type="slidenum">
              <a:rPr lang="en-US" altLang="en-US" sz="1200">
                <a:solidFill>
                  <a:srgbClr val="898989"/>
                </a:solidFill>
                <a:latin typeface="Arial" panose="020B0604020202020204" pitchFamily="34" charset="0"/>
              </a:rPr>
              <a:pPr>
                <a:spcBef>
                  <a:spcPct val="0"/>
                </a:spcBef>
                <a:buFontTx/>
                <a:buNone/>
              </a:pPr>
              <a:t>20</a:t>
            </a:fld>
            <a:endParaRPr lang="en-US" altLang="en-US" sz="1200">
              <a:solidFill>
                <a:srgbClr val="898989"/>
              </a:solidFill>
              <a:latin typeface="Arial" panose="020B0604020202020204" pitchFamily="34" charset="0"/>
            </a:endParaRPr>
          </a:p>
        </p:txBody>
      </p:sp>
      <p:pic>
        <p:nvPicPr>
          <p:cNvPr id="419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50963"/>
            <a:ext cx="9144000"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457200" y="152400"/>
            <a:ext cx="8229600" cy="1139825"/>
          </a:xfrm>
          <a:prstGeom prst="rect">
            <a:avLst/>
          </a:prstGeom>
          <a:noFill/>
          <a:ln w="9525">
            <a:noFill/>
            <a:miter lim="800000"/>
            <a:headEnd/>
            <a:tailEnd/>
          </a:ln>
        </p:spPr>
        <p:txBody>
          <a:bodyPr anchor="ctr"/>
          <a:lstStyle/>
          <a:p>
            <a:pPr>
              <a:defRPr/>
            </a:pPr>
            <a:r>
              <a:rPr lang="en-US" sz="4200" kern="0" dirty="0">
                <a:solidFill>
                  <a:schemeClr val="tx2"/>
                </a:solidFill>
                <a:latin typeface="+mj-lt"/>
                <a:ea typeface="+mj-ea"/>
                <a:cs typeface="+mj-cs"/>
              </a:rPr>
              <a:t>Must have double ‘</a:t>
            </a:r>
            <a:r>
              <a:rPr lang="en-US" sz="4200" kern="0" dirty="0" err="1">
                <a:solidFill>
                  <a:schemeClr val="tx2"/>
                </a:solidFill>
                <a:latin typeface="+mj-lt"/>
                <a:ea typeface="+mj-ea"/>
                <a:cs typeface="+mj-cs"/>
              </a:rPr>
              <a:t>aa</a:t>
            </a:r>
            <a:r>
              <a:rPr lang="en-US" sz="4200" kern="0" dirty="0">
                <a:solidFill>
                  <a:schemeClr val="tx2"/>
                </a:solidFill>
                <a:latin typeface="+mj-lt"/>
                <a:ea typeface="+mj-ea"/>
                <a:cs typeface="+mj-cs"/>
              </a:rPr>
              <a:t>’</a:t>
            </a:r>
            <a:endParaRPr lang="en-US" sz="4200" kern="0" baseline="30000" dirty="0">
              <a:solidFill>
                <a:schemeClr val="tx2"/>
              </a:solidFill>
              <a:latin typeface="+mj-lt"/>
              <a:ea typeface="+mj-ea"/>
              <a:cs typeface="+mj-cs"/>
            </a:endParaRPr>
          </a:p>
        </p:txBody>
      </p:sp>
      <p:sp>
        <p:nvSpPr>
          <p:cNvPr id="41989" name="Rectangle 6"/>
          <p:cNvSpPr>
            <a:spLocks noChangeArrowheads="1"/>
          </p:cNvSpPr>
          <p:nvPr/>
        </p:nvSpPr>
        <p:spPr bwMode="auto">
          <a:xfrm>
            <a:off x="685800" y="5019675"/>
            <a:ext cx="7696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a:latin typeface="Arial" panose="020B0604020202020204" pitchFamily="34" charset="0"/>
              </a:rPr>
              <a:t>1. Those with a double a. They are accepted by the TM.</a:t>
            </a:r>
          </a:p>
          <a:p>
            <a:pPr>
              <a:spcBef>
                <a:spcPct val="0"/>
              </a:spcBef>
              <a:buFontTx/>
              <a:buNone/>
            </a:pPr>
            <a:r>
              <a:rPr lang="en-US" altLang="en-GB" sz="1800">
                <a:latin typeface="Arial" panose="020B0604020202020204" pitchFamily="34" charset="0"/>
              </a:rPr>
              <a:t>2. Those without aa that end in a. They crash.</a:t>
            </a:r>
          </a:p>
          <a:p>
            <a:pPr>
              <a:spcBef>
                <a:spcPct val="0"/>
              </a:spcBef>
              <a:buFontTx/>
              <a:buNone/>
            </a:pPr>
            <a:r>
              <a:rPr lang="en-US" altLang="en-GB" sz="1800">
                <a:latin typeface="Arial" panose="020B0604020202020204" pitchFamily="34" charset="0"/>
              </a:rPr>
              <a:t>3. Those without aa that end in b. They loop forever.</a:t>
            </a:r>
          </a:p>
        </p:txBody>
      </p:sp>
      <p:sp>
        <p:nvSpPr>
          <p:cNvPr id="7" name="Footer Placeholder 6"/>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5F00EC4-A394-4DFE-973E-1C8BB4704454}" type="slidenum">
              <a:rPr lang="en-US" altLang="en-US" sz="120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sp>
        <p:nvSpPr>
          <p:cNvPr id="44035" name="Rectangle 4"/>
          <p:cNvSpPr>
            <a:spLocks noChangeArrowheads="1"/>
          </p:cNvSpPr>
          <p:nvPr/>
        </p:nvSpPr>
        <p:spPr bwMode="auto">
          <a:xfrm>
            <a:off x="381000" y="1481138"/>
            <a:ext cx="82296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altLang="en-GB" sz="1800" b="1">
                <a:latin typeface="Arial" panose="020B0604020202020204" pitchFamily="34" charset="0"/>
              </a:rPr>
              <a:t>DEFINITION</a:t>
            </a:r>
          </a:p>
          <a:p>
            <a:pPr algn="just">
              <a:spcBef>
                <a:spcPct val="0"/>
              </a:spcBef>
              <a:buFontTx/>
              <a:buNone/>
            </a:pPr>
            <a:r>
              <a:rPr lang="en-US" altLang="en-GB" sz="1800">
                <a:latin typeface="Arial" panose="020B0604020202020204" pitchFamily="34" charset="0"/>
              </a:rPr>
              <a:t>Every Turing machine T over the alphabet </a:t>
            </a:r>
            <a:r>
              <a:rPr lang="en-US" altLang="en-GB" sz="1800" b="1">
                <a:latin typeface="Arial" panose="020B0604020202020204" pitchFamily="34" charset="0"/>
              </a:rPr>
              <a:t>divides the set of strings </a:t>
            </a:r>
            <a:r>
              <a:rPr lang="en-US" altLang="en-GB" sz="1800">
                <a:latin typeface="Arial" panose="020B0604020202020204" pitchFamily="34" charset="0"/>
              </a:rPr>
              <a:t>into three classes:</a:t>
            </a:r>
          </a:p>
          <a:p>
            <a:pPr algn="just">
              <a:spcBef>
                <a:spcPct val="0"/>
              </a:spcBef>
              <a:buFontTx/>
              <a:buNone/>
            </a:pPr>
            <a:r>
              <a:rPr lang="en-US" altLang="en-GB" sz="1800">
                <a:latin typeface="Arial" panose="020B0604020202020204" pitchFamily="34" charset="0"/>
              </a:rPr>
              <a:t>1. ACCEPT(T) is the set of all strings leading to a HALT state. This is also called the </a:t>
            </a:r>
            <a:r>
              <a:rPr lang="en-US" altLang="en-GB" sz="1800" i="1">
                <a:latin typeface="Arial" panose="020B0604020202020204" pitchFamily="34" charset="0"/>
              </a:rPr>
              <a:t>language accepted by T.</a:t>
            </a:r>
          </a:p>
          <a:p>
            <a:pPr algn="just">
              <a:spcBef>
                <a:spcPct val="0"/>
              </a:spcBef>
              <a:buFontTx/>
              <a:buNone/>
            </a:pPr>
            <a:r>
              <a:rPr lang="en-US" altLang="en-GB" sz="1800">
                <a:latin typeface="Arial" panose="020B0604020202020204" pitchFamily="34" charset="0"/>
              </a:rPr>
              <a:t>2. REJECT(T) is the set of all strings that crash during execution by moving left from cell i or by being in a state that has no exit edge that wants to read the character the </a:t>
            </a:r>
            <a:r>
              <a:rPr lang="en-US" altLang="en-GB" sz="1800" b="1">
                <a:latin typeface="Arial" panose="020B0604020202020204" pitchFamily="34" charset="0"/>
              </a:rPr>
              <a:t>TAPE HEAD is reading.</a:t>
            </a:r>
          </a:p>
          <a:p>
            <a:pPr algn="just">
              <a:spcBef>
                <a:spcPct val="0"/>
              </a:spcBef>
              <a:buFontTx/>
              <a:buNone/>
            </a:pPr>
            <a:r>
              <a:rPr lang="en-US" altLang="en-GB" sz="1800">
                <a:latin typeface="Arial" panose="020B0604020202020204" pitchFamily="34" charset="0"/>
              </a:rPr>
              <a:t>3. LOOP(T) is the set of all other strings, that is, strings that loop forever while running on </a:t>
            </a:r>
            <a:r>
              <a:rPr lang="en-US" altLang="en-GB" sz="1800" i="1">
                <a:latin typeface="Arial" panose="020B0604020202020204" pitchFamily="34" charset="0"/>
              </a:rPr>
              <a:t>T.</a:t>
            </a:r>
            <a:endParaRPr lang="en-US" altLang="en-GB" sz="1800">
              <a:latin typeface="Arial" panose="020B0604020202020204" pitchFamily="34" charset="0"/>
            </a:endParaRPr>
          </a:p>
        </p:txBody>
      </p:sp>
      <p:sp>
        <p:nvSpPr>
          <p:cNvPr id="4" name="Footer Placeholder 3"/>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78263A7-7702-4E52-AE10-9B370EA45A5B}" type="slidenum">
              <a:rPr lang="en-US" altLang="en-US" sz="120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46083" name="Rectangle 2"/>
          <p:cNvSpPr>
            <a:spLocks noGrp="1"/>
          </p:cNvSpPr>
          <p:nvPr>
            <p:ph type="title" idx="4294967295"/>
          </p:nvPr>
        </p:nvSpPr>
        <p:spPr>
          <a:xfrm>
            <a:off x="0" y="274638"/>
            <a:ext cx="8229600" cy="1143000"/>
          </a:xfrm>
        </p:spPr>
        <p:txBody>
          <a:bodyPr/>
          <a:lstStyle/>
          <a:p>
            <a:pPr eaLnBrk="1" hangingPunct="1"/>
            <a:r>
              <a:rPr lang="en-US" altLang="en-GB" smtClean="0"/>
              <a:t>INSERT subprogram</a:t>
            </a:r>
          </a:p>
        </p:txBody>
      </p:sp>
      <p:sp>
        <p:nvSpPr>
          <p:cNvPr id="46084"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Sometimes, a character is required to be inserted on the TAPE exactly at the spot where the TAPE Head is pointing, so that the character occupies the required cell and the other characters on the TAPE are moved one cell right. The characters to the left of the pointed cell are also required to remain as such. </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7D98375-55E5-4B88-B97A-ED27BE09B700}" type="slidenum">
              <a:rPr lang="en-US" altLang="en-US" sz="120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sp>
        <p:nvSpPr>
          <p:cNvPr id="48131"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600" smtClean="0"/>
              <a:t>In the situation stated above, the part of TM program that executes the process of insertion does not affect the function that the TM is performing. The subprogram of insertion is independent and can be incorporated at any time with any TM program specifying what character to be inserted at what location. The subprogram of insertion can be expressed as</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5"/>
          <p:cNvGrpSpPr>
            <a:grpSpLocks/>
          </p:cNvGrpSpPr>
          <p:nvPr/>
        </p:nvGrpSpPr>
        <p:grpSpPr bwMode="auto">
          <a:xfrm>
            <a:off x="1525588" y="1066800"/>
            <a:ext cx="2592387" cy="457200"/>
            <a:chOff x="961" y="720"/>
            <a:chExt cx="1633" cy="288"/>
          </a:xfrm>
        </p:grpSpPr>
        <p:sp>
          <p:nvSpPr>
            <p:cNvPr id="50191" name="Rectangle 2"/>
            <p:cNvSpPr>
              <a:spLocks noChangeArrowheads="1"/>
            </p:cNvSpPr>
            <p:nvPr/>
          </p:nvSpPr>
          <p:spPr bwMode="auto">
            <a:xfrm>
              <a:off x="1344" y="720"/>
              <a:ext cx="86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INSERT a</a:t>
              </a:r>
            </a:p>
          </p:txBody>
        </p:sp>
        <p:sp>
          <p:nvSpPr>
            <p:cNvPr id="50192" name="Line 3"/>
            <p:cNvSpPr>
              <a:spLocks noChangeShapeType="1"/>
            </p:cNvSpPr>
            <p:nvPr/>
          </p:nvSpPr>
          <p:spPr bwMode="auto">
            <a:xfrm>
              <a:off x="961" y="863"/>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0193" name="Line 4"/>
            <p:cNvSpPr>
              <a:spLocks noChangeShapeType="1"/>
            </p:cNvSpPr>
            <p:nvPr/>
          </p:nvSpPr>
          <p:spPr bwMode="auto">
            <a:xfrm>
              <a:off x="2208" y="864"/>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grpSp>
        <p:nvGrpSpPr>
          <p:cNvPr id="50179" name="Group 6"/>
          <p:cNvGrpSpPr>
            <a:grpSpLocks/>
          </p:cNvGrpSpPr>
          <p:nvPr/>
        </p:nvGrpSpPr>
        <p:grpSpPr bwMode="auto">
          <a:xfrm>
            <a:off x="1600200" y="1828800"/>
            <a:ext cx="2592388" cy="457200"/>
            <a:chOff x="961" y="720"/>
            <a:chExt cx="1633" cy="288"/>
          </a:xfrm>
        </p:grpSpPr>
        <p:sp>
          <p:nvSpPr>
            <p:cNvPr id="50188" name="Rectangle 7"/>
            <p:cNvSpPr>
              <a:spLocks noChangeArrowheads="1"/>
            </p:cNvSpPr>
            <p:nvPr/>
          </p:nvSpPr>
          <p:spPr bwMode="auto">
            <a:xfrm>
              <a:off x="1344" y="720"/>
              <a:ext cx="86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INSERT b</a:t>
              </a:r>
            </a:p>
          </p:txBody>
        </p:sp>
        <p:sp>
          <p:nvSpPr>
            <p:cNvPr id="50189" name="Line 8"/>
            <p:cNvSpPr>
              <a:spLocks noChangeShapeType="1"/>
            </p:cNvSpPr>
            <p:nvPr/>
          </p:nvSpPr>
          <p:spPr bwMode="auto">
            <a:xfrm>
              <a:off x="961" y="863"/>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0190" name="Line 9"/>
            <p:cNvSpPr>
              <a:spLocks noChangeShapeType="1"/>
            </p:cNvSpPr>
            <p:nvPr/>
          </p:nvSpPr>
          <p:spPr bwMode="auto">
            <a:xfrm>
              <a:off x="2208" y="864"/>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grpSp>
        <p:nvGrpSpPr>
          <p:cNvPr id="50180" name="Group 10"/>
          <p:cNvGrpSpPr>
            <a:grpSpLocks/>
          </p:cNvGrpSpPr>
          <p:nvPr/>
        </p:nvGrpSpPr>
        <p:grpSpPr bwMode="auto">
          <a:xfrm>
            <a:off x="1677988" y="2667000"/>
            <a:ext cx="2592387" cy="457200"/>
            <a:chOff x="961" y="720"/>
            <a:chExt cx="1633" cy="288"/>
          </a:xfrm>
        </p:grpSpPr>
        <p:sp>
          <p:nvSpPr>
            <p:cNvPr id="50185" name="Rectangle 11"/>
            <p:cNvSpPr>
              <a:spLocks noChangeArrowheads="1"/>
            </p:cNvSpPr>
            <p:nvPr/>
          </p:nvSpPr>
          <p:spPr bwMode="auto">
            <a:xfrm>
              <a:off x="1344" y="720"/>
              <a:ext cx="86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INSERT #</a:t>
              </a:r>
            </a:p>
          </p:txBody>
        </p:sp>
        <p:sp>
          <p:nvSpPr>
            <p:cNvPr id="50186" name="Line 12"/>
            <p:cNvSpPr>
              <a:spLocks noChangeShapeType="1"/>
            </p:cNvSpPr>
            <p:nvPr/>
          </p:nvSpPr>
          <p:spPr bwMode="auto">
            <a:xfrm>
              <a:off x="961" y="863"/>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0187" name="Line 13"/>
            <p:cNvSpPr>
              <a:spLocks noChangeShapeType="1"/>
            </p:cNvSpPr>
            <p:nvPr/>
          </p:nvSpPr>
          <p:spPr bwMode="auto">
            <a:xfrm>
              <a:off x="2208" y="864"/>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sp>
        <p:nvSpPr>
          <p:cNvPr id="50181" name="Rectangle 94"/>
          <p:cNvSpPr>
            <a:spLocks noChangeArrowheads="1"/>
          </p:cNvSpPr>
          <p:nvPr/>
        </p:nvSpPr>
        <p:spPr bwMode="auto">
          <a:xfrm>
            <a:off x="685800" y="1905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90000"/>
              </a:lnSpc>
              <a:buFontTx/>
              <a:buNone/>
            </a:pPr>
            <a:endParaRPr lang="en-US" altLang="en-GB">
              <a:latin typeface="Times New Roman" panose="02020603050405020304" pitchFamily="18" charset="0"/>
            </a:endParaRPr>
          </a:p>
          <a:p>
            <a:pPr>
              <a:lnSpc>
                <a:spcPct val="90000"/>
              </a:lnSpc>
              <a:buFontTx/>
              <a:buNone/>
            </a:pPr>
            <a:endParaRPr lang="en-US" altLang="en-GB">
              <a:latin typeface="Times New Roman" panose="02020603050405020304" pitchFamily="18" charset="0"/>
            </a:endParaRPr>
          </a:p>
          <a:p>
            <a:pPr>
              <a:lnSpc>
                <a:spcPct val="90000"/>
              </a:lnSpc>
              <a:buFontTx/>
              <a:buNone/>
            </a:pPr>
            <a:endParaRPr lang="en-US" altLang="en-GB">
              <a:latin typeface="Times New Roman" panose="02020603050405020304" pitchFamily="18" charset="0"/>
            </a:endParaRPr>
          </a:p>
          <a:p>
            <a:pPr>
              <a:lnSpc>
                <a:spcPct val="90000"/>
              </a:lnSpc>
              <a:buFontTx/>
              <a:buNone/>
            </a:pPr>
            <a:r>
              <a:rPr lang="en-US" altLang="en-GB" b="1">
                <a:latin typeface="Times New Roman" panose="02020603050405020304" pitchFamily="18" charset="0"/>
              </a:rPr>
              <a:t>	</a:t>
            </a:r>
            <a:endParaRPr lang="en-US" altLang="en-GB">
              <a:latin typeface="Times New Roman" panose="02020603050405020304" pitchFamily="18" charset="0"/>
            </a:endParaRPr>
          </a:p>
        </p:txBody>
      </p:sp>
      <p:sp>
        <p:nvSpPr>
          <p:cNvPr id="50182" name="Rectangle 97"/>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90000"/>
              </a:lnSpc>
              <a:buFontTx/>
              <a:buNone/>
            </a:pPr>
            <a:endParaRPr lang="en-US" altLang="en-GB" sz="2800">
              <a:latin typeface="Times New Roman" panose="02020603050405020304" pitchFamily="18" charset="0"/>
            </a:endParaRPr>
          </a:p>
          <a:p>
            <a:pPr algn="just">
              <a:lnSpc>
                <a:spcPct val="90000"/>
              </a:lnSpc>
              <a:buFontTx/>
              <a:buNone/>
            </a:pPr>
            <a:endParaRPr lang="en-US" altLang="en-GB" sz="2800">
              <a:latin typeface="Times New Roman" panose="02020603050405020304" pitchFamily="18" charset="0"/>
            </a:endParaRPr>
          </a:p>
          <a:p>
            <a:pPr algn="just">
              <a:lnSpc>
                <a:spcPct val="90000"/>
              </a:lnSpc>
              <a:buFontTx/>
              <a:buNone/>
            </a:pPr>
            <a:endParaRPr lang="en-US" altLang="en-GB" sz="2800">
              <a:latin typeface="Times New Roman" panose="02020603050405020304" pitchFamily="18" charset="0"/>
            </a:endParaRPr>
          </a:p>
          <a:p>
            <a:pPr algn="just">
              <a:lnSpc>
                <a:spcPct val="90000"/>
              </a:lnSpc>
              <a:buFontTx/>
              <a:buNone/>
            </a:pPr>
            <a:endParaRPr lang="en-US" altLang="en-GB" sz="2800">
              <a:latin typeface="Times New Roman" panose="02020603050405020304" pitchFamily="18" charset="0"/>
            </a:endParaRPr>
          </a:p>
          <a:p>
            <a:pPr algn="just">
              <a:lnSpc>
                <a:spcPct val="90000"/>
              </a:lnSpc>
              <a:buFontTx/>
              <a:buNone/>
            </a:pPr>
            <a:endParaRPr lang="en-US" altLang="en-GB" sz="2800">
              <a:latin typeface="Times New Roman" panose="02020603050405020304" pitchFamily="18" charset="0"/>
            </a:endParaRPr>
          </a:p>
          <a:p>
            <a:pPr algn="just">
              <a:lnSpc>
                <a:spcPct val="90000"/>
              </a:lnSpc>
              <a:buFontTx/>
              <a:buNone/>
            </a:pPr>
            <a:r>
              <a:rPr lang="en-US" altLang="en-GB" sz="2800">
                <a:latin typeface="Times New Roman" panose="02020603050405020304" pitchFamily="18" charset="0"/>
              </a:rPr>
              <a:t>	The above diagrams show that the characters a,b and # are to be inserted, respectively. Following is an example showing how does the subprogram INSERT perform its function</a:t>
            </a:r>
          </a:p>
        </p:txBody>
      </p:sp>
      <p:sp>
        <p:nvSpPr>
          <p:cNvPr id="50183" name="Slide Number Placeholder 1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28E8AE-FDA7-4A36-A694-8250D73F2697}" type="slidenum">
              <a:rPr lang="en-US" altLang="en-US" sz="120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sp>
        <p:nvSpPr>
          <p:cNvPr id="17" name="Footer Placeholder 16"/>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C4D293-DBBA-48F5-AE47-6C251427C088}" type="slidenum">
              <a:rPr lang="en-US" altLang="en-US" sz="120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sp>
        <p:nvSpPr>
          <p:cNvPr id="52227" name="Rectangle 2"/>
          <p:cNvSpPr>
            <a:spLocks noGrp="1"/>
          </p:cNvSpPr>
          <p:nvPr>
            <p:ph type="title" idx="4294967295"/>
          </p:nvPr>
        </p:nvSpPr>
        <p:spPr>
          <a:xfrm>
            <a:off x="0" y="274638"/>
            <a:ext cx="8229600" cy="1143000"/>
          </a:xfrm>
        </p:spPr>
        <p:txBody>
          <a:bodyPr/>
          <a:lstStyle/>
          <a:p>
            <a:pPr eaLnBrk="1" hangingPunct="1"/>
            <a:r>
              <a:rPr lang="en-US" altLang="en-GB" smtClean="0"/>
              <a:t>Example</a:t>
            </a:r>
          </a:p>
        </p:txBody>
      </p:sp>
      <p:sp>
        <p:nvSpPr>
          <p:cNvPr id="52228"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600" smtClean="0"/>
              <a:t>	If the letter b is inserted at the cell where the TAPE Head is pointing as shown below</a:t>
            </a:r>
          </a:p>
          <a:p>
            <a:pPr algn="just" eaLnBrk="1" hangingPunct="1">
              <a:buFont typeface="Wingdings" panose="05000000000000000000" pitchFamily="2" charset="2"/>
              <a:buNone/>
            </a:pPr>
            <a:r>
              <a:rPr lang="en-US" altLang="en-GB" sz="2600" smtClean="0"/>
              <a:t>	</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	</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then, it is expressed as</a:t>
            </a:r>
          </a:p>
        </p:txBody>
      </p:sp>
      <p:grpSp>
        <p:nvGrpSpPr>
          <p:cNvPr id="52229" name="Group 4"/>
          <p:cNvGrpSpPr>
            <a:grpSpLocks/>
          </p:cNvGrpSpPr>
          <p:nvPr/>
        </p:nvGrpSpPr>
        <p:grpSpPr bwMode="auto">
          <a:xfrm>
            <a:off x="1219200" y="4800600"/>
            <a:ext cx="6096000" cy="685800"/>
            <a:chOff x="960" y="3024"/>
            <a:chExt cx="3840" cy="432"/>
          </a:xfrm>
        </p:grpSpPr>
        <p:sp>
          <p:nvSpPr>
            <p:cNvPr id="52261" name="Line 5"/>
            <p:cNvSpPr>
              <a:spLocks noChangeShapeType="1"/>
            </p:cNvSpPr>
            <p:nvPr/>
          </p:nvSpPr>
          <p:spPr bwMode="auto">
            <a:xfrm>
              <a:off x="96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sp>
          <p:nvSpPr>
            <p:cNvPr id="52262" name="Line 6"/>
            <p:cNvSpPr>
              <a:spLocks noChangeShapeType="1"/>
            </p:cNvSpPr>
            <p:nvPr/>
          </p:nvSpPr>
          <p:spPr bwMode="auto">
            <a:xfrm>
              <a:off x="480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grpSp>
          <p:nvGrpSpPr>
            <p:cNvPr id="52263" name="Group 7"/>
            <p:cNvGrpSpPr>
              <a:grpSpLocks/>
            </p:cNvGrpSpPr>
            <p:nvPr/>
          </p:nvGrpSpPr>
          <p:grpSpPr bwMode="auto">
            <a:xfrm>
              <a:off x="960" y="3024"/>
              <a:ext cx="3840" cy="416"/>
              <a:chOff x="960" y="3024"/>
              <a:chExt cx="3840" cy="416"/>
            </a:xfrm>
          </p:grpSpPr>
          <p:sp>
            <p:nvSpPr>
              <p:cNvPr id="52264" name="Rectangle 8"/>
              <p:cNvSpPr>
                <a:spLocks noChangeArrowheads="1"/>
              </p:cNvSpPr>
              <p:nvPr/>
            </p:nvSpPr>
            <p:spPr bwMode="auto">
              <a:xfrm>
                <a:off x="4102"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52265" name="Rectangle 9"/>
              <p:cNvSpPr>
                <a:spLocks noChangeArrowheads="1"/>
              </p:cNvSpPr>
              <p:nvPr/>
            </p:nvSpPr>
            <p:spPr bwMode="auto">
              <a:xfrm>
                <a:off x="3753"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52266" name="Rectangle 10"/>
              <p:cNvSpPr>
                <a:spLocks noChangeArrowheads="1"/>
              </p:cNvSpPr>
              <p:nvPr/>
            </p:nvSpPr>
            <p:spPr bwMode="auto">
              <a:xfrm>
                <a:off x="3404"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52267" name="Rectangle 11"/>
              <p:cNvSpPr>
                <a:spLocks noChangeArrowheads="1"/>
              </p:cNvSpPr>
              <p:nvPr/>
            </p:nvSpPr>
            <p:spPr bwMode="auto">
              <a:xfrm>
                <a:off x="3055"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2268" name="Rectangle 12"/>
              <p:cNvSpPr>
                <a:spLocks noChangeArrowheads="1"/>
              </p:cNvSpPr>
              <p:nvPr/>
            </p:nvSpPr>
            <p:spPr bwMode="auto">
              <a:xfrm>
                <a:off x="2705" y="3024"/>
                <a:ext cx="35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2269" name="Rectangle 13"/>
              <p:cNvSpPr>
                <a:spLocks noChangeArrowheads="1"/>
              </p:cNvSpPr>
              <p:nvPr/>
            </p:nvSpPr>
            <p:spPr bwMode="auto">
              <a:xfrm>
                <a:off x="2356"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52270" name="Rectangle 14"/>
              <p:cNvSpPr>
                <a:spLocks noChangeArrowheads="1"/>
              </p:cNvSpPr>
              <p:nvPr/>
            </p:nvSpPr>
            <p:spPr bwMode="auto">
              <a:xfrm>
                <a:off x="2007"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52271" name="Rectangle 15"/>
              <p:cNvSpPr>
                <a:spLocks noChangeArrowheads="1"/>
              </p:cNvSpPr>
              <p:nvPr/>
            </p:nvSpPr>
            <p:spPr bwMode="auto">
              <a:xfrm>
                <a:off x="1658"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2272" name="Rectangle 16"/>
              <p:cNvSpPr>
                <a:spLocks noChangeArrowheads="1"/>
              </p:cNvSpPr>
              <p:nvPr/>
            </p:nvSpPr>
            <p:spPr bwMode="auto">
              <a:xfrm>
                <a:off x="960"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52273" name="Line 17"/>
              <p:cNvSpPr>
                <a:spLocks noChangeShapeType="1"/>
              </p:cNvSpPr>
              <p:nvPr/>
            </p:nvSpPr>
            <p:spPr bwMode="auto">
              <a:xfrm>
                <a:off x="960" y="3024"/>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74" name="Line 18"/>
              <p:cNvSpPr>
                <a:spLocks noChangeShapeType="1"/>
              </p:cNvSpPr>
              <p:nvPr/>
            </p:nvSpPr>
            <p:spPr bwMode="auto">
              <a:xfrm>
                <a:off x="960" y="344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75" name="Line 19"/>
              <p:cNvSpPr>
                <a:spLocks noChangeShapeType="1"/>
              </p:cNvSpPr>
              <p:nvPr/>
            </p:nvSpPr>
            <p:spPr bwMode="auto">
              <a:xfrm>
                <a:off x="1658"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76" name="Line 20"/>
              <p:cNvSpPr>
                <a:spLocks noChangeShapeType="1"/>
              </p:cNvSpPr>
              <p:nvPr/>
            </p:nvSpPr>
            <p:spPr bwMode="auto">
              <a:xfrm>
                <a:off x="2007"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77" name="Line 21"/>
              <p:cNvSpPr>
                <a:spLocks noChangeShapeType="1"/>
              </p:cNvSpPr>
              <p:nvPr/>
            </p:nvSpPr>
            <p:spPr bwMode="auto">
              <a:xfrm>
                <a:off x="2356"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78" name="Line 22"/>
              <p:cNvSpPr>
                <a:spLocks noChangeShapeType="1"/>
              </p:cNvSpPr>
              <p:nvPr/>
            </p:nvSpPr>
            <p:spPr bwMode="auto">
              <a:xfrm>
                <a:off x="270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79" name="Line 23"/>
              <p:cNvSpPr>
                <a:spLocks noChangeShapeType="1"/>
              </p:cNvSpPr>
              <p:nvPr/>
            </p:nvSpPr>
            <p:spPr bwMode="auto">
              <a:xfrm>
                <a:off x="305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80" name="Line 24"/>
              <p:cNvSpPr>
                <a:spLocks noChangeShapeType="1"/>
              </p:cNvSpPr>
              <p:nvPr/>
            </p:nvSpPr>
            <p:spPr bwMode="auto">
              <a:xfrm>
                <a:off x="3404"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81" name="Line 25"/>
              <p:cNvSpPr>
                <a:spLocks noChangeShapeType="1"/>
              </p:cNvSpPr>
              <p:nvPr/>
            </p:nvSpPr>
            <p:spPr bwMode="auto">
              <a:xfrm>
                <a:off x="3753"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82" name="Line 26"/>
              <p:cNvSpPr>
                <a:spLocks noChangeShapeType="1"/>
              </p:cNvSpPr>
              <p:nvPr/>
            </p:nvSpPr>
            <p:spPr bwMode="auto">
              <a:xfrm>
                <a:off x="4102"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grpSp>
      </p:grpSp>
      <p:sp>
        <p:nvSpPr>
          <p:cNvPr id="52230" name="AutoShape 27"/>
          <p:cNvSpPr>
            <a:spLocks noChangeArrowheads="1"/>
          </p:cNvSpPr>
          <p:nvPr/>
        </p:nvSpPr>
        <p:spPr bwMode="auto">
          <a:xfrm rot="10800000">
            <a:off x="3581400" y="5562600"/>
            <a:ext cx="304800" cy="38100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nvGrpSpPr>
          <p:cNvPr id="52231" name="Group 28"/>
          <p:cNvGrpSpPr>
            <a:grpSpLocks/>
          </p:cNvGrpSpPr>
          <p:nvPr/>
        </p:nvGrpSpPr>
        <p:grpSpPr bwMode="auto">
          <a:xfrm>
            <a:off x="2436813" y="6019800"/>
            <a:ext cx="2592387" cy="457200"/>
            <a:chOff x="961" y="720"/>
            <a:chExt cx="1633" cy="288"/>
          </a:xfrm>
        </p:grpSpPr>
        <p:sp>
          <p:nvSpPr>
            <p:cNvPr id="52258" name="Rectangle 29"/>
            <p:cNvSpPr>
              <a:spLocks noChangeArrowheads="1"/>
            </p:cNvSpPr>
            <p:nvPr/>
          </p:nvSpPr>
          <p:spPr bwMode="auto">
            <a:xfrm>
              <a:off x="1344" y="720"/>
              <a:ext cx="86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INSERT b</a:t>
              </a:r>
            </a:p>
          </p:txBody>
        </p:sp>
        <p:sp>
          <p:nvSpPr>
            <p:cNvPr id="52259" name="Line 30"/>
            <p:cNvSpPr>
              <a:spLocks noChangeShapeType="1"/>
            </p:cNvSpPr>
            <p:nvPr/>
          </p:nvSpPr>
          <p:spPr bwMode="auto">
            <a:xfrm>
              <a:off x="961" y="863"/>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2260" name="Line 31"/>
            <p:cNvSpPr>
              <a:spLocks noChangeShapeType="1"/>
            </p:cNvSpPr>
            <p:nvPr/>
          </p:nvSpPr>
          <p:spPr bwMode="auto">
            <a:xfrm>
              <a:off x="2208" y="864"/>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grpSp>
        <p:nvGrpSpPr>
          <p:cNvPr id="52232" name="Group 38"/>
          <p:cNvGrpSpPr>
            <a:grpSpLocks/>
          </p:cNvGrpSpPr>
          <p:nvPr/>
        </p:nvGrpSpPr>
        <p:grpSpPr bwMode="auto">
          <a:xfrm>
            <a:off x="1219200" y="3067050"/>
            <a:ext cx="6096000" cy="1143000"/>
            <a:chOff x="768" y="3312"/>
            <a:chExt cx="3840" cy="720"/>
          </a:xfrm>
        </p:grpSpPr>
        <p:grpSp>
          <p:nvGrpSpPr>
            <p:cNvPr id="52234" name="Group 39"/>
            <p:cNvGrpSpPr>
              <a:grpSpLocks/>
            </p:cNvGrpSpPr>
            <p:nvPr/>
          </p:nvGrpSpPr>
          <p:grpSpPr bwMode="auto">
            <a:xfrm>
              <a:off x="768" y="3312"/>
              <a:ext cx="3840" cy="432"/>
              <a:chOff x="960" y="3024"/>
              <a:chExt cx="3840" cy="432"/>
            </a:xfrm>
          </p:grpSpPr>
          <p:sp>
            <p:nvSpPr>
              <p:cNvPr id="52236" name="Line 40"/>
              <p:cNvSpPr>
                <a:spLocks noChangeShapeType="1"/>
              </p:cNvSpPr>
              <p:nvPr/>
            </p:nvSpPr>
            <p:spPr bwMode="auto">
              <a:xfrm>
                <a:off x="96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sp>
            <p:nvSpPr>
              <p:cNvPr id="52237" name="Line 41"/>
              <p:cNvSpPr>
                <a:spLocks noChangeShapeType="1"/>
              </p:cNvSpPr>
              <p:nvPr/>
            </p:nvSpPr>
            <p:spPr bwMode="auto">
              <a:xfrm>
                <a:off x="480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grpSp>
            <p:nvGrpSpPr>
              <p:cNvPr id="52238" name="Group 42"/>
              <p:cNvGrpSpPr>
                <a:grpSpLocks/>
              </p:cNvGrpSpPr>
              <p:nvPr/>
            </p:nvGrpSpPr>
            <p:grpSpPr bwMode="auto">
              <a:xfrm>
                <a:off x="960" y="3024"/>
                <a:ext cx="3840" cy="416"/>
                <a:chOff x="960" y="3024"/>
                <a:chExt cx="3840" cy="416"/>
              </a:xfrm>
            </p:grpSpPr>
            <p:sp>
              <p:nvSpPr>
                <p:cNvPr id="52239" name="Rectangle 43"/>
                <p:cNvSpPr>
                  <a:spLocks noChangeArrowheads="1"/>
                </p:cNvSpPr>
                <p:nvPr/>
              </p:nvSpPr>
              <p:spPr bwMode="auto">
                <a:xfrm>
                  <a:off x="4102"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52240" name="Rectangle 44"/>
                <p:cNvSpPr>
                  <a:spLocks noChangeArrowheads="1"/>
                </p:cNvSpPr>
                <p:nvPr/>
              </p:nvSpPr>
              <p:spPr bwMode="auto">
                <a:xfrm>
                  <a:off x="3753"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52241" name="Rectangle 45"/>
                <p:cNvSpPr>
                  <a:spLocks noChangeArrowheads="1"/>
                </p:cNvSpPr>
                <p:nvPr/>
              </p:nvSpPr>
              <p:spPr bwMode="auto">
                <a:xfrm>
                  <a:off x="3404"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52242" name="Rectangle 46"/>
                <p:cNvSpPr>
                  <a:spLocks noChangeArrowheads="1"/>
                </p:cNvSpPr>
                <p:nvPr/>
              </p:nvSpPr>
              <p:spPr bwMode="auto">
                <a:xfrm>
                  <a:off x="3055"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2243" name="Rectangle 47"/>
                <p:cNvSpPr>
                  <a:spLocks noChangeArrowheads="1"/>
                </p:cNvSpPr>
                <p:nvPr/>
              </p:nvSpPr>
              <p:spPr bwMode="auto">
                <a:xfrm>
                  <a:off x="2705" y="3024"/>
                  <a:ext cx="35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2244" name="Rectangle 48"/>
                <p:cNvSpPr>
                  <a:spLocks noChangeArrowheads="1"/>
                </p:cNvSpPr>
                <p:nvPr/>
              </p:nvSpPr>
              <p:spPr bwMode="auto">
                <a:xfrm>
                  <a:off x="2356"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52245" name="Rectangle 49"/>
                <p:cNvSpPr>
                  <a:spLocks noChangeArrowheads="1"/>
                </p:cNvSpPr>
                <p:nvPr/>
              </p:nvSpPr>
              <p:spPr bwMode="auto">
                <a:xfrm>
                  <a:off x="2007"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52246" name="Rectangle 50"/>
                <p:cNvSpPr>
                  <a:spLocks noChangeArrowheads="1"/>
                </p:cNvSpPr>
                <p:nvPr/>
              </p:nvSpPr>
              <p:spPr bwMode="auto">
                <a:xfrm>
                  <a:off x="1658"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2247" name="Rectangle 51"/>
                <p:cNvSpPr>
                  <a:spLocks noChangeArrowheads="1"/>
                </p:cNvSpPr>
                <p:nvPr/>
              </p:nvSpPr>
              <p:spPr bwMode="auto">
                <a:xfrm>
                  <a:off x="960"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52248" name="Line 52"/>
                <p:cNvSpPr>
                  <a:spLocks noChangeShapeType="1"/>
                </p:cNvSpPr>
                <p:nvPr/>
              </p:nvSpPr>
              <p:spPr bwMode="auto">
                <a:xfrm>
                  <a:off x="960" y="3024"/>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49" name="Line 53"/>
                <p:cNvSpPr>
                  <a:spLocks noChangeShapeType="1"/>
                </p:cNvSpPr>
                <p:nvPr/>
              </p:nvSpPr>
              <p:spPr bwMode="auto">
                <a:xfrm>
                  <a:off x="960" y="344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0" name="Line 54"/>
                <p:cNvSpPr>
                  <a:spLocks noChangeShapeType="1"/>
                </p:cNvSpPr>
                <p:nvPr/>
              </p:nvSpPr>
              <p:spPr bwMode="auto">
                <a:xfrm>
                  <a:off x="1658"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1" name="Line 55"/>
                <p:cNvSpPr>
                  <a:spLocks noChangeShapeType="1"/>
                </p:cNvSpPr>
                <p:nvPr/>
              </p:nvSpPr>
              <p:spPr bwMode="auto">
                <a:xfrm>
                  <a:off x="2007"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2" name="Line 56"/>
                <p:cNvSpPr>
                  <a:spLocks noChangeShapeType="1"/>
                </p:cNvSpPr>
                <p:nvPr/>
              </p:nvSpPr>
              <p:spPr bwMode="auto">
                <a:xfrm>
                  <a:off x="2356"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3" name="Line 57"/>
                <p:cNvSpPr>
                  <a:spLocks noChangeShapeType="1"/>
                </p:cNvSpPr>
                <p:nvPr/>
              </p:nvSpPr>
              <p:spPr bwMode="auto">
                <a:xfrm>
                  <a:off x="270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4" name="Line 58"/>
                <p:cNvSpPr>
                  <a:spLocks noChangeShapeType="1"/>
                </p:cNvSpPr>
                <p:nvPr/>
              </p:nvSpPr>
              <p:spPr bwMode="auto">
                <a:xfrm>
                  <a:off x="305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5" name="Line 59"/>
                <p:cNvSpPr>
                  <a:spLocks noChangeShapeType="1"/>
                </p:cNvSpPr>
                <p:nvPr/>
              </p:nvSpPr>
              <p:spPr bwMode="auto">
                <a:xfrm>
                  <a:off x="3404"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6" name="Line 60"/>
                <p:cNvSpPr>
                  <a:spLocks noChangeShapeType="1"/>
                </p:cNvSpPr>
                <p:nvPr/>
              </p:nvSpPr>
              <p:spPr bwMode="auto">
                <a:xfrm>
                  <a:off x="3753"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2257" name="Line 61"/>
                <p:cNvSpPr>
                  <a:spLocks noChangeShapeType="1"/>
                </p:cNvSpPr>
                <p:nvPr/>
              </p:nvSpPr>
              <p:spPr bwMode="auto">
                <a:xfrm>
                  <a:off x="4102"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grpSp>
        </p:grpSp>
        <p:sp>
          <p:nvSpPr>
            <p:cNvPr id="52235" name="AutoShape 62"/>
            <p:cNvSpPr>
              <a:spLocks noChangeArrowheads="1"/>
            </p:cNvSpPr>
            <p:nvPr/>
          </p:nvSpPr>
          <p:spPr bwMode="auto">
            <a:xfrm rot="10800000">
              <a:off x="2256" y="3792"/>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58" name="Footer Placeholder 57"/>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F292194-2535-4FF5-9BB3-DF1BD89EA318}" type="slidenum">
              <a:rPr lang="en-US" altLang="en-US" sz="120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sp>
        <p:nvSpPr>
          <p:cNvPr id="54275"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The function of subprogram INSERT b can be observed from the following diagram</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	</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Following is the INSERT subprogram</a:t>
            </a:r>
          </a:p>
        </p:txBody>
      </p:sp>
      <p:grpSp>
        <p:nvGrpSpPr>
          <p:cNvPr id="54276" name="Group 105"/>
          <p:cNvGrpSpPr>
            <a:grpSpLocks/>
          </p:cNvGrpSpPr>
          <p:nvPr/>
        </p:nvGrpSpPr>
        <p:grpSpPr bwMode="auto">
          <a:xfrm>
            <a:off x="1295400" y="3124200"/>
            <a:ext cx="6096000" cy="990600"/>
            <a:chOff x="960" y="3120"/>
            <a:chExt cx="3840" cy="624"/>
          </a:xfrm>
        </p:grpSpPr>
        <p:sp>
          <p:nvSpPr>
            <p:cNvPr id="54278" name="Rectangle 44"/>
            <p:cNvSpPr>
              <a:spLocks noChangeArrowheads="1"/>
            </p:cNvSpPr>
            <p:nvPr/>
          </p:nvSpPr>
          <p:spPr bwMode="auto">
            <a:xfrm>
              <a:off x="4160" y="3120"/>
              <a:ext cx="6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54279" name="Rectangle 43"/>
            <p:cNvSpPr>
              <a:spLocks noChangeArrowheads="1"/>
            </p:cNvSpPr>
            <p:nvPr/>
          </p:nvSpPr>
          <p:spPr bwMode="auto">
            <a:xfrm>
              <a:off x="384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54280" name="Rectangle 42"/>
            <p:cNvSpPr>
              <a:spLocks noChangeArrowheads="1"/>
            </p:cNvSpPr>
            <p:nvPr/>
          </p:nvSpPr>
          <p:spPr bwMode="auto">
            <a:xfrm>
              <a:off x="352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X</a:t>
              </a:r>
            </a:p>
          </p:txBody>
        </p:sp>
        <p:sp>
          <p:nvSpPr>
            <p:cNvPr id="54281" name="Rectangle 41"/>
            <p:cNvSpPr>
              <a:spLocks noChangeArrowheads="1"/>
            </p:cNvSpPr>
            <p:nvPr/>
          </p:nvSpPr>
          <p:spPr bwMode="auto">
            <a:xfrm>
              <a:off x="320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4282" name="Rectangle 40"/>
            <p:cNvSpPr>
              <a:spLocks noChangeArrowheads="1"/>
            </p:cNvSpPr>
            <p:nvPr/>
          </p:nvSpPr>
          <p:spPr bwMode="auto">
            <a:xfrm>
              <a:off x="288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4283" name="Rectangle 39"/>
            <p:cNvSpPr>
              <a:spLocks noChangeArrowheads="1"/>
            </p:cNvSpPr>
            <p:nvPr/>
          </p:nvSpPr>
          <p:spPr bwMode="auto">
            <a:xfrm>
              <a:off x="256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54284" name="Rectangle 38"/>
            <p:cNvSpPr>
              <a:spLocks noChangeArrowheads="1"/>
            </p:cNvSpPr>
            <p:nvPr/>
          </p:nvSpPr>
          <p:spPr bwMode="auto">
            <a:xfrm>
              <a:off x="224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4285" name="Rectangle 37"/>
            <p:cNvSpPr>
              <a:spLocks noChangeArrowheads="1"/>
            </p:cNvSpPr>
            <p:nvPr/>
          </p:nvSpPr>
          <p:spPr bwMode="auto">
            <a:xfrm>
              <a:off x="192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54286" name="Rectangle 36"/>
            <p:cNvSpPr>
              <a:spLocks noChangeArrowheads="1"/>
            </p:cNvSpPr>
            <p:nvPr/>
          </p:nvSpPr>
          <p:spPr bwMode="auto">
            <a:xfrm>
              <a:off x="160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54287" name="Rectangle 34"/>
            <p:cNvSpPr>
              <a:spLocks noChangeArrowheads="1"/>
            </p:cNvSpPr>
            <p:nvPr/>
          </p:nvSpPr>
          <p:spPr bwMode="auto">
            <a:xfrm>
              <a:off x="960" y="3120"/>
              <a:ext cx="6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54288" name="Line 46"/>
            <p:cNvSpPr>
              <a:spLocks noChangeShapeType="1"/>
            </p:cNvSpPr>
            <p:nvPr/>
          </p:nvSpPr>
          <p:spPr bwMode="auto">
            <a:xfrm>
              <a:off x="960" y="312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89" name="Line 47"/>
            <p:cNvSpPr>
              <a:spLocks noChangeShapeType="1"/>
            </p:cNvSpPr>
            <p:nvPr/>
          </p:nvSpPr>
          <p:spPr bwMode="auto">
            <a:xfrm>
              <a:off x="960" y="3446"/>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0" name="Line 50"/>
            <p:cNvSpPr>
              <a:spLocks noChangeShapeType="1"/>
            </p:cNvSpPr>
            <p:nvPr/>
          </p:nvSpPr>
          <p:spPr bwMode="auto">
            <a:xfrm>
              <a:off x="160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1" name="Line 51"/>
            <p:cNvSpPr>
              <a:spLocks noChangeShapeType="1"/>
            </p:cNvSpPr>
            <p:nvPr/>
          </p:nvSpPr>
          <p:spPr bwMode="auto">
            <a:xfrm>
              <a:off x="192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2" name="Line 52"/>
            <p:cNvSpPr>
              <a:spLocks noChangeShapeType="1"/>
            </p:cNvSpPr>
            <p:nvPr/>
          </p:nvSpPr>
          <p:spPr bwMode="auto">
            <a:xfrm>
              <a:off x="224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3" name="Line 53"/>
            <p:cNvSpPr>
              <a:spLocks noChangeShapeType="1"/>
            </p:cNvSpPr>
            <p:nvPr/>
          </p:nvSpPr>
          <p:spPr bwMode="auto">
            <a:xfrm>
              <a:off x="256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4" name="Line 54"/>
            <p:cNvSpPr>
              <a:spLocks noChangeShapeType="1"/>
            </p:cNvSpPr>
            <p:nvPr/>
          </p:nvSpPr>
          <p:spPr bwMode="auto">
            <a:xfrm>
              <a:off x="288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5" name="Line 55"/>
            <p:cNvSpPr>
              <a:spLocks noChangeShapeType="1"/>
            </p:cNvSpPr>
            <p:nvPr/>
          </p:nvSpPr>
          <p:spPr bwMode="auto">
            <a:xfrm>
              <a:off x="320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6" name="Line 56"/>
            <p:cNvSpPr>
              <a:spLocks noChangeShapeType="1"/>
            </p:cNvSpPr>
            <p:nvPr/>
          </p:nvSpPr>
          <p:spPr bwMode="auto">
            <a:xfrm>
              <a:off x="352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7" name="Line 57"/>
            <p:cNvSpPr>
              <a:spLocks noChangeShapeType="1"/>
            </p:cNvSpPr>
            <p:nvPr/>
          </p:nvSpPr>
          <p:spPr bwMode="auto">
            <a:xfrm>
              <a:off x="384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8" name="Line 58"/>
            <p:cNvSpPr>
              <a:spLocks noChangeShapeType="1"/>
            </p:cNvSpPr>
            <p:nvPr/>
          </p:nvSpPr>
          <p:spPr bwMode="auto">
            <a:xfrm>
              <a:off x="416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4299" name="AutoShape 66"/>
            <p:cNvSpPr>
              <a:spLocks noChangeArrowheads="1"/>
            </p:cNvSpPr>
            <p:nvPr/>
          </p:nvSpPr>
          <p:spPr bwMode="auto">
            <a:xfrm rot="10800000">
              <a:off x="2616" y="3504"/>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28" name="Footer Placeholder 27"/>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51F74D4-24A1-441C-96E9-7095D45A64B7}" type="slidenum">
              <a:rPr lang="en-US" altLang="en-US" sz="1200">
                <a:solidFill>
                  <a:srgbClr val="898989"/>
                </a:solidFill>
                <a:latin typeface="Arial" panose="020B0604020202020204" pitchFamily="34" charset="0"/>
              </a:rPr>
              <a:pPr>
                <a:spcBef>
                  <a:spcPct val="0"/>
                </a:spcBef>
                <a:buFontTx/>
                <a:buNone/>
              </a:pPr>
              <a:t>27</a:t>
            </a:fld>
            <a:endParaRPr lang="en-US" altLang="en-US" sz="1200">
              <a:solidFill>
                <a:srgbClr val="898989"/>
              </a:solidFill>
              <a:latin typeface="Arial" panose="020B0604020202020204" pitchFamily="34" charset="0"/>
            </a:endParaRPr>
          </a:p>
        </p:txBody>
      </p:sp>
      <p:sp>
        <p:nvSpPr>
          <p:cNvPr id="56323" name="Rectangle 2"/>
          <p:cNvSpPr>
            <a:spLocks noGrp="1"/>
          </p:cNvSpPr>
          <p:nvPr>
            <p:ph type="title" idx="4294967295"/>
          </p:nvPr>
        </p:nvSpPr>
        <p:spPr>
          <a:xfrm>
            <a:off x="0" y="274638"/>
            <a:ext cx="8229600" cy="1143000"/>
          </a:xfrm>
        </p:spPr>
        <p:txBody>
          <a:bodyPr/>
          <a:lstStyle/>
          <a:p>
            <a:pPr eaLnBrk="1" hangingPunct="1"/>
            <a:r>
              <a:rPr lang="en-US" altLang="en-GB" smtClean="0"/>
              <a:t>The subprogram INSERT</a:t>
            </a:r>
          </a:p>
        </p:txBody>
      </p:sp>
      <p:sp>
        <p:nvSpPr>
          <p:cNvPr id="56324"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Keeping in view the same example of inserting b at specified location, to determine the required subprogram, first Q will be inserted as marker at the required location, so that the TAPE Head must be able to locate the proper cell to the right of the insertion cell. The whole subprogram INSERT is given as</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370" name="Group 112"/>
          <p:cNvGrpSpPr>
            <a:grpSpLocks/>
          </p:cNvGrpSpPr>
          <p:nvPr/>
        </p:nvGrpSpPr>
        <p:grpSpPr bwMode="auto">
          <a:xfrm>
            <a:off x="247650" y="93663"/>
            <a:ext cx="8743950" cy="6607175"/>
            <a:chOff x="84" y="59"/>
            <a:chExt cx="5508" cy="4162"/>
          </a:xfrm>
        </p:grpSpPr>
        <p:grpSp>
          <p:nvGrpSpPr>
            <p:cNvPr id="58373" name="Group 2"/>
            <p:cNvGrpSpPr>
              <a:grpSpLocks/>
            </p:cNvGrpSpPr>
            <p:nvPr/>
          </p:nvGrpSpPr>
          <p:grpSpPr bwMode="auto">
            <a:xfrm rot="5400000">
              <a:off x="1830" y="1531"/>
              <a:ext cx="451" cy="350"/>
              <a:chOff x="726" y="2634"/>
              <a:chExt cx="566" cy="413"/>
            </a:xfrm>
          </p:grpSpPr>
          <p:sp>
            <p:nvSpPr>
              <p:cNvPr id="58456" name="Oval 3"/>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457" name="Text Box 4"/>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sp>
          <p:nvSpPr>
            <p:cNvPr id="58374" name="Freeform 5"/>
            <p:cNvSpPr>
              <a:spLocks/>
            </p:cNvSpPr>
            <p:nvPr/>
          </p:nvSpPr>
          <p:spPr bwMode="auto">
            <a:xfrm rot="5400000" flipH="1" flipV="1">
              <a:off x="1312" y="852"/>
              <a:ext cx="1080" cy="291"/>
            </a:xfrm>
            <a:custGeom>
              <a:avLst/>
              <a:gdLst>
                <a:gd name="T0" fmla="*/ 0 w 2176"/>
                <a:gd name="T1" fmla="*/ 26 h 336"/>
                <a:gd name="T2" fmla="*/ 0 w 2176"/>
                <a:gd name="T3" fmla="*/ 2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58375" name="Group 6"/>
            <p:cNvGrpSpPr>
              <a:grpSpLocks/>
            </p:cNvGrpSpPr>
            <p:nvPr/>
          </p:nvGrpSpPr>
          <p:grpSpPr bwMode="auto">
            <a:xfrm rot="5400000">
              <a:off x="1794" y="113"/>
              <a:ext cx="482" cy="373"/>
              <a:chOff x="726" y="2634"/>
              <a:chExt cx="566" cy="413"/>
            </a:xfrm>
          </p:grpSpPr>
          <p:sp>
            <p:nvSpPr>
              <p:cNvPr id="58454" name="Oval 7"/>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455" name="Text Box 8"/>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sp>
          <p:nvSpPr>
            <p:cNvPr id="58376" name="Freeform 9"/>
            <p:cNvSpPr>
              <a:spLocks/>
            </p:cNvSpPr>
            <p:nvPr/>
          </p:nvSpPr>
          <p:spPr bwMode="auto">
            <a:xfrm rot="5400000">
              <a:off x="1677" y="863"/>
              <a:ext cx="1079" cy="291"/>
            </a:xfrm>
            <a:custGeom>
              <a:avLst/>
              <a:gdLst>
                <a:gd name="T0" fmla="*/ 0 w 2176"/>
                <a:gd name="T1" fmla="*/ 26 h 336"/>
                <a:gd name="T2" fmla="*/ 0 w 2176"/>
                <a:gd name="T3" fmla="*/ 2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377" name="Oval 13"/>
            <p:cNvSpPr>
              <a:spLocks noChangeArrowheads="1"/>
            </p:cNvSpPr>
            <p:nvPr/>
          </p:nvSpPr>
          <p:spPr bwMode="auto">
            <a:xfrm rot="5400000">
              <a:off x="1922" y="2923"/>
              <a:ext cx="321" cy="342"/>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378" name="Text Box 14"/>
            <p:cNvSpPr txBox="1">
              <a:spLocks noChangeArrowheads="1"/>
            </p:cNvSpPr>
            <p:nvPr/>
          </p:nvSpPr>
          <p:spPr bwMode="auto">
            <a:xfrm rot="5400000">
              <a:off x="1869" y="2930"/>
              <a:ext cx="45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sp>
          <p:nvSpPr>
            <p:cNvPr id="58379" name="Freeform 15"/>
            <p:cNvSpPr>
              <a:spLocks/>
            </p:cNvSpPr>
            <p:nvPr/>
          </p:nvSpPr>
          <p:spPr bwMode="auto">
            <a:xfrm rot="5400000" flipH="1" flipV="1">
              <a:off x="1344" y="2244"/>
              <a:ext cx="1080" cy="291"/>
            </a:xfrm>
            <a:custGeom>
              <a:avLst/>
              <a:gdLst>
                <a:gd name="T0" fmla="*/ 0 w 2176"/>
                <a:gd name="T1" fmla="*/ 26 h 336"/>
                <a:gd name="T2" fmla="*/ 0 w 2176"/>
                <a:gd name="T3" fmla="*/ 2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380" name="Freeform 19"/>
            <p:cNvSpPr>
              <a:spLocks/>
            </p:cNvSpPr>
            <p:nvPr/>
          </p:nvSpPr>
          <p:spPr bwMode="auto">
            <a:xfrm rot="5400000">
              <a:off x="1709" y="2255"/>
              <a:ext cx="1079" cy="291"/>
            </a:xfrm>
            <a:custGeom>
              <a:avLst/>
              <a:gdLst>
                <a:gd name="T0" fmla="*/ 0 w 2176"/>
                <a:gd name="T1" fmla="*/ 26 h 336"/>
                <a:gd name="T2" fmla="*/ 0 w 2176"/>
                <a:gd name="T3" fmla="*/ 2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58381" name="Group 52"/>
            <p:cNvGrpSpPr>
              <a:grpSpLocks/>
            </p:cNvGrpSpPr>
            <p:nvPr/>
          </p:nvGrpSpPr>
          <p:grpSpPr bwMode="auto">
            <a:xfrm>
              <a:off x="2217" y="1480"/>
              <a:ext cx="350" cy="404"/>
              <a:chOff x="2217" y="1808"/>
              <a:chExt cx="350" cy="404"/>
            </a:xfrm>
          </p:grpSpPr>
          <p:sp>
            <p:nvSpPr>
              <p:cNvPr id="58451" name="Freeform 22"/>
              <p:cNvSpPr>
                <a:spLocks/>
              </p:cNvSpPr>
              <p:nvPr/>
            </p:nvSpPr>
            <p:spPr bwMode="auto">
              <a:xfrm rot="6000000">
                <a:off x="2194" y="1839"/>
                <a:ext cx="404" cy="342"/>
              </a:xfrm>
              <a:custGeom>
                <a:avLst/>
                <a:gdLst>
                  <a:gd name="T0" fmla="*/ 160 w 408"/>
                  <a:gd name="T1" fmla="*/ 62 h 378"/>
                  <a:gd name="T2" fmla="*/ 249 w 408"/>
                  <a:gd name="T3" fmla="*/ 60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52" name="Freeform 23"/>
              <p:cNvSpPr>
                <a:spLocks/>
              </p:cNvSpPr>
              <p:nvPr/>
            </p:nvSpPr>
            <p:spPr bwMode="auto">
              <a:xfrm rot="5400000">
                <a:off x="2224" y="2077"/>
                <a:ext cx="36" cy="44"/>
              </a:xfrm>
              <a:custGeom>
                <a:avLst/>
                <a:gdLst>
                  <a:gd name="T0" fmla="*/ 0 w 36"/>
                  <a:gd name="T1" fmla="*/ 95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53" name="Freeform 24"/>
              <p:cNvSpPr>
                <a:spLocks/>
              </p:cNvSpPr>
              <p:nvPr/>
            </p:nvSpPr>
            <p:spPr bwMode="auto">
              <a:xfrm rot="5400000">
                <a:off x="2240" y="2052"/>
                <a:ext cx="3" cy="50"/>
              </a:xfrm>
              <a:custGeom>
                <a:avLst/>
                <a:gdLst>
                  <a:gd name="T0" fmla="*/ 0 w 3"/>
                  <a:gd name="T1" fmla="*/ 0 h 48"/>
                  <a:gd name="T2" fmla="*/ 3 w 3"/>
                  <a:gd name="T3" fmla="*/ 9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58382" name="Group 53"/>
            <p:cNvGrpSpPr>
              <a:grpSpLocks/>
            </p:cNvGrpSpPr>
            <p:nvPr/>
          </p:nvGrpSpPr>
          <p:grpSpPr bwMode="auto">
            <a:xfrm>
              <a:off x="1608" y="3025"/>
              <a:ext cx="342" cy="404"/>
              <a:chOff x="1608" y="3349"/>
              <a:chExt cx="342" cy="404"/>
            </a:xfrm>
          </p:grpSpPr>
          <p:sp>
            <p:nvSpPr>
              <p:cNvPr id="58448" name="Freeform 30"/>
              <p:cNvSpPr>
                <a:spLocks/>
              </p:cNvSpPr>
              <p:nvPr/>
            </p:nvSpPr>
            <p:spPr bwMode="auto">
              <a:xfrm rot="-6300000">
                <a:off x="1577" y="3380"/>
                <a:ext cx="404" cy="342"/>
              </a:xfrm>
              <a:custGeom>
                <a:avLst/>
                <a:gdLst>
                  <a:gd name="T0" fmla="*/ 160 w 408"/>
                  <a:gd name="T1" fmla="*/ 62 h 378"/>
                  <a:gd name="T2" fmla="*/ 249 w 408"/>
                  <a:gd name="T3" fmla="*/ 60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49" name="Freeform 31"/>
              <p:cNvSpPr>
                <a:spLocks/>
              </p:cNvSpPr>
              <p:nvPr/>
            </p:nvSpPr>
            <p:spPr bwMode="auto">
              <a:xfrm rot="-6900000">
                <a:off x="1863" y="3383"/>
                <a:ext cx="36" cy="44"/>
              </a:xfrm>
              <a:custGeom>
                <a:avLst/>
                <a:gdLst>
                  <a:gd name="T0" fmla="*/ 0 w 36"/>
                  <a:gd name="T1" fmla="*/ 95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50" name="Freeform 32"/>
              <p:cNvSpPr>
                <a:spLocks/>
              </p:cNvSpPr>
              <p:nvPr/>
            </p:nvSpPr>
            <p:spPr bwMode="auto">
              <a:xfrm rot="-6900000">
                <a:off x="1888" y="3400"/>
                <a:ext cx="3" cy="50"/>
              </a:xfrm>
              <a:custGeom>
                <a:avLst/>
                <a:gdLst>
                  <a:gd name="T0" fmla="*/ 0 w 3"/>
                  <a:gd name="T1" fmla="*/ 0 h 48"/>
                  <a:gd name="T2" fmla="*/ 3 w 3"/>
                  <a:gd name="T3" fmla="*/ 9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58383" name="Group 37"/>
            <p:cNvGrpSpPr>
              <a:grpSpLocks/>
            </p:cNvGrpSpPr>
            <p:nvPr/>
          </p:nvGrpSpPr>
          <p:grpSpPr bwMode="auto">
            <a:xfrm rot="5400000">
              <a:off x="426" y="1516"/>
              <a:ext cx="482" cy="373"/>
              <a:chOff x="726" y="2634"/>
              <a:chExt cx="566" cy="413"/>
            </a:xfrm>
          </p:grpSpPr>
          <p:sp>
            <p:nvSpPr>
              <p:cNvPr id="58446" name="Oval 38"/>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447" name="Text Box 39"/>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grpSp>
          <p:nvGrpSpPr>
            <p:cNvPr id="58384" name="Group 40"/>
            <p:cNvGrpSpPr>
              <a:grpSpLocks/>
            </p:cNvGrpSpPr>
            <p:nvPr/>
          </p:nvGrpSpPr>
          <p:grpSpPr bwMode="auto">
            <a:xfrm rot="5400000">
              <a:off x="1866" y="3472"/>
              <a:ext cx="482" cy="373"/>
              <a:chOff x="726" y="2634"/>
              <a:chExt cx="566" cy="413"/>
            </a:xfrm>
          </p:grpSpPr>
          <p:sp>
            <p:nvSpPr>
              <p:cNvPr id="58444" name="Oval 41"/>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445" name="Text Box 42"/>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grpSp>
          <p:nvGrpSpPr>
            <p:cNvPr id="58385" name="Group 43"/>
            <p:cNvGrpSpPr>
              <a:grpSpLocks/>
            </p:cNvGrpSpPr>
            <p:nvPr/>
          </p:nvGrpSpPr>
          <p:grpSpPr bwMode="auto">
            <a:xfrm rot="5400000">
              <a:off x="4229" y="3474"/>
              <a:ext cx="482" cy="373"/>
              <a:chOff x="726" y="2634"/>
              <a:chExt cx="566" cy="413"/>
            </a:xfrm>
          </p:grpSpPr>
          <p:sp>
            <p:nvSpPr>
              <p:cNvPr id="58442" name="Oval 44"/>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443" name="Text Box 45"/>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    </a:t>
                </a:r>
              </a:p>
              <a:p>
                <a:pPr algn="ctr">
                  <a:spcBef>
                    <a:spcPct val="0"/>
                  </a:spcBef>
                  <a:buFontTx/>
                  <a:buNone/>
                </a:pPr>
                <a:endParaRPr lang="en-US" altLang="en-GB" sz="2400">
                  <a:solidFill>
                    <a:srgbClr val="000000"/>
                  </a:solidFill>
                  <a:latin typeface="Times New Roman" panose="02020603050405020304" pitchFamily="18" charset="0"/>
                </a:endParaRPr>
              </a:p>
            </p:txBody>
          </p:sp>
        </p:grpSp>
        <p:grpSp>
          <p:nvGrpSpPr>
            <p:cNvPr id="58386" name="Group 46"/>
            <p:cNvGrpSpPr>
              <a:grpSpLocks/>
            </p:cNvGrpSpPr>
            <p:nvPr/>
          </p:nvGrpSpPr>
          <p:grpSpPr bwMode="auto">
            <a:xfrm rot="5400000">
              <a:off x="4230" y="2850"/>
              <a:ext cx="482" cy="373"/>
              <a:chOff x="726" y="2634"/>
              <a:chExt cx="566" cy="413"/>
            </a:xfrm>
          </p:grpSpPr>
          <p:sp>
            <p:nvSpPr>
              <p:cNvPr id="58440" name="Oval 47"/>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rot="10800000" vert="eaVe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400">
                  <a:solidFill>
                    <a:srgbClr val="000000"/>
                  </a:solidFill>
                  <a:latin typeface="Times New Roman" panose="02020603050405020304" pitchFamily="18" charset="0"/>
                </a:endParaRPr>
              </a:p>
            </p:txBody>
          </p:sp>
          <p:sp>
            <p:nvSpPr>
              <p:cNvPr id="58441" name="Text Box 48"/>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2400">
                    <a:solidFill>
                      <a:srgbClr val="000000"/>
                    </a:solidFill>
                    <a:latin typeface="Times New Roman" panose="02020603050405020304" pitchFamily="18" charset="0"/>
                  </a:rPr>
                  <a:t>24</a:t>
                </a:r>
              </a:p>
            </p:txBody>
          </p:sp>
        </p:grpSp>
        <p:sp>
          <p:nvSpPr>
            <p:cNvPr id="58387" name="Line 49"/>
            <p:cNvSpPr>
              <a:spLocks noChangeShapeType="1"/>
            </p:cNvSpPr>
            <p:nvPr/>
          </p:nvSpPr>
          <p:spPr bwMode="auto">
            <a:xfrm>
              <a:off x="864" y="1704"/>
              <a:ext cx="1008"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88" name="Line 50"/>
            <p:cNvSpPr>
              <a:spLocks noChangeShapeType="1"/>
            </p:cNvSpPr>
            <p:nvPr/>
          </p:nvSpPr>
          <p:spPr bwMode="auto">
            <a:xfrm>
              <a:off x="852" y="1728"/>
              <a:ext cx="1104" cy="1248"/>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89" name="Line 51"/>
            <p:cNvSpPr>
              <a:spLocks noChangeShapeType="1"/>
            </p:cNvSpPr>
            <p:nvPr/>
          </p:nvSpPr>
          <p:spPr bwMode="auto">
            <a:xfrm flipV="1">
              <a:off x="828" y="432"/>
              <a:ext cx="1104" cy="1248"/>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0" name="Line 55"/>
            <p:cNvSpPr>
              <a:spLocks noChangeShapeType="1"/>
            </p:cNvSpPr>
            <p:nvPr/>
          </p:nvSpPr>
          <p:spPr bwMode="auto">
            <a:xfrm flipH="1">
              <a:off x="2280" y="3660"/>
              <a:ext cx="201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1" name="Line 56"/>
            <p:cNvSpPr>
              <a:spLocks noChangeShapeType="1"/>
            </p:cNvSpPr>
            <p:nvPr/>
          </p:nvSpPr>
          <p:spPr bwMode="auto">
            <a:xfrm>
              <a:off x="4464" y="3204"/>
              <a:ext cx="0" cy="288"/>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2" name="Line 57"/>
            <p:cNvSpPr>
              <a:spLocks noChangeShapeType="1"/>
            </p:cNvSpPr>
            <p:nvPr/>
          </p:nvSpPr>
          <p:spPr bwMode="auto">
            <a:xfrm>
              <a:off x="2232" y="3072"/>
              <a:ext cx="2064"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3" name="Line 59"/>
            <p:cNvSpPr>
              <a:spLocks noChangeShapeType="1"/>
            </p:cNvSpPr>
            <p:nvPr/>
          </p:nvSpPr>
          <p:spPr bwMode="auto">
            <a:xfrm>
              <a:off x="2160" y="1836"/>
              <a:ext cx="2160" cy="1104"/>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4" name="Line 60"/>
            <p:cNvSpPr>
              <a:spLocks noChangeShapeType="1"/>
            </p:cNvSpPr>
            <p:nvPr/>
          </p:nvSpPr>
          <p:spPr bwMode="auto">
            <a:xfrm>
              <a:off x="2196" y="216"/>
              <a:ext cx="2256" cy="0"/>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8395" name="Line 61"/>
            <p:cNvSpPr>
              <a:spLocks noChangeShapeType="1"/>
            </p:cNvSpPr>
            <p:nvPr/>
          </p:nvSpPr>
          <p:spPr bwMode="auto">
            <a:xfrm>
              <a:off x="4464" y="216"/>
              <a:ext cx="0" cy="264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6" name="Line 63"/>
            <p:cNvSpPr>
              <a:spLocks noChangeShapeType="1"/>
            </p:cNvSpPr>
            <p:nvPr/>
          </p:nvSpPr>
          <p:spPr bwMode="auto">
            <a:xfrm>
              <a:off x="2100" y="3828"/>
              <a:ext cx="0" cy="336"/>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397" name="Freeform 64"/>
            <p:cNvSpPr>
              <a:spLocks/>
            </p:cNvSpPr>
            <p:nvPr/>
          </p:nvSpPr>
          <p:spPr bwMode="auto">
            <a:xfrm rot="5400000">
              <a:off x="1355" y="1210"/>
              <a:ext cx="2544" cy="915"/>
            </a:xfrm>
            <a:custGeom>
              <a:avLst/>
              <a:gdLst>
                <a:gd name="T0" fmla="*/ 0 w 2176"/>
                <a:gd name="T1" fmla="*/ 2147483646 h 336"/>
                <a:gd name="T2" fmla="*/ 36236 w 2176"/>
                <a:gd name="T3" fmla="*/ 214748364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398" name="Freeform 65"/>
            <p:cNvSpPr>
              <a:spLocks/>
            </p:cNvSpPr>
            <p:nvPr/>
          </p:nvSpPr>
          <p:spPr bwMode="auto">
            <a:xfrm rot="5400000">
              <a:off x="1637" y="868"/>
              <a:ext cx="2736" cy="1575"/>
            </a:xfrm>
            <a:custGeom>
              <a:avLst/>
              <a:gdLst>
                <a:gd name="T0" fmla="*/ 0 w 2176"/>
                <a:gd name="T1" fmla="*/ 2147483646 h 336"/>
                <a:gd name="T2" fmla="*/ 134226 w 2176"/>
                <a:gd name="T3" fmla="*/ 214748364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type="arrow" w="lg" len="lg"/>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58399" name="Group 66"/>
            <p:cNvGrpSpPr>
              <a:grpSpLocks/>
            </p:cNvGrpSpPr>
            <p:nvPr/>
          </p:nvGrpSpPr>
          <p:grpSpPr bwMode="auto">
            <a:xfrm rot="-5400000">
              <a:off x="1483" y="111"/>
              <a:ext cx="404" cy="350"/>
              <a:chOff x="2880" y="3312"/>
              <a:chExt cx="408" cy="336"/>
            </a:xfrm>
          </p:grpSpPr>
          <p:sp>
            <p:nvSpPr>
              <p:cNvPr id="58437" name="Freeform 67"/>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38" name="Freeform 68"/>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39" name="Freeform 69"/>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58400" name="Text Box 70"/>
            <p:cNvSpPr txBox="1">
              <a:spLocks noChangeArrowheads="1"/>
            </p:cNvSpPr>
            <p:nvPr/>
          </p:nvSpPr>
          <p:spPr bwMode="auto">
            <a:xfrm>
              <a:off x="1680" y="3933"/>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Out</a:t>
              </a:r>
            </a:p>
          </p:txBody>
        </p:sp>
        <p:sp>
          <p:nvSpPr>
            <p:cNvPr id="58401" name="Line 71"/>
            <p:cNvSpPr>
              <a:spLocks noChangeShapeType="1"/>
            </p:cNvSpPr>
            <p:nvPr/>
          </p:nvSpPr>
          <p:spPr bwMode="auto">
            <a:xfrm>
              <a:off x="180" y="1704"/>
              <a:ext cx="288"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402" name="Text Box 72"/>
            <p:cNvSpPr txBox="1">
              <a:spLocks noChangeArrowheads="1"/>
            </p:cNvSpPr>
            <p:nvPr/>
          </p:nvSpPr>
          <p:spPr bwMode="auto">
            <a:xfrm>
              <a:off x="84" y="162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In</a:t>
              </a:r>
            </a:p>
          </p:txBody>
        </p:sp>
        <p:sp>
          <p:nvSpPr>
            <p:cNvPr id="58403" name="Text Box 73"/>
            <p:cNvSpPr txBox="1">
              <a:spLocks noChangeArrowheads="1"/>
            </p:cNvSpPr>
            <p:nvPr/>
          </p:nvSpPr>
          <p:spPr bwMode="auto">
            <a:xfrm>
              <a:off x="564" y="152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1</a:t>
              </a:r>
            </a:p>
          </p:txBody>
        </p:sp>
        <p:sp>
          <p:nvSpPr>
            <p:cNvPr id="58404" name="Text Box 74"/>
            <p:cNvSpPr txBox="1">
              <a:spLocks noChangeArrowheads="1"/>
            </p:cNvSpPr>
            <p:nvPr/>
          </p:nvSpPr>
          <p:spPr bwMode="auto">
            <a:xfrm>
              <a:off x="1932" y="129"/>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2</a:t>
              </a:r>
            </a:p>
          </p:txBody>
        </p:sp>
        <p:sp>
          <p:nvSpPr>
            <p:cNvPr id="58405" name="Text Box 75"/>
            <p:cNvSpPr txBox="1">
              <a:spLocks noChangeArrowheads="1"/>
            </p:cNvSpPr>
            <p:nvPr/>
          </p:nvSpPr>
          <p:spPr bwMode="auto">
            <a:xfrm>
              <a:off x="1968" y="1521"/>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3</a:t>
              </a:r>
            </a:p>
          </p:txBody>
        </p:sp>
        <p:sp>
          <p:nvSpPr>
            <p:cNvPr id="58406" name="Text Box 76"/>
            <p:cNvSpPr txBox="1">
              <a:spLocks noChangeArrowheads="1"/>
            </p:cNvSpPr>
            <p:nvPr/>
          </p:nvSpPr>
          <p:spPr bwMode="auto">
            <a:xfrm>
              <a:off x="1980" y="2925"/>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4</a:t>
              </a:r>
            </a:p>
          </p:txBody>
        </p:sp>
        <p:sp>
          <p:nvSpPr>
            <p:cNvPr id="58407" name="Text Box 77"/>
            <p:cNvSpPr txBox="1">
              <a:spLocks noChangeArrowheads="1"/>
            </p:cNvSpPr>
            <p:nvPr/>
          </p:nvSpPr>
          <p:spPr bwMode="auto">
            <a:xfrm>
              <a:off x="4368" y="28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5</a:t>
              </a:r>
            </a:p>
          </p:txBody>
        </p:sp>
        <p:sp>
          <p:nvSpPr>
            <p:cNvPr id="58408" name="Text Box 78"/>
            <p:cNvSpPr txBox="1">
              <a:spLocks noChangeArrowheads="1"/>
            </p:cNvSpPr>
            <p:nvPr/>
          </p:nvSpPr>
          <p:spPr bwMode="auto">
            <a:xfrm>
              <a:off x="4368" y="3489"/>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6</a:t>
              </a:r>
            </a:p>
          </p:txBody>
        </p:sp>
        <p:sp>
          <p:nvSpPr>
            <p:cNvPr id="58409" name="Text Box 79"/>
            <p:cNvSpPr txBox="1">
              <a:spLocks noChangeArrowheads="1"/>
            </p:cNvSpPr>
            <p:nvPr/>
          </p:nvSpPr>
          <p:spPr bwMode="auto">
            <a:xfrm>
              <a:off x="2004" y="349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7</a:t>
              </a:r>
            </a:p>
          </p:txBody>
        </p:sp>
        <p:sp>
          <p:nvSpPr>
            <p:cNvPr id="58410" name="Text Box 80"/>
            <p:cNvSpPr txBox="1">
              <a:spLocks noChangeArrowheads="1"/>
            </p:cNvSpPr>
            <p:nvPr/>
          </p:nvSpPr>
          <p:spPr bwMode="auto">
            <a:xfrm>
              <a:off x="4824" y="3477"/>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(a,a,L)</a:t>
              </a:r>
            </a:p>
          </p:txBody>
        </p:sp>
        <p:sp>
          <p:nvSpPr>
            <p:cNvPr id="58411" name="Text Box 81"/>
            <p:cNvSpPr txBox="1">
              <a:spLocks noChangeArrowheads="1"/>
            </p:cNvSpPr>
            <p:nvPr/>
          </p:nvSpPr>
          <p:spPr bwMode="auto">
            <a:xfrm>
              <a:off x="4812" y="3297"/>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(b,b,L)</a:t>
              </a:r>
            </a:p>
          </p:txBody>
        </p:sp>
        <p:sp>
          <p:nvSpPr>
            <p:cNvPr id="58412" name="Text Box 82"/>
            <p:cNvSpPr txBox="1">
              <a:spLocks noChangeArrowheads="1"/>
            </p:cNvSpPr>
            <p:nvPr/>
          </p:nvSpPr>
          <p:spPr bwMode="auto">
            <a:xfrm>
              <a:off x="4812" y="366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(X,X,L)</a:t>
              </a:r>
            </a:p>
          </p:txBody>
        </p:sp>
        <p:sp>
          <p:nvSpPr>
            <p:cNvPr id="58413" name="Text Box 83"/>
            <p:cNvSpPr txBox="1">
              <a:spLocks noChangeArrowheads="1"/>
            </p:cNvSpPr>
            <p:nvPr/>
          </p:nvSpPr>
          <p:spPr bwMode="auto">
            <a:xfrm>
              <a:off x="4440" y="13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,a,R)</a:t>
              </a:r>
            </a:p>
          </p:txBody>
        </p:sp>
        <p:sp>
          <p:nvSpPr>
            <p:cNvPr id="58414" name="Text Box 84"/>
            <p:cNvSpPr txBox="1">
              <a:spLocks noChangeArrowheads="1"/>
            </p:cNvSpPr>
            <p:nvPr/>
          </p:nvSpPr>
          <p:spPr bwMode="auto">
            <a:xfrm>
              <a:off x="3780" y="314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 </a:t>
              </a: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,L)</a:t>
              </a:r>
            </a:p>
          </p:txBody>
        </p:sp>
        <p:sp>
          <p:nvSpPr>
            <p:cNvPr id="58415" name="Text Box 85"/>
            <p:cNvSpPr txBox="1">
              <a:spLocks noChangeArrowheads="1"/>
            </p:cNvSpPr>
            <p:nvPr/>
          </p:nvSpPr>
          <p:spPr bwMode="auto">
            <a:xfrm>
              <a:off x="3060" y="2832"/>
              <a:ext cx="8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a:t>
              </a:r>
              <a:r>
                <a:rPr lang="en-US" altLang="en-GB" sz="2400">
                  <a:latin typeface="Times New Roman" panose="02020603050405020304" pitchFamily="18" charset="0"/>
                  <a:sym typeface="Math1" pitchFamily="2" charset="2"/>
                </a:rPr>
                <a:t>X</a:t>
              </a:r>
              <a:r>
                <a:rPr lang="en-US" altLang="en-GB" sz="2400">
                  <a:latin typeface="Times New Roman" panose="02020603050405020304" pitchFamily="18" charset="0"/>
                </a:rPr>
                <a:t>,R)</a:t>
              </a:r>
            </a:p>
          </p:txBody>
        </p:sp>
        <p:sp>
          <p:nvSpPr>
            <p:cNvPr id="58416" name="Text Box 86"/>
            <p:cNvSpPr txBox="1">
              <a:spLocks noChangeArrowheads="1"/>
            </p:cNvSpPr>
            <p:nvPr/>
          </p:nvSpPr>
          <p:spPr bwMode="auto">
            <a:xfrm>
              <a:off x="3276" y="22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 </a:t>
              </a: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,R)</a:t>
              </a:r>
            </a:p>
          </p:txBody>
        </p:sp>
        <p:sp>
          <p:nvSpPr>
            <p:cNvPr id="58417" name="Text Box 87"/>
            <p:cNvSpPr txBox="1">
              <a:spLocks noChangeArrowheads="1"/>
            </p:cNvSpPr>
            <p:nvPr/>
          </p:nvSpPr>
          <p:spPr bwMode="auto">
            <a:xfrm>
              <a:off x="576" y="308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t>
              </a:r>
              <a:r>
                <a:rPr lang="en-US" altLang="en-GB" sz="2400">
                  <a:latin typeface="Times New Roman" panose="02020603050405020304" pitchFamily="18" charset="0"/>
                </a:rPr>
                <a:t>, </a:t>
              </a: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,R)</a:t>
              </a:r>
            </a:p>
          </p:txBody>
        </p:sp>
        <p:sp>
          <p:nvSpPr>
            <p:cNvPr id="58418" name="Text Box 88"/>
            <p:cNvSpPr txBox="1">
              <a:spLocks noChangeArrowheads="1"/>
            </p:cNvSpPr>
            <p:nvPr/>
          </p:nvSpPr>
          <p:spPr bwMode="auto">
            <a:xfrm>
              <a:off x="1032" y="145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,Q,R)</a:t>
              </a:r>
            </a:p>
          </p:txBody>
        </p:sp>
        <p:sp>
          <p:nvSpPr>
            <p:cNvPr id="58419" name="Text Box 89"/>
            <p:cNvSpPr txBox="1">
              <a:spLocks noChangeArrowheads="1"/>
            </p:cNvSpPr>
            <p:nvPr/>
          </p:nvSpPr>
          <p:spPr bwMode="auto">
            <a:xfrm>
              <a:off x="804" y="80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t>
              </a:r>
              <a:r>
                <a:rPr lang="en-US" altLang="en-GB" sz="2400">
                  <a:latin typeface="Times New Roman" panose="02020603050405020304" pitchFamily="18" charset="0"/>
                </a:rPr>
                <a:t>,Q,R)</a:t>
              </a:r>
            </a:p>
          </p:txBody>
        </p:sp>
        <p:sp>
          <p:nvSpPr>
            <p:cNvPr id="58420" name="Text Box 90"/>
            <p:cNvSpPr txBox="1">
              <a:spLocks noChangeArrowheads="1"/>
            </p:cNvSpPr>
            <p:nvPr/>
          </p:nvSpPr>
          <p:spPr bwMode="auto">
            <a:xfrm>
              <a:off x="1068" y="8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t>
              </a:r>
              <a:r>
                <a:rPr lang="en-US" altLang="en-GB" sz="2400">
                  <a:latin typeface="Times New Roman" panose="02020603050405020304" pitchFamily="18" charset="0"/>
                </a:rPr>
                <a:t>,a,R)</a:t>
              </a:r>
            </a:p>
          </p:txBody>
        </p:sp>
        <p:sp>
          <p:nvSpPr>
            <p:cNvPr id="58421" name="Text Box 91"/>
            <p:cNvSpPr txBox="1">
              <a:spLocks noChangeArrowheads="1"/>
            </p:cNvSpPr>
            <p:nvPr/>
          </p:nvSpPr>
          <p:spPr bwMode="auto">
            <a:xfrm>
              <a:off x="3228" y="150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t>
              </a:r>
              <a:r>
                <a:rPr lang="en-US" altLang="en-GB" sz="2400">
                  <a:latin typeface="Times New Roman" panose="02020603050405020304" pitchFamily="18" charset="0"/>
                </a:rPr>
                <a:t>,X,R)</a:t>
              </a:r>
            </a:p>
          </p:txBody>
        </p:sp>
        <p:sp>
          <p:nvSpPr>
            <p:cNvPr id="58422" name="Text Box 92"/>
            <p:cNvSpPr txBox="1">
              <a:spLocks noChangeArrowheads="1"/>
            </p:cNvSpPr>
            <p:nvPr/>
          </p:nvSpPr>
          <p:spPr bwMode="auto">
            <a:xfrm>
              <a:off x="2712" y="16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(X</a:t>
              </a:r>
              <a:r>
                <a:rPr lang="en-US" altLang="en-GB" sz="2400">
                  <a:latin typeface="Times New Roman" panose="02020603050405020304" pitchFamily="18" charset="0"/>
                </a:rPr>
                <a:t>,a,R)</a:t>
              </a:r>
            </a:p>
          </p:txBody>
        </p:sp>
        <p:sp>
          <p:nvSpPr>
            <p:cNvPr id="58423" name="Text Box 93"/>
            <p:cNvSpPr txBox="1">
              <a:spLocks noChangeArrowheads="1"/>
            </p:cNvSpPr>
            <p:nvPr/>
          </p:nvSpPr>
          <p:spPr bwMode="auto">
            <a:xfrm>
              <a:off x="1248" y="10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t>
              </a:r>
              <a:r>
                <a:rPr lang="en-US" altLang="en-GB" sz="2400">
                  <a:latin typeface="Times New Roman" panose="02020603050405020304" pitchFamily="18" charset="0"/>
                </a:rPr>
                <a:t>,b,R)</a:t>
              </a:r>
            </a:p>
          </p:txBody>
        </p:sp>
        <p:sp>
          <p:nvSpPr>
            <p:cNvPr id="58424" name="Text Box 94"/>
            <p:cNvSpPr txBox="1">
              <a:spLocks noChangeArrowheads="1"/>
            </p:cNvSpPr>
            <p:nvPr/>
          </p:nvSpPr>
          <p:spPr bwMode="auto">
            <a:xfrm>
              <a:off x="1764" y="80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,a,R)</a:t>
              </a:r>
            </a:p>
          </p:txBody>
        </p:sp>
        <p:sp>
          <p:nvSpPr>
            <p:cNvPr id="58425" name="Text Box 95"/>
            <p:cNvSpPr txBox="1">
              <a:spLocks noChangeArrowheads="1"/>
            </p:cNvSpPr>
            <p:nvPr/>
          </p:nvSpPr>
          <p:spPr bwMode="auto">
            <a:xfrm>
              <a:off x="2208" y="13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,b,R)</a:t>
              </a:r>
            </a:p>
          </p:txBody>
        </p:sp>
        <p:sp>
          <p:nvSpPr>
            <p:cNvPr id="58426" name="Text Box 96"/>
            <p:cNvSpPr txBox="1">
              <a:spLocks noChangeArrowheads="1"/>
            </p:cNvSpPr>
            <p:nvPr/>
          </p:nvSpPr>
          <p:spPr bwMode="auto">
            <a:xfrm>
              <a:off x="1716" y="2268"/>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(X</a:t>
              </a:r>
              <a:r>
                <a:rPr lang="en-US" altLang="en-GB" sz="2400">
                  <a:latin typeface="Times New Roman" panose="02020603050405020304" pitchFamily="18" charset="0"/>
                </a:rPr>
                <a:t>,b,R)</a:t>
              </a:r>
            </a:p>
          </p:txBody>
        </p:sp>
        <p:sp>
          <p:nvSpPr>
            <p:cNvPr id="58427" name="Text Box 97"/>
            <p:cNvSpPr txBox="1">
              <a:spLocks noChangeArrowheads="1"/>
            </p:cNvSpPr>
            <p:nvPr/>
          </p:nvSpPr>
          <p:spPr bwMode="auto">
            <a:xfrm>
              <a:off x="1356" y="193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,X,R)</a:t>
              </a:r>
            </a:p>
          </p:txBody>
        </p:sp>
        <p:sp>
          <p:nvSpPr>
            <p:cNvPr id="58428" name="Text Box 98"/>
            <p:cNvSpPr txBox="1">
              <a:spLocks noChangeArrowheads="1"/>
            </p:cNvSpPr>
            <p:nvPr/>
          </p:nvSpPr>
          <p:spPr bwMode="auto">
            <a:xfrm rot="2700000">
              <a:off x="876" y="216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(X,Q,R)</a:t>
              </a:r>
              <a:endParaRPr lang="en-US" altLang="en-GB" sz="2400">
                <a:latin typeface="Times New Roman" panose="02020603050405020304" pitchFamily="18" charset="0"/>
              </a:endParaRPr>
            </a:p>
          </p:txBody>
        </p:sp>
        <p:sp>
          <p:nvSpPr>
            <p:cNvPr id="58429" name="Text Box 99"/>
            <p:cNvSpPr txBox="1">
              <a:spLocks noChangeArrowheads="1"/>
            </p:cNvSpPr>
            <p:nvPr/>
          </p:nvSpPr>
          <p:spPr bwMode="auto">
            <a:xfrm>
              <a:off x="1812" y="31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(X,X,R)</a:t>
              </a:r>
            </a:p>
          </p:txBody>
        </p:sp>
        <p:sp>
          <p:nvSpPr>
            <p:cNvPr id="58430" name="Line 104"/>
            <p:cNvSpPr>
              <a:spLocks noChangeShapeType="1"/>
            </p:cNvSpPr>
            <p:nvPr/>
          </p:nvSpPr>
          <p:spPr bwMode="auto">
            <a:xfrm>
              <a:off x="624" y="1872"/>
              <a:ext cx="0" cy="1776"/>
            </a:xfrm>
            <a:prstGeom prst="line">
              <a:avLst/>
            </a:prstGeom>
            <a:noFill/>
            <a:ln w="9525">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58431" name="Line 105"/>
            <p:cNvSpPr>
              <a:spLocks noChangeShapeType="1"/>
            </p:cNvSpPr>
            <p:nvPr/>
          </p:nvSpPr>
          <p:spPr bwMode="auto">
            <a:xfrm>
              <a:off x="624" y="3648"/>
              <a:ext cx="129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58432" name="Text Box 106"/>
            <p:cNvSpPr txBox="1">
              <a:spLocks noChangeArrowheads="1"/>
            </p:cNvSpPr>
            <p:nvPr/>
          </p:nvSpPr>
          <p:spPr bwMode="auto">
            <a:xfrm>
              <a:off x="2712" y="339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(Q</a:t>
              </a:r>
              <a:r>
                <a:rPr lang="en-US" altLang="en-GB" sz="2400">
                  <a:latin typeface="Times New Roman" panose="02020603050405020304" pitchFamily="18" charset="0"/>
                </a:rPr>
                <a:t>, </a:t>
              </a: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,R)</a:t>
              </a:r>
            </a:p>
          </p:txBody>
        </p:sp>
        <p:grpSp>
          <p:nvGrpSpPr>
            <p:cNvPr id="58433" name="Group 108"/>
            <p:cNvGrpSpPr>
              <a:grpSpLocks/>
            </p:cNvGrpSpPr>
            <p:nvPr/>
          </p:nvGrpSpPr>
          <p:grpSpPr bwMode="auto">
            <a:xfrm>
              <a:off x="4630" y="3436"/>
              <a:ext cx="350" cy="404"/>
              <a:chOff x="2217" y="1808"/>
              <a:chExt cx="350" cy="404"/>
            </a:xfrm>
          </p:grpSpPr>
          <p:sp>
            <p:nvSpPr>
              <p:cNvPr id="58434" name="Freeform 109"/>
              <p:cNvSpPr>
                <a:spLocks/>
              </p:cNvSpPr>
              <p:nvPr/>
            </p:nvSpPr>
            <p:spPr bwMode="auto">
              <a:xfrm rot="6000000">
                <a:off x="2194" y="1839"/>
                <a:ext cx="404" cy="342"/>
              </a:xfrm>
              <a:custGeom>
                <a:avLst/>
                <a:gdLst>
                  <a:gd name="T0" fmla="*/ 160 w 408"/>
                  <a:gd name="T1" fmla="*/ 62 h 378"/>
                  <a:gd name="T2" fmla="*/ 249 w 408"/>
                  <a:gd name="T3" fmla="*/ 60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35" name="Freeform 110"/>
              <p:cNvSpPr>
                <a:spLocks/>
              </p:cNvSpPr>
              <p:nvPr/>
            </p:nvSpPr>
            <p:spPr bwMode="auto">
              <a:xfrm rot="5400000">
                <a:off x="2224" y="2077"/>
                <a:ext cx="36" cy="44"/>
              </a:xfrm>
              <a:custGeom>
                <a:avLst/>
                <a:gdLst>
                  <a:gd name="T0" fmla="*/ 0 w 36"/>
                  <a:gd name="T1" fmla="*/ 95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36" name="Freeform 111"/>
              <p:cNvSpPr>
                <a:spLocks/>
              </p:cNvSpPr>
              <p:nvPr/>
            </p:nvSpPr>
            <p:spPr bwMode="auto">
              <a:xfrm rot="5400000">
                <a:off x="2240" y="2052"/>
                <a:ext cx="3" cy="50"/>
              </a:xfrm>
              <a:custGeom>
                <a:avLst/>
                <a:gdLst>
                  <a:gd name="T0" fmla="*/ 0 w 3"/>
                  <a:gd name="T1" fmla="*/ 0 h 48"/>
                  <a:gd name="T2" fmla="*/ 3 w 3"/>
                  <a:gd name="T3" fmla="*/ 9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sp>
        <p:nvSpPr>
          <p:cNvPr id="58371" name="Slide Number Placeholder 8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FABCF83-E54B-42E6-BCFB-BF894C3E4299}" type="slidenum">
              <a:rPr lang="en-US" altLang="en-US" sz="1200">
                <a:solidFill>
                  <a:srgbClr val="898989"/>
                </a:solidFill>
                <a:latin typeface="Arial" panose="020B0604020202020204" pitchFamily="34" charset="0"/>
              </a:rPr>
              <a:pPr>
                <a:spcBef>
                  <a:spcPct val="0"/>
                </a:spcBef>
                <a:buFontTx/>
                <a:buNone/>
              </a:pPr>
              <a:t>28</a:t>
            </a:fld>
            <a:endParaRPr lang="en-US" altLang="en-US" sz="1200">
              <a:solidFill>
                <a:srgbClr val="898989"/>
              </a:solidFill>
              <a:latin typeface="Arial" panose="020B0604020202020204" pitchFamily="34" charset="0"/>
            </a:endParaRPr>
          </a:p>
        </p:txBody>
      </p:sp>
      <p:sp>
        <p:nvSpPr>
          <p:cNvPr id="89" name="Footer Placeholder 88"/>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EF0AED0-1B33-435E-80FE-CCCE72FEBEBB}" type="slidenum">
              <a:rPr lang="en-US" altLang="en-US" sz="1200">
                <a:solidFill>
                  <a:srgbClr val="898989"/>
                </a:solidFill>
                <a:latin typeface="Arial" panose="020B0604020202020204" pitchFamily="34" charset="0"/>
              </a:rPr>
              <a:pPr>
                <a:spcBef>
                  <a:spcPct val="0"/>
                </a:spcBef>
                <a:buFontTx/>
                <a:buNone/>
              </a:pPr>
              <a:t>29</a:t>
            </a:fld>
            <a:endParaRPr lang="en-US" altLang="en-US" sz="1200">
              <a:solidFill>
                <a:srgbClr val="898989"/>
              </a:solidFill>
              <a:latin typeface="Arial" panose="020B0604020202020204" pitchFamily="34" charset="0"/>
            </a:endParaRPr>
          </a:p>
        </p:txBody>
      </p:sp>
      <p:sp>
        <p:nvSpPr>
          <p:cNvPr id="60419"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400" smtClean="0"/>
              <a:t>	It is supposed that machine is at state 1, when b is to be inserted. All three possibilities of reading a, b or X are considered by introducing the states 2, 3 and 4 respectively. These states remember what letter displaced during the insertion of Q.</a:t>
            </a:r>
          </a:p>
          <a:p>
            <a:pPr algn="just" eaLnBrk="1" hangingPunct="1">
              <a:buFont typeface="Wingdings" panose="05000000000000000000" pitchFamily="2" charset="2"/>
              <a:buNone/>
            </a:pPr>
            <a:r>
              <a:rPr lang="en-US" altLang="en-GB" sz="2400" smtClean="0"/>
              <a:t>	Consider the same location where b is to be inserted </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3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FF073A6-2638-4661-8790-B0A22BA0A0D3}" type="slidenum">
              <a:rPr lang="en-US" altLang="en-US" sz="1200">
                <a:solidFill>
                  <a:srgbClr val="898989"/>
                </a:solidFill>
                <a:latin typeface="Arial" panose="020B0604020202020204" pitchFamily="34" charset="0"/>
              </a:rPr>
              <a:pPr>
                <a:spcBef>
                  <a:spcPct val="0"/>
                </a:spcBef>
                <a:buFontTx/>
                <a:buNone/>
              </a:pPr>
              <a:t>30</a:t>
            </a:fld>
            <a:endParaRPr lang="en-US" altLang="en-US" sz="1200">
              <a:solidFill>
                <a:srgbClr val="898989"/>
              </a:solidFill>
              <a:latin typeface="Arial" panose="020B0604020202020204" pitchFamily="34" charset="0"/>
            </a:endParaRPr>
          </a:p>
        </p:txBody>
      </p:sp>
      <p:sp>
        <p:nvSpPr>
          <p:cNvPr id="62467" name="Rectangle 3"/>
          <p:cNvSpPr>
            <a:spLocks noGrp="1"/>
          </p:cNvSpPr>
          <p:nvPr>
            <p:ph type="body" idx="4294967295"/>
          </p:nvPr>
        </p:nvSpPr>
        <p:spPr>
          <a:xfrm>
            <a:off x="0" y="2152650"/>
            <a:ext cx="7772400" cy="4114800"/>
          </a:xfrm>
        </p:spPr>
        <p:txBody>
          <a:bodyPr/>
          <a:lstStyle/>
          <a:p>
            <a:pPr algn="just" eaLnBrk="1" hangingPunct="1">
              <a:lnSpc>
                <a:spcPct val="90000"/>
              </a:lnSpc>
              <a:buFont typeface="Wingdings" panose="05000000000000000000" pitchFamily="2" charset="2"/>
              <a:buNone/>
            </a:pPr>
            <a:endParaRPr lang="en-US" altLang="en-GB" sz="2400" smtClean="0"/>
          </a:p>
          <a:p>
            <a:pPr algn="just" eaLnBrk="1" hangingPunct="1">
              <a:lnSpc>
                <a:spcPct val="90000"/>
              </a:lnSpc>
              <a:buFont typeface="Wingdings" panose="05000000000000000000" pitchFamily="2" charset="2"/>
              <a:buNone/>
            </a:pPr>
            <a:endParaRPr lang="en-US" altLang="en-GB" sz="2400" smtClean="0"/>
          </a:p>
          <a:p>
            <a:pPr algn="just" eaLnBrk="1" hangingPunct="1">
              <a:lnSpc>
                <a:spcPct val="90000"/>
              </a:lnSpc>
              <a:buFont typeface="Wingdings" panose="05000000000000000000" pitchFamily="2" charset="2"/>
              <a:buNone/>
            </a:pPr>
            <a:endParaRPr lang="en-US" altLang="en-GB" sz="2400" smtClean="0"/>
          </a:p>
          <a:p>
            <a:pPr algn="just" eaLnBrk="1" hangingPunct="1">
              <a:lnSpc>
                <a:spcPct val="90000"/>
              </a:lnSpc>
              <a:buFont typeface="Wingdings" panose="05000000000000000000" pitchFamily="2" charset="2"/>
              <a:buNone/>
            </a:pPr>
            <a:endParaRPr lang="en-US" altLang="en-GB" sz="2400" smtClean="0"/>
          </a:p>
          <a:p>
            <a:pPr algn="just" eaLnBrk="1" hangingPunct="1">
              <a:lnSpc>
                <a:spcPct val="90000"/>
              </a:lnSpc>
              <a:buFont typeface="Wingdings" panose="05000000000000000000" pitchFamily="2" charset="2"/>
              <a:buNone/>
            </a:pPr>
            <a:r>
              <a:rPr lang="en-US" altLang="en-GB" sz="2400" smtClean="0"/>
              <a:t>	After reading a from the TAPE, the program replaces a by Q and the TAPE Head will be moved one step right. Here the state 2 is entered. Reading b at state 2, b will be replaced by a and state 3 will be entered. At state 3 b is read which is not replaced by any character and the state 3 will not be left.</a:t>
            </a:r>
          </a:p>
        </p:txBody>
      </p:sp>
      <p:grpSp>
        <p:nvGrpSpPr>
          <p:cNvPr id="62468" name="Group 4"/>
          <p:cNvGrpSpPr>
            <a:grpSpLocks/>
          </p:cNvGrpSpPr>
          <p:nvPr/>
        </p:nvGrpSpPr>
        <p:grpSpPr bwMode="auto">
          <a:xfrm>
            <a:off x="1219200" y="2057400"/>
            <a:ext cx="6096000" cy="1143000"/>
            <a:chOff x="768" y="3312"/>
            <a:chExt cx="3840" cy="720"/>
          </a:xfrm>
        </p:grpSpPr>
        <p:grpSp>
          <p:nvGrpSpPr>
            <p:cNvPr id="62470" name="Group 5"/>
            <p:cNvGrpSpPr>
              <a:grpSpLocks/>
            </p:cNvGrpSpPr>
            <p:nvPr/>
          </p:nvGrpSpPr>
          <p:grpSpPr bwMode="auto">
            <a:xfrm>
              <a:off x="768" y="3312"/>
              <a:ext cx="3840" cy="432"/>
              <a:chOff x="960" y="3024"/>
              <a:chExt cx="3840" cy="432"/>
            </a:xfrm>
          </p:grpSpPr>
          <p:sp>
            <p:nvSpPr>
              <p:cNvPr id="62472" name="Line 6"/>
              <p:cNvSpPr>
                <a:spLocks noChangeShapeType="1"/>
              </p:cNvSpPr>
              <p:nvPr/>
            </p:nvSpPr>
            <p:spPr bwMode="auto">
              <a:xfrm>
                <a:off x="96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sp>
            <p:nvSpPr>
              <p:cNvPr id="62473" name="Line 7"/>
              <p:cNvSpPr>
                <a:spLocks noChangeShapeType="1"/>
              </p:cNvSpPr>
              <p:nvPr/>
            </p:nvSpPr>
            <p:spPr bwMode="auto">
              <a:xfrm>
                <a:off x="480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grpSp>
            <p:nvGrpSpPr>
              <p:cNvPr id="62474" name="Group 8"/>
              <p:cNvGrpSpPr>
                <a:grpSpLocks/>
              </p:cNvGrpSpPr>
              <p:nvPr/>
            </p:nvGrpSpPr>
            <p:grpSpPr bwMode="auto">
              <a:xfrm>
                <a:off x="960" y="3024"/>
                <a:ext cx="3840" cy="416"/>
                <a:chOff x="960" y="3024"/>
                <a:chExt cx="3840" cy="416"/>
              </a:xfrm>
            </p:grpSpPr>
            <p:sp>
              <p:nvSpPr>
                <p:cNvPr id="62475" name="Rectangle 9"/>
                <p:cNvSpPr>
                  <a:spLocks noChangeArrowheads="1"/>
                </p:cNvSpPr>
                <p:nvPr/>
              </p:nvSpPr>
              <p:spPr bwMode="auto">
                <a:xfrm>
                  <a:off x="4102"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62476" name="Rectangle 10"/>
                <p:cNvSpPr>
                  <a:spLocks noChangeArrowheads="1"/>
                </p:cNvSpPr>
                <p:nvPr/>
              </p:nvSpPr>
              <p:spPr bwMode="auto">
                <a:xfrm>
                  <a:off x="3753"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62477" name="Rectangle 11"/>
                <p:cNvSpPr>
                  <a:spLocks noChangeArrowheads="1"/>
                </p:cNvSpPr>
                <p:nvPr/>
              </p:nvSpPr>
              <p:spPr bwMode="auto">
                <a:xfrm>
                  <a:off x="3404"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62478" name="Rectangle 12"/>
                <p:cNvSpPr>
                  <a:spLocks noChangeArrowheads="1"/>
                </p:cNvSpPr>
                <p:nvPr/>
              </p:nvSpPr>
              <p:spPr bwMode="auto">
                <a:xfrm>
                  <a:off x="3055"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62479" name="Rectangle 13"/>
                <p:cNvSpPr>
                  <a:spLocks noChangeArrowheads="1"/>
                </p:cNvSpPr>
                <p:nvPr/>
              </p:nvSpPr>
              <p:spPr bwMode="auto">
                <a:xfrm>
                  <a:off x="2705" y="3024"/>
                  <a:ext cx="35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62480" name="Rectangle 14"/>
                <p:cNvSpPr>
                  <a:spLocks noChangeArrowheads="1"/>
                </p:cNvSpPr>
                <p:nvPr/>
              </p:nvSpPr>
              <p:spPr bwMode="auto">
                <a:xfrm>
                  <a:off x="2356"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62481" name="Rectangle 15"/>
                <p:cNvSpPr>
                  <a:spLocks noChangeArrowheads="1"/>
                </p:cNvSpPr>
                <p:nvPr/>
              </p:nvSpPr>
              <p:spPr bwMode="auto">
                <a:xfrm>
                  <a:off x="2007"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62482" name="Rectangle 16"/>
                <p:cNvSpPr>
                  <a:spLocks noChangeArrowheads="1"/>
                </p:cNvSpPr>
                <p:nvPr/>
              </p:nvSpPr>
              <p:spPr bwMode="auto">
                <a:xfrm>
                  <a:off x="1658"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62483" name="Rectangle 17"/>
                <p:cNvSpPr>
                  <a:spLocks noChangeArrowheads="1"/>
                </p:cNvSpPr>
                <p:nvPr/>
              </p:nvSpPr>
              <p:spPr bwMode="auto">
                <a:xfrm>
                  <a:off x="960"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62484" name="Line 18"/>
                <p:cNvSpPr>
                  <a:spLocks noChangeShapeType="1"/>
                </p:cNvSpPr>
                <p:nvPr/>
              </p:nvSpPr>
              <p:spPr bwMode="auto">
                <a:xfrm>
                  <a:off x="960" y="3024"/>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85" name="Line 19"/>
                <p:cNvSpPr>
                  <a:spLocks noChangeShapeType="1"/>
                </p:cNvSpPr>
                <p:nvPr/>
              </p:nvSpPr>
              <p:spPr bwMode="auto">
                <a:xfrm>
                  <a:off x="960" y="344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86" name="Line 20"/>
                <p:cNvSpPr>
                  <a:spLocks noChangeShapeType="1"/>
                </p:cNvSpPr>
                <p:nvPr/>
              </p:nvSpPr>
              <p:spPr bwMode="auto">
                <a:xfrm>
                  <a:off x="1658"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87" name="Line 21"/>
                <p:cNvSpPr>
                  <a:spLocks noChangeShapeType="1"/>
                </p:cNvSpPr>
                <p:nvPr/>
              </p:nvSpPr>
              <p:spPr bwMode="auto">
                <a:xfrm>
                  <a:off x="2007"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88" name="Line 22"/>
                <p:cNvSpPr>
                  <a:spLocks noChangeShapeType="1"/>
                </p:cNvSpPr>
                <p:nvPr/>
              </p:nvSpPr>
              <p:spPr bwMode="auto">
                <a:xfrm>
                  <a:off x="2356"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89" name="Line 23"/>
                <p:cNvSpPr>
                  <a:spLocks noChangeShapeType="1"/>
                </p:cNvSpPr>
                <p:nvPr/>
              </p:nvSpPr>
              <p:spPr bwMode="auto">
                <a:xfrm>
                  <a:off x="270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90" name="Line 24"/>
                <p:cNvSpPr>
                  <a:spLocks noChangeShapeType="1"/>
                </p:cNvSpPr>
                <p:nvPr/>
              </p:nvSpPr>
              <p:spPr bwMode="auto">
                <a:xfrm>
                  <a:off x="305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91" name="Line 25"/>
                <p:cNvSpPr>
                  <a:spLocks noChangeShapeType="1"/>
                </p:cNvSpPr>
                <p:nvPr/>
              </p:nvSpPr>
              <p:spPr bwMode="auto">
                <a:xfrm>
                  <a:off x="3404"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92" name="Line 26"/>
                <p:cNvSpPr>
                  <a:spLocks noChangeShapeType="1"/>
                </p:cNvSpPr>
                <p:nvPr/>
              </p:nvSpPr>
              <p:spPr bwMode="auto">
                <a:xfrm>
                  <a:off x="3753"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2493" name="Line 27"/>
                <p:cNvSpPr>
                  <a:spLocks noChangeShapeType="1"/>
                </p:cNvSpPr>
                <p:nvPr/>
              </p:nvSpPr>
              <p:spPr bwMode="auto">
                <a:xfrm>
                  <a:off x="4102"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grpSp>
        </p:grpSp>
        <p:sp>
          <p:nvSpPr>
            <p:cNvPr id="62471" name="AutoShape 28"/>
            <p:cNvSpPr>
              <a:spLocks noChangeArrowheads="1"/>
            </p:cNvSpPr>
            <p:nvPr/>
          </p:nvSpPr>
          <p:spPr bwMode="auto">
            <a:xfrm rot="10800000">
              <a:off x="2256" y="3792"/>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30" name="Footer Placeholder 29"/>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68240F3-C26A-4C36-9EF6-BA40B469E8C6}" type="slidenum">
              <a:rPr lang="en-US" altLang="en-US" sz="1200">
                <a:solidFill>
                  <a:srgbClr val="898989"/>
                </a:solidFill>
                <a:latin typeface="Arial" panose="020B0604020202020204" pitchFamily="34" charset="0"/>
              </a:rPr>
              <a:pPr>
                <a:spcBef>
                  <a:spcPct val="0"/>
                </a:spcBef>
                <a:buFontTx/>
                <a:buNone/>
              </a:pPr>
              <a:t>31</a:t>
            </a:fld>
            <a:endParaRPr lang="en-US" altLang="en-US" sz="1200">
              <a:solidFill>
                <a:srgbClr val="898989"/>
              </a:solidFill>
              <a:latin typeface="Arial" panose="020B0604020202020204" pitchFamily="34" charset="0"/>
            </a:endParaRPr>
          </a:p>
        </p:txBody>
      </p:sp>
      <p:sp>
        <p:nvSpPr>
          <p:cNvPr id="64515" name="Rectangle 3"/>
          <p:cNvSpPr>
            <a:spLocks noGrp="1"/>
          </p:cNvSpPr>
          <p:nvPr>
            <p:ph type="body" idx="4294967295"/>
          </p:nvPr>
        </p:nvSpPr>
        <p:spPr>
          <a:xfrm>
            <a:off x="0" y="1581150"/>
            <a:ext cx="7772400" cy="4114800"/>
          </a:xfrm>
        </p:spPr>
        <p:txBody>
          <a:bodyPr/>
          <a:lstStyle/>
          <a:p>
            <a:pPr algn="just" eaLnBrk="1" hangingPunct="1">
              <a:lnSpc>
                <a:spcPct val="90000"/>
              </a:lnSpc>
              <a:buFont typeface="Wingdings" panose="05000000000000000000" pitchFamily="2" charset="2"/>
              <a:buNone/>
            </a:pPr>
            <a:r>
              <a:rPr lang="en-US" altLang="en-GB" sz="2100" smtClean="0"/>
              <a:t>	At state 3, the next letter to be read is X, which will be replaced by b and the state 4 will be entered. At state 4, </a:t>
            </a:r>
            <a:r>
              <a:rPr lang="en-US" altLang="en-GB" sz="1900" smtClean="0">
                <a:sym typeface="Math1" pitchFamily="2" charset="2"/>
              </a:rPr>
              <a:t>∆</a:t>
            </a:r>
            <a:r>
              <a:rPr lang="en-US" altLang="en-GB" sz="2100" smtClean="0">
                <a:sym typeface="Math1" pitchFamily="2" charset="2"/>
              </a:rPr>
              <a:t> will be read, which will be replaced by X and state 5 will be entered. At state 5 </a:t>
            </a:r>
            <a:r>
              <a:rPr lang="en-US" altLang="en-GB" sz="1900" smtClean="0">
                <a:sym typeface="Math1" pitchFamily="2" charset="2"/>
              </a:rPr>
              <a:t>∆</a:t>
            </a:r>
            <a:r>
              <a:rPr lang="en-US" altLang="en-GB" sz="2100" smtClean="0">
                <a:sym typeface="Math1" pitchFamily="2" charset="2"/>
              </a:rPr>
              <a:t> will be read and without any change state 6 will be entered, while TAPE Head will be moved one step left. The state 6 makes no change whatever (except Q) is read at that state. However at each step, the TAPE Head is moved one step left. Finally, Q is read which is replaced by b and the TAPE Head is moved to one step right.</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3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D360366-CCC8-46E0-ABD6-AD8A525A0CBD}" type="slidenum">
              <a:rPr lang="en-US" altLang="en-US" sz="1200">
                <a:solidFill>
                  <a:srgbClr val="898989"/>
                </a:solidFill>
                <a:latin typeface="Arial" panose="020B0604020202020204" pitchFamily="34" charset="0"/>
              </a:rPr>
              <a:pPr>
                <a:spcBef>
                  <a:spcPct val="0"/>
                </a:spcBef>
                <a:buFontTx/>
                <a:buNone/>
              </a:pPr>
              <a:t>32</a:t>
            </a:fld>
            <a:endParaRPr lang="en-US" altLang="en-US" sz="1200">
              <a:solidFill>
                <a:srgbClr val="898989"/>
              </a:solidFill>
              <a:latin typeface="Arial" panose="020B0604020202020204" pitchFamily="34" charset="0"/>
            </a:endParaRPr>
          </a:p>
        </p:txBody>
      </p:sp>
      <p:sp>
        <p:nvSpPr>
          <p:cNvPr id="66563" name="Rectangle 2"/>
          <p:cNvSpPr>
            <a:spLocks noGrp="1"/>
          </p:cNvSpPr>
          <p:nvPr>
            <p:ph type="title" idx="4294967295"/>
          </p:nvPr>
        </p:nvSpPr>
        <p:spPr>
          <a:xfrm>
            <a:off x="0" y="228600"/>
            <a:ext cx="6019800" cy="609600"/>
          </a:xfrm>
        </p:spPr>
        <p:txBody>
          <a:bodyPr/>
          <a:lstStyle/>
          <a:p>
            <a:pPr eaLnBrk="1" hangingPunct="1"/>
            <a:r>
              <a:rPr lang="en-US" altLang="en-GB" sz="3400" smtClean="0"/>
              <a:t>EQUAL</a:t>
            </a:r>
          </a:p>
        </p:txBody>
      </p:sp>
      <p:grpSp>
        <p:nvGrpSpPr>
          <p:cNvPr id="2" name="Group 3"/>
          <p:cNvGrpSpPr>
            <a:grpSpLocks/>
          </p:cNvGrpSpPr>
          <p:nvPr/>
        </p:nvGrpSpPr>
        <p:grpSpPr bwMode="auto">
          <a:xfrm>
            <a:off x="765175" y="1524000"/>
            <a:ext cx="7613650" cy="3395663"/>
            <a:chOff x="453" y="935"/>
            <a:chExt cx="4769" cy="1946"/>
          </a:xfrm>
        </p:grpSpPr>
        <p:sp>
          <p:nvSpPr>
            <p:cNvPr id="66566" name="Oval 4"/>
            <p:cNvSpPr>
              <a:spLocks noChangeArrowheads="1"/>
            </p:cNvSpPr>
            <p:nvPr/>
          </p:nvSpPr>
          <p:spPr bwMode="auto">
            <a:xfrm>
              <a:off x="2513" y="1668"/>
              <a:ext cx="405" cy="37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7</a:t>
              </a:r>
            </a:p>
          </p:txBody>
        </p:sp>
        <p:sp>
          <p:nvSpPr>
            <p:cNvPr id="66567" name="Oval 5"/>
            <p:cNvSpPr>
              <a:spLocks noChangeArrowheads="1"/>
            </p:cNvSpPr>
            <p:nvPr/>
          </p:nvSpPr>
          <p:spPr bwMode="auto">
            <a:xfrm>
              <a:off x="1551" y="1666"/>
              <a:ext cx="406" cy="371"/>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6</a:t>
              </a:r>
            </a:p>
          </p:txBody>
        </p:sp>
        <p:sp>
          <p:nvSpPr>
            <p:cNvPr id="66568" name="Line 6"/>
            <p:cNvSpPr>
              <a:spLocks noChangeShapeType="1"/>
            </p:cNvSpPr>
            <p:nvPr/>
          </p:nvSpPr>
          <p:spPr bwMode="auto">
            <a:xfrm>
              <a:off x="1969" y="1859"/>
              <a:ext cx="54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6569" name="Oval 7"/>
            <p:cNvSpPr>
              <a:spLocks noChangeArrowheads="1"/>
            </p:cNvSpPr>
            <p:nvPr/>
          </p:nvSpPr>
          <p:spPr bwMode="auto">
            <a:xfrm>
              <a:off x="459" y="1132"/>
              <a:ext cx="847" cy="31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000">
                  <a:latin typeface="Times New Roman" panose="02020603050405020304" pitchFamily="18" charset="0"/>
                  <a:sym typeface="Symbol" panose="05050102010706020507" pitchFamily="18" charset="2"/>
                </a:rPr>
                <a:t>START</a:t>
              </a:r>
            </a:p>
          </p:txBody>
        </p:sp>
        <p:sp>
          <p:nvSpPr>
            <p:cNvPr id="66570" name="Oval 8"/>
            <p:cNvSpPr>
              <a:spLocks noChangeArrowheads="1"/>
            </p:cNvSpPr>
            <p:nvPr/>
          </p:nvSpPr>
          <p:spPr bwMode="auto">
            <a:xfrm>
              <a:off x="2759" y="2558"/>
              <a:ext cx="735" cy="317"/>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000">
                  <a:latin typeface="Times New Roman" panose="02020603050405020304" pitchFamily="18" charset="0"/>
                  <a:sym typeface="Symbol" panose="05050102010706020507" pitchFamily="18" charset="2"/>
                </a:rPr>
                <a:t>HALT</a:t>
              </a:r>
            </a:p>
          </p:txBody>
        </p:sp>
        <p:sp>
          <p:nvSpPr>
            <p:cNvPr id="66571" name="Line 9"/>
            <p:cNvSpPr>
              <a:spLocks noChangeShapeType="1"/>
            </p:cNvSpPr>
            <p:nvPr/>
          </p:nvSpPr>
          <p:spPr bwMode="auto">
            <a:xfrm>
              <a:off x="2925" y="1867"/>
              <a:ext cx="57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66572" name="Oval 10"/>
            <p:cNvSpPr>
              <a:spLocks noChangeArrowheads="1"/>
            </p:cNvSpPr>
            <p:nvPr/>
          </p:nvSpPr>
          <p:spPr bwMode="auto">
            <a:xfrm>
              <a:off x="3492" y="1666"/>
              <a:ext cx="406" cy="37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8</a:t>
              </a:r>
            </a:p>
          </p:txBody>
        </p:sp>
        <p:sp>
          <p:nvSpPr>
            <p:cNvPr id="66573" name="Freeform 11"/>
            <p:cNvSpPr>
              <a:spLocks/>
            </p:cNvSpPr>
            <p:nvPr/>
          </p:nvSpPr>
          <p:spPr bwMode="auto">
            <a:xfrm>
              <a:off x="1689" y="1453"/>
              <a:ext cx="267" cy="240"/>
            </a:xfrm>
            <a:custGeom>
              <a:avLst/>
              <a:gdLst>
                <a:gd name="T0" fmla="*/ 0 w 267"/>
                <a:gd name="T1" fmla="*/ 204 h 240"/>
                <a:gd name="T2" fmla="*/ 90 w 267"/>
                <a:gd name="T3" fmla="*/ 15 h 240"/>
                <a:gd name="T4" fmla="*/ 261 w 267"/>
                <a:gd name="T5" fmla="*/ 114 h 240"/>
                <a:gd name="T6" fmla="*/ 126 w 267"/>
                <a:gd name="T7" fmla="*/ 240 h 240"/>
                <a:gd name="T8" fmla="*/ 0 60000 65536"/>
                <a:gd name="T9" fmla="*/ 0 60000 65536"/>
                <a:gd name="T10" fmla="*/ 0 60000 65536"/>
                <a:gd name="T11" fmla="*/ 0 60000 65536"/>
                <a:gd name="T12" fmla="*/ 0 w 267"/>
                <a:gd name="T13" fmla="*/ 0 h 240"/>
                <a:gd name="T14" fmla="*/ 267 w 267"/>
                <a:gd name="T15" fmla="*/ 240 h 240"/>
              </a:gdLst>
              <a:ahLst/>
              <a:cxnLst>
                <a:cxn ang="T8">
                  <a:pos x="T0" y="T1"/>
                </a:cxn>
                <a:cxn ang="T9">
                  <a:pos x="T2" y="T3"/>
                </a:cxn>
                <a:cxn ang="T10">
                  <a:pos x="T4" y="T5"/>
                </a:cxn>
                <a:cxn ang="T11">
                  <a:pos x="T6" y="T7"/>
                </a:cxn>
              </a:cxnLst>
              <a:rect l="T12" t="T13" r="T14" b="T15"/>
              <a:pathLst>
                <a:path w="267" h="240">
                  <a:moveTo>
                    <a:pt x="0" y="204"/>
                  </a:moveTo>
                  <a:cubicBezTo>
                    <a:pt x="23" y="117"/>
                    <a:pt x="47" y="30"/>
                    <a:pt x="90" y="15"/>
                  </a:cubicBezTo>
                  <a:cubicBezTo>
                    <a:pt x="133" y="0"/>
                    <a:pt x="255" y="77"/>
                    <a:pt x="261" y="114"/>
                  </a:cubicBezTo>
                  <a:cubicBezTo>
                    <a:pt x="267" y="151"/>
                    <a:pt x="196" y="195"/>
                    <a:pt x="126" y="24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sp>
          <p:nvSpPr>
            <p:cNvPr id="66574" name="Text Box 12"/>
            <p:cNvSpPr txBox="1">
              <a:spLocks noChangeArrowheads="1"/>
            </p:cNvSpPr>
            <p:nvPr/>
          </p:nvSpPr>
          <p:spPr bwMode="auto">
            <a:xfrm>
              <a:off x="1503" y="962"/>
              <a:ext cx="742"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(X,X,R)</a:t>
              </a:r>
            </a:p>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(b,b,R)</a:t>
              </a:r>
            </a:p>
          </p:txBody>
        </p:sp>
        <p:sp>
          <p:nvSpPr>
            <p:cNvPr id="66575" name="Freeform 13"/>
            <p:cNvSpPr>
              <a:spLocks/>
            </p:cNvSpPr>
            <p:nvPr/>
          </p:nvSpPr>
          <p:spPr bwMode="auto">
            <a:xfrm>
              <a:off x="2671" y="1453"/>
              <a:ext cx="267" cy="240"/>
            </a:xfrm>
            <a:custGeom>
              <a:avLst/>
              <a:gdLst>
                <a:gd name="T0" fmla="*/ 0 w 267"/>
                <a:gd name="T1" fmla="*/ 204 h 240"/>
                <a:gd name="T2" fmla="*/ 90 w 267"/>
                <a:gd name="T3" fmla="*/ 15 h 240"/>
                <a:gd name="T4" fmla="*/ 261 w 267"/>
                <a:gd name="T5" fmla="*/ 114 h 240"/>
                <a:gd name="T6" fmla="*/ 126 w 267"/>
                <a:gd name="T7" fmla="*/ 240 h 240"/>
                <a:gd name="T8" fmla="*/ 0 60000 65536"/>
                <a:gd name="T9" fmla="*/ 0 60000 65536"/>
                <a:gd name="T10" fmla="*/ 0 60000 65536"/>
                <a:gd name="T11" fmla="*/ 0 60000 65536"/>
                <a:gd name="T12" fmla="*/ 0 w 267"/>
                <a:gd name="T13" fmla="*/ 0 h 240"/>
                <a:gd name="T14" fmla="*/ 267 w 267"/>
                <a:gd name="T15" fmla="*/ 240 h 240"/>
              </a:gdLst>
              <a:ahLst/>
              <a:cxnLst>
                <a:cxn ang="T8">
                  <a:pos x="T0" y="T1"/>
                </a:cxn>
                <a:cxn ang="T9">
                  <a:pos x="T2" y="T3"/>
                </a:cxn>
                <a:cxn ang="T10">
                  <a:pos x="T4" y="T5"/>
                </a:cxn>
                <a:cxn ang="T11">
                  <a:pos x="T6" y="T7"/>
                </a:cxn>
              </a:cxnLst>
              <a:rect l="T12" t="T13" r="T14" b="T15"/>
              <a:pathLst>
                <a:path w="267" h="240">
                  <a:moveTo>
                    <a:pt x="0" y="204"/>
                  </a:moveTo>
                  <a:cubicBezTo>
                    <a:pt x="23" y="117"/>
                    <a:pt x="47" y="30"/>
                    <a:pt x="90" y="15"/>
                  </a:cubicBezTo>
                  <a:cubicBezTo>
                    <a:pt x="133" y="0"/>
                    <a:pt x="255" y="77"/>
                    <a:pt x="261" y="114"/>
                  </a:cubicBezTo>
                  <a:cubicBezTo>
                    <a:pt x="267" y="151"/>
                    <a:pt x="196" y="195"/>
                    <a:pt x="126" y="24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sp>
          <p:nvSpPr>
            <p:cNvPr id="66576" name="Line 14"/>
            <p:cNvSpPr>
              <a:spLocks noChangeShapeType="1"/>
            </p:cNvSpPr>
            <p:nvPr/>
          </p:nvSpPr>
          <p:spPr bwMode="auto">
            <a:xfrm>
              <a:off x="3895" y="1877"/>
              <a:ext cx="57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66577" name="Oval 15"/>
            <p:cNvSpPr>
              <a:spLocks noChangeArrowheads="1"/>
            </p:cNvSpPr>
            <p:nvPr/>
          </p:nvSpPr>
          <p:spPr bwMode="auto">
            <a:xfrm>
              <a:off x="4463" y="1676"/>
              <a:ext cx="405" cy="37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9</a:t>
              </a:r>
            </a:p>
          </p:txBody>
        </p:sp>
        <p:sp>
          <p:nvSpPr>
            <p:cNvPr id="66578" name="Text Box 16"/>
            <p:cNvSpPr txBox="1">
              <a:spLocks noChangeArrowheads="1"/>
            </p:cNvSpPr>
            <p:nvPr/>
          </p:nvSpPr>
          <p:spPr bwMode="auto">
            <a:xfrm>
              <a:off x="1088" y="2104"/>
              <a:ext cx="68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Symbol" panose="05050102010706020507" pitchFamily="18" charset="2"/>
                  <a:sym typeface="Symbol" panose="05050102010706020507" pitchFamily="18" charset="2"/>
                </a:rPr>
                <a:t>(D,D,</a:t>
              </a:r>
              <a:r>
                <a:rPr lang="en-US" altLang="en-GB" sz="2400">
                  <a:latin typeface="Times New Roman" panose="02020603050405020304" pitchFamily="18" charset="0"/>
                  <a:sym typeface="Symbol" panose="05050102010706020507" pitchFamily="18" charset="2"/>
                </a:rPr>
                <a:t>L)</a:t>
              </a:r>
            </a:p>
          </p:txBody>
        </p:sp>
        <p:sp>
          <p:nvSpPr>
            <p:cNvPr id="66579" name="Text Box 17"/>
            <p:cNvSpPr txBox="1">
              <a:spLocks noChangeArrowheads="1"/>
            </p:cNvSpPr>
            <p:nvPr/>
          </p:nvSpPr>
          <p:spPr bwMode="auto">
            <a:xfrm>
              <a:off x="1880" y="1828"/>
              <a:ext cx="67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(a,X,L)</a:t>
              </a:r>
              <a:endParaRPr lang="en-US" altLang="en-GB" sz="2400">
                <a:latin typeface="Symbol" panose="05050102010706020507" pitchFamily="18" charset="2"/>
                <a:sym typeface="Symbol" panose="05050102010706020507" pitchFamily="18" charset="2"/>
              </a:endParaRPr>
            </a:p>
          </p:txBody>
        </p:sp>
        <p:sp>
          <p:nvSpPr>
            <p:cNvPr id="66580" name="Text Box 18"/>
            <p:cNvSpPr txBox="1">
              <a:spLocks noChangeArrowheads="1"/>
            </p:cNvSpPr>
            <p:nvPr/>
          </p:nvSpPr>
          <p:spPr bwMode="auto">
            <a:xfrm>
              <a:off x="2850" y="1814"/>
              <a:ext cx="65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(#,#,R)</a:t>
              </a:r>
            </a:p>
          </p:txBody>
        </p:sp>
        <p:sp>
          <p:nvSpPr>
            <p:cNvPr id="66581" name="Rectangle 19"/>
            <p:cNvSpPr>
              <a:spLocks noChangeArrowheads="1"/>
            </p:cNvSpPr>
            <p:nvPr/>
          </p:nvSpPr>
          <p:spPr bwMode="auto">
            <a:xfrm>
              <a:off x="453" y="1729"/>
              <a:ext cx="810" cy="24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000">
                  <a:latin typeface="Times New Roman" panose="02020603050405020304" pitchFamily="18" charset="0"/>
                  <a:sym typeface="Symbol" panose="05050102010706020507" pitchFamily="18" charset="2"/>
                </a:rPr>
                <a:t>INSERT #</a:t>
              </a:r>
            </a:p>
          </p:txBody>
        </p:sp>
        <p:sp>
          <p:nvSpPr>
            <p:cNvPr id="66582" name="Line 20"/>
            <p:cNvSpPr>
              <a:spLocks noChangeShapeType="1"/>
            </p:cNvSpPr>
            <p:nvPr/>
          </p:nvSpPr>
          <p:spPr bwMode="auto">
            <a:xfrm>
              <a:off x="4658" y="2070"/>
              <a:ext cx="0" cy="27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GB"/>
            </a:p>
          </p:txBody>
        </p:sp>
        <p:sp>
          <p:nvSpPr>
            <p:cNvPr id="66583" name="Line 21"/>
            <p:cNvSpPr>
              <a:spLocks noChangeShapeType="1"/>
            </p:cNvSpPr>
            <p:nvPr/>
          </p:nvSpPr>
          <p:spPr bwMode="auto">
            <a:xfrm flipH="1">
              <a:off x="2215" y="2358"/>
              <a:ext cx="2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n-GB"/>
            </a:p>
          </p:txBody>
        </p:sp>
        <p:sp>
          <p:nvSpPr>
            <p:cNvPr id="66584" name="Line 22"/>
            <p:cNvSpPr>
              <a:spLocks noChangeShapeType="1"/>
            </p:cNvSpPr>
            <p:nvPr/>
          </p:nvSpPr>
          <p:spPr bwMode="auto">
            <a:xfrm flipH="1" flipV="1">
              <a:off x="1857" y="2030"/>
              <a:ext cx="358" cy="33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6585" name="Line 23"/>
            <p:cNvSpPr>
              <a:spLocks noChangeShapeType="1"/>
            </p:cNvSpPr>
            <p:nvPr/>
          </p:nvSpPr>
          <p:spPr bwMode="auto">
            <a:xfrm>
              <a:off x="1251" y="1867"/>
              <a:ext cx="29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6586" name="Line 24"/>
            <p:cNvSpPr>
              <a:spLocks noChangeShapeType="1"/>
            </p:cNvSpPr>
            <p:nvPr/>
          </p:nvSpPr>
          <p:spPr bwMode="auto">
            <a:xfrm>
              <a:off x="854" y="1470"/>
              <a:ext cx="0" cy="2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66587" name="Freeform 25"/>
            <p:cNvSpPr>
              <a:spLocks/>
            </p:cNvSpPr>
            <p:nvPr/>
          </p:nvSpPr>
          <p:spPr bwMode="auto">
            <a:xfrm>
              <a:off x="4605" y="1459"/>
              <a:ext cx="267" cy="240"/>
            </a:xfrm>
            <a:custGeom>
              <a:avLst/>
              <a:gdLst>
                <a:gd name="T0" fmla="*/ 0 w 267"/>
                <a:gd name="T1" fmla="*/ 204 h 240"/>
                <a:gd name="T2" fmla="*/ 90 w 267"/>
                <a:gd name="T3" fmla="*/ 15 h 240"/>
                <a:gd name="T4" fmla="*/ 261 w 267"/>
                <a:gd name="T5" fmla="*/ 114 h 240"/>
                <a:gd name="T6" fmla="*/ 126 w 267"/>
                <a:gd name="T7" fmla="*/ 240 h 240"/>
                <a:gd name="T8" fmla="*/ 0 60000 65536"/>
                <a:gd name="T9" fmla="*/ 0 60000 65536"/>
                <a:gd name="T10" fmla="*/ 0 60000 65536"/>
                <a:gd name="T11" fmla="*/ 0 60000 65536"/>
                <a:gd name="T12" fmla="*/ 0 w 267"/>
                <a:gd name="T13" fmla="*/ 0 h 240"/>
                <a:gd name="T14" fmla="*/ 267 w 267"/>
                <a:gd name="T15" fmla="*/ 240 h 240"/>
              </a:gdLst>
              <a:ahLst/>
              <a:cxnLst>
                <a:cxn ang="T8">
                  <a:pos x="T0" y="T1"/>
                </a:cxn>
                <a:cxn ang="T9">
                  <a:pos x="T2" y="T3"/>
                </a:cxn>
                <a:cxn ang="T10">
                  <a:pos x="T4" y="T5"/>
                </a:cxn>
                <a:cxn ang="T11">
                  <a:pos x="T6" y="T7"/>
                </a:cxn>
              </a:cxnLst>
              <a:rect l="T12" t="T13" r="T14" b="T15"/>
              <a:pathLst>
                <a:path w="267" h="240">
                  <a:moveTo>
                    <a:pt x="0" y="204"/>
                  </a:moveTo>
                  <a:cubicBezTo>
                    <a:pt x="23" y="117"/>
                    <a:pt x="47" y="30"/>
                    <a:pt x="90" y="15"/>
                  </a:cubicBezTo>
                  <a:cubicBezTo>
                    <a:pt x="133" y="0"/>
                    <a:pt x="255" y="77"/>
                    <a:pt x="261" y="114"/>
                  </a:cubicBezTo>
                  <a:cubicBezTo>
                    <a:pt x="267" y="151"/>
                    <a:pt x="196" y="195"/>
                    <a:pt x="126" y="24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sp>
          <p:nvSpPr>
            <p:cNvPr id="66588" name="Freeform 26"/>
            <p:cNvSpPr>
              <a:spLocks/>
            </p:cNvSpPr>
            <p:nvPr/>
          </p:nvSpPr>
          <p:spPr bwMode="auto">
            <a:xfrm>
              <a:off x="3628" y="1447"/>
              <a:ext cx="267" cy="240"/>
            </a:xfrm>
            <a:custGeom>
              <a:avLst/>
              <a:gdLst>
                <a:gd name="T0" fmla="*/ 0 w 267"/>
                <a:gd name="T1" fmla="*/ 204 h 240"/>
                <a:gd name="T2" fmla="*/ 90 w 267"/>
                <a:gd name="T3" fmla="*/ 15 h 240"/>
                <a:gd name="T4" fmla="*/ 261 w 267"/>
                <a:gd name="T5" fmla="*/ 114 h 240"/>
                <a:gd name="T6" fmla="*/ 126 w 267"/>
                <a:gd name="T7" fmla="*/ 240 h 240"/>
                <a:gd name="T8" fmla="*/ 0 60000 65536"/>
                <a:gd name="T9" fmla="*/ 0 60000 65536"/>
                <a:gd name="T10" fmla="*/ 0 60000 65536"/>
                <a:gd name="T11" fmla="*/ 0 60000 65536"/>
                <a:gd name="T12" fmla="*/ 0 w 267"/>
                <a:gd name="T13" fmla="*/ 0 h 240"/>
                <a:gd name="T14" fmla="*/ 267 w 267"/>
                <a:gd name="T15" fmla="*/ 240 h 240"/>
              </a:gdLst>
              <a:ahLst/>
              <a:cxnLst>
                <a:cxn ang="T8">
                  <a:pos x="T0" y="T1"/>
                </a:cxn>
                <a:cxn ang="T9">
                  <a:pos x="T2" y="T3"/>
                </a:cxn>
                <a:cxn ang="T10">
                  <a:pos x="T4" y="T5"/>
                </a:cxn>
                <a:cxn ang="T11">
                  <a:pos x="T6" y="T7"/>
                </a:cxn>
              </a:cxnLst>
              <a:rect l="T12" t="T13" r="T14" b="T15"/>
              <a:pathLst>
                <a:path w="267" h="240">
                  <a:moveTo>
                    <a:pt x="0" y="204"/>
                  </a:moveTo>
                  <a:cubicBezTo>
                    <a:pt x="23" y="117"/>
                    <a:pt x="47" y="30"/>
                    <a:pt x="90" y="15"/>
                  </a:cubicBezTo>
                  <a:cubicBezTo>
                    <a:pt x="133" y="0"/>
                    <a:pt x="255" y="77"/>
                    <a:pt x="261" y="114"/>
                  </a:cubicBezTo>
                  <a:cubicBezTo>
                    <a:pt x="267" y="151"/>
                    <a:pt x="196" y="195"/>
                    <a:pt x="126" y="240"/>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sp>
          <p:nvSpPr>
            <p:cNvPr id="66589" name="Oval 27"/>
            <p:cNvSpPr>
              <a:spLocks noChangeArrowheads="1"/>
            </p:cNvSpPr>
            <p:nvPr/>
          </p:nvSpPr>
          <p:spPr bwMode="auto">
            <a:xfrm>
              <a:off x="1549" y="2511"/>
              <a:ext cx="459" cy="37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rPr>
                <a:t>10</a:t>
              </a:r>
            </a:p>
          </p:txBody>
        </p:sp>
        <p:sp>
          <p:nvSpPr>
            <p:cNvPr id="66590" name="Freeform 28"/>
            <p:cNvSpPr>
              <a:spLocks/>
            </p:cNvSpPr>
            <p:nvPr/>
          </p:nvSpPr>
          <p:spPr bwMode="auto">
            <a:xfrm>
              <a:off x="1294" y="2599"/>
              <a:ext cx="274" cy="268"/>
            </a:xfrm>
            <a:custGeom>
              <a:avLst/>
              <a:gdLst>
                <a:gd name="T0" fmla="*/ 264 w 274"/>
                <a:gd name="T1" fmla="*/ 43 h 268"/>
                <a:gd name="T2" fmla="*/ 35 w 274"/>
                <a:gd name="T3" fmla="*/ 33 h 268"/>
                <a:gd name="T4" fmla="*/ 55 w 274"/>
                <a:gd name="T5" fmla="*/ 242 h 268"/>
                <a:gd name="T6" fmla="*/ 274 w 274"/>
                <a:gd name="T7" fmla="*/ 192 h 268"/>
                <a:gd name="T8" fmla="*/ 0 60000 65536"/>
                <a:gd name="T9" fmla="*/ 0 60000 65536"/>
                <a:gd name="T10" fmla="*/ 0 60000 65536"/>
                <a:gd name="T11" fmla="*/ 0 60000 65536"/>
                <a:gd name="T12" fmla="*/ 0 w 274"/>
                <a:gd name="T13" fmla="*/ 0 h 268"/>
                <a:gd name="T14" fmla="*/ 274 w 274"/>
                <a:gd name="T15" fmla="*/ 268 h 268"/>
              </a:gdLst>
              <a:ahLst/>
              <a:cxnLst>
                <a:cxn ang="T8">
                  <a:pos x="T0" y="T1"/>
                </a:cxn>
                <a:cxn ang="T9">
                  <a:pos x="T2" y="T3"/>
                </a:cxn>
                <a:cxn ang="T10">
                  <a:pos x="T4" y="T5"/>
                </a:cxn>
                <a:cxn ang="T11">
                  <a:pos x="T6" y="T7"/>
                </a:cxn>
              </a:cxnLst>
              <a:rect l="T12" t="T13" r="T14" b="T15"/>
              <a:pathLst>
                <a:path w="274" h="268">
                  <a:moveTo>
                    <a:pt x="264" y="43"/>
                  </a:moveTo>
                  <a:cubicBezTo>
                    <a:pt x="167" y="21"/>
                    <a:pt x="70" y="0"/>
                    <a:pt x="35" y="33"/>
                  </a:cubicBezTo>
                  <a:cubicBezTo>
                    <a:pt x="0" y="66"/>
                    <a:pt x="15" y="216"/>
                    <a:pt x="55" y="242"/>
                  </a:cubicBezTo>
                  <a:cubicBezTo>
                    <a:pt x="95" y="268"/>
                    <a:pt x="184" y="230"/>
                    <a:pt x="274" y="192"/>
                  </a:cubicBez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n-GB"/>
            </a:p>
          </p:txBody>
        </p:sp>
        <p:sp>
          <p:nvSpPr>
            <p:cNvPr id="66591" name="Line 29"/>
            <p:cNvSpPr>
              <a:spLocks noChangeShapeType="1"/>
            </p:cNvSpPr>
            <p:nvPr/>
          </p:nvSpPr>
          <p:spPr bwMode="auto">
            <a:xfrm>
              <a:off x="1738" y="2056"/>
              <a:ext cx="0" cy="44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n-GB"/>
            </a:p>
          </p:txBody>
        </p:sp>
        <p:sp>
          <p:nvSpPr>
            <p:cNvPr id="66592" name="Line 30"/>
            <p:cNvSpPr>
              <a:spLocks noChangeShapeType="1"/>
            </p:cNvSpPr>
            <p:nvPr/>
          </p:nvSpPr>
          <p:spPr bwMode="auto">
            <a:xfrm>
              <a:off x="1986" y="2711"/>
              <a:ext cx="78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GB"/>
            </a:p>
          </p:txBody>
        </p:sp>
        <p:sp>
          <p:nvSpPr>
            <p:cNvPr id="66593" name="Text Box 31"/>
            <p:cNvSpPr txBox="1">
              <a:spLocks noChangeArrowheads="1"/>
            </p:cNvSpPr>
            <p:nvPr/>
          </p:nvSpPr>
          <p:spPr bwMode="auto">
            <a:xfrm>
              <a:off x="2597" y="949"/>
              <a:ext cx="731"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(X,X,L)</a:t>
              </a:r>
            </a:p>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(b,b,L)</a:t>
              </a:r>
            </a:p>
          </p:txBody>
        </p:sp>
        <p:sp>
          <p:nvSpPr>
            <p:cNvPr id="66594" name="Text Box 32"/>
            <p:cNvSpPr txBox="1">
              <a:spLocks noChangeArrowheads="1"/>
            </p:cNvSpPr>
            <p:nvPr/>
          </p:nvSpPr>
          <p:spPr bwMode="auto">
            <a:xfrm>
              <a:off x="4491" y="935"/>
              <a:ext cx="731"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(X,X,L)</a:t>
              </a:r>
            </a:p>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(a,a,L)</a:t>
              </a:r>
            </a:p>
          </p:txBody>
        </p:sp>
        <p:sp>
          <p:nvSpPr>
            <p:cNvPr id="66595" name="Text Box 33"/>
            <p:cNvSpPr txBox="1">
              <a:spLocks noChangeArrowheads="1"/>
            </p:cNvSpPr>
            <p:nvPr/>
          </p:nvSpPr>
          <p:spPr bwMode="auto">
            <a:xfrm>
              <a:off x="3499" y="953"/>
              <a:ext cx="742"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(X,X,R)</a:t>
              </a:r>
            </a:p>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(a,a,R)</a:t>
              </a:r>
            </a:p>
          </p:txBody>
        </p:sp>
        <p:sp>
          <p:nvSpPr>
            <p:cNvPr id="66596" name="Text Box 34"/>
            <p:cNvSpPr txBox="1">
              <a:spLocks noChangeArrowheads="1"/>
            </p:cNvSpPr>
            <p:nvPr/>
          </p:nvSpPr>
          <p:spPr bwMode="auto">
            <a:xfrm>
              <a:off x="3838" y="1805"/>
              <a:ext cx="68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(b,X,L)</a:t>
              </a:r>
              <a:endParaRPr lang="en-US" altLang="en-GB" sz="2400">
                <a:latin typeface="Symbol" panose="05050102010706020507" pitchFamily="18" charset="2"/>
                <a:sym typeface="Symbol" panose="05050102010706020507" pitchFamily="18" charset="2"/>
              </a:endParaRPr>
            </a:p>
          </p:txBody>
        </p:sp>
        <p:sp>
          <p:nvSpPr>
            <p:cNvPr id="66597" name="Text Box 35"/>
            <p:cNvSpPr txBox="1">
              <a:spLocks noChangeArrowheads="1"/>
            </p:cNvSpPr>
            <p:nvPr/>
          </p:nvSpPr>
          <p:spPr bwMode="auto">
            <a:xfrm>
              <a:off x="2927" y="2099"/>
              <a:ext cx="656"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(#,#,R)</a:t>
              </a:r>
            </a:p>
          </p:txBody>
        </p:sp>
        <p:sp>
          <p:nvSpPr>
            <p:cNvPr id="66598" name="Text Box 36"/>
            <p:cNvSpPr txBox="1">
              <a:spLocks noChangeArrowheads="1"/>
            </p:cNvSpPr>
            <p:nvPr/>
          </p:nvSpPr>
          <p:spPr bwMode="auto">
            <a:xfrm>
              <a:off x="1992" y="2466"/>
              <a:ext cx="657"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(#,#,R)</a:t>
              </a:r>
            </a:p>
          </p:txBody>
        </p:sp>
        <p:sp>
          <p:nvSpPr>
            <p:cNvPr id="66599" name="Text Box 37"/>
            <p:cNvSpPr txBox="1">
              <a:spLocks noChangeArrowheads="1"/>
            </p:cNvSpPr>
            <p:nvPr/>
          </p:nvSpPr>
          <p:spPr bwMode="auto">
            <a:xfrm>
              <a:off x="626" y="2566"/>
              <a:ext cx="73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Unicode MS" pitchFamily="34" charset="-128"/>
                <a:buNone/>
              </a:pPr>
              <a:r>
                <a:rPr lang="en-US" altLang="en-GB" sz="2400">
                  <a:latin typeface="Times New Roman" panose="02020603050405020304" pitchFamily="18" charset="0"/>
                  <a:sym typeface="Symbol" panose="05050102010706020507" pitchFamily="18" charset="2"/>
                </a:rPr>
                <a:t>(X,X,L)</a:t>
              </a:r>
              <a:endParaRPr lang="en-US" altLang="en-GB" sz="2400">
                <a:latin typeface="Symbol" panose="05050102010706020507" pitchFamily="18" charset="2"/>
                <a:sym typeface="Symbol" panose="05050102010706020507" pitchFamily="18" charset="2"/>
              </a:endParaRPr>
            </a:p>
          </p:txBody>
        </p:sp>
      </p:grpSp>
      <p:sp>
        <p:nvSpPr>
          <p:cNvPr id="39" name="Footer Placeholder 38"/>
          <p:cNvSpPr>
            <a:spLocks noGrp="1"/>
          </p:cNvSpPr>
          <p:nvPr>
            <p:ph type="ftr" sz="quarter" idx="11"/>
          </p:nvPr>
        </p:nvSpPr>
        <p:spPr/>
        <p:txBody>
          <a:bodyPr/>
          <a:lstStyle/>
          <a:p>
            <a:pPr>
              <a:defRPr/>
            </a:pPr>
            <a:r>
              <a:rPr lang="en-US" altLang="en-US"/>
              <a:t>Theory of Automata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3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5626500-A227-444A-9F48-3FB3F0B0D6DE}" type="slidenum">
              <a:rPr lang="en-US" altLang="en-US" sz="1200">
                <a:solidFill>
                  <a:srgbClr val="898989"/>
                </a:solidFill>
                <a:latin typeface="Arial" panose="020B0604020202020204" pitchFamily="34" charset="0"/>
              </a:rPr>
              <a:pPr>
                <a:spcBef>
                  <a:spcPct val="0"/>
                </a:spcBef>
                <a:buFontTx/>
                <a:buNone/>
              </a:pPr>
              <a:t>33</a:t>
            </a:fld>
            <a:endParaRPr lang="en-US" altLang="en-US" sz="1200">
              <a:solidFill>
                <a:srgbClr val="898989"/>
              </a:solidFill>
              <a:latin typeface="Arial" panose="020B0604020202020204" pitchFamily="34" charset="0"/>
            </a:endParaRPr>
          </a:p>
        </p:txBody>
      </p:sp>
      <p:sp>
        <p:nvSpPr>
          <p:cNvPr id="68611"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Hence, the required situation of the TAPE can be shown as</a:t>
            </a:r>
          </a:p>
        </p:txBody>
      </p:sp>
      <p:grpSp>
        <p:nvGrpSpPr>
          <p:cNvPr id="68612" name="Group 4"/>
          <p:cNvGrpSpPr>
            <a:grpSpLocks/>
          </p:cNvGrpSpPr>
          <p:nvPr/>
        </p:nvGrpSpPr>
        <p:grpSpPr bwMode="auto">
          <a:xfrm>
            <a:off x="1200150" y="3238500"/>
            <a:ext cx="6096000" cy="1143000"/>
            <a:chOff x="768" y="3312"/>
            <a:chExt cx="3840" cy="720"/>
          </a:xfrm>
        </p:grpSpPr>
        <p:grpSp>
          <p:nvGrpSpPr>
            <p:cNvPr id="68614" name="Group 5"/>
            <p:cNvGrpSpPr>
              <a:grpSpLocks/>
            </p:cNvGrpSpPr>
            <p:nvPr/>
          </p:nvGrpSpPr>
          <p:grpSpPr bwMode="auto">
            <a:xfrm>
              <a:off x="768" y="3312"/>
              <a:ext cx="3840" cy="432"/>
              <a:chOff x="960" y="3024"/>
              <a:chExt cx="3840" cy="432"/>
            </a:xfrm>
          </p:grpSpPr>
          <p:sp>
            <p:nvSpPr>
              <p:cNvPr id="68616" name="Line 6"/>
              <p:cNvSpPr>
                <a:spLocks noChangeShapeType="1"/>
              </p:cNvSpPr>
              <p:nvPr/>
            </p:nvSpPr>
            <p:spPr bwMode="auto">
              <a:xfrm>
                <a:off x="96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sp>
            <p:nvSpPr>
              <p:cNvPr id="68617" name="Line 7"/>
              <p:cNvSpPr>
                <a:spLocks noChangeShapeType="1"/>
              </p:cNvSpPr>
              <p:nvPr/>
            </p:nvSpPr>
            <p:spPr bwMode="auto">
              <a:xfrm>
                <a:off x="480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grpSp>
            <p:nvGrpSpPr>
              <p:cNvPr id="68618" name="Group 8"/>
              <p:cNvGrpSpPr>
                <a:grpSpLocks/>
              </p:cNvGrpSpPr>
              <p:nvPr/>
            </p:nvGrpSpPr>
            <p:grpSpPr bwMode="auto">
              <a:xfrm>
                <a:off x="960" y="3024"/>
                <a:ext cx="3840" cy="416"/>
                <a:chOff x="960" y="3024"/>
                <a:chExt cx="3840" cy="416"/>
              </a:xfrm>
            </p:grpSpPr>
            <p:sp>
              <p:nvSpPr>
                <p:cNvPr id="68619" name="Rectangle 9"/>
                <p:cNvSpPr>
                  <a:spLocks noChangeArrowheads="1"/>
                </p:cNvSpPr>
                <p:nvPr/>
              </p:nvSpPr>
              <p:spPr bwMode="auto">
                <a:xfrm>
                  <a:off x="4102"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68620" name="Rectangle 10"/>
                <p:cNvSpPr>
                  <a:spLocks noChangeArrowheads="1"/>
                </p:cNvSpPr>
                <p:nvPr/>
              </p:nvSpPr>
              <p:spPr bwMode="auto">
                <a:xfrm>
                  <a:off x="3753"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68621" name="Rectangle 11"/>
                <p:cNvSpPr>
                  <a:spLocks noChangeArrowheads="1"/>
                </p:cNvSpPr>
                <p:nvPr/>
              </p:nvSpPr>
              <p:spPr bwMode="auto">
                <a:xfrm>
                  <a:off x="3404"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68622" name="Rectangle 12"/>
                <p:cNvSpPr>
                  <a:spLocks noChangeArrowheads="1"/>
                </p:cNvSpPr>
                <p:nvPr/>
              </p:nvSpPr>
              <p:spPr bwMode="auto">
                <a:xfrm>
                  <a:off x="3055"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68623" name="Rectangle 13"/>
                <p:cNvSpPr>
                  <a:spLocks noChangeArrowheads="1"/>
                </p:cNvSpPr>
                <p:nvPr/>
              </p:nvSpPr>
              <p:spPr bwMode="auto">
                <a:xfrm>
                  <a:off x="2705" y="3024"/>
                  <a:ext cx="35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68624" name="Rectangle 14"/>
                <p:cNvSpPr>
                  <a:spLocks noChangeArrowheads="1"/>
                </p:cNvSpPr>
                <p:nvPr/>
              </p:nvSpPr>
              <p:spPr bwMode="auto">
                <a:xfrm>
                  <a:off x="2356"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68625" name="Rectangle 15"/>
                <p:cNvSpPr>
                  <a:spLocks noChangeArrowheads="1"/>
                </p:cNvSpPr>
                <p:nvPr/>
              </p:nvSpPr>
              <p:spPr bwMode="auto">
                <a:xfrm>
                  <a:off x="2007"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X</a:t>
                  </a:r>
                </a:p>
              </p:txBody>
            </p:sp>
            <p:sp>
              <p:nvSpPr>
                <p:cNvPr id="68626" name="Rectangle 16"/>
                <p:cNvSpPr>
                  <a:spLocks noChangeArrowheads="1"/>
                </p:cNvSpPr>
                <p:nvPr/>
              </p:nvSpPr>
              <p:spPr bwMode="auto">
                <a:xfrm>
                  <a:off x="1658"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68627" name="Rectangle 17"/>
                <p:cNvSpPr>
                  <a:spLocks noChangeArrowheads="1"/>
                </p:cNvSpPr>
                <p:nvPr/>
              </p:nvSpPr>
              <p:spPr bwMode="auto">
                <a:xfrm>
                  <a:off x="960"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68628" name="Line 18"/>
                <p:cNvSpPr>
                  <a:spLocks noChangeShapeType="1"/>
                </p:cNvSpPr>
                <p:nvPr/>
              </p:nvSpPr>
              <p:spPr bwMode="auto">
                <a:xfrm>
                  <a:off x="960" y="3024"/>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29" name="Line 19"/>
                <p:cNvSpPr>
                  <a:spLocks noChangeShapeType="1"/>
                </p:cNvSpPr>
                <p:nvPr/>
              </p:nvSpPr>
              <p:spPr bwMode="auto">
                <a:xfrm>
                  <a:off x="960" y="344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0" name="Line 20"/>
                <p:cNvSpPr>
                  <a:spLocks noChangeShapeType="1"/>
                </p:cNvSpPr>
                <p:nvPr/>
              </p:nvSpPr>
              <p:spPr bwMode="auto">
                <a:xfrm>
                  <a:off x="1658"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1" name="Line 21"/>
                <p:cNvSpPr>
                  <a:spLocks noChangeShapeType="1"/>
                </p:cNvSpPr>
                <p:nvPr/>
              </p:nvSpPr>
              <p:spPr bwMode="auto">
                <a:xfrm>
                  <a:off x="2007"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2" name="Line 22"/>
                <p:cNvSpPr>
                  <a:spLocks noChangeShapeType="1"/>
                </p:cNvSpPr>
                <p:nvPr/>
              </p:nvSpPr>
              <p:spPr bwMode="auto">
                <a:xfrm>
                  <a:off x="2356"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3" name="Line 23"/>
                <p:cNvSpPr>
                  <a:spLocks noChangeShapeType="1"/>
                </p:cNvSpPr>
                <p:nvPr/>
              </p:nvSpPr>
              <p:spPr bwMode="auto">
                <a:xfrm>
                  <a:off x="270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4" name="Line 24"/>
                <p:cNvSpPr>
                  <a:spLocks noChangeShapeType="1"/>
                </p:cNvSpPr>
                <p:nvPr/>
              </p:nvSpPr>
              <p:spPr bwMode="auto">
                <a:xfrm>
                  <a:off x="305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5" name="Line 25"/>
                <p:cNvSpPr>
                  <a:spLocks noChangeShapeType="1"/>
                </p:cNvSpPr>
                <p:nvPr/>
              </p:nvSpPr>
              <p:spPr bwMode="auto">
                <a:xfrm>
                  <a:off x="3404"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6" name="Line 26"/>
                <p:cNvSpPr>
                  <a:spLocks noChangeShapeType="1"/>
                </p:cNvSpPr>
                <p:nvPr/>
              </p:nvSpPr>
              <p:spPr bwMode="auto">
                <a:xfrm>
                  <a:off x="3753"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68637" name="Line 27"/>
                <p:cNvSpPr>
                  <a:spLocks noChangeShapeType="1"/>
                </p:cNvSpPr>
                <p:nvPr/>
              </p:nvSpPr>
              <p:spPr bwMode="auto">
                <a:xfrm>
                  <a:off x="4102"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grpSp>
        </p:grpSp>
        <p:sp>
          <p:nvSpPr>
            <p:cNvPr id="68615" name="AutoShape 28"/>
            <p:cNvSpPr>
              <a:spLocks noChangeArrowheads="1"/>
            </p:cNvSpPr>
            <p:nvPr/>
          </p:nvSpPr>
          <p:spPr bwMode="auto">
            <a:xfrm rot="10800000">
              <a:off x="2256" y="3792"/>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30" name="Footer Placeholder 29"/>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8146B80-9F15-4268-A4F4-AB2DA558745C}" type="slidenum">
              <a:rPr lang="en-US" altLang="en-US" sz="1200">
                <a:solidFill>
                  <a:srgbClr val="898989"/>
                </a:solidFill>
                <a:latin typeface="Arial" panose="020B0604020202020204" pitchFamily="34" charset="0"/>
              </a:rPr>
              <a:pPr>
                <a:spcBef>
                  <a:spcPct val="0"/>
                </a:spcBef>
                <a:buFontTx/>
                <a:buNone/>
              </a:pPr>
              <a:t>34</a:t>
            </a:fld>
            <a:endParaRPr lang="en-US" altLang="en-US" sz="1200">
              <a:solidFill>
                <a:srgbClr val="898989"/>
              </a:solidFill>
              <a:latin typeface="Arial" panose="020B0604020202020204" pitchFamily="34" charset="0"/>
            </a:endParaRPr>
          </a:p>
        </p:txBody>
      </p:sp>
      <p:sp>
        <p:nvSpPr>
          <p:cNvPr id="70659" name="Rectangle 2"/>
          <p:cNvSpPr>
            <a:spLocks noGrp="1"/>
          </p:cNvSpPr>
          <p:nvPr>
            <p:ph type="title" idx="4294967295"/>
          </p:nvPr>
        </p:nvSpPr>
        <p:spPr>
          <a:xfrm>
            <a:off x="0" y="274638"/>
            <a:ext cx="8229600" cy="1143000"/>
          </a:xfrm>
        </p:spPr>
        <p:txBody>
          <a:bodyPr/>
          <a:lstStyle/>
          <a:p>
            <a:pPr eaLnBrk="1" hangingPunct="1"/>
            <a:r>
              <a:rPr lang="en-US" altLang="en-GB" smtClean="0"/>
              <a:t>DELETE subprogram</a:t>
            </a:r>
          </a:p>
        </p:txBody>
      </p:sp>
      <p:sp>
        <p:nvSpPr>
          <p:cNvPr id="70660"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Sometimes, a character is required to be DELETED on the TAPE exactly at the spot where the TAPE Head is pointing, so that the other characters on the right of the TAPE Head are moved one cell left. The characters to the left of the pointed cell are also required to remain as such. </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4112B1C-6C47-4022-9067-6D0877FC46F2}" type="slidenum">
              <a:rPr lang="en-US" altLang="en-US" sz="1200">
                <a:solidFill>
                  <a:srgbClr val="898989"/>
                </a:solidFill>
                <a:latin typeface="Arial" panose="020B0604020202020204" pitchFamily="34" charset="0"/>
              </a:rPr>
              <a:pPr>
                <a:spcBef>
                  <a:spcPct val="0"/>
                </a:spcBef>
                <a:buFontTx/>
                <a:buNone/>
              </a:pPr>
              <a:t>35</a:t>
            </a:fld>
            <a:endParaRPr lang="en-US" altLang="en-US" sz="1200">
              <a:solidFill>
                <a:srgbClr val="898989"/>
              </a:solidFill>
              <a:latin typeface="Arial" panose="020B0604020202020204" pitchFamily="34" charset="0"/>
            </a:endParaRPr>
          </a:p>
        </p:txBody>
      </p:sp>
      <p:sp>
        <p:nvSpPr>
          <p:cNvPr id="72707"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600" smtClean="0"/>
              <a:t>	In the situation stated above, the part of TM program that executes the process of deletion does not affect the function that the TM is performing. The subprogram of deletion is independent and can be incorporated at any time with any TM program specifying what character to be deleted at what location. The subprogram of deletion can be expressed as</a:t>
            </a: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9"/>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5FF8885-8867-4725-819D-D8ED05E6FB20}" type="slidenum">
              <a:rPr lang="en-US" altLang="en-US" sz="1200">
                <a:solidFill>
                  <a:srgbClr val="898989"/>
                </a:solidFill>
                <a:latin typeface="Arial" panose="020B0604020202020204" pitchFamily="34" charset="0"/>
              </a:rPr>
              <a:pPr>
                <a:spcBef>
                  <a:spcPct val="0"/>
                </a:spcBef>
                <a:buFontTx/>
                <a:buNone/>
              </a:pPr>
              <a:t>36</a:t>
            </a:fld>
            <a:endParaRPr lang="en-US" altLang="en-US" sz="1200">
              <a:solidFill>
                <a:srgbClr val="898989"/>
              </a:solidFill>
              <a:latin typeface="Arial" panose="020B0604020202020204" pitchFamily="34" charset="0"/>
            </a:endParaRPr>
          </a:p>
        </p:txBody>
      </p:sp>
      <p:sp>
        <p:nvSpPr>
          <p:cNvPr id="74755" name="Rectangle 2"/>
          <p:cNvSpPr>
            <a:spLocks noGrp="1"/>
          </p:cNvSpPr>
          <p:nvPr>
            <p:ph type="title" idx="4294967295"/>
          </p:nvPr>
        </p:nvSpPr>
        <p:spPr>
          <a:xfrm>
            <a:off x="0" y="274638"/>
            <a:ext cx="8229600" cy="1143000"/>
          </a:xfrm>
        </p:spPr>
        <p:txBody>
          <a:bodyPr/>
          <a:lstStyle/>
          <a:p>
            <a:pPr eaLnBrk="1" hangingPunct="1"/>
            <a:r>
              <a:rPr lang="en-US" altLang="en-GB" smtClean="0"/>
              <a:t>Example</a:t>
            </a:r>
          </a:p>
        </p:txBody>
      </p:sp>
      <p:sp>
        <p:nvSpPr>
          <p:cNvPr id="74756"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600" smtClean="0"/>
              <a:t>	If the letter a is to be deleted from the string bcabbc, shown below</a:t>
            </a:r>
          </a:p>
          <a:p>
            <a:pPr algn="just" eaLnBrk="1" hangingPunct="1">
              <a:buFont typeface="Wingdings" panose="05000000000000000000" pitchFamily="2" charset="2"/>
              <a:buNone/>
            </a:pPr>
            <a:r>
              <a:rPr lang="en-US" altLang="en-GB" sz="2600" smtClean="0"/>
              <a:t>	</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	</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then, it is expressed as</a:t>
            </a:r>
          </a:p>
        </p:txBody>
      </p:sp>
      <p:grpSp>
        <p:nvGrpSpPr>
          <p:cNvPr id="74757" name="Group 57"/>
          <p:cNvGrpSpPr>
            <a:grpSpLocks/>
          </p:cNvGrpSpPr>
          <p:nvPr/>
        </p:nvGrpSpPr>
        <p:grpSpPr bwMode="auto">
          <a:xfrm>
            <a:off x="1219200" y="4933950"/>
            <a:ext cx="6096000" cy="1676400"/>
            <a:chOff x="768" y="3216"/>
            <a:chExt cx="3840" cy="1056"/>
          </a:xfrm>
        </p:grpSpPr>
        <p:grpSp>
          <p:nvGrpSpPr>
            <p:cNvPr id="74784" name="Group 4"/>
            <p:cNvGrpSpPr>
              <a:grpSpLocks/>
            </p:cNvGrpSpPr>
            <p:nvPr/>
          </p:nvGrpSpPr>
          <p:grpSpPr bwMode="auto">
            <a:xfrm>
              <a:off x="768" y="3216"/>
              <a:ext cx="3840" cy="432"/>
              <a:chOff x="960" y="3024"/>
              <a:chExt cx="3840" cy="432"/>
            </a:xfrm>
          </p:grpSpPr>
          <p:sp>
            <p:nvSpPr>
              <p:cNvPr id="74790" name="Line 5"/>
              <p:cNvSpPr>
                <a:spLocks noChangeShapeType="1"/>
              </p:cNvSpPr>
              <p:nvPr/>
            </p:nvSpPr>
            <p:spPr bwMode="auto">
              <a:xfrm>
                <a:off x="96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sp>
            <p:nvSpPr>
              <p:cNvPr id="74791" name="Line 6"/>
              <p:cNvSpPr>
                <a:spLocks noChangeShapeType="1"/>
              </p:cNvSpPr>
              <p:nvPr/>
            </p:nvSpPr>
            <p:spPr bwMode="auto">
              <a:xfrm>
                <a:off x="480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grpSp>
            <p:nvGrpSpPr>
              <p:cNvPr id="74792" name="Group 7"/>
              <p:cNvGrpSpPr>
                <a:grpSpLocks/>
              </p:cNvGrpSpPr>
              <p:nvPr/>
            </p:nvGrpSpPr>
            <p:grpSpPr bwMode="auto">
              <a:xfrm>
                <a:off x="960" y="3024"/>
                <a:ext cx="3840" cy="416"/>
                <a:chOff x="960" y="3024"/>
                <a:chExt cx="3840" cy="416"/>
              </a:xfrm>
            </p:grpSpPr>
            <p:sp>
              <p:nvSpPr>
                <p:cNvPr id="74793" name="Rectangle 8"/>
                <p:cNvSpPr>
                  <a:spLocks noChangeArrowheads="1"/>
                </p:cNvSpPr>
                <p:nvPr/>
              </p:nvSpPr>
              <p:spPr bwMode="auto">
                <a:xfrm>
                  <a:off x="4102"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74794" name="Rectangle 9"/>
                <p:cNvSpPr>
                  <a:spLocks noChangeArrowheads="1"/>
                </p:cNvSpPr>
                <p:nvPr/>
              </p:nvSpPr>
              <p:spPr bwMode="auto">
                <a:xfrm>
                  <a:off x="3753"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74795" name="Rectangle 10"/>
                <p:cNvSpPr>
                  <a:spLocks noChangeArrowheads="1"/>
                </p:cNvSpPr>
                <p:nvPr/>
              </p:nvSpPr>
              <p:spPr bwMode="auto">
                <a:xfrm>
                  <a:off x="3404"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74796" name="Rectangle 11"/>
                <p:cNvSpPr>
                  <a:spLocks noChangeArrowheads="1"/>
                </p:cNvSpPr>
                <p:nvPr/>
              </p:nvSpPr>
              <p:spPr bwMode="auto">
                <a:xfrm>
                  <a:off x="3055"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4797" name="Rectangle 12"/>
                <p:cNvSpPr>
                  <a:spLocks noChangeArrowheads="1"/>
                </p:cNvSpPr>
                <p:nvPr/>
              </p:nvSpPr>
              <p:spPr bwMode="auto">
                <a:xfrm>
                  <a:off x="2705" y="3024"/>
                  <a:ext cx="35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4798" name="Rectangle 13"/>
                <p:cNvSpPr>
                  <a:spLocks noChangeArrowheads="1"/>
                </p:cNvSpPr>
                <p:nvPr/>
              </p:nvSpPr>
              <p:spPr bwMode="auto">
                <a:xfrm>
                  <a:off x="2356"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74799" name="Rectangle 14"/>
                <p:cNvSpPr>
                  <a:spLocks noChangeArrowheads="1"/>
                </p:cNvSpPr>
                <p:nvPr/>
              </p:nvSpPr>
              <p:spPr bwMode="auto">
                <a:xfrm>
                  <a:off x="2007"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74800" name="Rectangle 15"/>
                <p:cNvSpPr>
                  <a:spLocks noChangeArrowheads="1"/>
                </p:cNvSpPr>
                <p:nvPr/>
              </p:nvSpPr>
              <p:spPr bwMode="auto">
                <a:xfrm>
                  <a:off x="1658"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4801" name="Rectangle 16"/>
                <p:cNvSpPr>
                  <a:spLocks noChangeArrowheads="1"/>
                </p:cNvSpPr>
                <p:nvPr/>
              </p:nvSpPr>
              <p:spPr bwMode="auto">
                <a:xfrm>
                  <a:off x="960"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74802" name="Line 17"/>
                <p:cNvSpPr>
                  <a:spLocks noChangeShapeType="1"/>
                </p:cNvSpPr>
                <p:nvPr/>
              </p:nvSpPr>
              <p:spPr bwMode="auto">
                <a:xfrm>
                  <a:off x="960" y="3024"/>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3" name="Line 18"/>
                <p:cNvSpPr>
                  <a:spLocks noChangeShapeType="1"/>
                </p:cNvSpPr>
                <p:nvPr/>
              </p:nvSpPr>
              <p:spPr bwMode="auto">
                <a:xfrm>
                  <a:off x="960" y="344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4" name="Line 19"/>
                <p:cNvSpPr>
                  <a:spLocks noChangeShapeType="1"/>
                </p:cNvSpPr>
                <p:nvPr/>
              </p:nvSpPr>
              <p:spPr bwMode="auto">
                <a:xfrm>
                  <a:off x="1658"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5" name="Line 20"/>
                <p:cNvSpPr>
                  <a:spLocks noChangeShapeType="1"/>
                </p:cNvSpPr>
                <p:nvPr/>
              </p:nvSpPr>
              <p:spPr bwMode="auto">
                <a:xfrm>
                  <a:off x="2007"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6" name="Line 21"/>
                <p:cNvSpPr>
                  <a:spLocks noChangeShapeType="1"/>
                </p:cNvSpPr>
                <p:nvPr/>
              </p:nvSpPr>
              <p:spPr bwMode="auto">
                <a:xfrm>
                  <a:off x="2356"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7" name="Line 22"/>
                <p:cNvSpPr>
                  <a:spLocks noChangeShapeType="1"/>
                </p:cNvSpPr>
                <p:nvPr/>
              </p:nvSpPr>
              <p:spPr bwMode="auto">
                <a:xfrm>
                  <a:off x="270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8" name="Line 23"/>
                <p:cNvSpPr>
                  <a:spLocks noChangeShapeType="1"/>
                </p:cNvSpPr>
                <p:nvPr/>
              </p:nvSpPr>
              <p:spPr bwMode="auto">
                <a:xfrm>
                  <a:off x="305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09" name="Line 24"/>
                <p:cNvSpPr>
                  <a:spLocks noChangeShapeType="1"/>
                </p:cNvSpPr>
                <p:nvPr/>
              </p:nvSpPr>
              <p:spPr bwMode="auto">
                <a:xfrm>
                  <a:off x="3404"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10" name="Line 25"/>
                <p:cNvSpPr>
                  <a:spLocks noChangeShapeType="1"/>
                </p:cNvSpPr>
                <p:nvPr/>
              </p:nvSpPr>
              <p:spPr bwMode="auto">
                <a:xfrm>
                  <a:off x="3753"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811" name="Line 26"/>
                <p:cNvSpPr>
                  <a:spLocks noChangeShapeType="1"/>
                </p:cNvSpPr>
                <p:nvPr/>
              </p:nvSpPr>
              <p:spPr bwMode="auto">
                <a:xfrm>
                  <a:off x="4102"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grpSp>
        </p:grpSp>
        <p:sp>
          <p:nvSpPr>
            <p:cNvPr id="74785" name="AutoShape 27"/>
            <p:cNvSpPr>
              <a:spLocks noChangeArrowheads="1"/>
            </p:cNvSpPr>
            <p:nvPr/>
          </p:nvSpPr>
          <p:spPr bwMode="auto">
            <a:xfrm rot="10800000">
              <a:off x="2256" y="3696"/>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nvGrpSpPr>
            <p:cNvPr id="74786" name="Group 28"/>
            <p:cNvGrpSpPr>
              <a:grpSpLocks/>
            </p:cNvGrpSpPr>
            <p:nvPr/>
          </p:nvGrpSpPr>
          <p:grpSpPr bwMode="auto">
            <a:xfrm>
              <a:off x="1535" y="3984"/>
              <a:ext cx="1633" cy="288"/>
              <a:chOff x="961" y="720"/>
              <a:chExt cx="1633" cy="288"/>
            </a:xfrm>
          </p:grpSpPr>
          <p:sp>
            <p:nvSpPr>
              <p:cNvPr id="74787" name="Rectangle 29"/>
              <p:cNvSpPr>
                <a:spLocks noChangeArrowheads="1"/>
              </p:cNvSpPr>
              <p:nvPr/>
            </p:nvSpPr>
            <p:spPr bwMode="auto">
              <a:xfrm>
                <a:off x="1344" y="720"/>
                <a:ext cx="864" cy="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GB" sz="2400">
                    <a:latin typeface="Times New Roman" panose="02020603050405020304" pitchFamily="18" charset="0"/>
                  </a:rPr>
                  <a:t>DELETE</a:t>
                </a:r>
              </a:p>
            </p:txBody>
          </p:sp>
          <p:sp>
            <p:nvSpPr>
              <p:cNvPr id="74788" name="Line 30"/>
              <p:cNvSpPr>
                <a:spLocks noChangeShapeType="1"/>
              </p:cNvSpPr>
              <p:nvPr/>
            </p:nvSpPr>
            <p:spPr bwMode="auto">
              <a:xfrm>
                <a:off x="961" y="863"/>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4789" name="Line 31"/>
              <p:cNvSpPr>
                <a:spLocks noChangeShapeType="1"/>
              </p:cNvSpPr>
              <p:nvPr/>
            </p:nvSpPr>
            <p:spPr bwMode="auto">
              <a:xfrm>
                <a:off x="2208" y="864"/>
                <a:ext cx="38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grpSp>
      <p:grpSp>
        <p:nvGrpSpPr>
          <p:cNvPr id="74758" name="Group 32"/>
          <p:cNvGrpSpPr>
            <a:grpSpLocks/>
          </p:cNvGrpSpPr>
          <p:nvPr/>
        </p:nvGrpSpPr>
        <p:grpSpPr bwMode="auto">
          <a:xfrm>
            <a:off x="1219200" y="3028950"/>
            <a:ext cx="6096000" cy="1143000"/>
            <a:chOff x="768" y="3312"/>
            <a:chExt cx="3840" cy="720"/>
          </a:xfrm>
        </p:grpSpPr>
        <p:grpSp>
          <p:nvGrpSpPr>
            <p:cNvPr id="74760" name="Group 33"/>
            <p:cNvGrpSpPr>
              <a:grpSpLocks/>
            </p:cNvGrpSpPr>
            <p:nvPr/>
          </p:nvGrpSpPr>
          <p:grpSpPr bwMode="auto">
            <a:xfrm>
              <a:off x="768" y="3312"/>
              <a:ext cx="3840" cy="432"/>
              <a:chOff x="960" y="3024"/>
              <a:chExt cx="3840" cy="432"/>
            </a:xfrm>
          </p:grpSpPr>
          <p:sp>
            <p:nvSpPr>
              <p:cNvPr id="74762" name="Line 34"/>
              <p:cNvSpPr>
                <a:spLocks noChangeShapeType="1"/>
              </p:cNvSpPr>
              <p:nvPr/>
            </p:nvSpPr>
            <p:spPr bwMode="auto">
              <a:xfrm>
                <a:off x="96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sp>
            <p:nvSpPr>
              <p:cNvPr id="74763" name="Line 35"/>
              <p:cNvSpPr>
                <a:spLocks noChangeShapeType="1"/>
              </p:cNvSpPr>
              <p:nvPr/>
            </p:nvSpPr>
            <p:spPr bwMode="auto">
              <a:xfrm>
                <a:off x="4800" y="3072"/>
                <a:ext cx="0" cy="38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type="arrow" w="lg" len="lg"/>
                  </a14:hiddenLine>
                </a:ext>
              </a:extLst>
            </p:spPr>
            <p:txBody>
              <a:bodyPr/>
              <a:lstStyle/>
              <a:p>
                <a:endParaRPr lang="en-GB"/>
              </a:p>
            </p:txBody>
          </p:sp>
          <p:grpSp>
            <p:nvGrpSpPr>
              <p:cNvPr id="74764" name="Group 36"/>
              <p:cNvGrpSpPr>
                <a:grpSpLocks/>
              </p:cNvGrpSpPr>
              <p:nvPr/>
            </p:nvGrpSpPr>
            <p:grpSpPr bwMode="auto">
              <a:xfrm>
                <a:off x="960" y="3024"/>
                <a:ext cx="3840" cy="416"/>
                <a:chOff x="960" y="3024"/>
                <a:chExt cx="3840" cy="416"/>
              </a:xfrm>
            </p:grpSpPr>
            <p:sp>
              <p:nvSpPr>
                <p:cNvPr id="74765" name="Rectangle 37"/>
                <p:cNvSpPr>
                  <a:spLocks noChangeArrowheads="1"/>
                </p:cNvSpPr>
                <p:nvPr/>
              </p:nvSpPr>
              <p:spPr bwMode="auto">
                <a:xfrm>
                  <a:off x="4102"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 .</a:t>
                  </a:r>
                </a:p>
              </p:txBody>
            </p:sp>
            <p:sp>
              <p:nvSpPr>
                <p:cNvPr id="74766" name="Rectangle 38"/>
                <p:cNvSpPr>
                  <a:spLocks noChangeArrowheads="1"/>
                </p:cNvSpPr>
                <p:nvPr/>
              </p:nvSpPr>
              <p:spPr bwMode="auto">
                <a:xfrm>
                  <a:off x="3753"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74767" name="Rectangle 39"/>
                <p:cNvSpPr>
                  <a:spLocks noChangeArrowheads="1"/>
                </p:cNvSpPr>
                <p:nvPr/>
              </p:nvSpPr>
              <p:spPr bwMode="auto">
                <a:xfrm>
                  <a:off x="3404"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74768" name="Rectangle 40"/>
                <p:cNvSpPr>
                  <a:spLocks noChangeArrowheads="1"/>
                </p:cNvSpPr>
                <p:nvPr/>
              </p:nvSpPr>
              <p:spPr bwMode="auto">
                <a:xfrm>
                  <a:off x="3055"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4769" name="Rectangle 41"/>
                <p:cNvSpPr>
                  <a:spLocks noChangeArrowheads="1"/>
                </p:cNvSpPr>
                <p:nvPr/>
              </p:nvSpPr>
              <p:spPr bwMode="auto">
                <a:xfrm>
                  <a:off x="2705" y="3024"/>
                  <a:ext cx="350"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4770" name="Rectangle 42"/>
                <p:cNvSpPr>
                  <a:spLocks noChangeArrowheads="1"/>
                </p:cNvSpPr>
                <p:nvPr/>
              </p:nvSpPr>
              <p:spPr bwMode="auto">
                <a:xfrm>
                  <a:off x="2356"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a</a:t>
                  </a:r>
                </a:p>
              </p:txBody>
            </p:sp>
            <p:sp>
              <p:nvSpPr>
                <p:cNvPr id="74771" name="Rectangle 43"/>
                <p:cNvSpPr>
                  <a:spLocks noChangeArrowheads="1"/>
                </p:cNvSpPr>
                <p:nvPr/>
              </p:nvSpPr>
              <p:spPr bwMode="auto">
                <a:xfrm>
                  <a:off x="2007"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74772" name="Rectangle 44"/>
                <p:cNvSpPr>
                  <a:spLocks noChangeArrowheads="1"/>
                </p:cNvSpPr>
                <p:nvPr/>
              </p:nvSpPr>
              <p:spPr bwMode="auto">
                <a:xfrm>
                  <a:off x="1658" y="3024"/>
                  <a:ext cx="349"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4773" name="Rectangle 45"/>
                <p:cNvSpPr>
                  <a:spLocks noChangeArrowheads="1"/>
                </p:cNvSpPr>
                <p:nvPr/>
              </p:nvSpPr>
              <p:spPr bwMode="auto">
                <a:xfrm>
                  <a:off x="960" y="3024"/>
                  <a:ext cx="698"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74774" name="Line 46"/>
                <p:cNvSpPr>
                  <a:spLocks noChangeShapeType="1"/>
                </p:cNvSpPr>
                <p:nvPr/>
              </p:nvSpPr>
              <p:spPr bwMode="auto">
                <a:xfrm>
                  <a:off x="960" y="3024"/>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75" name="Line 47"/>
                <p:cNvSpPr>
                  <a:spLocks noChangeShapeType="1"/>
                </p:cNvSpPr>
                <p:nvPr/>
              </p:nvSpPr>
              <p:spPr bwMode="auto">
                <a:xfrm>
                  <a:off x="960" y="344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76" name="Line 48"/>
                <p:cNvSpPr>
                  <a:spLocks noChangeShapeType="1"/>
                </p:cNvSpPr>
                <p:nvPr/>
              </p:nvSpPr>
              <p:spPr bwMode="auto">
                <a:xfrm>
                  <a:off x="1658"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77" name="Line 49"/>
                <p:cNvSpPr>
                  <a:spLocks noChangeShapeType="1"/>
                </p:cNvSpPr>
                <p:nvPr/>
              </p:nvSpPr>
              <p:spPr bwMode="auto">
                <a:xfrm>
                  <a:off x="2007"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78" name="Line 50"/>
                <p:cNvSpPr>
                  <a:spLocks noChangeShapeType="1"/>
                </p:cNvSpPr>
                <p:nvPr/>
              </p:nvSpPr>
              <p:spPr bwMode="auto">
                <a:xfrm>
                  <a:off x="2356"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79" name="Line 51"/>
                <p:cNvSpPr>
                  <a:spLocks noChangeShapeType="1"/>
                </p:cNvSpPr>
                <p:nvPr/>
              </p:nvSpPr>
              <p:spPr bwMode="auto">
                <a:xfrm>
                  <a:off x="270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80" name="Line 52"/>
                <p:cNvSpPr>
                  <a:spLocks noChangeShapeType="1"/>
                </p:cNvSpPr>
                <p:nvPr/>
              </p:nvSpPr>
              <p:spPr bwMode="auto">
                <a:xfrm>
                  <a:off x="3055"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81" name="Line 53"/>
                <p:cNvSpPr>
                  <a:spLocks noChangeShapeType="1"/>
                </p:cNvSpPr>
                <p:nvPr/>
              </p:nvSpPr>
              <p:spPr bwMode="auto">
                <a:xfrm>
                  <a:off x="3404"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82" name="Line 54"/>
                <p:cNvSpPr>
                  <a:spLocks noChangeShapeType="1"/>
                </p:cNvSpPr>
                <p:nvPr/>
              </p:nvSpPr>
              <p:spPr bwMode="auto">
                <a:xfrm>
                  <a:off x="3753"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4783" name="Line 55"/>
                <p:cNvSpPr>
                  <a:spLocks noChangeShapeType="1"/>
                </p:cNvSpPr>
                <p:nvPr/>
              </p:nvSpPr>
              <p:spPr bwMode="auto">
                <a:xfrm>
                  <a:off x="4102" y="3024"/>
                  <a:ext cx="0" cy="41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grpSp>
        </p:grpSp>
        <p:sp>
          <p:nvSpPr>
            <p:cNvPr id="74761" name="AutoShape 56"/>
            <p:cNvSpPr>
              <a:spLocks noChangeArrowheads="1"/>
            </p:cNvSpPr>
            <p:nvPr/>
          </p:nvSpPr>
          <p:spPr bwMode="auto">
            <a:xfrm rot="10800000">
              <a:off x="2256" y="3792"/>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59" name="Footer Placeholder 58"/>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EF3E04C-9EE5-450C-9EB9-545E33DFEE5F}" type="slidenum">
              <a:rPr lang="en-US" altLang="en-US" sz="1200">
                <a:solidFill>
                  <a:srgbClr val="898989"/>
                </a:solidFill>
                <a:latin typeface="Arial" panose="020B0604020202020204" pitchFamily="34" charset="0"/>
              </a:rPr>
              <a:pPr>
                <a:spcBef>
                  <a:spcPct val="0"/>
                </a:spcBef>
                <a:buFontTx/>
                <a:buNone/>
              </a:pPr>
              <a:t>37</a:t>
            </a:fld>
            <a:endParaRPr lang="en-US" altLang="en-US" sz="1200">
              <a:solidFill>
                <a:srgbClr val="898989"/>
              </a:solidFill>
              <a:latin typeface="Arial" panose="020B0604020202020204" pitchFamily="34" charset="0"/>
            </a:endParaRPr>
          </a:p>
        </p:txBody>
      </p:sp>
      <p:sp>
        <p:nvSpPr>
          <p:cNvPr id="76803"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The function of subprogram DELETE can be observed from the following diagram</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	</a:t>
            </a:r>
          </a:p>
          <a:p>
            <a:pPr algn="just" eaLnBrk="1" hangingPunct="1">
              <a:buFont typeface="Wingdings" panose="05000000000000000000" pitchFamily="2" charset="2"/>
              <a:buNone/>
            </a:pPr>
            <a:endParaRPr lang="en-US" altLang="en-GB" sz="2600" smtClean="0"/>
          </a:p>
          <a:p>
            <a:pPr algn="just" eaLnBrk="1" hangingPunct="1">
              <a:buFont typeface="Wingdings" panose="05000000000000000000" pitchFamily="2" charset="2"/>
              <a:buNone/>
            </a:pPr>
            <a:r>
              <a:rPr lang="en-US" altLang="en-GB" sz="2600" smtClean="0"/>
              <a:t>Following is the DELETE subprogram</a:t>
            </a:r>
          </a:p>
        </p:txBody>
      </p:sp>
      <p:grpSp>
        <p:nvGrpSpPr>
          <p:cNvPr id="76804" name="Group 4"/>
          <p:cNvGrpSpPr>
            <a:grpSpLocks/>
          </p:cNvGrpSpPr>
          <p:nvPr/>
        </p:nvGrpSpPr>
        <p:grpSpPr bwMode="auto">
          <a:xfrm>
            <a:off x="1295400" y="3200400"/>
            <a:ext cx="6096000" cy="990600"/>
            <a:chOff x="960" y="3120"/>
            <a:chExt cx="3840" cy="624"/>
          </a:xfrm>
        </p:grpSpPr>
        <p:sp>
          <p:nvSpPr>
            <p:cNvPr id="76806" name="Rectangle 5"/>
            <p:cNvSpPr>
              <a:spLocks noChangeArrowheads="1"/>
            </p:cNvSpPr>
            <p:nvPr/>
          </p:nvSpPr>
          <p:spPr bwMode="auto">
            <a:xfrm>
              <a:off x="4160" y="3120"/>
              <a:ext cx="6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a:t>
              </a:r>
              <a:endParaRPr lang="en-US" altLang="en-GB" sz="2800">
                <a:latin typeface="Times New Roman" panose="02020603050405020304" pitchFamily="18" charset="0"/>
              </a:endParaRPr>
            </a:p>
          </p:txBody>
        </p:sp>
        <p:sp>
          <p:nvSpPr>
            <p:cNvPr id="76807" name="Rectangle 6"/>
            <p:cNvSpPr>
              <a:spLocks noChangeArrowheads="1"/>
            </p:cNvSpPr>
            <p:nvPr/>
          </p:nvSpPr>
          <p:spPr bwMode="auto">
            <a:xfrm>
              <a:off x="384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76808" name="Rectangle 7"/>
            <p:cNvSpPr>
              <a:spLocks noChangeArrowheads="1"/>
            </p:cNvSpPr>
            <p:nvPr/>
          </p:nvSpPr>
          <p:spPr bwMode="auto">
            <a:xfrm>
              <a:off x="352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76809" name="Rectangle 8"/>
            <p:cNvSpPr>
              <a:spLocks noChangeArrowheads="1"/>
            </p:cNvSpPr>
            <p:nvPr/>
          </p:nvSpPr>
          <p:spPr bwMode="auto">
            <a:xfrm>
              <a:off x="320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76810" name="Rectangle 9"/>
            <p:cNvSpPr>
              <a:spLocks noChangeArrowheads="1"/>
            </p:cNvSpPr>
            <p:nvPr/>
          </p:nvSpPr>
          <p:spPr bwMode="auto">
            <a:xfrm>
              <a:off x="288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76811" name="Rectangle 10"/>
            <p:cNvSpPr>
              <a:spLocks noChangeArrowheads="1"/>
            </p:cNvSpPr>
            <p:nvPr/>
          </p:nvSpPr>
          <p:spPr bwMode="auto">
            <a:xfrm>
              <a:off x="256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6812" name="Rectangle 11"/>
            <p:cNvSpPr>
              <a:spLocks noChangeArrowheads="1"/>
            </p:cNvSpPr>
            <p:nvPr/>
          </p:nvSpPr>
          <p:spPr bwMode="auto">
            <a:xfrm>
              <a:off x="224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6813" name="Rectangle 12"/>
            <p:cNvSpPr>
              <a:spLocks noChangeArrowheads="1"/>
            </p:cNvSpPr>
            <p:nvPr/>
          </p:nvSpPr>
          <p:spPr bwMode="auto">
            <a:xfrm>
              <a:off x="192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76814" name="Rectangle 13"/>
            <p:cNvSpPr>
              <a:spLocks noChangeArrowheads="1"/>
            </p:cNvSpPr>
            <p:nvPr/>
          </p:nvSpPr>
          <p:spPr bwMode="auto">
            <a:xfrm>
              <a:off x="160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76815" name="Rectangle 14"/>
            <p:cNvSpPr>
              <a:spLocks noChangeArrowheads="1"/>
            </p:cNvSpPr>
            <p:nvPr/>
          </p:nvSpPr>
          <p:spPr bwMode="auto">
            <a:xfrm>
              <a:off x="960" y="3120"/>
              <a:ext cx="6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76816" name="Line 15"/>
            <p:cNvSpPr>
              <a:spLocks noChangeShapeType="1"/>
            </p:cNvSpPr>
            <p:nvPr/>
          </p:nvSpPr>
          <p:spPr bwMode="auto">
            <a:xfrm>
              <a:off x="960" y="312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17" name="Line 16"/>
            <p:cNvSpPr>
              <a:spLocks noChangeShapeType="1"/>
            </p:cNvSpPr>
            <p:nvPr/>
          </p:nvSpPr>
          <p:spPr bwMode="auto">
            <a:xfrm>
              <a:off x="960" y="3446"/>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18" name="Line 17"/>
            <p:cNvSpPr>
              <a:spLocks noChangeShapeType="1"/>
            </p:cNvSpPr>
            <p:nvPr/>
          </p:nvSpPr>
          <p:spPr bwMode="auto">
            <a:xfrm>
              <a:off x="160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19" name="Line 18"/>
            <p:cNvSpPr>
              <a:spLocks noChangeShapeType="1"/>
            </p:cNvSpPr>
            <p:nvPr/>
          </p:nvSpPr>
          <p:spPr bwMode="auto">
            <a:xfrm>
              <a:off x="192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0" name="Line 19"/>
            <p:cNvSpPr>
              <a:spLocks noChangeShapeType="1"/>
            </p:cNvSpPr>
            <p:nvPr/>
          </p:nvSpPr>
          <p:spPr bwMode="auto">
            <a:xfrm>
              <a:off x="224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1" name="Line 20"/>
            <p:cNvSpPr>
              <a:spLocks noChangeShapeType="1"/>
            </p:cNvSpPr>
            <p:nvPr/>
          </p:nvSpPr>
          <p:spPr bwMode="auto">
            <a:xfrm>
              <a:off x="256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2" name="Line 21"/>
            <p:cNvSpPr>
              <a:spLocks noChangeShapeType="1"/>
            </p:cNvSpPr>
            <p:nvPr/>
          </p:nvSpPr>
          <p:spPr bwMode="auto">
            <a:xfrm>
              <a:off x="288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3" name="Line 22"/>
            <p:cNvSpPr>
              <a:spLocks noChangeShapeType="1"/>
            </p:cNvSpPr>
            <p:nvPr/>
          </p:nvSpPr>
          <p:spPr bwMode="auto">
            <a:xfrm>
              <a:off x="320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4" name="Line 23"/>
            <p:cNvSpPr>
              <a:spLocks noChangeShapeType="1"/>
            </p:cNvSpPr>
            <p:nvPr/>
          </p:nvSpPr>
          <p:spPr bwMode="auto">
            <a:xfrm>
              <a:off x="352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5" name="Line 24"/>
            <p:cNvSpPr>
              <a:spLocks noChangeShapeType="1"/>
            </p:cNvSpPr>
            <p:nvPr/>
          </p:nvSpPr>
          <p:spPr bwMode="auto">
            <a:xfrm>
              <a:off x="384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6" name="Line 25"/>
            <p:cNvSpPr>
              <a:spLocks noChangeShapeType="1"/>
            </p:cNvSpPr>
            <p:nvPr/>
          </p:nvSpPr>
          <p:spPr bwMode="auto">
            <a:xfrm>
              <a:off x="416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76827" name="AutoShape 26"/>
            <p:cNvSpPr>
              <a:spLocks noChangeArrowheads="1"/>
            </p:cNvSpPr>
            <p:nvPr/>
          </p:nvSpPr>
          <p:spPr bwMode="auto">
            <a:xfrm rot="10800000">
              <a:off x="2616" y="3504"/>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28" name="Footer Placeholder 27"/>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0" name="Group 94"/>
          <p:cNvGrpSpPr>
            <a:grpSpLocks/>
          </p:cNvGrpSpPr>
          <p:nvPr/>
        </p:nvGrpSpPr>
        <p:grpSpPr bwMode="auto">
          <a:xfrm>
            <a:off x="152400" y="57150"/>
            <a:ext cx="8763000" cy="6572250"/>
            <a:chOff x="96" y="36"/>
            <a:chExt cx="5520" cy="4140"/>
          </a:xfrm>
        </p:grpSpPr>
        <p:grpSp>
          <p:nvGrpSpPr>
            <p:cNvPr id="78854" name="Group 2"/>
            <p:cNvGrpSpPr>
              <a:grpSpLocks/>
            </p:cNvGrpSpPr>
            <p:nvPr/>
          </p:nvGrpSpPr>
          <p:grpSpPr bwMode="auto">
            <a:xfrm>
              <a:off x="3096" y="2030"/>
              <a:ext cx="530" cy="387"/>
              <a:chOff x="726" y="2634"/>
              <a:chExt cx="566" cy="413"/>
            </a:xfrm>
          </p:grpSpPr>
          <p:sp>
            <p:nvSpPr>
              <p:cNvPr id="78935" name="Oval 3"/>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36" name="Text Box 4"/>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78855" name="Freeform 5"/>
            <p:cNvSpPr>
              <a:spLocks/>
            </p:cNvSpPr>
            <p:nvPr/>
          </p:nvSpPr>
          <p:spPr bwMode="auto">
            <a:xfrm flipH="1" flipV="1">
              <a:off x="1897" y="2288"/>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8856" name="Group 6"/>
            <p:cNvGrpSpPr>
              <a:grpSpLocks/>
            </p:cNvGrpSpPr>
            <p:nvPr/>
          </p:nvGrpSpPr>
          <p:grpSpPr bwMode="auto">
            <a:xfrm>
              <a:off x="1428" y="2040"/>
              <a:ext cx="566" cy="413"/>
              <a:chOff x="726" y="2634"/>
              <a:chExt cx="566" cy="413"/>
            </a:xfrm>
          </p:grpSpPr>
          <p:sp>
            <p:nvSpPr>
              <p:cNvPr id="78933" name="Oval 7"/>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34" name="Text Box 8"/>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78857" name="Group 9"/>
            <p:cNvGrpSpPr>
              <a:grpSpLocks/>
            </p:cNvGrpSpPr>
            <p:nvPr/>
          </p:nvGrpSpPr>
          <p:grpSpPr bwMode="auto">
            <a:xfrm rot="-300000">
              <a:off x="1440" y="1716"/>
              <a:ext cx="404" cy="350"/>
              <a:chOff x="2880" y="3312"/>
              <a:chExt cx="408" cy="336"/>
            </a:xfrm>
          </p:grpSpPr>
          <p:sp>
            <p:nvSpPr>
              <p:cNvPr id="78930" name="Freeform 10"/>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31" name="Freeform 11"/>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32" name="Freeform 12"/>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78858" name="Freeform 13"/>
            <p:cNvSpPr>
              <a:spLocks/>
            </p:cNvSpPr>
            <p:nvPr/>
          </p:nvSpPr>
          <p:spPr bwMode="auto">
            <a:xfrm>
              <a:off x="1909" y="1884"/>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8859" name="Group 14"/>
            <p:cNvGrpSpPr>
              <a:grpSpLocks/>
            </p:cNvGrpSpPr>
            <p:nvPr/>
          </p:nvGrpSpPr>
          <p:grpSpPr bwMode="auto">
            <a:xfrm rot="-300000">
              <a:off x="3184" y="1690"/>
              <a:ext cx="404" cy="350"/>
              <a:chOff x="2880" y="3312"/>
              <a:chExt cx="408" cy="336"/>
            </a:xfrm>
          </p:grpSpPr>
          <p:sp>
            <p:nvSpPr>
              <p:cNvPr id="78927" name="Freeform 15"/>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28" name="Freeform 16"/>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29" name="Freeform 17"/>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78860" name="Group 18"/>
            <p:cNvGrpSpPr>
              <a:grpSpLocks/>
            </p:cNvGrpSpPr>
            <p:nvPr/>
          </p:nvGrpSpPr>
          <p:grpSpPr bwMode="auto">
            <a:xfrm>
              <a:off x="4738" y="1996"/>
              <a:ext cx="530" cy="387"/>
              <a:chOff x="726" y="2634"/>
              <a:chExt cx="566" cy="413"/>
            </a:xfrm>
          </p:grpSpPr>
          <p:sp>
            <p:nvSpPr>
              <p:cNvPr id="78925" name="Oval 19"/>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26" name="Text Box 20"/>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78861" name="Freeform 21"/>
            <p:cNvSpPr>
              <a:spLocks/>
            </p:cNvSpPr>
            <p:nvPr/>
          </p:nvSpPr>
          <p:spPr bwMode="auto">
            <a:xfrm flipH="1" flipV="1">
              <a:off x="3539" y="2254"/>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862" name="Freeform 22"/>
            <p:cNvSpPr>
              <a:spLocks/>
            </p:cNvSpPr>
            <p:nvPr/>
          </p:nvSpPr>
          <p:spPr bwMode="auto">
            <a:xfrm>
              <a:off x="3551" y="1850"/>
              <a:ext cx="1267" cy="322"/>
            </a:xfrm>
            <a:custGeom>
              <a:avLst/>
              <a:gdLst>
                <a:gd name="T0" fmla="*/ 0 w 2176"/>
                <a:gd name="T1" fmla="*/ 157 h 336"/>
                <a:gd name="T2" fmla="*/ 1 w 2176"/>
                <a:gd name="T3" fmla="*/ 157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8863" name="Group 23"/>
            <p:cNvGrpSpPr>
              <a:grpSpLocks/>
            </p:cNvGrpSpPr>
            <p:nvPr/>
          </p:nvGrpSpPr>
          <p:grpSpPr bwMode="auto">
            <a:xfrm rot="-300000">
              <a:off x="4778" y="1668"/>
              <a:ext cx="404" cy="350"/>
              <a:chOff x="2880" y="3312"/>
              <a:chExt cx="408" cy="336"/>
            </a:xfrm>
          </p:grpSpPr>
          <p:sp>
            <p:nvSpPr>
              <p:cNvPr id="78922" name="Freeform 24"/>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23" name="Freeform 25"/>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24" name="Freeform 26"/>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grpSp>
          <p:nvGrpSpPr>
            <p:cNvPr id="78864" name="Group 27"/>
            <p:cNvGrpSpPr>
              <a:grpSpLocks/>
            </p:cNvGrpSpPr>
            <p:nvPr/>
          </p:nvGrpSpPr>
          <p:grpSpPr bwMode="auto">
            <a:xfrm>
              <a:off x="3108" y="408"/>
              <a:ext cx="530" cy="387"/>
              <a:chOff x="726" y="2634"/>
              <a:chExt cx="566" cy="413"/>
            </a:xfrm>
          </p:grpSpPr>
          <p:sp>
            <p:nvSpPr>
              <p:cNvPr id="78920" name="Oval 28"/>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21" name="Text Box 29"/>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78865" name="Group 30"/>
            <p:cNvGrpSpPr>
              <a:grpSpLocks/>
            </p:cNvGrpSpPr>
            <p:nvPr/>
          </p:nvGrpSpPr>
          <p:grpSpPr bwMode="auto">
            <a:xfrm>
              <a:off x="3084" y="3789"/>
              <a:ext cx="530" cy="387"/>
              <a:chOff x="726" y="2634"/>
              <a:chExt cx="566" cy="413"/>
            </a:xfrm>
          </p:grpSpPr>
          <p:sp>
            <p:nvSpPr>
              <p:cNvPr id="78918" name="Oval 31"/>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19" name="Text Box 32"/>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78866" name="Freeform 33"/>
            <p:cNvSpPr>
              <a:spLocks/>
            </p:cNvSpPr>
            <p:nvPr/>
          </p:nvSpPr>
          <p:spPr bwMode="auto">
            <a:xfrm flipH="1" flipV="1">
              <a:off x="1872" y="2354"/>
              <a:ext cx="3024" cy="850"/>
            </a:xfrm>
            <a:custGeom>
              <a:avLst/>
              <a:gdLst>
                <a:gd name="T0" fmla="*/ 0 w 2176"/>
                <a:gd name="T1" fmla="*/ 2147483646 h 336"/>
                <a:gd name="T2" fmla="*/ 813311 w 2176"/>
                <a:gd name="T3" fmla="*/ 214748364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a:tailEnd type="arrow" w="lg" len="lg"/>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867" name="Freeform 34"/>
            <p:cNvSpPr>
              <a:spLocks/>
            </p:cNvSpPr>
            <p:nvPr/>
          </p:nvSpPr>
          <p:spPr bwMode="auto">
            <a:xfrm flipH="1" flipV="1">
              <a:off x="1836" y="2388"/>
              <a:ext cx="3168" cy="1248"/>
            </a:xfrm>
            <a:custGeom>
              <a:avLst/>
              <a:gdLst>
                <a:gd name="T0" fmla="*/ 0 w 2176"/>
                <a:gd name="T1" fmla="*/ 2147483646 h 336"/>
                <a:gd name="T2" fmla="*/ 1879122 w 2176"/>
                <a:gd name="T3" fmla="*/ 2147483646 h 336"/>
                <a:gd name="T4" fmla="*/ 0 60000 65536"/>
                <a:gd name="T5" fmla="*/ 0 60000 65536"/>
                <a:gd name="T6" fmla="*/ 0 w 2176"/>
                <a:gd name="T7" fmla="*/ 0 h 336"/>
                <a:gd name="T8" fmla="*/ 2176 w 2176"/>
                <a:gd name="T9" fmla="*/ 336 h 336"/>
              </a:gdLst>
              <a:ahLst/>
              <a:cxnLst>
                <a:cxn ang="T4">
                  <a:pos x="T0" y="T1"/>
                </a:cxn>
                <a:cxn ang="T5">
                  <a:pos x="T2" y="T3"/>
                </a:cxn>
              </a:cxnLst>
              <a:rect l="T6" t="T7" r="T8" b="T9"/>
              <a:pathLst>
                <a:path w="2176" h="336">
                  <a:moveTo>
                    <a:pt x="0" y="336"/>
                  </a:moveTo>
                  <a:cubicBezTo>
                    <a:pt x="558" y="66"/>
                    <a:pt x="1458" y="0"/>
                    <a:pt x="2176" y="336"/>
                  </a:cubicBezTo>
                </a:path>
              </a:pathLst>
            </a:custGeom>
            <a:noFill/>
            <a:ln w="9525">
              <a:solidFill>
                <a:srgbClr val="000000"/>
              </a:solidFill>
              <a:round/>
              <a:headEnd type="arrow" w="lg" len="lg"/>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868" name="Line 35"/>
            <p:cNvSpPr>
              <a:spLocks noChangeShapeType="1"/>
            </p:cNvSpPr>
            <p:nvPr/>
          </p:nvSpPr>
          <p:spPr bwMode="auto">
            <a:xfrm>
              <a:off x="1704" y="2460"/>
              <a:ext cx="1440" cy="1488"/>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69" name="Line 36"/>
            <p:cNvSpPr>
              <a:spLocks noChangeShapeType="1"/>
            </p:cNvSpPr>
            <p:nvPr/>
          </p:nvSpPr>
          <p:spPr bwMode="auto">
            <a:xfrm flipH="1">
              <a:off x="3528" y="2388"/>
              <a:ext cx="1536" cy="1632"/>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70" name="Line 38"/>
            <p:cNvSpPr>
              <a:spLocks noChangeShapeType="1"/>
            </p:cNvSpPr>
            <p:nvPr/>
          </p:nvSpPr>
          <p:spPr bwMode="auto">
            <a:xfrm flipH="1">
              <a:off x="1812" y="744"/>
              <a:ext cx="1440" cy="1344"/>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71" name="Line 39"/>
            <p:cNvSpPr>
              <a:spLocks noChangeShapeType="1"/>
            </p:cNvSpPr>
            <p:nvPr/>
          </p:nvSpPr>
          <p:spPr bwMode="auto">
            <a:xfrm>
              <a:off x="3528" y="708"/>
              <a:ext cx="1344" cy="1344"/>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nvGrpSpPr>
            <p:cNvPr id="78872" name="Group 40"/>
            <p:cNvGrpSpPr>
              <a:grpSpLocks/>
            </p:cNvGrpSpPr>
            <p:nvPr/>
          </p:nvGrpSpPr>
          <p:grpSpPr bwMode="auto">
            <a:xfrm>
              <a:off x="1692" y="408"/>
              <a:ext cx="530" cy="387"/>
              <a:chOff x="726" y="2634"/>
              <a:chExt cx="566" cy="413"/>
            </a:xfrm>
          </p:grpSpPr>
          <p:sp>
            <p:nvSpPr>
              <p:cNvPr id="78916" name="Oval 41"/>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17" name="Text Box 42"/>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grpSp>
          <p:nvGrpSpPr>
            <p:cNvPr id="78873" name="Group 43"/>
            <p:cNvGrpSpPr>
              <a:grpSpLocks/>
            </p:cNvGrpSpPr>
            <p:nvPr/>
          </p:nvGrpSpPr>
          <p:grpSpPr bwMode="auto">
            <a:xfrm>
              <a:off x="384" y="408"/>
              <a:ext cx="530" cy="387"/>
              <a:chOff x="726" y="2634"/>
              <a:chExt cx="566" cy="413"/>
            </a:xfrm>
          </p:grpSpPr>
          <p:sp>
            <p:nvSpPr>
              <p:cNvPr id="78914" name="Oval 44"/>
              <p:cNvSpPr>
                <a:spLocks noChangeArrowheads="1"/>
              </p:cNvSpPr>
              <p:nvPr/>
            </p:nvSpPr>
            <p:spPr bwMode="auto">
              <a:xfrm>
                <a:off x="804" y="2644"/>
                <a:ext cx="403" cy="403"/>
              </a:xfrm>
              <a:prstGeom prst="ellipse">
                <a:avLst/>
              </a:prstGeom>
              <a:solidFill>
                <a:srgbClr val="FFFFFF"/>
              </a:solidFill>
              <a:ln w="9525">
                <a:solidFill>
                  <a:srgbClr val="000000"/>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GB" altLang="en-GB" sz="2100">
                  <a:solidFill>
                    <a:srgbClr val="000000"/>
                  </a:solidFill>
                  <a:latin typeface="Times New Roman" panose="02020603050405020304" pitchFamily="18" charset="0"/>
                </a:endParaRPr>
              </a:p>
            </p:txBody>
          </p:sp>
          <p:sp>
            <p:nvSpPr>
              <p:cNvPr id="78915" name="Text Box 45"/>
              <p:cNvSpPr txBox="1">
                <a:spLocks noChangeArrowheads="1"/>
              </p:cNvSpPr>
              <p:nvPr/>
            </p:nvSpPr>
            <p:spPr bwMode="auto">
              <a:xfrm>
                <a:off x="726" y="2634"/>
                <a:ext cx="566"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100">
                    <a:solidFill>
                      <a:srgbClr val="000000"/>
                    </a:solidFill>
                    <a:latin typeface="Times New Roman" panose="02020603050405020304" pitchFamily="18" charset="0"/>
                  </a:rPr>
                  <a:t>    </a:t>
                </a:r>
              </a:p>
              <a:p>
                <a:pPr algn="ctr">
                  <a:spcBef>
                    <a:spcPct val="0"/>
                  </a:spcBef>
                  <a:buFontTx/>
                  <a:buNone/>
                </a:pPr>
                <a:endParaRPr lang="en-US" altLang="en-GB" sz="1100">
                  <a:solidFill>
                    <a:srgbClr val="000000"/>
                  </a:solidFill>
                  <a:latin typeface="Times New Roman" panose="02020603050405020304" pitchFamily="18" charset="0"/>
                </a:endParaRPr>
              </a:p>
            </p:txBody>
          </p:sp>
        </p:grpSp>
        <p:sp>
          <p:nvSpPr>
            <p:cNvPr id="78874" name="Line 46"/>
            <p:cNvSpPr>
              <a:spLocks noChangeShapeType="1"/>
            </p:cNvSpPr>
            <p:nvPr/>
          </p:nvSpPr>
          <p:spPr bwMode="auto">
            <a:xfrm>
              <a:off x="840" y="600"/>
              <a:ext cx="912"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75" name="Line 47"/>
            <p:cNvSpPr>
              <a:spLocks noChangeShapeType="1"/>
            </p:cNvSpPr>
            <p:nvPr/>
          </p:nvSpPr>
          <p:spPr bwMode="auto">
            <a:xfrm>
              <a:off x="2136" y="600"/>
              <a:ext cx="1056"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76" name="Line 48"/>
            <p:cNvSpPr>
              <a:spLocks noChangeShapeType="1"/>
            </p:cNvSpPr>
            <p:nvPr/>
          </p:nvSpPr>
          <p:spPr bwMode="auto">
            <a:xfrm>
              <a:off x="168" y="588"/>
              <a:ext cx="288"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grpSp>
          <p:nvGrpSpPr>
            <p:cNvPr id="78877" name="Group 49"/>
            <p:cNvGrpSpPr>
              <a:grpSpLocks/>
            </p:cNvGrpSpPr>
            <p:nvPr/>
          </p:nvGrpSpPr>
          <p:grpSpPr bwMode="auto">
            <a:xfrm rot="-300000">
              <a:off x="1740" y="84"/>
              <a:ext cx="404" cy="350"/>
              <a:chOff x="2880" y="3312"/>
              <a:chExt cx="408" cy="336"/>
            </a:xfrm>
          </p:grpSpPr>
          <p:sp>
            <p:nvSpPr>
              <p:cNvPr id="78911" name="Freeform 50"/>
              <p:cNvSpPr>
                <a:spLocks/>
              </p:cNvSpPr>
              <p:nvPr/>
            </p:nvSpPr>
            <p:spPr bwMode="auto">
              <a:xfrm rot="600000">
                <a:off x="2880" y="3312"/>
                <a:ext cx="408" cy="328"/>
              </a:xfrm>
              <a:custGeom>
                <a:avLst/>
                <a:gdLst>
                  <a:gd name="T0" fmla="*/ 196 w 408"/>
                  <a:gd name="T1" fmla="*/ 30 h 378"/>
                  <a:gd name="T2" fmla="*/ 300 w 408"/>
                  <a:gd name="T3" fmla="*/ 28 h 378"/>
                  <a:gd name="T4" fmla="*/ 0 60000 65536"/>
                  <a:gd name="T5" fmla="*/ 0 60000 65536"/>
                  <a:gd name="T6" fmla="*/ 0 w 408"/>
                  <a:gd name="T7" fmla="*/ 0 h 378"/>
                  <a:gd name="T8" fmla="*/ 408 w 408"/>
                  <a:gd name="T9" fmla="*/ 378 h 378"/>
                </a:gdLst>
                <a:ahLst/>
                <a:cxnLst>
                  <a:cxn ang="T4">
                    <a:pos x="T0" y="T1"/>
                  </a:cxn>
                  <a:cxn ang="T5">
                    <a:pos x="T2" y="T3"/>
                  </a:cxn>
                </a:cxnLst>
                <a:rect l="T6" t="T7" r="T8" b="T9"/>
                <a:pathLst>
                  <a:path w="408" h="378">
                    <a:moveTo>
                      <a:pt x="196" y="378"/>
                    </a:moveTo>
                    <a:cubicBezTo>
                      <a:pt x="0" y="79"/>
                      <a:pt x="408" y="0"/>
                      <a:pt x="300" y="370"/>
                    </a:cubicBezTo>
                  </a:path>
                </a:pathLst>
              </a:custGeom>
              <a:noFill/>
              <a:ln w="762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12" name="Freeform 51"/>
              <p:cNvSpPr>
                <a:spLocks/>
              </p:cNvSpPr>
              <p:nvPr/>
            </p:nvSpPr>
            <p:spPr bwMode="auto">
              <a:xfrm>
                <a:off x="3156" y="3603"/>
                <a:ext cx="36" cy="42"/>
              </a:xfrm>
              <a:custGeom>
                <a:avLst/>
                <a:gdLst>
                  <a:gd name="T0" fmla="*/ 0 w 36"/>
                  <a:gd name="T1" fmla="*/ 42 h 42"/>
                  <a:gd name="T2" fmla="*/ 36 w 36"/>
                  <a:gd name="T3" fmla="*/ 0 h 42"/>
                  <a:gd name="T4" fmla="*/ 0 60000 65536"/>
                  <a:gd name="T5" fmla="*/ 0 60000 65536"/>
                  <a:gd name="T6" fmla="*/ 0 w 36"/>
                  <a:gd name="T7" fmla="*/ 0 h 42"/>
                  <a:gd name="T8" fmla="*/ 36 w 36"/>
                  <a:gd name="T9" fmla="*/ 42 h 42"/>
                </a:gdLst>
                <a:ahLst/>
                <a:cxnLst>
                  <a:cxn ang="T4">
                    <a:pos x="T0" y="T1"/>
                  </a:cxn>
                  <a:cxn ang="T5">
                    <a:pos x="T2" y="T3"/>
                  </a:cxn>
                </a:cxnLst>
                <a:rect l="T6" t="T7" r="T8" b="T9"/>
                <a:pathLst>
                  <a:path w="36" h="42">
                    <a:moveTo>
                      <a:pt x="0" y="42"/>
                    </a:moveTo>
                    <a:lnTo>
                      <a:pt x="36"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913" name="Freeform 52"/>
              <p:cNvSpPr>
                <a:spLocks/>
              </p:cNvSpPr>
              <p:nvPr/>
            </p:nvSpPr>
            <p:spPr bwMode="auto">
              <a:xfrm>
                <a:off x="3150" y="3600"/>
                <a:ext cx="3" cy="48"/>
              </a:xfrm>
              <a:custGeom>
                <a:avLst/>
                <a:gdLst>
                  <a:gd name="T0" fmla="*/ 0 w 3"/>
                  <a:gd name="T1" fmla="*/ 0 h 48"/>
                  <a:gd name="T2" fmla="*/ 3 w 3"/>
                  <a:gd name="T3" fmla="*/ 48 h 48"/>
                  <a:gd name="T4" fmla="*/ 0 60000 65536"/>
                  <a:gd name="T5" fmla="*/ 0 60000 65536"/>
                  <a:gd name="T6" fmla="*/ 0 w 3"/>
                  <a:gd name="T7" fmla="*/ 0 h 48"/>
                  <a:gd name="T8" fmla="*/ 3 w 3"/>
                  <a:gd name="T9" fmla="*/ 48 h 48"/>
                </a:gdLst>
                <a:ahLst/>
                <a:cxnLst>
                  <a:cxn ang="T4">
                    <a:pos x="T0" y="T1"/>
                  </a:cxn>
                  <a:cxn ang="T5">
                    <a:pos x="T2" y="T3"/>
                  </a:cxn>
                </a:cxnLst>
                <a:rect l="T6" t="T7" r="T8" b="T9"/>
                <a:pathLst>
                  <a:path w="3" h="48">
                    <a:moveTo>
                      <a:pt x="0" y="0"/>
                    </a:moveTo>
                    <a:lnTo>
                      <a:pt x="3" y="4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
          <p:nvSpPr>
            <p:cNvPr id="78878" name="Text Box 53"/>
            <p:cNvSpPr txBox="1">
              <a:spLocks noChangeArrowheads="1"/>
            </p:cNvSpPr>
            <p:nvPr/>
          </p:nvSpPr>
          <p:spPr bwMode="auto">
            <a:xfrm>
              <a:off x="912" y="54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 ∆,</a:t>
              </a:r>
              <a:r>
                <a:rPr lang="en-US" altLang="en-GB" sz="2400">
                  <a:latin typeface="Times New Roman" panose="02020603050405020304" pitchFamily="18" charset="0"/>
                </a:rPr>
                <a:t>R)</a:t>
              </a:r>
            </a:p>
          </p:txBody>
        </p:sp>
        <p:sp>
          <p:nvSpPr>
            <p:cNvPr id="78879" name="Text Box 54"/>
            <p:cNvSpPr txBox="1">
              <a:spLocks noChangeArrowheads="1"/>
            </p:cNvSpPr>
            <p:nvPr/>
          </p:nvSpPr>
          <p:spPr bwMode="auto">
            <a:xfrm>
              <a:off x="912" y="7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 ∆,</a:t>
              </a:r>
              <a:r>
                <a:rPr lang="en-US" altLang="en-GB" sz="2400">
                  <a:latin typeface="Times New Roman" panose="02020603050405020304" pitchFamily="18" charset="0"/>
                </a:rPr>
                <a:t>R)</a:t>
              </a:r>
            </a:p>
          </p:txBody>
        </p:sp>
        <p:sp>
          <p:nvSpPr>
            <p:cNvPr id="78880" name="Text Box 55"/>
            <p:cNvSpPr txBox="1">
              <a:spLocks noChangeArrowheads="1"/>
            </p:cNvSpPr>
            <p:nvPr/>
          </p:nvSpPr>
          <p:spPr bwMode="auto">
            <a:xfrm>
              <a:off x="2208" y="174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(b,a,</a:t>
              </a:r>
              <a:r>
                <a:rPr lang="en-US" altLang="en-GB" sz="2400">
                  <a:latin typeface="Times New Roman" panose="02020603050405020304" pitchFamily="18" charset="0"/>
                </a:rPr>
                <a:t>L)</a:t>
              </a:r>
            </a:p>
          </p:txBody>
        </p:sp>
        <p:sp>
          <p:nvSpPr>
            <p:cNvPr id="78881" name="Text Box 56"/>
            <p:cNvSpPr txBox="1">
              <a:spLocks noChangeArrowheads="1"/>
            </p:cNvSpPr>
            <p:nvPr/>
          </p:nvSpPr>
          <p:spPr bwMode="auto">
            <a:xfrm>
              <a:off x="2496" y="55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 ∆,</a:t>
              </a:r>
              <a:r>
                <a:rPr lang="en-US" altLang="en-GB" sz="2400">
                  <a:latin typeface="Times New Roman" panose="02020603050405020304" pitchFamily="18" charset="0"/>
                </a:rPr>
                <a:t>L)</a:t>
              </a:r>
            </a:p>
          </p:txBody>
        </p:sp>
        <p:sp>
          <p:nvSpPr>
            <p:cNvPr id="78882" name="Text Box 57"/>
            <p:cNvSpPr txBox="1">
              <a:spLocks noChangeArrowheads="1"/>
            </p:cNvSpPr>
            <p:nvPr/>
          </p:nvSpPr>
          <p:spPr bwMode="auto">
            <a:xfrm>
              <a:off x="2004" y="3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R)</a:t>
              </a:r>
            </a:p>
          </p:txBody>
        </p:sp>
        <p:sp>
          <p:nvSpPr>
            <p:cNvPr id="78883" name="Text Box 58"/>
            <p:cNvSpPr txBox="1">
              <a:spLocks noChangeArrowheads="1"/>
            </p:cNvSpPr>
            <p:nvPr/>
          </p:nvSpPr>
          <p:spPr bwMode="auto">
            <a:xfrm>
              <a:off x="2028" y="19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R)</a:t>
              </a:r>
            </a:p>
          </p:txBody>
        </p:sp>
        <p:sp>
          <p:nvSpPr>
            <p:cNvPr id="78884" name="Text Box 59"/>
            <p:cNvSpPr txBox="1">
              <a:spLocks noChangeArrowheads="1"/>
            </p:cNvSpPr>
            <p:nvPr/>
          </p:nvSpPr>
          <p:spPr bwMode="auto">
            <a:xfrm>
              <a:off x="2064" y="32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(c,c,</a:t>
              </a:r>
              <a:r>
                <a:rPr lang="en-US" altLang="en-GB" sz="2400">
                  <a:latin typeface="Times New Roman" panose="02020603050405020304" pitchFamily="18" charset="0"/>
                </a:rPr>
                <a:t>R)</a:t>
              </a:r>
            </a:p>
          </p:txBody>
        </p:sp>
        <p:sp>
          <p:nvSpPr>
            <p:cNvPr id="78885" name="Text Box 60"/>
            <p:cNvSpPr txBox="1">
              <a:spLocks noChangeArrowheads="1"/>
            </p:cNvSpPr>
            <p:nvPr/>
          </p:nvSpPr>
          <p:spPr bwMode="auto">
            <a:xfrm>
              <a:off x="4092" y="110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 ∆,</a:t>
              </a:r>
              <a:r>
                <a:rPr lang="en-US" altLang="en-GB" sz="2400">
                  <a:latin typeface="Times New Roman" panose="02020603050405020304" pitchFamily="18" charset="0"/>
                </a:rPr>
                <a:t>L)</a:t>
              </a:r>
            </a:p>
          </p:txBody>
        </p:sp>
        <p:sp>
          <p:nvSpPr>
            <p:cNvPr id="78886" name="Text Box 61"/>
            <p:cNvSpPr txBox="1">
              <a:spLocks noChangeArrowheads="1"/>
            </p:cNvSpPr>
            <p:nvPr/>
          </p:nvSpPr>
          <p:spPr bwMode="auto">
            <a:xfrm>
              <a:off x="3864" y="19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(c,b,</a:t>
              </a:r>
              <a:r>
                <a:rPr lang="en-US" altLang="en-GB" sz="2400">
                  <a:latin typeface="Times New Roman" panose="02020603050405020304" pitchFamily="18" charset="0"/>
                </a:rPr>
                <a:t>L)</a:t>
              </a:r>
            </a:p>
          </p:txBody>
        </p:sp>
        <p:sp>
          <p:nvSpPr>
            <p:cNvPr id="78887" name="Text Box 62"/>
            <p:cNvSpPr txBox="1">
              <a:spLocks noChangeArrowheads="1"/>
            </p:cNvSpPr>
            <p:nvPr/>
          </p:nvSpPr>
          <p:spPr bwMode="auto">
            <a:xfrm>
              <a:off x="3924" y="22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(b,c,</a:t>
              </a:r>
              <a:r>
                <a:rPr lang="en-US" altLang="en-GB" sz="2400">
                  <a:latin typeface="Times New Roman" panose="02020603050405020304" pitchFamily="18" charset="0"/>
                </a:rPr>
                <a:t>L)</a:t>
              </a:r>
            </a:p>
          </p:txBody>
        </p:sp>
        <p:sp>
          <p:nvSpPr>
            <p:cNvPr id="78888" name="Text Box 63"/>
            <p:cNvSpPr txBox="1">
              <a:spLocks noChangeArrowheads="1"/>
            </p:cNvSpPr>
            <p:nvPr/>
          </p:nvSpPr>
          <p:spPr bwMode="auto">
            <a:xfrm>
              <a:off x="2256" y="223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(a,b,</a:t>
              </a:r>
              <a:r>
                <a:rPr lang="en-US" altLang="en-GB" sz="2400">
                  <a:latin typeface="Times New Roman" panose="02020603050405020304" pitchFamily="18" charset="0"/>
                </a:rPr>
                <a:t>L)</a:t>
              </a:r>
            </a:p>
          </p:txBody>
        </p:sp>
        <p:sp>
          <p:nvSpPr>
            <p:cNvPr id="78889" name="Text Box 64"/>
            <p:cNvSpPr txBox="1">
              <a:spLocks noChangeArrowheads="1"/>
            </p:cNvSpPr>
            <p:nvPr/>
          </p:nvSpPr>
          <p:spPr bwMode="auto">
            <a:xfrm>
              <a:off x="1392" y="158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a:t>
              </a:r>
              <a:r>
                <a:rPr lang="en-US" altLang="en-GB" sz="2400">
                  <a:latin typeface="Times New Roman" panose="02020603050405020304" pitchFamily="18" charset="0"/>
                </a:rPr>
                <a:t>L)</a:t>
              </a:r>
            </a:p>
          </p:txBody>
        </p:sp>
        <p:sp>
          <p:nvSpPr>
            <p:cNvPr id="78890" name="Text Box 65"/>
            <p:cNvSpPr txBox="1">
              <a:spLocks noChangeArrowheads="1"/>
            </p:cNvSpPr>
            <p:nvPr/>
          </p:nvSpPr>
          <p:spPr bwMode="auto">
            <a:xfrm>
              <a:off x="1872" y="3168"/>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a:t>
              </a:r>
              <a:r>
                <a:rPr lang="en-US" altLang="en-GB" sz="2400">
                  <a:latin typeface="Times New Roman" panose="02020603050405020304" pitchFamily="18" charset="0"/>
                </a:rPr>
                <a:t>R)</a:t>
              </a:r>
            </a:p>
          </p:txBody>
        </p:sp>
        <p:sp>
          <p:nvSpPr>
            <p:cNvPr id="78891" name="Text Box 66"/>
            <p:cNvSpPr txBox="1">
              <a:spLocks noChangeArrowheads="1"/>
            </p:cNvSpPr>
            <p:nvPr/>
          </p:nvSpPr>
          <p:spPr bwMode="auto">
            <a:xfrm>
              <a:off x="4224" y="313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a:t>
              </a:r>
              <a:r>
                <a:rPr lang="en-US" altLang="en-GB" sz="2400">
                  <a:latin typeface="Times New Roman" panose="02020603050405020304" pitchFamily="18" charset="0"/>
                </a:rPr>
                <a:t>R)</a:t>
              </a:r>
            </a:p>
          </p:txBody>
        </p:sp>
        <p:sp>
          <p:nvSpPr>
            <p:cNvPr id="78892" name="Text Box 67"/>
            <p:cNvSpPr txBox="1">
              <a:spLocks noChangeArrowheads="1"/>
            </p:cNvSpPr>
            <p:nvPr/>
          </p:nvSpPr>
          <p:spPr bwMode="auto">
            <a:xfrm>
              <a:off x="3348" y="327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a:t>
              </a:r>
              <a:r>
                <a:rPr lang="en-US" altLang="en-GB" sz="2400">
                  <a:latin typeface="Times New Roman" panose="02020603050405020304" pitchFamily="18" charset="0"/>
                </a:rPr>
                <a:t>R)</a:t>
              </a:r>
            </a:p>
          </p:txBody>
        </p:sp>
        <p:sp>
          <p:nvSpPr>
            <p:cNvPr id="78893" name="Text Box 68"/>
            <p:cNvSpPr txBox="1">
              <a:spLocks noChangeArrowheads="1"/>
            </p:cNvSpPr>
            <p:nvPr/>
          </p:nvSpPr>
          <p:spPr bwMode="auto">
            <a:xfrm>
              <a:off x="2544" y="31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(c,a,</a:t>
              </a:r>
              <a:r>
                <a:rPr lang="en-US" altLang="en-GB" sz="2400">
                  <a:latin typeface="Times New Roman" panose="02020603050405020304" pitchFamily="18" charset="0"/>
                </a:rPr>
                <a:t>L)</a:t>
              </a:r>
            </a:p>
          </p:txBody>
        </p:sp>
        <p:sp>
          <p:nvSpPr>
            <p:cNvPr id="78894" name="Text Box 69"/>
            <p:cNvSpPr txBox="1">
              <a:spLocks noChangeArrowheads="1"/>
            </p:cNvSpPr>
            <p:nvPr/>
          </p:nvSpPr>
          <p:spPr bwMode="auto">
            <a:xfrm>
              <a:off x="2472" y="254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(a,c,</a:t>
              </a:r>
              <a:r>
                <a:rPr lang="en-US" altLang="en-GB" sz="2400">
                  <a:latin typeface="Times New Roman" panose="02020603050405020304" pitchFamily="18" charset="0"/>
                </a:rPr>
                <a:t>L)</a:t>
              </a:r>
            </a:p>
          </p:txBody>
        </p:sp>
        <p:sp>
          <p:nvSpPr>
            <p:cNvPr id="78895" name="Text Box 70"/>
            <p:cNvSpPr txBox="1">
              <a:spLocks noChangeArrowheads="1"/>
            </p:cNvSpPr>
            <p:nvPr/>
          </p:nvSpPr>
          <p:spPr bwMode="auto">
            <a:xfrm>
              <a:off x="3360" y="162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(b,b,</a:t>
              </a:r>
              <a:r>
                <a:rPr lang="en-US" altLang="en-GB" sz="2400">
                  <a:latin typeface="Times New Roman" panose="02020603050405020304" pitchFamily="18" charset="0"/>
                </a:rPr>
                <a:t>L)</a:t>
              </a:r>
            </a:p>
          </p:txBody>
        </p:sp>
        <p:sp>
          <p:nvSpPr>
            <p:cNvPr id="78896" name="Line 74"/>
            <p:cNvSpPr>
              <a:spLocks noChangeShapeType="1"/>
            </p:cNvSpPr>
            <p:nvPr/>
          </p:nvSpPr>
          <p:spPr bwMode="auto">
            <a:xfrm>
              <a:off x="3264" y="720"/>
              <a:ext cx="0" cy="1344"/>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97" name="Line 75"/>
            <p:cNvSpPr>
              <a:spLocks noChangeShapeType="1"/>
            </p:cNvSpPr>
            <p:nvPr/>
          </p:nvSpPr>
          <p:spPr bwMode="auto">
            <a:xfrm>
              <a:off x="3396" y="2412"/>
              <a:ext cx="0" cy="1392"/>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898" name="Text Box 76"/>
            <p:cNvSpPr txBox="1">
              <a:spLocks noChangeArrowheads="1"/>
            </p:cNvSpPr>
            <p:nvPr/>
          </p:nvSpPr>
          <p:spPr bwMode="auto">
            <a:xfrm>
              <a:off x="3216" y="1200"/>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(b, ∆,</a:t>
              </a:r>
              <a:r>
                <a:rPr lang="en-US" altLang="en-GB" sz="2400">
                  <a:latin typeface="Times New Roman" panose="02020603050405020304" pitchFamily="18" charset="0"/>
                </a:rPr>
                <a:t>L)</a:t>
              </a:r>
            </a:p>
          </p:txBody>
        </p:sp>
        <p:sp>
          <p:nvSpPr>
            <p:cNvPr id="78899" name="Text Box 77"/>
            <p:cNvSpPr txBox="1">
              <a:spLocks noChangeArrowheads="1"/>
            </p:cNvSpPr>
            <p:nvPr/>
          </p:nvSpPr>
          <p:spPr bwMode="auto">
            <a:xfrm>
              <a:off x="4848" y="1536"/>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(c,c,</a:t>
              </a:r>
              <a:r>
                <a:rPr lang="en-US" altLang="en-GB" sz="2400">
                  <a:latin typeface="Times New Roman" panose="02020603050405020304" pitchFamily="18" charset="0"/>
                </a:rPr>
                <a:t>L)</a:t>
              </a:r>
            </a:p>
          </p:txBody>
        </p:sp>
        <p:sp>
          <p:nvSpPr>
            <p:cNvPr id="78900" name="Text Box 78"/>
            <p:cNvSpPr txBox="1">
              <a:spLocks noChangeArrowheads="1"/>
            </p:cNvSpPr>
            <p:nvPr/>
          </p:nvSpPr>
          <p:spPr bwMode="auto">
            <a:xfrm>
              <a:off x="96" y="34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In</a:t>
              </a:r>
            </a:p>
          </p:txBody>
        </p:sp>
        <p:sp>
          <p:nvSpPr>
            <p:cNvPr id="78901" name="Text Box 79"/>
            <p:cNvSpPr txBox="1">
              <a:spLocks noChangeArrowheads="1"/>
            </p:cNvSpPr>
            <p:nvPr/>
          </p:nvSpPr>
          <p:spPr bwMode="auto">
            <a:xfrm>
              <a:off x="2796" y="385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Out</a:t>
              </a:r>
            </a:p>
          </p:txBody>
        </p:sp>
        <p:sp>
          <p:nvSpPr>
            <p:cNvPr id="78902" name="Line 80"/>
            <p:cNvSpPr>
              <a:spLocks noChangeShapeType="1"/>
            </p:cNvSpPr>
            <p:nvPr/>
          </p:nvSpPr>
          <p:spPr bwMode="auto">
            <a:xfrm flipH="1">
              <a:off x="2712" y="4080"/>
              <a:ext cx="480" cy="0"/>
            </a:xfrm>
            <a:prstGeom prst="line">
              <a:avLst/>
            </a:prstGeom>
            <a:noFill/>
            <a:ln w="9525">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en-GB"/>
            </a:p>
          </p:txBody>
        </p:sp>
        <p:sp>
          <p:nvSpPr>
            <p:cNvPr id="78903" name="Text Box 84"/>
            <p:cNvSpPr txBox="1">
              <a:spLocks noChangeArrowheads="1"/>
            </p:cNvSpPr>
            <p:nvPr/>
          </p:nvSpPr>
          <p:spPr bwMode="auto">
            <a:xfrm>
              <a:off x="552" y="46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1</a:t>
              </a:r>
            </a:p>
          </p:txBody>
        </p:sp>
        <p:sp>
          <p:nvSpPr>
            <p:cNvPr id="78904" name="Text Box 85"/>
            <p:cNvSpPr txBox="1">
              <a:spLocks noChangeArrowheads="1"/>
            </p:cNvSpPr>
            <p:nvPr/>
          </p:nvSpPr>
          <p:spPr bwMode="auto">
            <a:xfrm>
              <a:off x="1860" y="4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2</a:t>
              </a:r>
            </a:p>
          </p:txBody>
        </p:sp>
        <p:sp>
          <p:nvSpPr>
            <p:cNvPr id="78905" name="Text Box 86"/>
            <p:cNvSpPr txBox="1">
              <a:spLocks noChangeArrowheads="1"/>
            </p:cNvSpPr>
            <p:nvPr/>
          </p:nvSpPr>
          <p:spPr bwMode="auto">
            <a:xfrm>
              <a:off x="3264" y="46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3</a:t>
              </a:r>
            </a:p>
          </p:txBody>
        </p:sp>
        <p:sp>
          <p:nvSpPr>
            <p:cNvPr id="78906" name="Text Box 87"/>
            <p:cNvSpPr txBox="1">
              <a:spLocks noChangeArrowheads="1"/>
            </p:cNvSpPr>
            <p:nvPr/>
          </p:nvSpPr>
          <p:spPr bwMode="auto">
            <a:xfrm>
              <a:off x="3276" y="207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5</a:t>
              </a:r>
            </a:p>
          </p:txBody>
        </p:sp>
        <p:sp>
          <p:nvSpPr>
            <p:cNvPr id="78907" name="Text Box 88"/>
            <p:cNvSpPr txBox="1">
              <a:spLocks noChangeArrowheads="1"/>
            </p:cNvSpPr>
            <p:nvPr/>
          </p:nvSpPr>
          <p:spPr bwMode="auto">
            <a:xfrm>
              <a:off x="1584" y="211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4</a:t>
              </a:r>
            </a:p>
          </p:txBody>
        </p:sp>
        <p:sp>
          <p:nvSpPr>
            <p:cNvPr id="78908" name="Text Box 89"/>
            <p:cNvSpPr txBox="1">
              <a:spLocks noChangeArrowheads="1"/>
            </p:cNvSpPr>
            <p:nvPr/>
          </p:nvSpPr>
          <p:spPr bwMode="auto">
            <a:xfrm>
              <a:off x="4908" y="206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6</a:t>
              </a:r>
            </a:p>
          </p:txBody>
        </p:sp>
        <p:sp>
          <p:nvSpPr>
            <p:cNvPr id="78909" name="Text Box 90"/>
            <p:cNvSpPr txBox="1">
              <a:spLocks noChangeArrowheads="1"/>
            </p:cNvSpPr>
            <p:nvPr/>
          </p:nvSpPr>
          <p:spPr bwMode="auto">
            <a:xfrm>
              <a:off x="3240" y="384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rPr>
                <a:t>7</a:t>
              </a:r>
            </a:p>
          </p:txBody>
        </p:sp>
        <p:sp>
          <p:nvSpPr>
            <p:cNvPr id="78910" name="Text Box 92"/>
            <p:cNvSpPr txBox="1">
              <a:spLocks noChangeArrowheads="1"/>
            </p:cNvSpPr>
            <p:nvPr/>
          </p:nvSpPr>
          <p:spPr bwMode="auto">
            <a:xfrm>
              <a:off x="912" y="864"/>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 ∆,</a:t>
              </a:r>
              <a:r>
                <a:rPr lang="en-US" altLang="en-GB" sz="2400">
                  <a:latin typeface="Times New Roman" panose="02020603050405020304" pitchFamily="18" charset="0"/>
                </a:rPr>
                <a:t>R)</a:t>
              </a:r>
            </a:p>
          </p:txBody>
        </p:sp>
      </p:grpSp>
      <p:sp>
        <p:nvSpPr>
          <p:cNvPr id="78851" name="Slide Number Placeholder 8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89AB093-83C0-4AED-A07A-3402E79844CD}" type="slidenum">
              <a:rPr lang="en-US" altLang="en-US" sz="1200">
                <a:solidFill>
                  <a:srgbClr val="898989"/>
                </a:solidFill>
                <a:latin typeface="Arial" panose="020B0604020202020204" pitchFamily="34" charset="0"/>
              </a:rPr>
              <a:pPr>
                <a:spcBef>
                  <a:spcPct val="0"/>
                </a:spcBef>
                <a:buFontTx/>
                <a:buNone/>
              </a:pPr>
              <a:t>38</a:t>
            </a:fld>
            <a:endParaRPr lang="en-US" altLang="en-US" sz="1200">
              <a:solidFill>
                <a:srgbClr val="898989"/>
              </a:solidFill>
              <a:latin typeface="Arial" panose="020B0604020202020204" pitchFamily="34" charset="0"/>
            </a:endParaRPr>
          </a:p>
        </p:txBody>
      </p:sp>
      <p:sp>
        <p:nvSpPr>
          <p:cNvPr id="78852" name="Text Box 76"/>
          <p:cNvSpPr txBox="1">
            <a:spLocks noChangeArrowheads="1"/>
          </p:cNvSpPr>
          <p:nvPr/>
        </p:nvSpPr>
        <p:spPr bwMode="auto">
          <a:xfrm>
            <a:off x="3200400" y="16764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GB" sz="2400">
                <a:latin typeface="Times New Roman" panose="02020603050405020304" pitchFamily="18" charset="0"/>
                <a:sym typeface="Math1" pitchFamily="2" charset="2"/>
              </a:rPr>
              <a:t>(a, ∆,</a:t>
            </a:r>
            <a:r>
              <a:rPr lang="en-US" altLang="en-GB" sz="2400">
                <a:latin typeface="Times New Roman" panose="02020603050405020304" pitchFamily="18" charset="0"/>
              </a:rPr>
              <a:t>L)</a:t>
            </a:r>
          </a:p>
        </p:txBody>
      </p:sp>
      <p:sp>
        <p:nvSpPr>
          <p:cNvPr id="88" name="Footer Placeholder 87"/>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2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A811ADF-0D3C-4A28-B863-4ABA1FA01C68}" type="slidenum">
              <a:rPr lang="en-US" altLang="en-US" sz="1200">
                <a:solidFill>
                  <a:srgbClr val="898989"/>
                </a:solidFill>
                <a:latin typeface="Arial" panose="020B0604020202020204" pitchFamily="34" charset="0"/>
              </a:rPr>
              <a:pPr>
                <a:spcBef>
                  <a:spcPct val="0"/>
                </a:spcBef>
                <a:buFontTx/>
                <a:buNone/>
              </a:pPr>
              <a:t>39</a:t>
            </a:fld>
            <a:endParaRPr lang="en-US" altLang="en-US" sz="1200">
              <a:solidFill>
                <a:srgbClr val="898989"/>
              </a:solidFill>
              <a:latin typeface="Arial" panose="020B0604020202020204" pitchFamily="34" charset="0"/>
            </a:endParaRPr>
          </a:p>
        </p:txBody>
      </p:sp>
      <p:sp>
        <p:nvSpPr>
          <p:cNvPr id="80899" name="Rectangle 3"/>
          <p:cNvSpPr>
            <a:spLocks noGrp="1"/>
          </p:cNvSpPr>
          <p:nvPr>
            <p:ph type="body" idx="4294967295"/>
          </p:nvPr>
        </p:nvSpPr>
        <p:spPr>
          <a:xfrm>
            <a:off x="0" y="1481138"/>
            <a:ext cx="8229600" cy="4525962"/>
          </a:xfrm>
        </p:spPr>
        <p:txBody>
          <a:bodyPr/>
          <a:lstStyle/>
          <a:p>
            <a:pPr algn="just" eaLnBrk="1" hangingPunct="1">
              <a:buFont typeface="Wingdings" panose="05000000000000000000" pitchFamily="2" charset="2"/>
              <a:buNone/>
            </a:pPr>
            <a:r>
              <a:rPr lang="en-US" altLang="en-GB" sz="2600" smtClean="0"/>
              <a:t>	The process of deletion of letter a from the string bcabbc can easily be checked, giving the TAPE situation as shown below</a:t>
            </a:r>
          </a:p>
        </p:txBody>
      </p:sp>
      <p:grpSp>
        <p:nvGrpSpPr>
          <p:cNvPr id="80900" name="Group 4"/>
          <p:cNvGrpSpPr>
            <a:grpSpLocks/>
          </p:cNvGrpSpPr>
          <p:nvPr/>
        </p:nvGrpSpPr>
        <p:grpSpPr bwMode="auto">
          <a:xfrm>
            <a:off x="1200150" y="3600450"/>
            <a:ext cx="6096000" cy="990600"/>
            <a:chOff x="960" y="3120"/>
            <a:chExt cx="3840" cy="624"/>
          </a:xfrm>
        </p:grpSpPr>
        <p:sp>
          <p:nvSpPr>
            <p:cNvPr id="80902" name="Rectangle 5"/>
            <p:cNvSpPr>
              <a:spLocks noChangeArrowheads="1"/>
            </p:cNvSpPr>
            <p:nvPr/>
          </p:nvSpPr>
          <p:spPr bwMode="auto">
            <a:xfrm>
              <a:off x="4160" y="3120"/>
              <a:ext cx="6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 .</a:t>
              </a:r>
              <a:endParaRPr lang="en-US" altLang="en-GB" sz="2800">
                <a:latin typeface="Times New Roman" panose="02020603050405020304" pitchFamily="18" charset="0"/>
              </a:endParaRPr>
            </a:p>
          </p:txBody>
        </p:sp>
        <p:sp>
          <p:nvSpPr>
            <p:cNvPr id="80903" name="Rectangle 6"/>
            <p:cNvSpPr>
              <a:spLocks noChangeArrowheads="1"/>
            </p:cNvSpPr>
            <p:nvPr/>
          </p:nvSpPr>
          <p:spPr bwMode="auto">
            <a:xfrm>
              <a:off x="384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80904" name="Rectangle 7"/>
            <p:cNvSpPr>
              <a:spLocks noChangeArrowheads="1"/>
            </p:cNvSpPr>
            <p:nvPr/>
          </p:nvSpPr>
          <p:spPr bwMode="auto">
            <a:xfrm>
              <a:off x="352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80905" name="Rectangle 8"/>
            <p:cNvSpPr>
              <a:spLocks noChangeArrowheads="1"/>
            </p:cNvSpPr>
            <p:nvPr/>
          </p:nvSpPr>
          <p:spPr bwMode="auto">
            <a:xfrm>
              <a:off x="320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sym typeface="Math1" pitchFamily="2" charset="2"/>
                </a:rPr>
                <a:t>∆</a:t>
              </a:r>
            </a:p>
          </p:txBody>
        </p:sp>
        <p:sp>
          <p:nvSpPr>
            <p:cNvPr id="80906" name="Rectangle 9"/>
            <p:cNvSpPr>
              <a:spLocks noChangeArrowheads="1"/>
            </p:cNvSpPr>
            <p:nvPr/>
          </p:nvSpPr>
          <p:spPr bwMode="auto">
            <a:xfrm>
              <a:off x="288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80907" name="Rectangle 10"/>
            <p:cNvSpPr>
              <a:spLocks noChangeArrowheads="1"/>
            </p:cNvSpPr>
            <p:nvPr/>
          </p:nvSpPr>
          <p:spPr bwMode="auto">
            <a:xfrm>
              <a:off x="256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80908" name="Rectangle 11"/>
            <p:cNvSpPr>
              <a:spLocks noChangeArrowheads="1"/>
            </p:cNvSpPr>
            <p:nvPr/>
          </p:nvSpPr>
          <p:spPr bwMode="auto">
            <a:xfrm>
              <a:off x="224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80909" name="Rectangle 12"/>
            <p:cNvSpPr>
              <a:spLocks noChangeArrowheads="1"/>
            </p:cNvSpPr>
            <p:nvPr/>
          </p:nvSpPr>
          <p:spPr bwMode="auto">
            <a:xfrm>
              <a:off x="192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c</a:t>
              </a:r>
            </a:p>
          </p:txBody>
        </p:sp>
        <p:sp>
          <p:nvSpPr>
            <p:cNvPr id="80910" name="Rectangle 13"/>
            <p:cNvSpPr>
              <a:spLocks noChangeArrowheads="1"/>
            </p:cNvSpPr>
            <p:nvPr/>
          </p:nvSpPr>
          <p:spPr bwMode="auto">
            <a:xfrm>
              <a:off x="1600" y="3120"/>
              <a:ext cx="32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b</a:t>
              </a:r>
            </a:p>
          </p:txBody>
        </p:sp>
        <p:sp>
          <p:nvSpPr>
            <p:cNvPr id="80911" name="Rectangle 14"/>
            <p:cNvSpPr>
              <a:spLocks noChangeArrowheads="1"/>
            </p:cNvSpPr>
            <p:nvPr/>
          </p:nvSpPr>
          <p:spPr bwMode="auto">
            <a:xfrm>
              <a:off x="960" y="3120"/>
              <a:ext cx="64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Tx/>
                <a:buNone/>
              </a:pPr>
              <a:r>
                <a:rPr lang="en-US" altLang="en-GB" sz="2800">
                  <a:latin typeface="Times New Roman" panose="02020603050405020304" pitchFamily="18" charset="0"/>
                </a:rPr>
                <a:t>. . .</a:t>
              </a:r>
            </a:p>
          </p:txBody>
        </p:sp>
        <p:sp>
          <p:nvSpPr>
            <p:cNvPr id="80912" name="Line 15"/>
            <p:cNvSpPr>
              <a:spLocks noChangeShapeType="1"/>
            </p:cNvSpPr>
            <p:nvPr/>
          </p:nvSpPr>
          <p:spPr bwMode="auto">
            <a:xfrm>
              <a:off x="960" y="3120"/>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3" name="Line 16"/>
            <p:cNvSpPr>
              <a:spLocks noChangeShapeType="1"/>
            </p:cNvSpPr>
            <p:nvPr/>
          </p:nvSpPr>
          <p:spPr bwMode="auto">
            <a:xfrm>
              <a:off x="960" y="3446"/>
              <a:ext cx="3840" cy="0"/>
            </a:xfrm>
            <a:prstGeom prst="line">
              <a:avLst/>
            </a:prstGeom>
            <a:noFill/>
            <a:ln w="28575" cap="sq">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4" name="Line 17"/>
            <p:cNvSpPr>
              <a:spLocks noChangeShapeType="1"/>
            </p:cNvSpPr>
            <p:nvPr/>
          </p:nvSpPr>
          <p:spPr bwMode="auto">
            <a:xfrm>
              <a:off x="160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5" name="Line 18"/>
            <p:cNvSpPr>
              <a:spLocks noChangeShapeType="1"/>
            </p:cNvSpPr>
            <p:nvPr/>
          </p:nvSpPr>
          <p:spPr bwMode="auto">
            <a:xfrm>
              <a:off x="192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6" name="Line 19"/>
            <p:cNvSpPr>
              <a:spLocks noChangeShapeType="1"/>
            </p:cNvSpPr>
            <p:nvPr/>
          </p:nvSpPr>
          <p:spPr bwMode="auto">
            <a:xfrm>
              <a:off x="224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7" name="Line 20"/>
            <p:cNvSpPr>
              <a:spLocks noChangeShapeType="1"/>
            </p:cNvSpPr>
            <p:nvPr/>
          </p:nvSpPr>
          <p:spPr bwMode="auto">
            <a:xfrm>
              <a:off x="256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8" name="Line 21"/>
            <p:cNvSpPr>
              <a:spLocks noChangeShapeType="1"/>
            </p:cNvSpPr>
            <p:nvPr/>
          </p:nvSpPr>
          <p:spPr bwMode="auto">
            <a:xfrm>
              <a:off x="288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19" name="Line 22"/>
            <p:cNvSpPr>
              <a:spLocks noChangeShapeType="1"/>
            </p:cNvSpPr>
            <p:nvPr/>
          </p:nvSpPr>
          <p:spPr bwMode="auto">
            <a:xfrm>
              <a:off x="320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20" name="Line 23"/>
            <p:cNvSpPr>
              <a:spLocks noChangeShapeType="1"/>
            </p:cNvSpPr>
            <p:nvPr/>
          </p:nvSpPr>
          <p:spPr bwMode="auto">
            <a:xfrm>
              <a:off x="352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21" name="Line 24"/>
            <p:cNvSpPr>
              <a:spLocks noChangeShapeType="1"/>
            </p:cNvSpPr>
            <p:nvPr/>
          </p:nvSpPr>
          <p:spPr bwMode="auto">
            <a:xfrm>
              <a:off x="384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22" name="Line 25"/>
            <p:cNvSpPr>
              <a:spLocks noChangeShapeType="1"/>
            </p:cNvSpPr>
            <p:nvPr/>
          </p:nvSpPr>
          <p:spPr bwMode="auto">
            <a:xfrm>
              <a:off x="4160" y="3120"/>
              <a:ext cx="0" cy="326"/>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GB"/>
            </a:p>
          </p:txBody>
        </p:sp>
        <p:sp>
          <p:nvSpPr>
            <p:cNvPr id="80923" name="AutoShape 26"/>
            <p:cNvSpPr>
              <a:spLocks noChangeArrowheads="1"/>
            </p:cNvSpPr>
            <p:nvPr/>
          </p:nvSpPr>
          <p:spPr bwMode="auto">
            <a:xfrm rot="10800000">
              <a:off x="2616" y="3504"/>
              <a:ext cx="192" cy="240"/>
            </a:xfrm>
            <a:prstGeom prst="flowChartOffpageConnector">
              <a:avLst/>
            </a:prstGeom>
            <a:noFill/>
            <a:ln w="9525">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2400">
                <a:latin typeface="Times New Roman" panose="02020603050405020304" pitchFamily="18" charset="0"/>
              </a:endParaRPr>
            </a:p>
          </p:txBody>
        </p:sp>
      </p:grpSp>
      <p:sp>
        <p:nvSpPr>
          <p:cNvPr id="28" name="Footer Placeholder 27"/>
          <p:cNvSpPr>
            <a:spLocks noGrp="1"/>
          </p:cNvSpPr>
          <p:nvPr>
            <p:ph type="ftr" sz="quarter" idx="11"/>
          </p:nvPr>
        </p:nvSpPr>
        <p:spPr/>
        <p:txBody>
          <a:bodyPr/>
          <a:lstStyle/>
          <a:p>
            <a:pPr>
              <a:defRPr/>
            </a:pPr>
            <a:r>
              <a:rPr lang="en-US" altLang="en-US"/>
              <a:t>Theory of Automata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747713"/>
            <a:ext cx="8339137" cy="534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2AE4511-55F3-4BEE-9927-37474815A14B}" type="slidenum">
              <a:rPr lang="en-US" altLang="en-US" sz="1200">
                <a:solidFill>
                  <a:srgbClr val="898989"/>
                </a:solidFill>
                <a:latin typeface="Arial" panose="020B0604020202020204" pitchFamily="34" charset="0"/>
              </a:rPr>
              <a:pPr>
                <a:spcBef>
                  <a:spcPct val="0"/>
                </a:spcBef>
                <a:buFontTx/>
                <a:buNone/>
              </a:pPr>
              <a:t>40</a:t>
            </a:fld>
            <a:endParaRPr lang="en-US" altLang="en-US" sz="1200">
              <a:solidFill>
                <a:srgbClr val="898989"/>
              </a:solidFill>
              <a:latin typeface="Arial" panose="020B0604020202020204" pitchFamily="34" charset="0"/>
            </a:endParaRPr>
          </a:p>
        </p:txBody>
      </p:sp>
      <p:sp>
        <p:nvSpPr>
          <p:cNvPr id="4" name="Footer Placeholder 3"/>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981200"/>
            <a:ext cx="9248775"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Box 4"/>
          <p:cNvSpPr txBox="1">
            <a:spLocks noChangeArrowheads="1"/>
          </p:cNvSpPr>
          <p:nvPr/>
        </p:nvSpPr>
        <p:spPr bwMode="auto">
          <a:xfrm>
            <a:off x="457200" y="304800"/>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4000">
                <a:latin typeface="Arial" panose="020B0604020202020204" pitchFamily="34" charset="0"/>
              </a:rPr>
              <a:t>a</a:t>
            </a:r>
            <a:r>
              <a:rPr lang="en-US" altLang="en-GB" sz="4000" baseline="30000">
                <a:latin typeface="Arial" panose="020B0604020202020204" pitchFamily="34" charset="0"/>
              </a:rPr>
              <a:t>n</a:t>
            </a:r>
            <a:r>
              <a:rPr lang="en-US" altLang="en-GB" sz="4000">
                <a:latin typeface="Arial" panose="020B0604020202020204" pitchFamily="34" charset="0"/>
              </a:rPr>
              <a:t>b</a:t>
            </a:r>
            <a:r>
              <a:rPr lang="en-US" altLang="en-GB" sz="4000" baseline="30000">
                <a:latin typeface="Arial" panose="020B0604020202020204" pitchFamily="34" charset="0"/>
              </a:rPr>
              <a:t>n</a:t>
            </a:r>
            <a:endParaRPr lang="en-US" altLang="en-GB" sz="4000">
              <a:latin typeface="Arial" panose="020B0604020202020204" pitchFamily="34" charset="0"/>
            </a:endParaRPr>
          </a:p>
        </p:txBody>
      </p:sp>
      <p:sp>
        <p:nvSpPr>
          <p:cNvPr id="8499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AACD4B6-3BB4-4A74-90EF-7D0287805E21}" type="slidenum">
              <a:rPr lang="en-US" altLang="en-US" sz="1200">
                <a:solidFill>
                  <a:srgbClr val="898989"/>
                </a:solidFill>
                <a:latin typeface="Arial" panose="020B0604020202020204" pitchFamily="34" charset="0"/>
              </a:rPr>
              <a:pPr>
                <a:spcBef>
                  <a:spcPct val="0"/>
                </a:spcBef>
                <a:buFontTx/>
                <a:buNone/>
              </a:pPr>
              <a:t>41</a:t>
            </a:fld>
            <a:endParaRPr lang="en-US" altLang="en-US" sz="1200">
              <a:solidFill>
                <a:srgbClr val="898989"/>
              </a:solidFill>
              <a:latin typeface="Arial" panose="020B0604020202020204" pitchFamily="34" charset="0"/>
            </a:endParaRP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 y="1219200"/>
            <a:ext cx="832008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TextBox 4"/>
          <p:cNvSpPr txBox="1">
            <a:spLocks noChangeArrowheads="1"/>
          </p:cNvSpPr>
          <p:nvPr/>
        </p:nvSpPr>
        <p:spPr bwMode="auto">
          <a:xfrm>
            <a:off x="457200" y="304800"/>
            <a:ext cx="8153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4000">
                <a:latin typeface="Arial" panose="020B0604020202020204" pitchFamily="34" charset="0"/>
              </a:rPr>
              <a:t>OddPalindrome / EvenPalindrome</a:t>
            </a:r>
          </a:p>
        </p:txBody>
      </p:sp>
      <p:sp>
        <p:nvSpPr>
          <p:cNvPr id="8704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A5F4D4B-BB55-46CF-932A-4165BC6C4688}" type="slidenum">
              <a:rPr lang="en-US" altLang="en-US" sz="1200">
                <a:solidFill>
                  <a:srgbClr val="898989"/>
                </a:solidFill>
                <a:latin typeface="Arial" panose="020B0604020202020204" pitchFamily="34" charset="0"/>
              </a:rPr>
              <a:pPr>
                <a:spcBef>
                  <a:spcPct val="0"/>
                </a:spcBef>
                <a:buFontTx/>
                <a:buNone/>
              </a:pPr>
              <a:t>42</a:t>
            </a:fld>
            <a:endParaRPr lang="en-US" altLang="en-US" sz="1200">
              <a:solidFill>
                <a:srgbClr val="898989"/>
              </a:solidFill>
              <a:latin typeface="Arial" panose="020B0604020202020204" pitchFamily="34" charset="0"/>
            </a:endParaRP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43063"/>
            <a:ext cx="5181600" cy="437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TextBox 4"/>
          <p:cNvSpPr txBox="1">
            <a:spLocks noChangeArrowheads="1"/>
          </p:cNvSpPr>
          <p:nvPr/>
        </p:nvSpPr>
        <p:spPr bwMode="auto">
          <a:xfrm>
            <a:off x="457200" y="304800"/>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4000">
                <a:latin typeface="Arial" panose="020B0604020202020204" pitchFamily="34" charset="0"/>
              </a:rPr>
              <a:t>Even a’s</a:t>
            </a:r>
          </a:p>
        </p:txBody>
      </p:sp>
      <p:sp>
        <p:nvSpPr>
          <p:cNvPr id="8909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887B847-5DA7-4D13-92DC-1EDC7EBB9F48}" type="slidenum">
              <a:rPr lang="en-US" altLang="en-US" sz="1200">
                <a:solidFill>
                  <a:srgbClr val="898989"/>
                </a:solidFill>
                <a:latin typeface="Arial" panose="020B0604020202020204" pitchFamily="34" charset="0"/>
              </a:rPr>
              <a:pPr>
                <a:spcBef>
                  <a:spcPct val="0"/>
                </a:spcBef>
                <a:buFontTx/>
                <a:buNone/>
              </a:pPr>
              <a:t>43</a:t>
            </a:fld>
            <a:endParaRPr lang="en-US" altLang="en-US" sz="1200">
              <a:solidFill>
                <a:srgbClr val="898989"/>
              </a:solidFill>
              <a:latin typeface="Arial" panose="020B0604020202020204" pitchFamily="34" charset="0"/>
            </a:endParaRP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8" y="1295400"/>
            <a:ext cx="899001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TextBox 4"/>
          <p:cNvSpPr txBox="1">
            <a:spLocks noChangeArrowheads="1"/>
          </p:cNvSpPr>
          <p:nvPr/>
        </p:nvSpPr>
        <p:spPr bwMode="auto">
          <a:xfrm>
            <a:off x="457200" y="304800"/>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4000">
                <a:latin typeface="Arial" panose="020B0604020202020204" pitchFamily="34" charset="0"/>
              </a:rPr>
              <a:t>Even-Even</a:t>
            </a:r>
          </a:p>
        </p:txBody>
      </p:sp>
      <p:sp>
        <p:nvSpPr>
          <p:cNvPr id="9114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859A705-E14F-48AC-AE84-A5BD0A9F2253}" type="slidenum">
              <a:rPr lang="en-US" altLang="en-US" sz="1200">
                <a:solidFill>
                  <a:srgbClr val="898989"/>
                </a:solidFill>
                <a:latin typeface="Arial" panose="020B0604020202020204" pitchFamily="34" charset="0"/>
              </a:rPr>
              <a:pPr>
                <a:spcBef>
                  <a:spcPct val="0"/>
                </a:spcBef>
                <a:buFontTx/>
                <a:buNone/>
              </a:pPr>
              <a:t>44</a:t>
            </a:fld>
            <a:endParaRPr lang="en-US" altLang="en-US" sz="1200">
              <a:solidFill>
                <a:srgbClr val="898989"/>
              </a:solidFill>
              <a:latin typeface="Arial" panose="020B0604020202020204" pitchFamily="34" charset="0"/>
            </a:endParaRP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9B41407-8E35-48A2-A051-EC69CDA7142D}" type="slidenum">
              <a:rPr lang="en-US" altLang="en-US" sz="1200">
                <a:solidFill>
                  <a:srgbClr val="898989"/>
                </a:solidFill>
                <a:latin typeface="Arial" panose="020B0604020202020204" pitchFamily="34" charset="0"/>
              </a:rPr>
              <a:pPr>
                <a:spcBef>
                  <a:spcPct val="0"/>
                </a:spcBef>
                <a:buFontTx/>
                <a:buNone/>
              </a:pPr>
              <a:t>45</a:t>
            </a:fld>
            <a:endParaRPr lang="en-US" altLang="en-US" sz="1200">
              <a:solidFill>
                <a:srgbClr val="898989"/>
              </a:solidFill>
              <a:latin typeface="Arial" panose="020B0604020202020204" pitchFamily="34" charset="0"/>
            </a:endParaRPr>
          </a:p>
        </p:txBody>
      </p:sp>
      <p:sp>
        <p:nvSpPr>
          <p:cNvPr id="93187" name="Rectangle 4"/>
          <p:cNvSpPr>
            <a:spLocks noChangeArrowheads="1"/>
          </p:cNvSpPr>
          <p:nvPr/>
        </p:nvSpPr>
        <p:spPr bwMode="auto">
          <a:xfrm>
            <a:off x="457200" y="1447800"/>
            <a:ext cx="8077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a:latin typeface="Arial" panose="020B0604020202020204" pitchFamily="34" charset="0"/>
              </a:rPr>
              <a:t>The language this TM accepts is DOUBLEWORD, the set of all words of the form ww where w is a nonnull string in </a:t>
            </a:r>
            <a:r>
              <a:rPr lang="en-US" altLang="en-GB" sz="1800" i="1">
                <a:latin typeface="Arial" panose="020B0604020202020204" pitchFamily="34" charset="0"/>
              </a:rPr>
              <a:t>{a, b}*.</a:t>
            </a:r>
          </a:p>
          <a:p>
            <a:pPr>
              <a:spcBef>
                <a:spcPct val="0"/>
              </a:spcBef>
              <a:buFontTx/>
              <a:buNone/>
            </a:pPr>
            <a:r>
              <a:rPr lang="en-US" altLang="en-GB" sz="1800">
                <a:latin typeface="Arial" panose="020B0604020202020204" pitchFamily="34" charset="0"/>
              </a:rPr>
              <a:t>DOUBLEWORD </a:t>
            </a:r>
            <a:r>
              <a:rPr lang="en-US" altLang="en-GB" sz="1800" b="1">
                <a:latin typeface="Arial" panose="020B0604020202020204" pitchFamily="34" charset="0"/>
              </a:rPr>
              <a:t>= {aa </a:t>
            </a:r>
            <a:r>
              <a:rPr lang="en-US" altLang="en-GB" sz="1800" b="1" i="1">
                <a:latin typeface="Arial" panose="020B0604020202020204" pitchFamily="34" charset="0"/>
              </a:rPr>
              <a:t>bb aaaa abab baba bbbb </a:t>
            </a:r>
            <a:r>
              <a:rPr lang="en-US" altLang="en-GB" sz="1800" i="1">
                <a:latin typeface="Arial" panose="020B0604020202020204" pitchFamily="34" charset="0"/>
              </a:rPr>
              <a:t>aaaaaa aabaab . . }</a:t>
            </a:r>
            <a:endParaRPr lang="en-US" altLang="en-GB" sz="1800">
              <a:latin typeface="Arial" panose="020B0604020202020204" pitchFamily="34" charset="0"/>
            </a:endParaRPr>
          </a:p>
        </p:txBody>
      </p:sp>
      <p:sp>
        <p:nvSpPr>
          <p:cNvPr id="6" name="Rectangle 2"/>
          <p:cNvSpPr txBox="1">
            <a:spLocks noChangeArrowheads="1"/>
          </p:cNvSpPr>
          <p:nvPr/>
        </p:nvSpPr>
        <p:spPr bwMode="auto">
          <a:xfrm>
            <a:off x="457200" y="152400"/>
            <a:ext cx="8229600" cy="1139825"/>
          </a:xfrm>
          <a:prstGeom prst="rect">
            <a:avLst/>
          </a:prstGeom>
          <a:noFill/>
          <a:ln w="9525">
            <a:noFill/>
            <a:miter lim="800000"/>
            <a:headEnd/>
            <a:tailEnd/>
          </a:ln>
        </p:spPr>
        <p:txBody>
          <a:bodyPr anchor="ctr"/>
          <a:lstStyle/>
          <a:p>
            <a:pPr>
              <a:defRPr/>
            </a:pPr>
            <a:r>
              <a:rPr lang="en-US" sz="4200" kern="0" dirty="0">
                <a:solidFill>
                  <a:schemeClr val="tx2"/>
                </a:solidFill>
                <a:latin typeface="+mj-lt"/>
                <a:ea typeface="+mj-ea"/>
                <a:cs typeface="+mj-cs"/>
              </a:rPr>
              <a:t>Double Word Problem</a:t>
            </a:r>
            <a:endParaRPr lang="en-US" sz="4200" kern="0" baseline="30000" dirty="0">
              <a:solidFill>
                <a:schemeClr val="tx2"/>
              </a:solidFill>
              <a:latin typeface="+mj-lt"/>
              <a:ea typeface="+mj-ea"/>
              <a:cs typeface="+mj-cs"/>
            </a:endParaRP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990600"/>
            <a:ext cx="77343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438400"/>
            <a:ext cx="77724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425" y="5067300"/>
            <a:ext cx="77247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TextBox 6"/>
          <p:cNvSpPr txBox="1">
            <a:spLocks noChangeArrowheads="1"/>
          </p:cNvSpPr>
          <p:nvPr/>
        </p:nvSpPr>
        <p:spPr bwMode="auto">
          <a:xfrm>
            <a:off x="381000" y="228600"/>
            <a:ext cx="4572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4000">
                <a:latin typeface="Arial" panose="020B0604020202020204" pitchFamily="34" charset="0"/>
              </a:rPr>
              <a:t>Sample Problems</a:t>
            </a:r>
          </a:p>
        </p:txBody>
      </p:sp>
      <p:sp>
        <p:nvSpPr>
          <p:cNvPr id="95238"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C79646A-6375-4699-9BBF-BF437F473E0B}" type="slidenum">
              <a:rPr lang="en-US" altLang="en-US" sz="1200">
                <a:solidFill>
                  <a:srgbClr val="898989"/>
                </a:solidFill>
                <a:latin typeface="Arial" panose="020B0604020202020204" pitchFamily="34" charset="0"/>
              </a:rPr>
              <a:pPr>
                <a:spcBef>
                  <a:spcPct val="0"/>
                </a:spcBef>
                <a:buFontTx/>
                <a:buNone/>
              </a:pPr>
              <a:t>46</a:t>
            </a:fld>
            <a:endParaRPr lang="en-US" altLang="en-US" sz="1200">
              <a:solidFill>
                <a:srgbClr val="898989"/>
              </a:solidFill>
              <a:latin typeface="Arial" panose="020B0604020202020204" pitchFamily="34" charset="0"/>
            </a:endParaRPr>
          </a:p>
        </p:txBody>
      </p:sp>
      <p:sp>
        <p:nvSpPr>
          <p:cNvPr id="7" name="Footer Placeholder 6"/>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B11EF9-6104-4803-B5C2-EA33955BA8AC}" type="slidenum">
              <a:rPr lang="en-US" altLang="en-US" sz="1200">
                <a:solidFill>
                  <a:srgbClr val="898989"/>
                </a:solidFill>
                <a:latin typeface="Arial" panose="020B0604020202020204" pitchFamily="34" charset="0"/>
              </a:rPr>
              <a:pPr>
                <a:spcBef>
                  <a:spcPct val="0"/>
                </a:spcBef>
                <a:buFontTx/>
                <a:buNone/>
              </a:pPr>
              <a:t>47</a:t>
            </a:fld>
            <a:endParaRPr lang="en-US" altLang="en-US" sz="1200">
              <a:solidFill>
                <a:srgbClr val="898989"/>
              </a:solidFill>
              <a:latin typeface="Arial" panose="020B0604020202020204" pitchFamily="34" charset="0"/>
            </a:endParaRPr>
          </a:p>
        </p:txBody>
      </p:sp>
      <p:sp>
        <p:nvSpPr>
          <p:cNvPr id="50181" name="Rectangle 2"/>
          <p:cNvSpPr>
            <a:spLocks noChangeArrowheads="1"/>
          </p:cNvSpPr>
          <p:nvPr/>
        </p:nvSpPr>
        <p:spPr bwMode="auto">
          <a:xfrm>
            <a:off x="685800" y="1530350"/>
            <a:ext cx="7620000" cy="1579563"/>
          </a:xfrm>
          <a:prstGeom prst="rect">
            <a:avLst/>
          </a:prstGeom>
          <a:solidFill>
            <a:srgbClr val="FFFFFF"/>
          </a:solidFill>
          <a:ln>
            <a:noFill/>
          </a:ln>
        </p:spPr>
        <p:txBody>
          <a:bodyPr lIns="0" tIns="50784" rIns="0" bIns="50784" anchor="ctr">
            <a:spAutoFit/>
          </a:bodyPr>
          <a:lstStyle/>
          <a:p>
            <a:pPr>
              <a:defRPr/>
            </a:pPr>
            <a:r>
              <a:rPr lang="en-US" sz="1600" b="1" dirty="0">
                <a:solidFill>
                  <a:srgbClr val="000000"/>
                </a:solidFill>
                <a:latin typeface="+mn-lt"/>
              </a:rPr>
              <a:t>S → </a:t>
            </a:r>
            <a:r>
              <a:rPr lang="en-US" sz="1600" b="1" dirty="0" err="1">
                <a:solidFill>
                  <a:srgbClr val="000000"/>
                </a:solidFill>
                <a:latin typeface="+mn-lt"/>
              </a:rPr>
              <a:t>aSbS</a:t>
            </a:r>
            <a:r>
              <a:rPr lang="en-US" sz="1600" b="1" dirty="0">
                <a:solidFill>
                  <a:srgbClr val="000000"/>
                </a:solidFill>
                <a:latin typeface="+mn-lt"/>
              </a:rPr>
              <a:t> | </a:t>
            </a:r>
            <a:r>
              <a:rPr lang="en-US" sz="1600" b="1" dirty="0" err="1">
                <a:solidFill>
                  <a:srgbClr val="000000"/>
                </a:solidFill>
                <a:latin typeface="+mn-lt"/>
              </a:rPr>
              <a:t>bSaS</a:t>
            </a:r>
            <a:r>
              <a:rPr lang="en-US" sz="1600" b="1" dirty="0">
                <a:solidFill>
                  <a:srgbClr val="000000"/>
                </a:solidFill>
                <a:latin typeface="+mn-lt"/>
              </a:rPr>
              <a:t> | ε</a:t>
            </a:r>
          </a:p>
          <a:p>
            <a:pPr>
              <a:defRPr/>
            </a:pPr>
            <a:endParaRPr lang="en-US" sz="1600" b="1" dirty="0">
              <a:latin typeface="+mn-lt"/>
            </a:endParaRPr>
          </a:p>
          <a:p>
            <a:pPr>
              <a:defRPr/>
            </a:pPr>
            <a:r>
              <a:rPr lang="en-US" sz="1600" b="1" dirty="0">
                <a:latin typeface="+mn-lt"/>
              </a:rPr>
              <a:t>OR</a:t>
            </a:r>
          </a:p>
          <a:p>
            <a:pPr>
              <a:defRPr/>
            </a:pPr>
            <a:endParaRPr lang="en-US" sz="1600" b="1" dirty="0">
              <a:latin typeface="+mn-lt"/>
            </a:endParaRPr>
          </a:p>
          <a:p>
            <a:pPr>
              <a:defRPr/>
            </a:pPr>
            <a:r>
              <a:rPr lang="en-US" sz="1600" b="1" dirty="0">
                <a:solidFill>
                  <a:srgbClr val="000000"/>
                </a:solidFill>
                <a:latin typeface="+mn-lt"/>
              </a:rPr>
              <a:t>S → </a:t>
            </a:r>
            <a:r>
              <a:rPr lang="en-US" sz="1600" b="1" dirty="0" err="1">
                <a:solidFill>
                  <a:srgbClr val="000000"/>
                </a:solidFill>
                <a:latin typeface="+mn-lt"/>
              </a:rPr>
              <a:t>aSb</a:t>
            </a:r>
            <a:r>
              <a:rPr lang="en-US" sz="1600" b="1" dirty="0">
                <a:solidFill>
                  <a:srgbClr val="000000"/>
                </a:solidFill>
                <a:latin typeface="+mn-lt"/>
              </a:rPr>
              <a:t> | </a:t>
            </a:r>
            <a:r>
              <a:rPr lang="en-US" sz="1600" b="1" dirty="0" err="1">
                <a:solidFill>
                  <a:srgbClr val="000000"/>
                </a:solidFill>
                <a:latin typeface="+mn-lt"/>
              </a:rPr>
              <a:t>bSa</a:t>
            </a:r>
            <a:r>
              <a:rPr lang="en-US" sz="1600" b="1" dirty="0">
                <a:solidFill>
                  <a:srgbClr val="000000"/>
                </a:solidFill>
                <a:latin typeface="+mn-lt"/>
              </a:rPr>
              <a:t> | SS | ε</a:t>
            </a:r>
          </a:p>
          <a:p>
            <a:pPr>
              <a:defRPr/>
            </a:pPr>
            <a:r>
              <a:rPr lang="en-US" sz="1600" b="1" dirty="0">
                <a:latin typeface="+mn-lt"/>
              </a:rPr>
              <a:t> </a:t>
            </a:r>
          </a:p>
        </p:txBody>
      </p:sp>
      <p:sp>
        <p:nvSpPr>
          <p:cNvPr id="6" name="Rectangle 2"/>
          <p:cNvSpPr txBox="1">
            <a:spLocks noChangeArrowheads="1"/>
          </p:cNvSpPr>
          <p:nvPr/>
        </p:nvSpPr>
        <p:spPr bwMode="auto">
          <a:xfrm>
            <a:off x="457200" y="152400"/>
            <a:ext cx="8229600" cy="1139825"/>
          </a:xfrm>
          <a:prstGeom prst="rect">
            <a:avLst/>
          </a:prstGeom>
          <a:noFill/>
          <a:ln w="9525">
            <a:noFill/>
            <a:miter lim="800000"/>
            <a:headEnd/>
            <a:tailEnd/>
          </a:ln>
        </p:spPr>
        <p:txBody>
          <a:bodyPr anchor="ctr"/>
          <a:lstStyle/>
          <a:p>
            <a:pPr>
              <a:defRPr/>
            </a:pPr>
            <a:r>
              <a:rPr lang="en-US" sz="4200" kern="0" dirty="0">
                <a:solidFill>
                  <a:schemeClr val="tx2"/>
                </a:solidFill>
                <a:latin typeface="+mj-lt"/>
                <a:ea typeface="+mj-ea"/>
                <a:cs typeface="+mj-cs"/>
              </a:rPr>
              <a:t>Equal-Equal</a:t>
            </a:r>
            <a:endParaRPr lang="en-US" sz="4200" kern="0" baseline="30000" dirty="0">
              <a:solidFill>
                <a:schemeClr val="tx2"/>
              </a:solidFill>
              <a:latin typeface="+mj-lt"/>
              <a:ea typeface="+mj-ea"/>
              <a:cs typeface="+mj-cs"/>
            </a:endParaRPr>
          </a:p>
        </p:txBody>
      </p:sp>
      <p:sp>
        <p:nvSpPr>
          <p:cNvPr id="5" name="Footer Placeholder 4"/>
          <p:cNvSpPr>
            <a:spLocks noGrp="1"/>
          </p:cNvSpPr>
          <p:nvPr>
            <p:ph type="ftr" sz="quarter" idx="11"/>
          </p:nvPr>
        </p:nvSpPr>
        <p:spPr/>
        <p:txBody>
          <a:bodyPr/>
          <a:lstStyle/>
          <a:p>
            <a:pPr>
              <a:defRPr/>
            </a:pPr>
            <a:r>
              <a:rPr lang="en-US" altLang="en-US"/>
              <a:t>Theory of Automata</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7675</TotalTime>
  <Words>1520</Words>
  <Application>Microsoft Office PowerPoint</Application>
  <PresentationFormat>On-screen Show (4:3)</PresentationFormat>
  <Paragraphs>608</Paragraphs>
  <Slides>47</Slides>
  <Notes>47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Arial</vt:lpstr>
      <vt:lpstr>Calibri</vt:lpstr>
      <vt:lpstr>Wingdings</vt:lpstr>
      <vt:lpstr>Math1</vt:lpstr>
      <vt:lpstr>Times New Roman</vt:lpstr>
      <vt:lpstr>Symbol</vt:lpstr>
      <vt:lpstr>Arial Unicode MS</vt:lpstr>
      <vt:lpstr>Office Theme</vt:lpstr>
      <vt:lpstr>Theory of Automata Turing Machine</vt:lpstr>
      <vt:lpstr>Contents</vt:lpstr>
      <vt:lpstr>Turing machine</vt:lpstr>
      <vt:lpstr>Turing machine</vt:lpstr>
      <vt:lpstr>Turing machine continued …</vt:lpstr>
      <vt:lpstr>Turing machine continued …</vt:lpstr>
      <vt:lpstr>Turing machine continued …</vt:lpstr>
      <vt:lpstr>Turing machine continued …</vt:lpstr>
      <vt:lpstr>Note </vt:lpstr>
      <vt:lpstr>Note continued …</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continued …</vt:lpstr>
      <vt:lpstr>PowerPoint Presentation</vt:lpstr>
      <vt:lpstr>PowerPoint Presentation</vt:lpstr>
      <vt:lpstr>INSERT subprogram</vt:lpstr>
      <vt:lpstr>PowerPoint Presentation</vt:lpstr>
      <vt:lpstr>PowerPoint Presentation</vt:lpstr>
      <vt:lpstr>Example</vt:lpstr>
      <vt:lpstr>PowerPoint Presentation</vt:lpstr>
      <vt:lpstr>The subprogram INSERT</vt:lpstr>
      <vt:lpstr>PowerPoint Presentation</vt:lpstr>
      <vt:lpstr>PowerPoint Presentation</vt:lpstr>
      <vt:lpstr>PowerPoint Presentation</vt:lpstr>
      <vt:lpstr>PowerPoint Presentation</vt:lpstr>
      <vt:lpstr>EQUAL</vt:lpstr>
      <vt:lpstr>PowerPoint Presentation</vt:lpstr>
      <vt:lpstr>DELETE subprogram</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fast-nu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dc:title>
  <dc:creator>Majid</dc:creator>
  <cp:lastModifiedBy>user1</cp:lastModifiedBy>
  <cp:revision>175</cp:revision>
  <dcterms:created xsi:type="dcterms:W3CDTF">2011-08-06T09:27:24Z</dcterms:created>
  <dcterms:modified xsi:type="dcterms:W3CDTF">2025-07-28T10:26:59Z</dcterms:modified>
</cp:coreProperties>
</file>