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71" r:id="rId1"/>
  </p:sldMasterIdLst>
  <p:notesMasterIdLst>
    <p:notesMasterId r:id="rId90"/>
  </p:notesMasterIdLst>
  <p:sldIdLst>
    <p:sldId id="258" r:id="rId2"/>
    <p:sldId id="260" r:id="rId3"/>
    <p:sldId id="261" r:id="rId4"/>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364" r:id="rId34"/>
    <p:sldId id="365" r:id="rId35"/>
    <p:sldId id="366" r:id="rId36"/>
    <p:sldId id="367" r:id="rId37"/>
    <p:sldId id="368" r:id="rId38"/>
    <p:sldId id="313" r:id="rId39"/>
    <p:sldId id="314" r:id="rId40"/>
    <p:sldId id="315" r:id="rId41"/>
    <p:sldId id="316" r:id="rId42"/>
    <p:sldId id="317" r:id="rId43"/>
    <p:sldId id="318" r:id="rId44"/>
    <p:sldId id="319" r:id="rId45"/>
    <p:sldId id="320" r:id="rId46"/>
    <p:sldId id="321" r:id="rId47"/>
    <p:sldId id="322" r:id="rId48"/>
    <p:sldId id="323" r:id="rId49"/>
    <p:sldId id="324" r:id="rId50"/>
    <p:sldId id="325" r:id="rId51"/>
    <p:sldId id="326" r:id="rId52"/>
    <p:sldId id="327" r:id="rId53"/>
    <p:sldId id="328" r:id="rId54"/>
    <p:sldId id="329" r:id="rId55"/>
    <p:sldId id="330" r:id="rId56"/>
    <p:sldId id="331" r:id="rId57"/>
    <p:sldId id="332" r:id="rId58"/>
    <p:sldId id="333" r:id="rId59"/>
    <p:sldId id="334" r:id="rId60"/>
    <p:sldId id="335" r:id="rId61"/>
    <p:sldId id="336" r:id="rId62"/>
    <p:sldId id="337" r:id="rId63"/>
    <p:sldId id="338" r:id="rId64"/>
    <p:sldId id="339" r:id="rId65"/>
    <p:sldId id="340" r:id="rId66"/>
    <p:sldId id="341" r:id="rId67"/>
    <p:sldId id="342" r:id="rId68"/>
    <p:sldId id="343" r:id="rId69"/>
    <p:sldId id="344" r:id="rId70"/>
    <p:sldId id="345" r:id="rId71"/>
    <p:sldId id="346" r:id="rId72"/>
    <p:sldId id="347" r:id="rId73"/>
    <p:sldId id="348" r:id="rId74"/>
    <p:sldId id="349" r:id="rId75"/>
    <p:sldId id="350" r:id="rId76"/>
    <p:sldId id="351" r:id="rId77"/>
    <p:sldId id="352" r:id="rId78"/>
    <p:sldId id="353" r:id="rId79"/>
    <p:sldId id="354" r:id="rId80"/>
    <p:sldId id="355" r:id="rId81"/>
    <p:sldId id="356" r:id="rId82"/>
    <p:sldId id="357" r:id="rId83"/>
    <p:sldId id="358" r:id="rId84"/>
    <p:sldId id="359" r:id="rId85"/>
    <p:sldId id="360" r:id="rId86"/>
    <p:sldId id="361" r:id="rId87"/>
    <p:sldId id="362" r:id="rId88"/>
    <p:sldId id="363" r:id="rId89"/>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5620"/>
    <p:restoredTop sz="94576" autoAdjust="0"/>
  </p:normalViewPr>
  <p:slideViewPr>
    <p:cSldViewPr>
      <p:cViewPr varScale="1">
        <p:scale>
          <a:sx n="101" d="100"/>
          <a:sy n="101" d="100"/>
        </p:scale>
        <p:origin x="2556" y="10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694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 Id="rId6" Type="http://schemas.openxmlformats.org/officeDocument/2006/relationships/image" Target="../media/image37.wmf"/><Relationship Id="rId5" Type="http://schemas.openxmlformats.org/officeDocument/2006/relationships/image" Target="../media/image36.wmf"/><Relationship Id="rId4" Type="http://schemas.openxmlformats.org/officeDocument/2006/relationships/image" Target="../media/image35.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 Id="rId6" Type="http://schemas.openxmlformats.org/officeDocument/2006/relationships/image" Target="../media/image37.wmf"/><Relationship Id="rId5" Type="http://schemas.openxmlformats.org/officeDocument/2006/relationships/image" Target="../media/image36.wmf"/><Relationship Id="rId4" Type="http://schemas.openxmlformats.org/officeDocument/2006/relationships/image" Target="../media/image35.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 Id="rId6" Type="http://schemas.openxmlformats.org/officeDocument/2006/relationships/image" Target="../media/image37.wmf"/><Relationship Id="rId5" Type="http://schemas.openxmlformats.org/officeDocument/2006/relationships/image" Target="../media/image36.wmf"/><Relationship Id="rId4" Type="http://schemas.openxmlformats.org/officeDocument/2006/relationships/image" Target="../media/image35.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36.wmf"/><Relationship Id="rId1" Type="http://schemas.openxmlformats.org/officeDocument/2006/relationships/image" Target="../media/image35.wmf"/><Relationship Id="rId5" Type="http://schemas.openxmlformats.org/officeDocument/2006/relationships/image" Target="../media/image34.wmf"/><Relationship Id="rId4" Type="http://schemas.openxmlformats.org/officeDocument/2006/relationships/image" Target="../media/image33.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36.wmf"/><Relationship Id="rId1" Type="http://schemas.openxmlformats.org/officeDocument/2006/relationships/image" Target="../media/image35.wmf"/><Relationship Id="rId5" Type="http://schemas.openxmlformats.org/officeDocument/2006/relationships/image" Target="../media/image34.wmf"/><Relationship Id="rId4" Type="http://schemas.openxmlformats.org/officeDocument/2006/relationships/image" Target="../media/image33.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36.wmf"/><Relationship Id="rId1" Type="http://schemas.openxmlformats.org/officeDocument/2006/relationships/image" Target="../media/image35.wmf"/><Relationship Id="rId5" Type="http://schemas.openxmlformats.org/officeDocument/2006/relationships/image" Target="../media/image34.wmf"/><Relationship Id="rId4" Type="http://schemas.openxmlformats.org/officeDocument/2006/relationships/image" Target="../media/image33.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36.wmf"/><Relationship Id="rId1" Type="http://schemas.openxmlformats.org/officeDocument/2006/relationships/image" Target="../media/image35.wmf"/><Relationship Id="rId5" Type="http://schemas.openxmlformats.org/officeDocument/2006/relationships/image" Target="../media/image34.wmf"/><Relationship Id="rId4" Type="http://schemas.openxmlformats.org/officeDocument/2006/relationships/image" Target="../media/image33.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36.wmf"/><Relationship Id="rId1" Type="http://schemas.openxmlformats.org/officeDocument/2006/relationships/image" Target="../media/image35.wmf"/><Relationship Id="rId5" Type="http://schemas.openxmlformats.org/officeDocument/2006/relationships/image" Target="../media/image34.wmf"/><Relationship Id="rId4" Type="http://schemas.openxmlformats.org/officeDocument/2006/relationships/image" Target="../media/image33.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36.wmf"/><Relationship Id="rId1" Type="http://schemas.openxmlformats.org/officeDocument/2006/relationships/image" Target="../media/image35.wmf"/><Relationship Id="rId5" Type="http://schemas.openxmlformats.org/officeDocument/2006/relationships/image" Target="../media/image34.wmf"/><Relationship Id="rId4" Type="http://schemas.openxmlformats.org/officeDocument/2006/relationships/image" Target="../media/image33.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36.wmf"/><Relationship Id="rId1" Type="http://schemas.openxmlformats.org/officeDocument/2006/relationships/image" Target="../media/image35.wmf"/><Relationship Id="rId5" Type="http://schemas.openxmlformats.org/officeDocument/2006/relationships/image" Target="../media/image34.wmf"/><Relationship Id="rId4" Type="http://schemas.openxmlformats.org/officeDocument/2006/relationships/image" Target="../media/image33.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36.wmf"/><Relationship Id="rId1" Type="http://schemas.openxmlformats.org/officeDocument/2006/relationships/image" Target="../media/image35.wmf"/><Relationship Id="rId5" Type="http://schemas.openxmlformats.org/officeDocument/2006/relationships/image" Target="../media/image34.wmf"/><Relationship Id="rId4" Type="http://schemas.openxmlformats.org/officeDocument/2006/relationships/image" Target="../media/image33.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36.wmf"/><Relationship Id="rId1" Type="http://schemas.openxmlformats.org/officeDocument/2006/relationships/image" Target="../media/image38.wmf"/><Relationship Id="rId6" Type="http://schemas.openxmlformats.org/officeDocument/2006/relationships/image" Target="../media/image35.wmf"/><Relationship Id="rId5" Type="http://schemas.openxmlformats.org/officeDocument/2006/relationships/image" Target="../media/image34.wmf"/><Relationship Id="rId4" Type="http://schemas.openxmlformats.org/officeDocument/2006/relationships/image" Target="../media/image33.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image" Target="../media/image39.wmf"/><Relationship Id="rId1" Type="http://schemas.openxmlformats.org/officeDocument/2006/relationships/image" Target="../media/image32.wmf"/><Relationship Id="rId5" Type="http://schemas.openxmlformats.org/officeDocument/2006/relationships/image" Target="../media/image40.wmf"/><Relationship Id="rId4" Type="http://schemas.openxmlformats.org/officeDocument/2006/relationships/image" Target="../media/image36.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2.wmf"/><Relationship Id="rId1" Type="http://schemas.openxmlformats.org/officeDocument/2006/relationships/image" Target="../media/image35.wmf"/><Relationship Id="rId6" Type="http://schemas.openxmlformats.org/officeDocument/2006/relationships/image" Target="../media/image41.wmf"/><Relationship Id="rId5" Type="http://schemas.openxmlformats.org/officeDocument/2006/relationships/image" Target="../media/image40.wmf"/><Relationship Id="rId4" Type="http://schemas.openxmlformats.org/officeDocument/2006/relationships/image" Target="../media/image36.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2.wmf"/><Relationship Id="rId1" Type="http://schemas.openxmlformats.org/officeDocument/2006/relationships/image" Target="../media/image35.wmf"/><Relationship Id="rId6" Type="http://schemas.openxmlformats.org/officeDocument/2006/relationships/image" Target="../media/image41.wmf"/><Relationship Id="rId5" Type="http://schemas.openxmlformats.org/officeDocument/2006/relationships/image" Target="../media/image40.wmf"/><Relationship Id="rId4" Type="http://schemas.openxmlformats.org/officeDocument/2006/relationships/image" Target="../media/image36.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2.wmf"/><Relationship Id="rId1" Type="http://schemas.openxmlformats.org/officeDocument/2006/relationships/image" Target="../media/image35.wmf"/><Relationship Id="rId6" Type="http://schemas.openxmlformats.org/officeDocument/2006/relationships/image" Target="../media/image41.wmf"/><Relationship Id="rId5" Type="http://schemas.openxmlformats.org/officeDocument/2006/relationships/image" Target="../media/image40.wmf"/><Relationship Id="rId4" Type="http://schemas.openxmlformats.org/officeDocument/2006/relationships/image" Target="../media/image36.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2.wmf"/><Relationship Id="rId1" Type="http://schemas.openxmlformats.org/officeDocument/2006/relationships/image" Target="../media/image35.wmf"/><Relationship Id="rId6" Type="http://schemas.openxmlformats.org/officeDocument/2006/relationships/image" Target="../media/image41.wmf"/><Relationship Id="rId5" Type="http://schemas.openxmlformats.org/officeDocument/2006/relationships/image" Target="../media/image40.wmf"/><Relationship Id="rId4" Type="http://schemas.openxmlformats.org/officeDocument/2006/relationships/image" Target="../media/image36.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39.wmf"/><Relationship Id="rId7" Type="http://schemas.openxmlformats.org/officeDocument/2006/relationships/image" Target="../media/image42.wmf"/><Relationship Id="rId2" Type="http://schemas.openxmlformats.org/officeDocument/2006/relationships/image" Target="../media/image32.wmf"/><Relationship Id="rId1" Type="http://schemas.openxmlformats.org/officeDocument/2006/relationships/image" Target="../media/image35.wmf"/><Relationship Id="rId6" Type="http://schemas.openxmlformats.org/officeDocument/2006/relationships/image" Target="../media/image41.wmf"/><Relationship Id="rId5" Type="http://schemas.openxmlformats.org/officeDocument/2006/relationships/image" Target="../media/image40.wmf"/><Relationship Id="rId4" Type="http://schemas.openxmlformats.org/officeDocument/2006/relationships/image" Target="../media/image36.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39.wmf"/><Relationship Id="rId7" Type="http://schemas.openxmlformats.org/officeDocument/2006/relationships/image" Target="../media/image41.wmf"/><Relationship Id="rId2" Type="http://schemas.openxmlformats.org/officeDocument/2006/relationships/image" Target="../media/image32.wmf"/><Relationship Id="rId1" Type="http://schemas.openxmlformats.org/officeDocument/2006/relationships/image" Target="../media/image43.wmf"/><Relationship Id="rId6" Type="http://schemas.openxmlformats.org/officeDocument/2006/relationships/image" Target="../media/image40.wmf"/><Relationship Id="rId5" Type="http://schemas.openxmlformats.org/officeDocument/2006/relationships/image" Target="../media/image36.wmf"/><Relationship Id="rId4" Type="http://schemas.openxmlformats.org/officeDocument/2006/relationships/image" Target="../media/image35.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33.wmf"/><Relationship Id="rId7" Type="http://schemas.openxmlformats.org/officeDocument/2006/relationships/image" Target="../media/image34.wmf"/><Relationship Id="rId2" Type="http://schemas.openxmlformats.org/officeDocument/2006/relationships/image" Target="../media/image45.wmf"/><Relationship Id="rId1" Type="http://schemas.openxmlformats.org/officeDocument/2006/relationships/image" Target="../media/image44.wmf"/><Relationship Id="rId6" Type="http://schemas.openxmlformats.org/officeDocument/2006/relationships/image" Target="../media/image40.wmf"/><Relationship Id="rId5" Type="http://schemas.openxmlformats.org/officeDocument/2006/relationships/image" Target="../media/image47.wmf"/><Relationship Id="rId4" Type="http://schemas.openxmlformats.org/officeDocument/2006/relationships/image" Target="../media/image46.wmf"/></Relationships>
</file>

<file path=ppt/drawings/_rels/vmlDrawing21.vml.rels><?xml version="1.0" encoding="UTF-8" standalone="yes"?>
<Relationships xmlns="http://schemas.openxmlformats.org/package/2006/relationships"><Relationship Id="rId8" Type="http://schemas.openxmlformats.org/officeDocument/2006/relationships/image" Target="../media/image40.wmf"/><Relationship Id="rId3" Type="http://schemas.openxmlformats.org/officeDocument/2006/relationships/image" Target="../media/image44.wmf"/><Relationship Id="rId7" Type="http://schemas.openxmlformats.org/officeDocument/2006/relationships/image" Target="../media/image47.wmf"/><Relationship Id="rId2" Type="http://schemas.openxmlformats.org/officeDocument/2006/relationships/image" Target="../media/image49.wmf"/><Relationship Id="rId1" Type="http://schemas.openxmlformats.org/officeDocument/2006/relationships/image" Target="../media/image48.wmf"/><Relationship Id="rId6" Type="http://schemas.openxmlformats.org/officeDocument/2006/relationships/image" Target="../media/image46.wmf"/><Relationship Id="rId5" Type="http://schemas.openxmlformats.org/officeDocument/2006/relationships/image" Target="../media/image33.wmf"/><Relationship Id="rId4" Type="http://schemas.openxmlformats.org/officeDocument/2006/relationships/image" Target="../media/image45.wmf"/><Relationship Id="rId9" Type="http://schemas.openxmlformats.org/officeDocument/2006/relationships/image" Target="../media/image34.wmf"/></Relationships>
</file>

<file path=ppt/drawings/_rels/vmlDrawing22.vml.rels><?xml version="1.0" encoding="UTF-8" standalone="yes"?>
<Relationships xmlns="http://schemas.openxmlformats.org/package/2006/relationships"><Relationship Id="rId8" Type="http://schemas.openxmlformats.org/officeDocument/2006/relationships/image" Target="../media/image49.wmf"/><Relationship Id="rId3" Type="http://schemas.openxmlformats.org/officeDocument/2006/relationships/image" Target="../media/image46.wmf"/><Relationship Id="rId7" Type="http://schemas.openxmlformats.org/officeDocument/2006/relationships/image" Target="../media/image48.wmf"/><Relationship Id="rId2" Type="http://schemas.openxmlformats.org/officeDocument/2006/relationships/image" Target="../media/image33.wmf"/><Relationship Id="rId1" Type="http://schemas.openxmlformats.org/officeDocument/2006/relationships/image" Target="../media/image44.wmf"/><Relationship Id="rId6" Type="http://schemas.openxmlformats.org/officeDocument/2006/relationships/image" Target="../media/image34.wmf"/><Relationship Id="rId5" Type="http://schemas.openxmlformats.org/officeDocument/2006/relationships/image" Target="../media/image40.wmf"/><Relationship Id="rId4" Type="http://schemas.openxmlformats.org/officeDocument/2006/relationships/image" Target="../media/image47.wmf"/><Relationship Id="rId9" Type="http://schemas.openxmlformats.org/officeDocument/2006/relationships/image" Target="../media/image50.wmf"/></Relationships>
</file>

<file path=ppt/drawings/_rels/vmlDrawing23.vml.rels><?xml version="1.0" encoding="UTF-8" standalone="yes"?>
<Relationships xmlns="http://schemas.openxmlformats.org/package/2006/relationships"><Relationship Id="rId8" Type="http://schemas.openxmlformats.org/officeDocument/2006/relationships/image" Target="../media/image34.wmf"/><Relationship Id="rId3" Type="http://schemas.openxmlformats.org/officeDocument/2006/relationships/image" Target="../media/image44.wmf"/><Relationship Id="rId7" Type="http://schemas.openxmlformats.org/officeDocument/2006/relationships/image" Target="../media/image40.wmf"/><Relationship Id="rId2" Type="http://schemas.openxmlformats.org/officeDocument/2006/relationships/image" Target="../media/image49.wmf"/><Relationship Id="rId1" Type="http://schemas.openxmlformats.org/officeDocument/2006/relationships/image" Target="../media/image48.wmf"/><Relationship Id="rId6" Type="http://schemas.openxmlformats.org/officeDocument/2006/relationships/image" Target="../media/image47.wmf"/><Relationship Id="rId5" Type="http://schemas.openxmlformats.org/officeDocument/2006/relationships/image" Target="../media/image46.wmf"/><Relationship Id="rId4" Type="http://schemas.openxmlformats.org/officeDocument/2006/relationships/image" Target="../media/image45.wmf"/><Relationship Id="rId9" Type="http://schemas.openxmlformats.org/officeDocument/2006/relationships/image" Target="../media/image51.wmf"/></Relationships>
</file>

<file path=ppt/drawings/_rels/vmlDrawing24.vml.rels><?xml version="1.0" encoding="UTF-8" standalone="yes"?>
<Relationships xmlns="http://schemas.openxmlformats.org/package/2006/relationships"><Relationship Id="rId8" Type="http://schemas.openxmlformats.org/officeDocument/2006/relationships/image" Target="../media/image34.wmf"/><Relationship Id="rId3" Type="http://schemas.openxmlformats.org/officeDocument/2006/relationships/image" Target="../media/image44.wmf"/><Relationship Id="rId7" Type="http://schemas.openxmlformats.org/officeDocument/2006/relationships/image" Target="../media/image40.wmf"/><Relationship Id="rId2" Type="http://schemas.openxmlformats.org/officeDocument/2006/relationships/image" Target="../media/image49.wmf"/><Relationship Id="rId1" Type="http://schemas.openxmlformats.org/officeDocument/2006/relationships/image" Target="../media/image48.wmf"/><Relationship Id="rId6" Type="http://schemas.openxmlformats.org/officeDocument/2006/relationships/image" Target="../media/image47.wmf"/><Relationship Id="rId5" Type="http://schemas.openxmlformats.org/officeDocument/2006/relationships/image" Target="../media/image46.wmf"/><Relationship Id="rId4" Type="http://schemas.openxmlformats.org/officeDocument/2006/relationships/image" Target="../media/image45.wmf"/><Relationship Id="rId9" Type="http://schemas.openxmlformats.org/officeDocument/2006/relationships/image" Target="../media/image51.wmf"/></Relationships>
</file>

<file path=ppt/drawings/_rels/vmlDrawing25.vml.rels><?xml version="1.0" encoding="UTF-8" standalone="yes"?>
<Relationships xmlns="http://schemas.openxmlformats.org/package/2006/relationships"><Relationship Id="rId8" Type="http://schemas.openxmlformats.org/officeDocument/2006/relationships/image" Target="../media/image53.wmf"/><Relationship Id="rId3" Type="http://schemas.openxmlformats.org/officeDocument/2006/relationships/image" Target="../media/image47.wmf"/><Relationship Id="rId7" Type="http://schemas.openxmlformats.org/officeDocument/2006/relationships/image" Target="../media/image52.wmf"/><Relationship Id="rId2" Type="http://schemas.openxmlformats.org/officeDocument/2006/relationships/image" Target="../media/image46.wmf"/><Relationship Id="rId1" Type="http://schemas.openxmlformats.org/officeDocument/2006/relationships/image" Target="../media/image44.wmf"/><Relationship Id="rId6" Type="http://schemas.openxmlformats.org/officeDocument/2006/relationships/image" Target="../media/image49.wmf"/><Relationship Id="rId5" Type="http://schemas.openxmlformats.org/officeDocument/2006/relationships/image" Target="../media/image48.wmf"/><Relationship Id="rId4" Type="http://schemas.openxmlformats.org/officeDocument/2006/relationships/image" Target="../media/image40.wmf"/><Relationship Id="rId9" Type="http://schemas.openxmlformats.org/officeDocument/2006/relationships/image" Target="../media/image39.wmf"/></Relationships>
</file>

<file path=ppt/drawings/_rels/vmlDrawing26.vml.rels><?xml version="1.0" encoding="UTF-8" standalone="yes"?>
<Relationships xmlns="http://schemas.openxmlformats.org/package/2006/relationships"><Relationship Id="rId8" Type="http://schemas.openxmlformats.org/officeDocument/2006/relationships/image" Target="../media/image53.wmf"/><Relationship Id="rId3" Type="http://schemas.openxmlformats.org/officeDocument/2006/relationships/image" Target="../media/image47.wmf"/><Relationship Id="rId7" Type="http://schemas.openxmlformats.org/officeDocument/2006/relationships/image" Target="../media/image52.wmf"/><Relationship Id="rId2" Type="http://schemas.openxmlformats.org/officeDocument/2006/relationships/image" Target="../media/image46.wmf"/><Relationship Id="rId1" Type="http://schemas.openxmlformats.org/officeDocument/2006/relationships/image" Target="../media/image44.wmf"/><Relationship Id="rId6" Type="http://schemas.openxmlformats.org/officeDocument/2006/relationships/image" Target="../media/image49.wmf"/><Relationship Id="rId5" Type="http://schemas.openxmlformats.org/officeDocument/2006/relationships/image" Target="../media/image48.wmf"/><Relationship Id="rId4" Type="http://schemas.openxmlformats.org/officeDocument/2006/relationships/image" Target="../media/image40.wmf"/><Relationship Id="rId9" Type="http://schemas.openxmlformats.org/officeDocument/2006/relationships/image" Target="../media/image39.wmf"/></Relationships>
</file>

<file path=ppt/drawings/_rels/vmlDrawing27.vml.rels><?xml version="1.0" encoding="UTF-8" standalone="yes"?>
<Relationships xmlns="http://schemas.openxmlformats.org/package/2006/relationships"><Relationship Id="rId8" Type="http://schemas.openxmlformats.org/officeDocument/2006/relationships/image" Target="../media/image53.wmf"/><Relationship Id="rId3" Type="http://schemas.openxmlformats.org/officeDocument/2006/relationships/image" Target="../media/image47.wmf"/><Relationship Id="rId7" Type="http://schemas.openxmlformats.org/officeDocument/2006/relationships/image" Target="../media/image52.wmf"/><Relationship Id="rId2" Type="http://schemas.openxmlformats.org/officeDocument/2006/relationships/image" Target="../media/image46.wmf"/><Relationship Id="rId1" Type="http://schemas.openxmlformats.org/officeDocument/2006/relationships/image" Target="../media/image44.wmf"/><Relationship Id="rId6" Type="http://schemas.openxmlformats.org/officeDocument/2006/relationships/image" Target="../media/image49.wmf"/><Relationship Id="rId5" Type="http://schemas.openxmlformats.org/officeDocument/2006/relationships/image" Target="../media/image48.wmf"/><Relationship Id="rId4" Type="http://schemas.openxmlformats.org/officeDocument/2006/relationships/image" Target="../media/image40.wmf"/><Relationship Id="rId9" Type="http://schemas.openxmlformats.org/officeDocument/2006/relationships/image" Target="../media/image39.wmf"/></Relationships>
</file>

<file path=ppt/drawings/_rels/vmlDrawing28.vml.rels><?xml version="1.0" encoding="UTF-8" standalone="yes"?>
<Relationships xmlns="http://schemas.openxmlformats.org/package/2006/relationships"><Relationship Id="rId8" Type="http://schemas.openxmlformats.org/officeDocument/2006/relationships/image" Target="../media/image53.wmf"/><Relationship Id="rId3" Type="http://schemas.openxmlformats.org/officeDocument/2006/relationships/image" Target="../media/image47.wmf"/><Relationship Id="rId7" Type="http://schemas.openxmlformats.org/officeDocument/2006/relationships/image" Target="../media/image52.wmf"/><Relationship Id="rId2" Type="http://schemas.openxmlformats.org/officeDocument/2006/relationships/image" Target="../media/image46.wmf"/><Relationship Id="rId1" Type="http://schemas.openxmlformats.org/officeDocument/2006/relationships/image" Target="../media/image44.wmf"/><Relationship Id="rId6" Type="http://schemas.openxmlformats.org/officeDocument/2006/relationships/image" Target="../media/image49.wmf"/><Relationship Id="rId5" Type="http://schemas.openxmlformats.org/officeDocument/2006/relationships/image" Target="../media/image48.wmf"/><Relationship Id="rId4" Type="http://schemas.openxmlformats.org/officeDocument/2006/relationships/image" Target="../media/image40.wmf"/><Relationship Id="rId9" Type="http://schemas.openxmlformats.org/officeDocument/2006/relationships/image" Target="../media/image39.wmf"/></Relationships>
</file>

<file path=ppt/drawings/_rels/vmlDrawing29.vml.rels><?xml version="1.0" encoding="UTF-8" standalone="yes"?>
<Relationships xmlns="http://schemas.openxmlformats.org/package/2006/relationships"><Relationship Id="rId8" Type="http://schemas.openxmlformats.org/officeDocument/2006/relationships/image" Target="../media/image53.wmf"/><Relationship Id="rId3" Type="http://schemas.openxmlformats.org/officeDocument/2006/relationships/image" Target="../media/image47.wmf"/><Relationship Id="rId7" Type="http://schemas.openxmlformats.org/officeDocument/2006/relationships/image" Target="../media/image52.wmf"/><Relationship Id="rId2" Type="http://schemas.openxmlformats.org/officeDocument/2006/relationships/image" Target="../media/image46.wmf"/><Relationship Id="rId1" Type="http://schemas.openxmlformats.org/officeDocument/2006/relationships/image" Target="../media/image44.wmf"/><Relationship Id="rId6" Type="http://schemas.openxmlformats.org/officeDocument/2006/relationships/image" Target="../media/image49.wmf"/><Relationship Id="rId5" Type="http://schemas.openxmlformats.org/officeDocument/2006/relationships/image" Target="../media/image48.wmf"/><Relationship Id="rId4" Type="http://schemas.openxmlformats.org/officeDocument/2006/relationships/image" Target="../media/image40.wmf"/><Relationship Id="rId9" Type="http://schemas.openxmlformats.org/officeDocument/2006/relationships/image" Target="../media/image39.wmf"/></Relationships>
</file>

<file path=ppt/drawings/_rels/vmlDrawing30.vml.rels><?xml version="1.0" encoding="UTF-8" standalone="yes"?>
<Relationships xmlns="http://schemas.openxmlformats.org/package/2006/relationships"><Relationship Id="rId8" Type="http://schemas.openxmlformats.org/officeDocument/2006/relationships/image" Target="../media/image53.wmf"/><Relationship Id="rId3" Type="http://schemas.openxmlformats.org/officeDocument/2006/relationships/image" Target="../media/image47.wmf"/><Relationship Id="rId7" Type="http://schemas.openxmlformats.org/officeDocument/2006/relationships/image" Target="../media/image52.wmf"/><Relationship Id="rId2" Type="http://schemas.openxmlformats.org/officeDocument/2006/relationships/image" Target="../media/image46.wmf"/><Relationship Id="rId1" Type="http://schemas.openxmlformats.org/officeDocument/2006/relationships/image" Target="../media/image44.wmf"/><Relationship Id="rId6" Type="http://schemas.openxmlformats.org/officeDocument/2006/relationships/image" Target="../media/image49.wmf"/><Relationship Id="rId5" Type="http://schemas.openxmlformats.org/officeDocument/2006/relationships/image" Target="../media/image48.wmf"/><Relationship Id="rId4" Type="http://schemas.openxmlformats.org/officeDocument/2006/relationships/image" Target="../media/image40.wmf"/><Relationship Id="rId9" Type="http://schemas.openxmlformats.org/officeDocument/2006/relationships/image" Target="../media/image39.wmf"/></Relationships>
</file>

<file path=ppt/drawings/_rels/vmlDrawing31.vml.rels><?xml version="1.0" encoding="UTF-8" standalone="yes"?>
<Relationships xmlns="http://schemas.openxmlformats.org/package/2006/relationships"><Relationship Id="rId8" Type="http://schemas.openxmlformats.org/officeDocument/2006/relationships/image" Target="../media/image53.wmf"/><Relationship Id="rId3" Type="http://schemas.openxmlformats.org/officeDocument/2006/relationships/image" Target="../media/image47.wmf"/><Relationship Id="rId7" Type="http://schemas.openxmlformats.org/officeDocument/2006/relationships/image" Target="../media/image52.wmf"/><Relationship Id="rId2" Type="http://schemas.openxmlformats.org/officeDocument/2006/relationships/image" Target="../media/image46.wmf"/><Relationship Id="rId1" Type="http://schemas.openxmlformats.org/officeDocument/2006/relationships/image" Target="../media/image44.wmf"/><Relationship Id="rId6" Type="http://schemas.openxmlformats.org/officeDocument/2006/relationships/image" Target="../media/image49.wmf"/><Relationship Id="rId5" Type="http://schemas.openxmlformats.org/officeDocument/2006/relationships/image" Target="../media/image48.wmf"/><Relationship Id="rId4" Type="http://schemas.openxmlformats.org/officeDocument/2006/relationships/image" Target="../media/image40.wmf"/><Relationship Id="rId9" Type="http://schemas.openxmlformats.org/officeDocument/2006/relationships/image" Target="../media/image39.wmf"/></Relationships>
</file>

<file path=ppt/drawings/_rels/vmlDrawing32.vml.rels><?xml version="1.0" encoding="UTF-8" standalone="yes"?>
<Relationships xmlns="http://schemas.openxmlformats.org/package/2006/relationships"><Relationship Id="rId8" Type="http://schemas.openxmlformats.org/officeDocument/2006/relationships/image" Target="../media/image53.wmf"/><Relationship Id="rId3" Type="http://schemas.openxmlformats.org/officeDocument/2006/relationships/image" Target="../media/image44.wmf"/><Relationship Id="rId7" Type="http://schemas.openxmlformats.org/officeDocument/2006/relationships/image" Target="../media/image52.wmf"/><Relationship Id="rId2" Type="http://schemas.openxmlformats.org/officeDocument/2006/relationships/image" Target="../media/image49.wmf"/><Relationship Id="rId1" Type="http://schemas.openxmlformats.org/officeDocument/2006/relationships/image" Target="../media/image48.wmf"/><Relationship Id="rId6" Type="http://schemas.openxmlformats.org/officeDocument/2006/relationships/image" Target="../media/image40.wmf"/><Relationship Id="rId5" Type="http://schemas.openxmlformats.org/officeDocument/2006/relationships/image" Target="../media/image47.wmf"/><Relationship Id="rId4" Type="http://schemas.openxmlformats.org/officeDocument/2006/relationships/image" Target="../media/image46.wmf"/><Relationship Id="rId9" Type="http://schemas.openxmlformats.org/officeDocument/2006/relationships/image" Target="../media/image39.wmf"/></Relationships>
</file>

<file path=ppt/drawings/_rels/vmlDrawing33.vml.rels><?xml version="1.0" encoding="UTF-8" standalone="yes"?>
<Relationships xmlns="http://schemas.openxmlformats.org/package/2006/relationships"><Relationship Id="rId8" Type="http://schemas.openxmlformats.org/officeDocument/2006/relationships/image" Target="../media/image34.wmf"/><Relationship Id="rId3" Type="http://schemas.openxmlformats.org/officeDocument/2006/relationships/image" Target="../media/image45.wmf"/><Relationship Id="rId7" Type="http://schemas.openxmlformats.org/officeDocument/2006/relationships/image" Target="../media/image40.wmf"/><Relationship Id="rId2" Type="http://schemas.openxmlformats.org/officeDocument/2006/relationships/image" Target="../media/image44.wmf"/><Relationship Id="rId1" Type="http://schemas.openxmlformats.org/officeDocument/2006/relationships/image" Target="../media/image54.wmf"/><Relationship Id="rId6" Type="http://schemas.openxmlformats.org/officeDocument/2006/relationships/image" Target="../media/image47.wmf"/><Relationship Id="rId5" Type="http://schemas.openxmlformats.org/officeDocument/2006/relationships/image" Target="../media/image46.wmf"/><Relationship Id="rId4" Type="http://schemas.openxmlformats.org/officeDocument/2006/relationships/image" Target="../media/image33.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56.wmf"/><Relationship Id="rId7" Type="http://schemas.openxmlformats.org/officeDocument/2006/relationships/image" Target="../media/image40.wmf"/><Relationship Id="rId2" Type="http://schemas.openxmlformats.org/officeDocument/2006/relationships/image" Target="../media/image52.wmf"/><Relationship Id="rId1" Type="http://schemas.openxmlformats.org/officeDocument/2006/relationships/image" Target="../media/image55.wmf"/><Relationship Id="rId6" Type="http://schemas.openxmlformats.org/officeDocument/2006/relationships/image" Target="../media/image59.wmf"/><Relationship Id="rId5" Type="http://schemas.openxmlformats.org/officeDocument/2006/relationships/image" Target="../media/image58.wmf"/><Relationship Id="rId4" Type="http://schemas.openxmlformats.org/officeDocument/2006/relationships/image" Target="../media/image57.wmf"/></Relationships>
</file>

<file path=ppt/drawings/_rels/vmlDrawing35.vml.rels><?xml version="1.0" encoding="UTF-8" standalone="yes"?>
<Relationships xmlns="http://schemas.openxmlformats.org/package/2006/relationships"><Relationship Id="rId8" Type="http://schemas.openxmlformats.org/officeDocument/2006/relationships/image" Target="../media/image40.wmf"/><Relationship Id="rId3" Type="http://schemas.openxmlformats.org/officeDocument/2006/relationships/image" Target="../media/image52.wmf"/><Relationship Id="rId7" Type="http://schemas.openxmlformats.org/officeDocument/2006/relationships/image" Target="../media/image59.wmf"/><Relationship Id="rId2" Type="http://schemas.openxmlformats.org/officeDocument/2006/relationships/image" Target="../media/image55.wmf"/><Relationship Id="rId1" Type="http://schemas.openxmlformats.org/officeDocument/2006/relationships/image" Target="../media/image60.wmf"/><Relationship Id="rId6" Type="http://schemas.openxmlformats.org/officeDocument/2006/relationships/image" Target="../media/image58.wmf"/><Relationship Id="rId5" Type="http://schemas.openxmlformats.org/officeDocument/2006/relationships/image" Target="../media/image57.wmf"/><Relationship Id="rId4" Type="http://schemas.openxmlformats.org/officeDocument/2006/relationships/image" Target="../media/image56.wmf"/></Relationships>
</file>

<file path=ppt/drawings/_rels/vmlDrawing36.vml.rels><?xml version="1.0" encoding="UTF-8" standalone="yes"?>
<Relationships xmlns="http://schemas.openxmlformats.org/package/2006/relationships"><Relationship Id="rId8" Type="http://schemas.openxmlformats.org/officeDocument/2006/relationships/image" Target="../media/image68.wmf"/><Relationship Id="rId3" Type="http://schemas.openxmlformats.org/officeDocument/2006/relationships/image" Target="../media/image63.wmf"/><Relationship Id="rId7" Type="http://schemas.openxmlformats.org/officeDocument/2006/relationships/image" Target="../media/image67.wmf"/><Relationship Id="rId2" Type="http://schemas.openxmlformats.org/officeDocument/2006/relationships/image" Target="../media/image62.wmf"/><Relationship Id="rId1" Type="http://schemas.openxmlformats.org/officeDocument/2006/relationships/image" Target="../media/image61.wmf"/><Relationship Id="rId6" Type="http://schemas.openxmlformats.org/officeDocument/2006/relationships/image" Target="../media/image66.wmf"/><Relationship Id="rId11" Type="http://schemas.openxmlformats.org/officeDocument/2006/relationships/image" Target="../media/image71.wmf"/><Relationship Id="rId5" Type="http://schemas.openxmlformats.org/officeDocument/2006/relationships/image" Target="../media/image65.wmf"/><Relationship Id="rId10" Type="http://schemas.openxmlformats.org/officeDocument/2006/relationships/image" Target="../media/image70.wmf"/><Relationship Id="rId4" Type="http://schemas.openxmlformats.org/officeDocument/2006/relationships/image" Target="../media/image64.wmf"/><Relationship Id="rId9" Type="http://schemas.openxmlformats.org/officeDocument/2006/relationships/image" Target="../media/image6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1331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2052" name="Rectangle 4"/>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31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1331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EDB8C65B-2B62-442C-9883-0DF29A52EBA4}" type="slidenum">
              <a:rPr lang="en-US" altLang="en-GB"/>
              <a:pPr/>
              <a:t>‹#›</a:t>
            </a:fld>
            <a:endParaRPr lang="en-US" altLang="en-GB"/>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Image Placeholder 1"/>
          <p:cNvSpPr>
            <a:spLocks noGrp="1" noRot="1" noChangeAspect="1" noChangeArrowheads="1" noTextEdit="1"/>
          </p:cNvSpPr>
          <p:nvPr>
            <p:ph type="sldImg"/>
          </p:nvPr>
        </p:nvSpPr>
        <p:spPr>
          <a:ln/>
        </p:spPr>
      </p:sp>
      <p:sp>
        <p:nvSpPr>
          <p:cNvPr id="40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41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340A83E-D8D8-4F3C-B8ED-51E13B6E973B}" type="slidenum">
              <a:rPr lang="en-US" altLang="en-GB"/>
              <a:pPr/>
              <a:t>1</a:t>
            </a:fld>
            <a:endParaRPr lang="en-US" alt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noChangeArrowheads="1" noTextEdit="1"/>
          </p:cNvSpPr>
          <p:nvPr>
            <p:ph type="sldImg"/>
          </p:nvPr>
        </p:nvSpPr>
        <p:spPr>
          <a:ln/>
        </p:spPr>
      </p:sp>
      <p:sp>
        <p:nvSpPr>
          <p:cNvPr id="61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61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8D7EB3A-7A8A-4878-A59F-380875137CD8}" type="slidenum">
              <a:rPr lang="en-US" altLang="en-GB"/>
              <a:pPr/>
              <a:t>2</a:t>
            </a:fld>
            <a:endParaRPr lang="en-US" alt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ChangeArrowheads="1" noTextEdit="1"/>
          </p:cNvSpPr>
          <p:nvPr>
            <p:ph type="sldImg"/>
          </p:nvPr>
        </p:nvSpPr>
        <p:spPr>
          <a:ln/>
        </p:spPr>
      </p:sp>
      <p:sp>
        <p:nvSpPr>
          <p:cNvPr id="81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81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97979EA-46EC-4C6E-9BC6-949913DFBC15}" type="slidenum">
              <a:rPr lang="en-US" altLang="en-GB"/>
              <a:pPr/>
              <a:t>3</a:t>
            </a:fld>
            <a:endParaRPr lang="en-US" alt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ChangeArrowheads="1" noTextEdit="1"/>
          </p:cNvSpPr>
          <p:nvPr>
            <p:ph type="sldImg"/>
          </p:nvPr>
        </p:nvSpPr>
        <p:spPr>
          <a:ln/>
        </p:spPr>
      </p:sp>
      <p:sp>
        <p:nvSpPr>
          <p:cNvPr id="102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102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15E3968-DCAB-434F-8661-7210DDD4274E}" type="slidenum">
              <a:rPr lang="en-US" altLang="en-GB"/>
              <a:pPr/>
              <a:t>4</a:t>
            </a:fld>
            <a:endParaRPr lang="en-US" alt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ChangeArrowheads="1" noTextEdit="1"/>
          </p:cNvSpPr>
          <p:nvPr>
            <p:ph type="sldImg"/>
          </p:nvPr>
        </p:nvSpPr>
        <p:spPr>
          <a:ln/>
        </p:spPr>
      </p:sp>
      <p:sp>
        <p:nvSpPr>
          <p:cNvPr id="122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122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2DC50DA-7D4F-4F71-91F5-5483CA1EA570}" type="slidenum">
              <a:rPr lang="en-US" altLang="en-GB"/>
              <a:pPr/>
              <a:t>5</a:t>
            </a:fld>
            <a:endParaRPr lang="en-US" alt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ChangeArrowheads="1" noTextEdit="1"/>
          </p:cNvSpPr>
          <p:nvPr>
            <p:ph type="sldImg"/>
          </p:nvPr>
        </p:nvSpPr>
        <p:spPr>
          <a:ln/>
        </p:spPr>
      </p:sp>
      <p:sp>
        <p:nvSpPr>
          <p:cNvPr id="143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143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76DF766-F2F6-4441-BEE2-432046A4FEEC}" type="slidenum">
              <a:rPr lang="en-US" altLang="en-GB"/>
              <a:pPr/>
              <a:t>6</a:t>
            </a:fld>
            <a:endParaRPr lang="en-US" altLang="en-GB"/>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ChangeArrowheads="1" noTextEdit="1"/>
          </p:cNvSpPr>
          <p:nvPr>
            <p:ph type="sldImg"/>
          </p:nvPr>
        </p:nvSpPr>
        <p:spPr>
          <a:ln/>
        </p:spPr>
      </p:sp>
      <p:sp>
        <p:nvSpPr>
          <p:cNvPr id="163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163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11F8D00-B643-479C-A268-07FC554B262D}" type="slidenum">
              <a:rPr lang="en-US" altLang="en-GB"/>
              <a:pPr/>
              <a:t>7</a:t>
            </a:fld>
            <a:endParaRPr lang="en-US" altLang="en-GB"/>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49ADD4C-D8E7-4E34-98B8-A9B158FC2912}" type="slidenum">
              <a:rPr lang="en-US" altLang="en-GB"/>
              <a:pPr/>
              <a:t>8</a:t>
            </a:fld>
            <a:endParaRPr lang="en-US" altLang="en-GB"/>
          </a:p>
        </p:txBody>
      </p:sp>
      <p:sp>
        <p:nvSpPr>
          <p:cNvPr id="18435" name="Slide Image Placeholder 1"/>
          <p:cNvSpPr>
            <a:spLocks noGrp="1" noRot="1" noChangeAspect="1" noChangeArrowheads="1" noTextEdit="1"/>
          </p:cNvSpPr>
          <p:nvPr>
            <p:ph type="sldImg"/>
          </p:nvPr>
        </p:nvSpPr>
        <p:spPr>
          <a:ln/>
        </p:spPr>
      </p:sp>
      <p:sp>
        <p:nvSpPr>
          <p:cNvPr id="18436"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GB" smtClean="0">
              <a:latin typeface="Arial" panose="020B0604020202020204" pitchFamily="34" charset="0"/>
            </a:endParaRPr>
          </a:p>
        </p:txBody>
      </p:sp>
      <p:sp>
        <p:nvSpPr>
          <p:cNvPr id="18437"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fld id="{635008C5-188A-4871-896A-3C23B9954D76}" type="slidenum">
              <a:rPr lang="en-US" altLang="en-GB" sz="1200">
                <a:cs typeface="Arial" panose="020B0604020202020204" pitchFamily="34" charset="0"/>
              </a:rPr>
              <a:pPr algn="r"/>
              <a:t>8</a:t>
            </a:fld>
            <a:endParaRPr lang="en-US" altLang="en-GB" sz="1200">
              <a:cs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ChangeArrowheads="1" noTextEdit="1"/>
          </p:cNvSpPr>
          <p:nvPr>
            <p:ph type="sldImg"/>
          </p:nvPr>
        </p:nvSpPr>
        <p:spPr>
          <a:ln/>
        </p:spPr>
      </p:sp>
      <p:sp>
        <p:nvSpPr>
          <p:cNvPr id="204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204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0AFFF14-69E3-4D2F-B65A-7E4A903EABA5}" type="slidenum">
              <a:rPr lang="en-US" altLang="en-GB"/>
              <a:pPr/>
              <a:t>9</a:t>
            </a:fld>
            <a:endParaRPr lang="en-US" altLang="en-GB"/>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ChangeArrowheads="1" noTextEdit="1"/>
          </p:cNvSpPr>
          <p:nvPr>
            <p:ph type="sldImg"/>
          </p:nvPr>
        </p:nvSpPr>
        <p:spPr>
          <a:ln/>
        </p:spPr>
      </p:sp>
      <p:sp>
        <p:nvSpPr>
          <p:cNvPr id="225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225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A80DC8E-F888-4D88-B61B-94DF60CACE0B}" type="slidenum">
              <a:rPr lang="en-US" altLang="en-GB"/>
              <a:pPr/>
              <a:t>10</a:t>
            </a:fld>
            <a:endParaRPr lang="en-US" altLang="en-GB"/>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ChangeArrowheads="1" noTextEdit="1"/>
          </p:cNvSpPr>
          <p:nvPr>
            <p:ph type="sldImg"/>
          </p:nvPr>
        </p:nvSpPr>
        <p:spPr>
          <a:ln/>
        </p:spPr>
      </p:sp>
      <p:sp>
        <p:nvSpPr>
          <p:cNvPr id="245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245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C1EA41C-F8C4-4716-A5EE-1FD33E3C1FD0}" type="slidenum">
              <a:rPr lang="en-US" altLang="en-GB"/>
              <a:pPr/>
              <a:t>11</a:t>
            </a:fld>
            <a:endParaRPr lang="en-US" altLang="en-GB"/>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ChangeArrowheads="1" noTextEdit="1"/>
          </p:cNvSpPr>
          <p:nvPr>
            <p:ph type="sldImg"/>
          </p:nvPr>
        </p:nvSpPr>
        <p:spPr>
          <a:ln/>
        </p:spPr>
      </p:sp>
      <p:sp>
        <p:nvSpPr>
          <p:cNvPr id="266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266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99BF7B6-6169-41BB-8364-A8D5071DE5EE}" type="slidenum">
              <a:rPr lang="en-US" altLang="en-GB"/>
              <a:pPr/>
              <a:t>12</a:t>
            </a:fld>
            <a:endParaRPr lang="en-US" altLang="en-GB"/>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ChangeArrowheads="1" noTextEdit="1"/>
          </p:cNvSpPr>
          <p:nvPr>
            <p:ph type="sldImg"/>
          </p:nvPr>
        </p:nvSpPr>
        <p:spPr>
          <a:ln/>
        </p:spPr>
      </p:sp>
      <p:sp>
        <p:nvSpPr>
          <p:cNvPr id="286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286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FB5F6C3-65FB-400C-93F6-2E8AF3C564D1}" type="slidenum">
              <a:rPr lang="en-US" altLang="en-GB"/>
              <a:pPr/>
              <a:t>13</a:t>
            </a:fld>
            <a:endParaRPr lang="en-US" altLang="en-GB"/>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ChangeArrowheads="1" noTextEdit="1"/>
          </p:cNvSpPr>
          <p:nvPr>
            <p:ph type="sldImg"/>
          </p:nvPr>
        </p:nvSpPr>
        <p:spPr>
          <a:ln/>
        </p:spPr>
      </p:sp>
      <p:sp>
        <p:nvSpPr>
          <p:cNvPr id="307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307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7CA931E-F2DD-47B3-96ED-61BB75FB46A6}" type="slidenum">
              <a:rPr lang="en-US" altLang="en-GB"/>
              <a:pPr/>
              <a:t>14</a:t>
            </a:fld>
            <a:endParaRPr lang="en-US" altLang="en-GB"/>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ChangeArrowheads="1" noTextEdit="1"/>
          </p:cNvSpPr>
          <p:nvPr>
            <p:ph type="sldImg"/>
          </p:nvPr>
        </p:nvSpPr>
        <p:spPr>
          <a:ln/>
        </p:spPr>
      </p:sp>
      <p:sp>
        <p:nvSpPr>
          <p:cNvPr id="327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327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E6EC9A6-8292-4D85-96BA-C8B281669559}" type="slidenum">
              <a:rPr lang="en-US" altLang="en-GB"/>
              <a:pPr/>
              <a:t>15</a:t>
            </a:fld>
            <a:endParaRPr lang="en-US" altLang="en-GB"/>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ChangeArrowheads="1" noTextEdit="1"/>
          </p:cNvSpPr>
          <p:nvPr>
            <p:ph type="sldImg"/>
          </p:nvPr>
        </p:nvSpPr>
        <p:spPr>
          <a:ln/>
        </p:spPr>
      </p:sp>
      <p:sp>
        <p:nvSpPr>
          <p:cNvPr id="348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348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2092E18-4FC2-4D44-8D8D-0F5E437C69C6}" type="slidenum">
              <a:rPr lang="en-US" altLang="en-GB"/>
              <a:pPr/>
              <a:t>16</a:t>
            </a:fld>
            <a:endParaRPr lang="en-US" altLang="en-GB"/>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ChangeArrowheads="1" noTextEdit="1"/>
          </p:cNvSpPr>
          <p:nvPr>
            <p:ph type="sldImg"/>
          </p:nvPr>
        </p:nvSpPr>
        <p:spPr>
          <a:ln/>
        </p:spPr>
      </p:sp>
      <p:sp>
        <p:nvSpPr>
          <p:cNvPr id="368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368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560F14A-8B07-4C50-9905-E76657C1C2D4}" type="slidenum">
              <a:rPr lang="en-US" altLang="en-GB"/>
              <a:pPr/>
              <a:t>17</a:t>
            </a:fld>
            <a:endParaRPr lang="en-US" altLang="en-GB"/>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ChangeArrowheads="1" noTextEdit="1"/>
          </p:cNvSpPr>
          <p:nvPr>
            <p:ph type="sldImg"/>
          </p:nvPr>
        </p:nvSpPr>
        <p:spPr>
          <a:ln/>
        </p:spPr>
      </p:sp>
      <p:sp>
        <p:nvSpPr>
          <p:cNvPr id="389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389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5ED8839-8C76-477A-94FB-1361E20D99AA}" type="slidenum">
              <a:rPr lang="en-US" altLang="en-GB"/>
              <a:pPr/>
              <a:t>18</a:t>
            </a:fld>
            <a:endParaRPr lang="en-US" altLang="en-GB"/>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ChangeArrowheads="1" noTextEdit="1"/>
          </p:cNvSpPr>
          <p:nvPr>
            <p:ph type="sldImg"/>
          </p:nvPr>
        </p:nvSpPr>
        <p:spPr>
          <a:ln/>
        </p:spPr>
      </p:sp>
      <p:sp>
        <p:nvSpPr>
          <p:cNvPr id="409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409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7E6A5B2-F331-4E72-A41F-B169DB267E53}" type="slidenum">
              <a:rPr lang="en-US" altLang="en-GB"/>
              <a:pPr/>
              <a:t>19</a:t>
            </a:fld>
            <a:endParaRPr lang="en-US" altLang="en-GB"/>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ChangeArrowheads="1" noTextEdit="1"/>
          </p:cNvSpPr>
          <p:nvPr>
            <p:ph type="sldImg"/>
          </p:nvPr>
        </p:nvSpPr>
        <p:spPr>
          <a:ln/>
        </p:spPr>
      </p:sp>
      <p:sp>
        <p:nvSpPr>
          <p:cNvPr id="430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430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9E3259D-9315-4AEA-8A32-2D2A1D83758C}" type="slidenum">
              <a:rPr lang="en-US" altLang="en-GB"/>
              <a:pPr/>
              <a:t>20</a:t>
            </a:fld>
            <a:endParaRPr lang="en-US" altLang="en-GB"/>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ChangeArrowheads="1" noTextEdit="1"/>
          </p:cNvSpPr>
          <p:nvPr>
            <p:ph type="sldImg"/>
          </p:nvPr>
        </p:nvSpPr>
        <p:spPr>
          <a:ln/>
        </p:spPr>
      </p:sp>
      <p:sp>
        <p:nvSpPr>
          <p:cNvPr id="450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450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45310CB-B013-4A61-8234-A5A97F975A78}" type="slidenum">
              <a:rPr lang="en-US" altLang="en-GB"/>
              <a:pPr/>
              <a:t>21</a:t>
            </a:fld>
            <a:endParaRPr lang="en-US" altLang="en-GB"/>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ChangeArrowheads="1" noTextEdit="1"/>
          </p:cNvSpPr>
          <p:nvPr>
            <p:ph type="sldImg"/>
          </p:nvPr>
        </p:nvSpPr>
        <p:spPr>
          <a:ln/>
        </p:spPr>
      </p:sp>
      <p:sp>
        <p:nvSpPr>
          <p:cNvPr id="471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471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979BFA2-89BB-4A88-9873-C9F04F8E680E}" type="slidenum">
              <a:rPr lang="en-US" altLang="en-GB"/>
              <a:pPr/>
              <a:t>22</a:t>
            </a:fld>
            <a:endParaRPr lang="en-US" altLang="en-GB"/>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ChangeArrowheads="1" noTextEdit="1"/>
          </p:cNvSpPr>
          <p:nvPr>
            <p:ph type="sldImg"/>
          </p:nvPr>
        </p:nvSpPr>
        <p:spPr>
          <a:ln/>
        </p:spPr>
      </p:sp>
      <p:sp>
        <p:nvSpPr>
          <p:cNvPr id="491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491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4710E08-8753-42F7-9AED-8DDA2E96D14C}" type="slidenum">
              <a:rPr lang="en-US" altLang="en-GB"/>
              <a:pPr/>
              <a:t>23</a:t>
            </a:fld>
            <a:endParaRPr lang="en-US" altLang="en-GB"/>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ChangeArrowheads="1" noTextEdit="1"/>
          </p:cNvSpPr>
          <p:nvPr>
            <p:ph type="sldImg"/>
          </p:nvPr>
        </p:nvSpPr>
        <p:spPr>
          <a:ln/>
        </p:spPr>
      </p:sp>
      <p:sp>
        <p:nvSpPr>
          <p:cNvPr id="512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512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CA09A3E-0FA7-4D82-BE88-5E5E2DE9591D}" type="slidenum">
              <a:rPr lang="en-US" altLang="en-GB"/>
              <a:pPr/>
              <a:t>24</a:t>
            </a:fld>
            <a:endParaRPr lang="en-US" altLang="en-GB"/>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ChangeArrowheads="1" noTextEdit="1"/>
          </p:cNvSpPr>
          <p:nvPr>
            <p:ph type="sldImg"/>
          </p:nvPr>
        </p:nvSpPr>
        <p:spPr>
          <a:ln/>
        </p:spPr>
      </p:sp>
      <p:sp>
        <p:nvSpPr>
          <p:cNvPr id="532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532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B00B77B-C18C-4F25-9491-AD17F580E36A}" type="slidenum">
              <a:rPr lang="en-US" altLang="en-GB"/>
              <a:pPr/>
              <a:t>25</a:t>
            </a:fld>
            <a:endParaRPr lang="en-US" altLang="en-GB"/>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ChangeArrowheads="1" noTextEdit="1"/>
          </p:cNvSpPr>
          <p:nvPr>
            <p:ph type="sldImg"/>
          </p:nvPr>
        </p:nvSpPr>
        <p:spPr>
          <a:ln/>
        </p:spPr>
      </p:sp>
      <p:sp>
        <p:nvSpPr>
          <p:cNvPr id="552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553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393EB4D-15BD-44A8-AF7D-E77E7E690E16}" type="slidenum">
              <a:rPr lang="en-US" altLang="en-GB"/>
              <a:pPr/>
              <a:t>26</a:t>
            </a:fld>
            <a:endParaRPr lang="en-US" altLang="en-GB"/>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ChangeArrowheads="1" noTextEdit="1"/>
          </p:cNvSpPr>
          <p:nvPr>
            <p:ph type="sldImg"/>
          </p:nvPr>
        </p:nvSpPr>
        <p:spPr>
          <a:ln/>
        </p:spPr>
      </p:sp>
      <p:sp>
        <p:nvSpPr>
          <p:cNvPr id="573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573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6006C7E-8C49-49BC-A4BF-545B9D2C3DCE}" type="slidenum">
              <a:rPr lang="en-US" altLang="en-GB"/>
              <a:pPr/>
              <a:t>27</a:t>
            </a:fld>
            <a:endParaRPr lang="en-US" altLang="en-GB"/>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ChangeArrowheads="1" noTextEdit="1"/>
          </p:cNvSpPr>
          <p:nvPr>
            <p:ph type="sldImg"/>
          </p:nvPr>
        </p:nvSpPr>
        <p:spPr>
          <a:ln/>
        </p:spPr>
      </p:sp>
      <p:sp>
        <p:nvSpPr>
          <p:cNvPr id="593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593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1EB6C41-B07A-4497-9619-70AF2D93C18F}" type="slidenum">
              <a:rPr lang="en-US" altLang="en-GB"/>
              <a:pPr/>
              <a:t>28</a:t>
            </a:fld>
            <a:endParaRPr lang="en-US" altLang="en-GB"/>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ChangeArrowheads="1" noTextEdit="1"/>
          </p:cNvSpPr>
          <p:nvPr>
            <p:ph type="sldImg"/>
          </p:nvPr>
        </p:nvSpPr>
        <p:spPr>
          <a:ln/>
        </p:spPr>
      </p:sp>
      <p:sp>
        <p:nvSpPr>
          <p:cNvPr id="614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614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B97C9DB-DA40-4112-AD26-925A5D229609}" type="slidenum">
              <a:rPr lang="en-US" altLang="en-GB"/>
              <a:pPr/>
              <a:t>29</a:t>
            </a:fld>
            <a:endParaRPr lang="en-US" altLang="en-GB"/>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ChangeArrowheads="1" noTextEdit="1"/>
          </p:cNvSpPr>
          <p:nvPr>
            <p:ph type="sldImg"/>
          </p:nvPr>
        </p:nvSpPr>
        <p:spPr>
          <a:ln/>
        </p:spPr>
      </p:sp>
      <p:sp>
        <p:nvSpPr>
          <p:cNvPr id="634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634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5858F11-C742-4046-9F57-3E641B49F97F}" type="slidenum">
              <a:rPr lang="en-US" altLang="en-GB"/>
              <a:pPr/>
              <a:t>30</a:t>
            </a:fld>
            <a:endParaRPr lang="en-US" altLang="en-GB"/>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ChangeArrowheads="1" noTextEdit="1"/>
          </p:cNvSpPr>
          <p:nvPr>
            <p:ph type="sldImg"/>
          </p:nvPr>
        </p:nvSpPr>
        <p:spPr>
          <a:ln/>
        </p:spPr>
      </p:sp>
      <p:sp>
        <p:nvSpPr>
          <p:cNvPr id="655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655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2464FDA-0AD1-4DBC-9477-773630FF7A45}" type="slidenum">
              <a:rPr lang="en-US" altLang="en-GB"/>
              <a:pPr/>
              <a:t>31</a:t>
            </a:fld>
            <a:endParaRPr lang="en-US" altLang="en-GB"/>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4D3012A-E5C7-4E15-A631-A528C5472893}" type="slidenum">
              <a:rPr lang="en-US" altLang="en-GB"/>
              <a:pPr/>
              <a:t>32</a:t>
            </a:fld>
            <a:endParaRPr lang="en-US" altLang="en-GB"/>
          </a:p>
        </p:txBody>
      </p:sp>
      <p:sp>
        <p:nvSpPr>
          <p:cNvPr id="67587" name="Slide Image Placeholder 1"/>
          <p:cNvSpPr>
            <a:spLocks noGrp="1" noRot="1" noChangeAspect="1" noChangeArrowheads="1" noTextEdit="1"/>
          </p:cNvSpPr>
          <p:nvPr>
            <p:ph type="sldImg"/>
          </p:nvPr>
        </p:nvSpPr>
        <p:spPr>
          <a:ln/>
        </p:spPr>
      </p:sp>
      <p:sp>
        <p:nvSpPr>
          <p:cNvPr id="67588"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GB" smtClean="0">
              <a:latin typeface="Arial" panose="020B0604020202020204" pitchFamily="34" charset="0"/>
            </a:endParaRPr>
          </a:p>
        </p:txBody>
      </p:sp>
      <p:sp>
        <p:nvSpPr>
          <p:cNvPr id="67589"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fld id="{DF6973DD-90C1-4A5B-8A6B-6B6B5855E152}" type="slidenum">
              <a:rPr lang="en-US" altLang="en-GB" sz="1200">
                <a:cs typeface="Arial" panose="020B0604020202020204" pitchFamily="34" charset="0"/>
              </a:rPr>
              <a:pPr algn="r"/>
              <a:t>32</a:t>
            </a:fld>
            <a:endParaRPr lang="en-US" altLang="en-GB" sz="1200">
              <a:cs typeface="Arial" panose="020B060402020202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ChangeArrowheads="1" noTextEdit="1"/>
          </p:cNvSpPr>
          <p:nvPr>
            <p:ph type="sldImg"/>
          </p:nvPr>
        </p:nvSpPr>
        <p:spPr>
          <a:ln/>
        </p:spPr>
      </p:sp>
      <p:sp>
        <p:nvSpPr>
          <p:cNvPr id="747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747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AF65617-83FD-40CE-8E3A-3DE3FFBBFFB8}" type="slidenum">
              <a:rPr lang="en-US" altLang="en-GB"/>
              <a:pPr/>
              <a:t>38</a:t>
            </a:fld>
            <a:endParaRPr lang="en-US" altLang="en-GB"/>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noChangeArrowheads="1" noTextEdit="1"/>
          </p:cNvSpPr>
          <p:nvPr>
            <p:ph type="sldImg"/>
          </p:nvPr>
        </p:nvSpPr>
        <p:spPr>
          <a:ln/>
        </p:spPr>
      </p:sp>
      <p:sp>
        <p:nvSpPr>
          <p:cNvPr id="768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768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7ADD1C2-EA9B-4AE6-9A1B-78A316DB6DDD}" type="slidenum">
              <a:rPr lang="en-US" altLang="en-GB"/>
              <a:pPr/>
              <a:t>39</a:t>
            </a:fld>
            <a:endParaRPr lang="en-US" altLang="en-GB"/>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ChangeArrowheads="1" noTextEdit="1"/>
          </p:cNvSpPr>
          <p:nvPr>
            <p:ph type="sldImg"/>
          </p:nvPr>
        </p:nvSpPr>
        <p:spPr>
          <a:ln/>
        </p:spPr>
      </p:sp>
      <p:sp>
        <p:nvSpPr>
          <p:cNvPr id="788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788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0DEF04B-60E9-4DA4-B8E3-D15C39F74907}" type="slidenum">
              <a:rPr lang="en-US" altLang="en-GB"/>
              <a:pPr/>
              <a:t>40</a:t>
            </a:fld>
            <a:endParaRPr lang="en-US" altLang="en-GB"/>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FACFF66-F2D2-486D-BF81-AA3EA8DED739}" type="slidenum">
              <a:rPr lang="en-US" altLang="en-GB"/>
              <a:pPr/>
              <a:t>41</a:t>
            </a:fld>
            <a:endParaRPr lang="en-US" altLang="en-GB"/>
          </a:p>
        </p:txBody>
      </p:sp>
      <p:sp>
        <p:nvSpPr>
          <p:cNvPr id="80899" name="Slide Image Placeholder 1"/>
          <p:cNvSpPr>
            <a:spLocks noGrp="1" noRot="1" noChangeAspect="1" noChangeArrowheads="1" noTextEdit="1"/>
          </p:cNvSpPr>
          <p:nvPr>
            <p:ph type="sldImg"/>
          </p:nvPr>
        </p:nvSpPr>
        <p:spPr>
          <a:ln/>
        </p:spPr>
      </p:sp>
      <p:sp>
        <p:nvSpPr>
          <p:cNvPr id="80900"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GB" smtClean="0">
              <a:latin typeface="Arial" panose="020B0604020202020204" pitchFamily="34" charset="0"/>
            </a:endParaRPr>
          </a:p>
        </p:txBody>
      </p:sp>
      <p:sp>
        <p:nvSpPr>
          <p:cNvPr id="80901"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fld id="{CF717C50-B0A4-4446-BBE4-1A99F6B45BD8}" type="slidenum">
              <a:rPr lang="en-US" altLang="en-GB" sz="1200">
                <a:cs typeface="Arial" panose="020B0604020202020204" pitchFamily="34" charset="0"/>
              </a:rPr>
              <a:pPr algn="r"/>
              <a:t>41</a:t>
            </a:fld>
            <a:endParaRPr lang="en-US" altLang="en-GB" sz="1200">
              <a:cs typeface="Arial" panose="020B0604020202020204"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3F05BEC-BC22-4CFE-B9C9-B67BC72F3527}" type="slidenum">
              <a:rPr lang="en-US" altLang="en-GB"/>
              <a:pPr/>
              <a:t>42</a:t>
            </a:fld>
            <a:endParaRPr lang="en-US" altLang="en-GB"/>
          </a:p>
        </p:txBody>
      </p:sp>
      <p:sp>
        <p:nvSpPr>
          <p:cNvPr id="82947" name="Slide Image Placeholder 1"/>
          <p:cNvSpPr>
            <a:spLocks noGrp="1" noRot="1" noChangeAspect="1" noChangeArrowheads="1" noTextEdit="1"/>
          </p:cNvSpPr>
          <p:nvPr>
            <p:ph type="sldImg"/>
          </p:nvPr>
        </p:nvSpPr>
        <p:spPr>
          <a:ln/>
        </p:spPr>
      </p:sp>
      <p:sp>
        <p:nvSpPr>
          <p:cNvPr id="82948"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GB" smtClean="0">
              <a:latin typeface="Arial" panose="020B0604020202020204" pitchFamily="34" charset="0"/>
            </a:endParaRPr>
          </a:p>
        </p:txBody>
      </p:sp>
      <p:sp>
        <p:nvSpPr>
          <p:cNvPr id="82949"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fld id="{E33A909D-920E-4AA7-B488-7C033546D632}" type="slidenum">
              <a:rPr lang="en-US" altLang="en-GB" sz="1200">
                <a:cs typeface="Arial" panose="020B0604020202020204" pitchFamily="34" charset="0"/>
              </a:rPr>
              <a:pPr algn="r"/>
              <a:t>42</a:t>
            </a:fld>
            <a:endParaRPr lang="en-US" altLang="en-GB" sz="1200">
              <a:cs typeface="Arial" panose="020B0604020202020204"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91F5D45-4E77-4CFF-B373-2900E87A5201}" type="slidenum">
              <a:rPr lang="en-US" altLang="en-GB"/>
              <a:pPr/>
              <a:t>43</a:t>
            </a:fld>
            <a:endParaRPr lang="en-US" altLang="en-GB"/>
          </a:p>
        </p:txBody>
      </p:sp>
      <p:sp>
        <p:nvSpPr>
          <p:cNvPr id="84995" name="Slide Image Placeholder 1"/>
          <p:cNvSpPr>
            <a:spLocks noGrp="1" noRot="1" noChangeAspect="1" noChangeArrowheads="1" noTextEdit="1"/>
          </p:cNvSpPr>
          <p:nvPr>
            <p:ph type="sldImg"/>
          </p:nvPr>
        </p:nvSpPr>
        <p:spPr>
          <a:ln/>
        </p:spPr>
      </p:sp>
      <p:sp>
        <p:nvSpPr>
          <p:cNvPr id="84996"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GB" smtClean="0">
              <a:latin typeface="Arial" panose="020B0604020202020204" pitchFamily="34" charset="0"/>
            </a:endParaRPr>
          </a:p>
        </p:txBody>
      </p:sp>
      <p:sp>
        <p:nvSpPr>
          <p:cNvPr id="84997"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fld id="{50334AD7-41F9-4B69-9EAA-D2E2077AA7C1}" type="slidenum">
              <a:rPr lang="en-US" altLang="en-GB" sz="1200">
                <a:cs typeface="Arial" panose="020B0604020202020204" pitchFamily="34" charset="0"/>
              </a:rPr>
              <a:pPr algn="r"/>
              <a:t>43</a:t>
            </a:fld>
            <a:endParaRPr lang="en-US" altLang="en-GB" sz="1200">
              <a:cs typeface="Arial" panose="020B0604020202020204"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33521F6-7075-4AEE-8879-7B6475463592}" type="slidenum">
              <a:rPr lang="en-US" altLang="en-GB"/>
              <a:pPr/>
              <a:t>44</a:t>
            </a:fld>
            <a:endParaRPr lang="en-US" altLang="en-GB"/>
          </a:p>
        </p:txBody>
      </p:sp>
      <p:sp>
        <p:nvSpPr>
          <p:cNvPr id="87043" name="Slide Image Placeholder 1"/>
          <p:cNvSpPr>
            <a:spLocks noGrp="1" noRot="1" noChangeAspect="1" noChangeArrowheads="1" noTextEdit="1"/>
          </p:cNvSpPr>
          <p:nvPr>
            <p:ph type="sldImg"/>
          </p:nvPr>
        </p:nvSpPr>
        <p:spPr>
          <a:ln/>
        </p:spPr>
      </p:sp>
      <p:sp>
        <p:nvSpPr>
          <p:cNvPr id="87044"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GB" smtClean="0">
              <a:latin typeface="Arial" panose="020B0604020202020204" pitchFamily="34" charset="0"/>
            </a:endParaRPr>
          </a:p>
        </p:txBody>
      </p:sp>
      <p:sp>
        <p:nvSpPr>
          <p:cNvPr id="87045"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fld id="{6898ED88-C591-4181-ADCE-615396B0152F}" type="slidenum">
              <a:rPr lang="en-US" altLang="en-GB" sz="1200">
                <a:cs typeface="Arial" panose="020B0604020202020204" pitchFamily="34" charset="0"/>
              </a:rPr>
              <a:pPr algn="r"/>
              <a:t>44</a:t>
            </a:fld>
            <a:endParaRPr lang="en-US" altLang="en-GB" sz="1200">
              <a:cs typeface="Arial" panose="020B0604020202020204" pitchFamily="34"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9511E3E-E855-4E7D-936D-A7F997148082}" type="slidenum">
              <a:rPr lang="en-US" altLang="en-GB"/>
              <a:pPr/>
              <a:t>45</a:t>
            </a:fld>
            <a:endParaRPr lang="en-US" altLang="en-GB"/>
          </a:p>
        </p:txBody>
      </p:sp>
      <p:sp>
        <p:nvSpPr>
          <p:cNvPr id="89091" name="Slide Image Placeholder 1"/>
          <p:cNvSpPr>
            <a:spLocks noGrp="1" noRot="1" noChangeAspect="1" noChangeArrowheads="1" noTextEdit="1"/>
          </p:cNvSpPr>
          <p:nvPr>
            <p:ph type="sldImg"/>
          </p:nvPr>
        </p:nvSpPr>
        <p:spPr>
          <a:ln/>
        </p:spPr>
      </p:sp>
      <p:sp>
        <p:nvSpPr>
          <p:cNvPr id="89092"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GB" smtClean="0">
              <a:latin typeface="Arial" panose="020B0604020202020204" pitchFamily="34" charset="0"/>
            </a:endParaRPr>
          </a:p>
        </p:txBody>
      </p:sp>
      <p:sp>
        <p:nvSpPr>
          <p:cNvPr id="89093"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fld id="{F4EF672E-6F64-402E-9AF4-37EA570BF44F}" type="slidenum">
              <a:rPr lang="en-US" altLang="en-GB" sz="1200">
                <a:cs typeface="Arial" panose="020B0604020202020204" pitchFamily="34" charset="0"/>
              </a:rPr>
              <a:pPr algn="r"/>
              <a:t>45</a:t>
            </a:fld>
            <a:endParaRPr lang="en-US" altLang="en-GB" sz="1200">
              <a:cs typeface="Arial" panose="020B0604020202020204" pitchFamily="34"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E5BFDA8-C0A0-4B31-B11F-A9A5578F6C71}" type="slidenum">
              <a:rPr lang="en-US" altLang="en-GB"/>
              <a:pPr/>
              <a:t>46</a:t>
            </a:fld>
            <a:endParaRPr lang="en-US" altLang="en-GB"/>
          </a:p>
        </p:txBody>
      </p:sp>
      <p:sp>
        <p:nvSpPr>
          <p:cNvPr id="91139" name="Slide Image Placeholder 1"/>
          <p:cNvSpPr>
            <a:spLocks noGrp="1" noRot="1" noChangeAspect="1" noChangeArrowheads="1" noTextEdit="1"/>
          </p:cNvSpPr>
          <p:nvPr>
            <p:ph type="sldImg"/>
          </p:nvPr>
        </p:nvSpPr>
        <p:spPr>
          <a:ln/>
        </p:spPr>
      </p:sp>
      <p:sp>
        <p:nvSpPr>
          <p:cNvPr id="91140"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GB" smtClean="0">
              <a:latin typeface="Arial" panose="020B0604020202020204" pitchFamily="34" charset="0"/>
            </a:endParaRPr>
          </a:p>
        </p:txBody>
      </p:sp>
      <p:sp>
        <p:nvSpPr>
          <p:cNvPr id="91141"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fld id="{50596306-714B-4520-9050-E4A5B39CDDB8}" type="slidenum">
              <a:rPr lang="en-US" altLang="en-GB" sz="1200">
                <a:cs typeface="Arial" panose="020B0604020202020204" pitchFamily="34" charset="0"/>
              </a:rPr>
              <a:pPr algn="r"/>
              <a:t>46</a:t>
            </a:fld>
            <a:endParaRPr lang="en-US" altLang="en-GB" sz="1200">
              <a:cs typeface="Arial" panose="020B0604020202020204"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AAE4717-6337-4485-9583-73D8A72D3A35}" type="slidenum">
              <a:rPr lang="en-US" altLang="en-GB"/>
              <a:pPr/>
              <a:t>47</a:t>
            </a:fld>
            <a:endParaRPr lang="en-US" altLang="en-GB"/>
          </a:p>
        </p:txBody>
      </p:sp>
      <p:sp>
        <p:nvSpPr>
          <p:cNvPr id="93187" name="Slide Image Placeholder 1"/>
          <p:cNvSpPr>
            <a:spLocks noGrp="1" noRot="1" noChangeAspect="1" noChangeArrowheads="1" noTextEdit="1"/>
          </p:cNvSpPr>
          <p:nvPr>
            <p:ph type="sldImg"/>
          </p:nvPr>
        </p:nvSpPr>
        <p:spPr>
          <a:ln/>
        </p:spPr>
      </p:sp>
      <p:sp>
        <p:nvSpPr>
          <p:cNvPr id="93188"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GB" smtClean="0">
              <a:latin typeface="Arial" panose="020B0604020202020204" pitchFamily="34" charset="0"/>
            </a:endParaRPr>
          </a:p>
        </p:txBody>
      </p:sp>
      <p:sp>
        <p:nvSpPr>
          <p:cNvPr id="93189"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fld id="{3709E570-0125-4DE6-B49A-2346CF3E5EBA}" type="slidenum">
              <a:rPr lang="en-US" altLang="en-GB" sz="1200">
                <a:cs typeface="Arial" panose="020B0604020202020204" pitchFamily="34" charset="0"/>
              </a:rPr>
              <a:pPr algn="r"/>
              <a:t>47</a:t>
            </a:fld>
            <a:endParaRPr lang="en-US" altLang="en-GB" sz="1200">
              <a:cs typeface="Arial" panose="020B0604020202020204" pitchFamily="34"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A23CE0D-13A0-47AD-B930-F558F70C3CF0}" type="slidenum">
              <a:rPr lang="en-US" altLang="en-GB"/>
              <a:pPr/>
              <a:t>48</a:t>
            </a:fld>
            <a:endParaRPr lang="en-US" altLang="en-GB"/>
          </a:p>
        </p:txBody>
      </p:sp>
      <p:sp>
        <p:nvSpPr>
          <p:cNvPr id="95235" name="Slide Image Placeholder 1"/>
          <p:cNvSpPr>
            <a:spLocks noGrp="1" noRot="1" noChangeAspect="1" noChangeArrowheads="1" noTextEdit="1"/>
          </p:cNvSpPr>
          <p:nvPr>
            <p:ph type="sldImg"/>
          </p:nvPr>
        </p:nvSpPr>
        <p:spPr>
          <a:ln/>
        </p:spPr>
      </p:sp>
      <p:sp>
        <p:nvSpPr>
          <p:cNvPr id="95236"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GB" smtClean="0">
              <a:latin typeface="Arial" panose="020B0604020202020204" pitchFamily="34" charset="0"/>
            </a:endParaRPr>
          </a:p>
        </p:txBody>
      </p:sp>
      <p:sp>
        <p:nvSpPr>
          <p:cNvPr id="95237"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fld id="{ECA93F34-162F-4B44-B8C8-D670F5C47D70}" type="slidenum">
              <a:rPr lang="en-US" altLang="en-GB" sz="1200">
                <a:cs typeface="Arial" panose="020B0604020202020204" pitchFamily="34" charset="0"/>
              </a:rPr>
              <a:pPr algn="r"/>
              <a:t>48</a:t>
            </a:fld>
            <a:endParaRPr lang="en-US" altLang="en-GB" sz="1200">
              <a:cs typeface="Arial" panose="020B0604020202020204" pitchFamily="34"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48EC3F9-FDD9-4A7F-9245-487C5D7ED8F7}" type="slidenum">
              <a:rPr lang="en-US" altLang="en-GB"/>
              <a:pPr/>
              <a:t>49</a:t>
            </a:fld>
            <a:endParaRPr lang="en-US" altLang="en-GB"/>
          </a:p>
        </p:txBody>
      </p:sp>
      <p:sp>
        <p:nvSpPr>
          <p:cNvPr id="97283" name="Slide Image Placeholder 1"/>
          <p:cNvSpPr>
            <a:spLocks noGrp="1" noRot="1" noChangeAspect="1" noChangeArrowheads="1" noTextEdit="1"/>
          </p:cNvSpPr>
          <p:nvPr>
            <p:ph type="sldImg"/>
          </p:nvPr>
        </p:nvSpPr>
        <p:spPr>
          <a:ln/>
        </p:spPr>
      </p:sp>
      <p:sp>
        <p:nvSpPr>
          <p:cNvPr id="97284"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GB" smtClean="0">
              <a:latin typeface="Arial" panose="020B0604020202020204" pitchFamily="34" charset="0"/>
            </a:endParaRPr>
          </a:p>
        </p:txBody>
      </p:sp>
      <p:sp>
        <p:nvSpPr>
          <p:cNvPr id="97285"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fld id="{09B57DB0-69D2-41B4-907D-FE19BA46ACBC}" type="slidenum">
              <a:rPr lang="en-US" altLang="en-GB" sz="1200">
                <a:cs typeface="Arial" panose="020B0604020202020204" pitchFamily="34" charset="0"/>
              </a:rPr>
              <a:pPr algn="r"/>
              <a:t>49</a:t>
            </a:fld>
            <a:endParaRPr lang="en-US" altLang="en-GB" sz="1200">
              <a:cs typeface="Arial" panose="020B0604020202020204" pitchFamily="34"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F814587-EA8F-408F-92AE-CDA21A6117BA}" type="slidenum">
              <a:rPr lang="en-US" altLang="en-GB"/>
              <a:pPr/>
              <a:t>50</a:t>
            </a:fld>
            <a:endParaRPr lang="en-US" altLang="en-GB"/>
          </a:p>
        </p:txBody>
      </p:sp>
      <p:sp>
        <p:nvSpPr>
          <p:cNvPr id="99331" name="Slide Image Placeholder 1"/>
          <p:cNvSpPr>
            <a:spLocks noGrp="1" noRot="1" noChangeAspect="1" noChangeArrowheads="1" noTextEdit="1"/>
          </p:cNvSpPr>
          <p:nvPr>
            <p:ph type="sldImg"/>
          </p:nvPr>
        </p:nvSpPr>
        <p:spPr>
          <a:ln/>
        </p:spPr>
      </p:sp>
      <p:sp>
        <p:nvSpPr>
          <p:cNvPr id="99332"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GB" smtClean="0">
              <a:latin typeface="Arial" panose="020B0604020202020204" pitchFamily="34" charset="0"/>
            </a:endParaRPr>
          </a:p>
        </p:txBody>
      </p:sp>
      <p:sp>
        <p:nvSpPr>
          <p:cNvPr id="99333"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fld id="{C580A8E6-AABD-4B0D-8873-BE6149AB90DA}" type="slidenum">
              <a:rPr lang="en-US" altLang="en-GB" sz="1200">
                <a:cs typeface="Arial" panose="020B0604020202020204" pitchFamily="34" charset="0"/>
              </a:rPr>
              <a:pPr algn="r"/>
              <a:t>50</a:t>
            </a:fld>
            <a:endParaRPr lang="en-US" altLang="en-GB" sz="1200">
              <a:cs typeface="Arial" panose="020B0604020202020204" pitchFamily="34"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BB6636A-34AC-46D0-9604-226647DBC7A4}" type="slidenum">
              <a:rPr lang="en-US" altLang="en-GB"/>
              <a:pPr/>
              <a:t>51</a:t>
            </a:fld>
            <a:endParaRPr lang="en-US" altLang="en-GB"/>
          </a:p>
        </p:txBody>
      </p:sp>
      <p:sp>
        <p:nvSpPr>
          <p:cNvPr id="101379" name="Slide Image Placeholder 1"/>
          <p:cNvSpPr>
            <a:spLocks noGrp="1" noRot="1" noChangeAspect="1" noChangeArrowheads="1" noTextEdit="1"/>
          </p:cNvSpPr>
          <p:nvPr>
            <p:ph type="sldImg"/>
          </p:nvPr>
        </p:nvSpPr>
        <p:spPr>
          <a:ln/>
        </p:spPr>
      </p:sp>
      <p:sp>
        <p:nvSpPr>
          <p:cNvPr id="101380"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GB" smtClean="0">
              <a:latin typeface="Arial" panose="020B0604020202020204" pitchFamily="34" charset="0"/>
            </a:endParaRPr>
          </a:p>
        </p:txBody>
      </p:sp>
      <p:sp>
        <p:nvSpPr>
          <p:cNvPr id="101381"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fld id="{35432154-B4FB-4827-B25D-A623C7D2C441}" type="slidenum">
              <a:rPr lang="en-US" altLang="en-GB" sz="1200">
                <a:cs typeface="Arial" panose="020B0604020202020204" pitchFamily="34" charset="0"/>
              </a:rPr>
              <a:pPr algn="r"/>
              <a:t>51</a:t>
            </a:fld>
            <a:endParaRPr lang="en-US" altLang="en-GB" sz="1200">
              <a:cs typeface="Arial" panose="020B0604020202020204" pitchFamily="34"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187FD0A-382B-4CC4-9BC5-4D53CDE200ED}" type="slidenum">
              <a:rPr lang="en-US" altLang="en-GB"/>
              <a:pPr/>
              <a:t>52</a:t>
            </a:fld>
            <a:endParaRPr lang="en-US" altLang="en-GB"/>
          </a:p>
        </p:txBody>
      </p:sp>
      <p:sp>
        <p:nvSpPr>
          <p:cNvPr id="103427" name="Slide Image Placeholder 1"/>
          <p:cNvSpPr>
            <a:spLocks noGrp="1" noRot="1" noChangeAspect="1" noChangeArrowheads="1" noTextEdit="1"/>
          </p:cNvSpPr>
          <p:nvPr>
            <p:ph type="sldImg"/>
          </p:nvPr>
        </p:nvSpPr>
        <p:spPr>
          <a:ln/>
        </p:spPr>
      </p:sp>
      <p:sp>
        <p:nvSpPr>
          <p:cNvPr id="103428"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GB" smtClean="0">
              <a:latin typeface="Arial" panose="020B0604020202020204" pitchFamily="34" charset="0"/>
            </a:endParaRPr>
          </a:p>
        </p:txBody>
      </p:sp>
      <p:sp>
        <p:nvSpPr>
          <p:cNvPr id="103429"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fld id="{9BD683BC-3E77-4B66-A132-32AFCA8FAF03}" type="slidenum">
              <a:rPr lang="en-US" altLang="en-GB" sz="1200">
                <a:cs typeface="Arial" panose="020B0604020202020204" pitchFamily="34" charset="0"/>
              </a:rPr>
              <a:pPr algn="r"/>
              <a:t>52</a:t>
            </a:fld>
            <a:endParaRPr lang="en-US" altLang="en-GB" sz="1200">
              <a:cs typeface="Arial" panose="020B0604020202020204" pitchFamily="34"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646FDEB-FC5F-4876-A78F-DF000383BC9E}" type="slidenum">
              <a:rPr lang="en-US" altLang="en-GB"/>
              <a:pPr/>
              <a:t>53</a:t>
            </a:fld>
            <a:endParaRPr lang="en-US" altLang="en-GB"/>
          </a:p>
        </p:txBody>
      </p:sp>
      <p:sp>
        <p:nvSpPr>
          <p:cNvPr id="105475" name="Slide Image Placeholder 1"/>
          <p:cNvSpPr>
            <a:spLocks noGrp="1" noRot="1" noChangeAspect="1" noChangeArrowheads="1" noTextEdit="1"/>
          </p:cNvSpPr>
          <p:nvPr>
            <p:ph type="sldImg"/>
          </p:nvPr>
        </p:nvSpPr>
        <p:spPr>
          <a:ln/>
        </p:spPr>
      </p:sp>
      <p:sp>
        <p:nvSpPr>
          <p:cNvPr id="105476"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GB" smtClean="0">
              <a:latin typeface="Arial" panose="020B0604020202020204" pitchFamily="34" charset="0"/>
            </a:endParaRPr>
          </a:p>
        </p:txBody>
      </p:sp>
      <p:sp>
        <p:nvSpPr>
          <p:cNvPr id="105477"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fld id="{9BCF7B02-A9A7-4EE8-8B9E-A2709481822C}" type="slidenum">
              <a:rPr lang="en-US" altLang="en-GB" sz="1200">
                <a:cs typeface="Arial" panose="020B0604020202020204" pitchFamily="34" charset="0"/>
              </a:rPr>
              <a:pPr algn="r"/>
              <a:t>53</a:t>
            </a:fld>
            <a:endParaRPr lang="en-US" altLang="en-GB" sz="1200">
              <a:cs typeface="Arial" panose="020B0604020202020204" pitchFamily="34"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DB68A91-D49A-4C25-8A6B-C536363FCA48}" type="slidenum">
              <a:rPr lang="en-US" altLang="en-GB"/>
              <a:pPr/>
              <a:t>54</a:t>
            </a:fld>
            <a:endParaRPr lang="en-US" altLang="en-GB"/>
          </a:p>
        </p:txBody>
      </p:sp>
      <p:sp>
        <p:nvSpPr>
          <p:cNvPr id="107523" name="Slide Image Placeholder 1"/>
          <p:cNvSpPr>
            <a:spLocks noGrp="1" noRot="1" noChangeAspect="1" noChangeArrowheads="1" noTextEdit="1"/>
          </p:cNvSpPr>
          <p:nvPr>
            <p:ph type="sldImg"/>
          </p:nvPr>
        </p:nvSpPr>
        <p:spPr>
          <a:ln/>
        </p:spPr>
      </p:sp>
      <p:sp>
        <p:nvSpPr>
          <p:cNvPr id="107524"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GB" smtClean="0">
              <a:latin typeface="Arial" panose="020B0604020202020204" pitchFamily="34" charset="0"/>
            </a:endParaRPr>
          </a:p>
        </p:txBody>
      </p:sp>
      <p:sp>
        <p:nvSpPr>
          <p:cNvPr id="107525"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fld id="{C3C88F13-F895-427A-B68E-0A654BFE711F}" type="slidenum">
              <a:rPr lang="en-US" altLang="en-GB" sz="1200">
                <a:cs typeface="Arial" panose="020B0604020202020204" pitchFamily="34" charset="0"/>
              </a:rPr>
              <a:pPr algn="r"/>
              <a:t>54</a:t>
            </a:fld>
            <a:endParaRPr lang="en-US" altLang="en-GB" sz="1200">
              <a:cs typeface="Arial" panose="020B0604020202020204" pitchFamily="34"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800E5B5-6634-4890-A287-2663A2117128}" type="slidenum">
              <a:rPr lang="en-US" altLang="en-GB"/>
              <a:pPr/>
              <a:t>55</a:t>
            </a:fld>
            <a:endParaRPr lang="en-US" altLang="en-GB"/>
          </a:p>
        </p:txBody>
      </p:sp>
      <p:sp>
        <p:nvSpPr>
          <p:cNvPr id="109571" name="Slide Image Placeholder 1"/>
          <p:cNvSpPr>
            <a:spLocks noGrp="1" noRot="1" noChangeAspect="1" noChangeArrowheads="1" noTextEdit="1"/>
          </p:cNvSpPr>
          <p:nvPr>
            <p:ph type="sldImg"/>
          </p:nvPr>
        </p:nvSpPr>
        <p:spPr>
          <a:ln/>
        </p:spPr>
      </p:sp>
      <p:sp>
        <p:nvSpPr>
          <p:cNvPr id="109572"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GB" smtClean="0">
              <a:latin typeface="Arial" panose="020B0604020202020204" pitchFamily="34" charset="0"/>
            </a:endParaRPr>
          </a:p>
        </p:txBody>
      </p:sp>
      <p:sp>
        <p:nvSpPr>
          <p:cNvPr id="109573"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fld id="{FF897080-1E58-48D0-A0E9-6AC4C053E3DB}" type="slidenum">
              <a:rPr lang="en-US" altLang="en-GB" sz="1200">
                <a:cs typeface="Arial" panose="020B0604020202020204" pitchFamily="34" charset="0"/>
              </a:rPr>
              <a:pPr algn="r"/>
              <a:t>55</a:t>
            </a:fld>
            <a:endParaRPr lang="en-US" altLang="en-GB" sz="1200">
              <a:cs typeface="Arial" panose="020B0604020202020204" pitchFamily="34"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0E423E0-1524-4C5A-8C3C-FBD7052D3D11}" type="slidenum">
              <a:rPr lang="en-US" altLang="en-GB"/>
              <a:pPr/>
              <a:t>56</a:t>
            </a:fld>
            <a:endParaRPr lang="en-US" altLang="en-GB"/>
          </a:p>
        </p:txBody>
      </p:sp>
      <p:sp>
        <p:nvSpPr>
          <p:cNvPr id="111619" name="Slide Image Placeholder 1"/>
          <p:cNvSpPr>
            <a:spLocks noGrp="1" noRot="1" noChangeAspect="1" noChangeArrowheads="1" noTextEdit="1"/>
          </p:cNvSpPr>
          <p:nvPr>
            <p:ph type="sldImg"/>
          </p:nvPr>
        </p:nvSpPr>
        <p:spPr>
          <a:ln/>
        </p:spPr>
      </p:sp>
      <p:sp>
        <p:nvSpPr>
          <p:cNvPr id="111620"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GB" smtClean="0">
              <a:latin typeface="Arial" panose="020B0604020202020204" pitchFamily="34" charset="0"/>
            </a:endParaRPr>
          </a:p>
        </p:txBody>
      </p:sp>
      <p:sp>
        <p:nvSpPr>
          <p:cNvPr id="111621"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fld id="{15E25A73-46A7-4254-BA25-E85E945D7473}" type="slidenum">
              <a:rPr lang="en-US" altLang="en-GB" sz="1200">
                <a:cs typeface="Arial" panose="020B0604020202020204" pitchFamily="34" charset="0"/>
              </a:rPr>
              <a:pPr algn="r"/>
              <a:t>56</a:t>
            </a:fld>
            <a:endParaRPr lang="en-US" altLang="en-GB" sz="1200">
              <a:cs typeface="Arial" panose="020B0604020202020204" pitchFamily="34"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888DD1A-F074-4669-83CF-3AC7760DFA3C}" type="slidenum">
              <a:rPr lang="en-US" altLang="en-GB"/>
              <a:pPr/>
              <a:t>57</a:t>
            </a:fld>
            <a:endParaRPr lang="en-US" altLang="en-GB"/>
          </a:p>
        </p:txBody>
      </p:sp>
      <p:sp>
        <p:nvSpPr>
          <p:cNvPr id="113667" name="Slide Image Placeholder 1"/>
          <p:cNvSpPr>
            <a:spLocks noGrp="1" noRot="1" noChangeAspect="1" noChangeArrowheads="1" noTextEdit="1"/>
          </p:cNvSpPr>
          <p:nvPr>
            <p:ph type="sldImg"/>
          </p:nvPr>
        </p:nvSpPr>
        <p:spPr>
          <a:ln/>
        </p:spPr>
      </p:sp>
      <p:sp>
        <p:nvSpPr>
          <p:cNvPr id="113668"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GB" smtClean="0">
              <a:latin typeface="Arial" panose="020B0604020202020204" pitchFamily="34" charset="0"/>
            </a:endParaRPr>
          </a:p>
        </p:txBody>
      </p:sp>
      <p:sp>
        <p:nvSpPr>
          <p:cNvPr id="113669"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fld id="{4D466057-1F84-44E3-819A-31C20093DD20}" type="slidenum">
              <a:rPr lang="en-US" altLang="en-GB" sz="1200">
                <a:cs typeface="Arial" panose="020B0604020202020204" pitchFamily="34" charset="0"/>
              </a:rPr>
              <a:pPr algn="r"/>
              <a:t>57</a:t>
            </a:fld>
            <a:endParaRPr lang="en-US" altLang="en-GB" sz="1200">
              <a:cs typeface="Arial" panose="020B0604020202020204" pitchFamily="34"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6177257-2929-48CD-A7F6-7201C261D29B}" type="slidenum">
              <a:rPr lang="en-US" altLang="en-GB"/>
              <a:pPr/>
              <a:t>58</a:t>
            </a:fld>
            <a:endParaRPr lang="en-US" altLang="en-GB"/>
          </a:p>
        </p:txBody>
      </p:sp>
      <p:sp>
        <p:nvSpPr>
          <p:cNvPr id="115715" name="Slide Image Placeholder 1"/>
          <p:cNvSpPr>
            <a:spLocks noGrp="1" noRot="1" noChangeAspect="1" noChangeArrowheads="1" noTextEdit="1"/>
          </p:cNvSpPr>
          <p:nvPr>
            <p:ph type="sldImg"/>
          </p:nvPr>
        </p:nvSpPr>
        <p:spPr>
          <a:ln/>
        </p:spPr>
      </p:sp>
      <p:sp>
        <p:nvSpPr>
          <p:cNvPr id="115716"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GB" smtClean="0">
              <a:latin typeface="Arial" panose="020B0604020202020204" pitchFamily="34" charset="0"/>
            </a:endParaRPr>
          </a:p>
        </p:txBody>
      </p:sp>
      <p:sp>
        <p:nvSpPr>
          <p:cNvPr id="115717"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fld id="{8C8D7E38-2DC5-4E99-BCE3-CA3B668DDA05}" type="slidenum">
              <a:rPr lang="en-US" altLang="en-GB" sz="1200">
                <a:cs typeface="Arial" panose="020B0604020202020204" pitchFamily="34" charset="0"/>
              </a:rPr>
              <a:pPr algn="r"/>
              <a:t>58</a:t>
            </a:fld>
            <a:endParaRPr lang="en-US" altLang="en-GB" sz="1200">
              <a:cs typeface="Arial" panose="020B0604020202020204" pitchFamily="34"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7331820-20AD-4FE8-8384-93CF9D5C40B2}" type="slidenum">
              <a:rPr lang="en-US" altLang="en-GB"/>
              <a:pPr/>
              <a:t>59</a:t>
            </a:fld>
            <a:endParaRPr lang="en-US" altLang="en-GB"/>
          </a:p>
        </p:txBody>
      </p:sp>
      <p:sp>
        <p:nvSpPr>
          <p:cNvPr id="117763" name="Slide Image Placeholder 1"/>
          <p:cNvSpPr>
            <a:spLocks noGrp="1" noRot="1" noChangeAspect="1" noChangeArrowheads="1" noTextEdit="1"/>
          </p:cNvSpPr>
          <p:nvPr>
            <p:ph type="sldImg"/>
          </p:nvPr>
        </p:nvSpPr>
        <p:spPr>
          <a:ln/>
        </p:spPr>
      </p:sp>
      <p:sp>
        <p:nvSpPr>
          <p:cNvPr id="117764"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GB" smtClean="0">
              <a:latin typeface="Arial" panose="020B0604020202020204" pitchFamily="34" charset="0"/>
            </a:endParaRPr>
          </a:p>
        </p:txBody>
      </p:sp>
      <p:sp>
        <p:nvSpPr>
          <p:cNvPr id="117765"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fld id="{0307D66C-1DC7-47BC-844A-B81CC9A42920}" type="slidenum">
              <a:rPr lang="en-US" altLang="en-GB" sz="1200">
                <a:cs typeface="Arial" panose="020B0604020202020204" pitchFamily="34" charset="0"/>
              </a:rPr>
              <a:pPr algn="r"/>
              <a:t>59</a:t>
            </a:fld>
            <a:endParaRPr lang="en-US" altLang="en-GB" sz="1200">
              <a:cs typeface="Arial" panose="020B0604020202020204" pitchFamily="34"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0FF1C5F-F194-4742-89CC-FA2C0F43B5A5}" type="slidenum">
              <a:rPr lang="en-US" altLang="en-GB"/>
              <a:pPr/>
              <a:t>60</a:t>
            </a:fld>
            <a:endParaRPr lang="en-US" altLang="en-GB"/>
          </a:p>
        </p:txBody>
      </p:sp>
      <p:sp>
        <p:nvSpPr>
          <p:cNvPr id="119811" name="Slide Image Placeholder 1"/>
          <p:cNvSpPr>
            <a:spLocks noGrp="1" noRot="1" noChangeAspect="1" noChangeArrowheads="1" noTextEdit="1"/>
          </p:cNvSpPr>
          <p:nvPr>
            <p:ph type="sldImg"/>
          </p:nvPr>
        </p:nvSpPr>
        <p:spPr>
          <a:ln/>
        </p:spPr>
      </p:sp>
      <p:sp>
        <p:nvSpPr>
          <p:cNvPr id="119812"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GB" smtClean="0">
              <a:latin typeface="Arial" panose="020B0604020202020204" pitchFamily="34" charset="0"/>
            </a:endParaRPr>
          </a:p>
        </p:txBody>
      </p:sp>
      <p:sp>
        <p:nvSpPr>
          <p:cNvPr id="119813"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fld id="{F7A81786-0B0F-4C28-B478-CE9DB9AFDC6A}" type="slidenum">
              <a:rPr lang="en-US" altLang="en-GB" sz="1200">
                <a:cs typeface="Arial" panose="020B0604020202020204" pitchFamily="34" charset="0"/>
              </a:rPr>
              <a:pPr algn="r"/>
              <a:t>60</a:t>
            </a:fld>
            <a:endParaRPr lang="en-US" altLang="en-GB" sz="1200">
              <a:cs typeface="Arial" panose="020B0604020202020204" pitchFamily="34"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59EBDB1-8BD6-4B86-9160-AADA65BC5F27}" type="slidenum">
              <a:rPr lang="en-US" altLang="en-GB"/>
              <a:pPr/>
              <a:t>61</a:t>
            </a:fld>
            <a:endParaRPr lang="en-US" altLang="en-GB"/>
          </a:p>
        </p:txBody>
      </p:sp>
      <p:sp>
        <p:nvSpPr>
          <p:cNvPr id="121859" name="Slide Image Placeholder 1"/>
          <p:cNvSpPr>
            <a:spLocks noGrp="1" noRot="1" noChangeAspect="1" noChangeArrowheads="1" noTextEdit="1"/>
          </p:cNvSpPr>
          <p:nvPr>
            <p:ph type="sldImg"/>
          </p:nvPr>
        </p:nvSpPr>
        <p:spPr>
          <a:ln/>
        </p:spPr>
      </p:sp>
      <p:sp>
        <p:nvSpPr>
          <p:cNvPr id="121860"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GB" smtClean="0">
              <a:latin typeface="Arial" panose="020B0604020202020204" pitchFamily="34" charset="0"/>
            </a:endParaRPr>
          </a:p>
        </p:txBody>
      </p:sp>
      <p:sp>
        <p:nvSpPr>
          <p:cNvPr id="121861"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fld id="{1D2C96E6-21F9-448E-B4AF-DDC1D320E94C}" type="slidenum">
              <a:rPr lang="en-US" altLang="en-GB" sz="1200">
                <a:cs typeface="Arial" panose="020B0604020202020204" pitchFamily="34" charset="0"/>
              </a:rPr>
              <a:pPr algn="r"/>
              <a:t>61</a:t>
            </a:fld>
            <a:endParaRPr lang="en-US" altLang="en-GB" sz="1200">
              <a:cs typeface="Arial" panose="020B0604020202020204" pitchFamily="34"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3917470-FEF2-46A7-8FFA-929E93D5D984}" type="slidenum">
              <a:rPr lang="en-US" altLang="en-GB"/>
              <a:pPr/>
              <a:t>62</a:t>
            </a:fld>
            <a:endParaRPr lang="en-US" altLang="en-GB"/>
          </a:p>
        </p:txBody>
      </p:sp>
      <p:sp>
        <p:nvSpPr>
          <p:cNvPr id="123907" name="Slide Image Placeholder 1"/>
          <p:cNvSpPr>
            <a:spLocks noGrp="1" noRot="1" noChangeAspect="1" noChangeArrowheads="1" noTextEdit="1"/>
          </p:cNvSpPr>
          <p:nvPr>
            <p:ph type="sldImg"/>
          </p:nvPr>
        </p:nvSpPr>
        <p:spPr>
          <a:ln/>
        </p:spPr>
      </p:sp>
      <p:sp>
        <p:nvSpPr>
          <p:cNvPr id="123908"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GB" smtClean="0">
              <a:latin typeface="Arial" panose="020B0604020202020204" pitchFamily="34" charset="0"/>
            </a:endParaRPr>
          </a:p>
        </p:txBody>
      </p:sp>
      <p:sp>
        <p:nvSpPr>
          <p:cNvPr id="123909"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fld id="{03BD6EC9-6358-469C-9C56-52B1811592F4}" type="slidenum">
              <a:rPr lang="en-US" altLang="en-GB" sz="1200">
                <a:cs typeface="Arial" panose="020B0604020202020204" pitchFamily="34" charset="0"/>
              </a:rPr>
              <a:pPr algn="r"/>
              <a:t>62</a:t>
            </a:fld>
            <a:endParaRPr lang="en-US" altLang="en-GB" sz="1200">
              <a:cs typeface="Arial" panose="020B0604020202020204" pitchFamily="34"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1345E39-7334-436C-A8A6-350241BB7B3F}" type="slidenum">
              <a:rPr lang="en-US" altLang="en-GB"/>
              <a:pPr/>
              <a:t>63</a:t>
            </a:fld>
            <a:endParaRPr lang="en-US" altLang="en-GB"/>
          </a:p>
        </p:txBody>
      </p:sp>
      <p:sp>
        <p:nvSpPr>
          <p:cNvPr id="125955" name="Slide Image Placeholder 1"/>
          <p:cNvSpPr>
            <a:spLocks noGrp="1" noRot="1" noChangeAspect="1" noChangeArrowheads="1" noTextEdit="1"/>
          </p:cNvSpPr>
          <p:nvPr>
            <p:ph type="sldImg"/>
          </p:nvPr>
        </p:nvSpPr>
        <p:spPr>
          <a:ln/>
        </p:spPr>
      </p:sp>
      <p:sp>
        <p:nvSpPr>
          <p:cNvPr id="125956"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GB" smtClean="0">
              <a:latin typeface="Arial" panose="020B0604020202020204" pitchFamily="34" charset="0"/>
            </a:endParaRPr>
          </a:p>
        </p:txBody>
      </p:sp>
      <p:sp>
        <p:nvSpPr>
          <p:cNvPr id="125957"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fld id="{881DBB54-6F2B-470E-8A38-7D2CD8C289AF}" type="slidenum">
              <a:rPr lang="en-US" altLang="en-GB" sz="1200">
                <a:cs typeface="Arial" panose="020B0604020202020204" pitchFamily="34" charset="0"/>
              </a:rPr>
              <a:pPr algn="r"/>
              <a:t>63</a:t>
            </a:fld>
            <a:endParaRPr lang="en-US" altLang="en-GB" sz="1200">
              <a:cs typeface="Arial" panose="020B0604020202020204" pitchFamily="34"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847B481-1022-43DD-99C3-DEB91D1809EF}" type="slidenum">
              <a:rPr lang="en-US" altLang="en-GB"/>
              <a:pPr/>
              <a:t>64</a:t>
            </a:fld>
            <a:endParaRPr lang="en-US" altLang="en-GB"/>
          </a:p>
        </p:txBody>
      </p:sp>
      <p:sp>
        <p:nvSpPr>
          <p:cNvPr id="128003" name="Slide Image Placeholder 1"/>
          <p:cNvSpPr>
            <a:spLocks noGrp="1" noRot="1" noChangeAspect="1" noChangeArrowheads="1" noTextEdit="1"/>
          </p:cNvSpPr>
          <p:nvPr>
            <p:ph type="sldImg"/>
          </p:nvPr>
        </p:nvSpPr>
        <p:spPr>
          <a:ln/>
        </p:spPr>
      </p:sp>
      <p:sp>
        <p:nvSpPr>
          <p:cNvPr id="128004"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GB" smtClean="0">
              <a:latin typeface="Arial" panose="020B0604020202020204" pitchFamily="34" charset="0"/>
            </a:endParaRPr>
          </a:p>
        </p:txBody>
      </p:sp>
      <p:sp>
        <p:nvSpPr>
          <p:cNvPr id="128005"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fld id="{3FFF55D0-6802-4604-8F9E-197855BA561A}" type="slidenum">
              <a:rPr lang="en-US" altLang="en-GB" sz="1200">
                <a:cs typeface="Arial" panose="020B0604020202020204" pitchFamily="34" charset="0"/>
              </a:rPr>
              <a:pPr algn="r"/>
              <a:t>64</a:t>
            </a:fld>
            <a:endParaRPr lang="en-US" altLang="en-GB" sz="1200">
              <a:cs typeface="Arial" panose="020B0604020202020204" pitchFamily="34"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8CD26A6-06C5-4D18-985E-6DCDF807B4E6}" type="slidenum">
              <a:rPr lang="en-US" altLang="en-GB"/>
              <a:pPr/>
              <a:t>65</a:t>
            </a:fld>
            <a:endParaRPr lang="en-US" altLang="en-GB"/>
          </a:p>
        </p:txBody>
      </p:sp>
      <p:sp>
        <p:nvSpPr>
          <p:cNvPr id="130051" name="Slide Image Placeholder 1"/>
          <p:cNvSpPr>
            <a:spLocks noGrp="1" noRot="1" noChangeAspect="1" noChangeArrowheads="1" noTextEdit="1"/>
          </p:cNvSpPr>
          <p:nvPr>
            <p:ph type="sldImg"/>
          </p:nvPr>
        </p:nvSpPr>
        <p:spPr>
          <a:ln/>
        </p:spPr>
      </p:sp>
      <p:sp>
        <p:nvSpPr>
          <p:cNvPr id="130052"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GB" smtClean="0">
              <a:latin typeface="Arial" panose="020B0604020202020204" pitchFamily="34" charset="0"/>
            </a:endParaRPr>
          </a:p>
        </p:txBody>
      </p:sp>
      <p:sp>
        <p:nvSpPr>
          <p:cNvPr id="130053"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fld id="{6722C7F2-04B0-4856-BD9B-D1745382700C}" type="slidenum">
              <a:rPr lang="en-US" altLang="en-GB" sz="1200">
                <a:cs typeface="Arial" panose="020B0604020202020204" pitchFamily="34" charset="0"/>
              </a:rPr>
              <a:pPr algn="r"/>
              <a:t>65</a:t>
            </a:fld>
            <a:endParaRPr lang="en-US" altLang="en-GB" sz="1200">
              <a:cs typeface="Arial" panose="020B0604020202020204" pitchFamily="34"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0119F41-F8EF-48F8-A24B-49CD96248F81}" type="slidenum">
              <a:rPr lang="en-US" altLang="en-GB"/>
              <a:pPr/>
              <a:t>66</a:t>
            </a:fld>
            <a:endParaRPr lang="en-US" altLang="en-GB"/>
          </a:p>
        </p:txBody>
      </p:sp>
      <p:sp>
        <p:nvSpPr>
          <p:cNvPr id="132099" name="Slide Image Placeholder 1"/>
          <p:cNvSpPr>
            <a:spLocks noGrp="1" noRot="1" noChangeAspect="1" noChangeArrowheads="1" noTextEdit="1"/>
          </p:cNvSpPr>
          <p:nvPr>
            <p:ph type="sldImg"/>
          </p:nvPr>
        </p:nvSpPr>
        <p:spPr>
          <a:ln/>
        </p:spPr>
      </p:sp>
      <p:sp>
        <p:nvSpPr>
          <p:cNvPr id="132100"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GB" smtClean="0">
              <a:latin typeface="Arial" panose="020B0604020202020204" pitchFamily="34" charset="0"/>
            </a:endParaRPr>
          </a:p>
        </p:txBody>
      </p:sp>
      <p:sp>
        <p:nvSpPr>
          <p:cNvPr id="132101"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fld id="{6B0670D9-C48C-4351-90EF-8E097153CFB7}" type="slidenum">
              <a:rPr lang="en-US" altLang="en-GB" sz="1200">
                <a:cs typeface="Arial" panose="020B0604020202020204" pitchFamily="34" charset="0"/>
              </a:rPr>
              <a:pPr algn="r"/>
              <a:t>66</a:t>
            </a:fld>
            <a:endParaRPr lang="en-US" altLang="en-GB" sz="1200">
              <a:cs typeface="Arial" panose="020B0604020202020204" pitchFamily="34"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12A5F4B-D9E1-43F4-8DDA-559145B12952}" type="slidenum">
              <a:rPr lang="en-US" altLang="en-GB"/>
              <a:pPr/>
              <a:t>67</a:t>
            </a:fld>
            <a:endParaRPr lang="en-US" altLang="en-GB"/>
          </a:p>
        </p:txBody>
      </p:sp>
      <p:sp>
        <p:nvSpPr>
          <p:cNvPr id="134147" name="Slide Image Placeholder 1"/>
          <p:cNvSpPr>
            <a:spLocks noGrp="1" noRot="1" noChangeAspect="1" noChangeArrowheads="1" noTextEdit="1"/>
          </p:cNvSpPr>
          <p:nvPr>
            <p:ph type="sldImg"/>
          </p:nvPr>
        </p:nvSpPr>
        <p:spPr>
          <a:ln/>
        </p:spPr>
      </p:sp>
      <p:sp>
        <p:nvSpPr>
          <p:cNvPr id="134148"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GB" smtClean="0">
              <a:latin typeface="Arial" panose="020B0604020202020204" pitchFamily="34" charset="0"/>
            </a:endParaRPr>
          </a:p>
        </p:txBody>
      </p:sp>
      <p:sp>
        <p:nvSpPr>
          <p:cNvPr id="134149"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fld id="{2F611E27-10FC-4A0C-8C74-B8E46D84B0DE}" type="slidenum">
              <a:rPr lang="en-US" altLang="en-GB" sz="1200">
                <a:cs typeface="Arial" panose="020B0604020202020204" pitchFamily="34" charset="0"/>
              </a:rPr>
              <a:pPr algn="r"/>
              <a:t>67</a:t>
            </a:fld>
            <a:endParaRPr lang="en-US" altLang="en-GB" sz="1200">
              <a:cs typeface="Arial" panose="020B0604020202020204" pitchFamily="34"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EBFA709-D2FE-480A-9E43-60D201872AFD}" type="slidenum">
              <a:rPr lang="en-US" altLang="en-GB"/>
              <a:pPr/>
              <a:t>68</a:t>
            </a:fld>
            <a:endParaRPr lang="en-US" altLang="en-GB"/>
          </a:p>
        </p:txBody>
      </p:sp>
      <p:sp>
        <p:nvSpPr>
          <p:cNvPr id="136195" name="Slide Image Placeholder 1"/>
          <p:cNvSpPr>
            <a:spLocks noGrp="1" noRot="1" noChangeAspect="1" noChangeArrowheads="1" noTextEdit="1"/>
          </p:cNvSpPr>
          <p:nvPr>
            <p:ph type="sldImg"/>
          </p:nvPr>
        </p:nvSpPr>
        <p:spPr>
          <a:ln/>
        </p:spPr>
      </p:sp>
      <p:sp>
        <p:nvSpPr>
          <p:cNvPr id="136196"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GB" smtClean="0">
              <a:latin typeface="Arial" panose="020B0604020202020204" pitchFamily="34" charset="0"/>
            </a:endParaRPr>
          </a:p>
        </p:txBody>
      </p:sp>
      <p:sp>
        <p:nvSpPr>
          <p:cNvPr id="136197"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fld id="{2C5ADB23-DC71-4D4F-AEFF-68516921D1FF}" type="slidenum">
              <a:rPr lang="en-US" altLang="en-GB" sz="1200">
                <a:cs typeface="Arial" panose="020B0604020202020204" pitchFamily="34" charset="0"/>
              </a:rPr>
              <a:pPr algn="r"/>
              <a:t>68</a:t>
            </a:fld>
            <a:endParaRPr lang="en-US" altLang="en-GB" sz="1200">
              <a:cs typeface="Arial" panose="020B0604020202020204" pitchFamily="34"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6F09BFE-B301-4230-A44B-CEE906D57A4C}" type="slidenum">
              <a:rPr lang="en-US" altLang="en-GB"/>
              <a:pPr/>
              <a:t>69</a:t>
            </a:fld>
            <a:endParaRPr lang="en-US" altLang="en-GB"/>
          </a:p>
        </p:txBody>
      </p:sp>
      <p:sp>
        <p:nvSpPr>
          <p:cNvPr id="138243" name="Slide Image Placeholder 1"/>
          <p:cNvSpPr>
            <a:spLocks noGrp="1" noRot="1" noChangeAspect="1" noChangeArrowheads="1" noTextEdit="1"/>
          </p:cNvSpPr>
          <p:nvPr>
            <p:ph type="sldImg"/>
          </p:nvPr>
        </p:nvSpPr>
        <p:spPr>
          <a:ln/>
        </p:spPr>
      </p:sp>
      <p:sp>
        <p:nvSpPr>
          <p:cNvPr id="138244"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GB" smtClean="0">
              <a:latin typeface="Arial" panose="020B0604020202020204" pitchFamily="34" charset="0"/>
            </a:endParaRPr>
          </a:p>
        </p:txBody>
      </p:sp>
      <p:sp>
        <p:nvSpPr>
          <p:cNvPr id="138245"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fld id="{33B2732D-7E37-4290-987C-14B435F93DD4}" type="slidenum">
              <a:rPr lang="en-US" altLang="en-GB" sz="1200">
                <a:cs typeface="Arial" panose="020B0604020202020204" pitchFamily="34" charset="0"/>
              </a:rPr>
              <a:pPr algn="r"/>
              <a:t>69</a:t>
            </a:fld>
            <a:endParaRPr lang="en-US" altLang="en-GB" sz="1200">
              <a:cs typeface="Arial" panose="020B0604020202020204" pitchFamily="34"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FED0B8D-020D-463F-819D-7D0F6EE27B6B}" type="slidenum">
              <a:rPr lang="en-US" altLang="en-GB"/>
              <a:pPr/>
              <a:t>70</a:t>
            </a:fld>
            <a:endParaRPr lang="en-US" altLang="en-GB"/>
          </a:p>
        </p:txBody>
      </p:sp>
      <p:sp>
        <p:nvSpPr>
          <p:cNvPr id="140291" name="Slide Image Placeholder 1"/>
          <p:cNvSpPr>
            <a:spLocks noGrp="1" noRot="1" noChangeAspect="1" noChangeArrowheads="1" noTextEdit="1"/>
          </p:cNvSpPr>
          <p:nvPr>
            <p:ph type="sldImg"/>
          </p:nvPr>
        </p:nvSpPr>
        <p:spPr>
          <a:ln/>
        </p:spPr>
      </p:sp>
      <p:sp>
        <p:nvSpPr>
          <p:cNvPr id="140292"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GB" smtClean="0">
              <a:latin typeface="Arial" panose="020B0604020202020204" pitchFamily="34" charset="0"/>
            </a:endParaRPr>
          </a:p>
        </p:txBody>
      </p:sp>
      <p:sp>
        <p:nvSpPr>
          <p:cNvPr id="140293"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fld id="{E7D31E0B-43F4-4A2D-83B0-23D39410EE49}" type="slidenum">
              <a:rPr lang="en-US" altLang="en-GB" sz="1200">
                <a:cs typeface="Arial" panose="020B0604020202020204" pitchFamily="34" charset="0"/>
              </a:rPr>
              <a:pPr algn="r"/>
              <a:t>70</a:t>
            </a:fld>
            <a:endParaRPr lang="en-US" altLang="en-GB" sz="1200">
              <a:cs typeface="Arial" panose="020B0604020202020204" pitchFamily="34"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D36F82F-C035-41F0-A839-135D85B9B037}" type="slidenum">
              <a:rPr lang="en-US" altLang="en-GB"/>
              <a:pPr/>
              <a:t>71</a:t>
            </a:fld>
            <a:endParaRPr lang="en-US" altLang="en-GB"/>
          </a:p>
        </p:txBody>
      </p:sp>
      <p:sp>
        <p:nvSpPr>
          <p:cNvPr id="142339" name="Slide Image Placeholder 1"/>
          <p:cNvSpPr>
            <a:spLocks noGrp="1" noRot="1" noChangeAspect="1" noChangeArrowheads="1" noTextEdit="1"/>
          </p:cNvSpPr>
          <p:nvPr>
            <p:ph type="sldImg"/>
          </p:nvPr>
        </p:nvSpPr>
        <p:spPr>
          <a:ln/>
        </p:spPr>
      </p:sp>
      <p:sp>
        <p:nvSpPr>
          <p:cNvPr id="142340"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GB" smtClean="0">
              <a:latin typeface="Arial" panose="020B0604020202020204" pitchFamily="34" charset="0"/>
            </a:endParaRPr>
          </a:p>
        </p:txBody>
      </p:sp>
      <p:sp>
        <p:nvSpPr>
          <p:cNvPr id="142341"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fld id="{46563AB9-22CA-4F68-90DD-127910E04139}" type="slidenum">
              <a:rPr lang="en-US" altLang="en-GB" sz="1200">
                <a:cs typeface="Arial" panose="020B0604020202020204" pitchFamily="34" charset="0"/>
              </a:rPr>
              <a:pPr algn="r"/>
              <a:t>71</a:t>
            </a:fld>
            <a:endParaRPr lang="en-US" altLang="en-GB" sz="1200">
              <a:cs typeface="Arial" panose="020B0604020202020204" pitchFamily="34" charset="0"/>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2014018-A3A0-43A8-9DEC-B15CD71EAC18}" type="slidenum">
              <a:rPr lang="en-US" altLang="en-GB"/>
              <a:pPr/>
              <a:t>72</a:t>
            </a:fld>
            <a:endParaRPr lang="en-US" altLang="en-GB"/>
          </a:p>
        </p:txBody>
      </p:sp>
      <p:sp>
        <p:nvSpPr>
          <p:cNvPr id="144387" name="Slide Image Placeholder 1"/>
          <p:cNvSpPr>
            <a:spLocks noGrp="1" noRot="1" noChangeAspect="1" noChangeArrowheads="1" noTextEdit="1"/>
          </p:cNvSpPr>
          <p:nvPr>
            <p:ph type="sldImg"/>
          </p:nvPr>
        </p:nvSpPr>
        <p:spPr>
          <a:ln/>
        </p:spPr>
      </p:sp>
      <p:sp>
        <p:nvSpPr>
          <p:cNvPr id="144388"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GB" smtClean="0">
              <a:latin typeface="Arial" panose="020B0604020202020204" pitchFamily="34" charset="0"/>
            </a:endParaRPr>
          </a:p>
        </p:txBody>
      </p:sp>
      <p:sp>
        <p:nvSpPr>
          <p:cNvPr id="144389"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fld id="{1691D2DF-966C-4378-ADD5-D71F6FAB92A4}" type="slidenum">
              <a:rPr lang="en-US" altLang="en-GB" sz="1200">
                <a:cs typeface="Arial" panose="020B0604020202020204" pitchFamily="34" charset="0"/>
              </a:rPr>
              <a:pPr algn="r"/>
              <a:t>72</a:t>
            </a:fld>
            <a:endParaRPr lang="en-US" altLang="en-GB" sz="1200">
              <a:cs typeface="Arial" panose="020B0604020202020204" pitchFamily="34" charset="0"/>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71649ED-2EFE-435D-A636-F3B1DFCEAB41}" type="slidenum">
              <a:rPr lang="en-US" altLang="en-GB"/>
              <a:pPr/>
              <a:t>73</a:t>
            </a:fld>
            <a:endParaRPr lang="en-US" altLang="en-GB"/>
          </a:p>
        </p:txBody>
      </p:sp>
      <p:sp>
        <p:nvSpPr>
          <p:cNvPr id="146435" name="Slide Image Placeholder 1"/>
          <p:cNvSpPr>
            <a:spLocks noGrp="1" noRot="1" noChangeAspect="1" noChangeArrowheads="1" noTextEdit="1"/>
          </p:cNvSpPr>
          <p:nvPr>
            <p:ph type="sldImg"/>
          </p:nvPr>
        </p:nvSpPr>
        <p:spPr>
          <a:ln/>
        </p:spPr>
      </p:sp>
      <p:sp>
        <p:nvSpPr>
          <p:cNvPr id="146436"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GB" smtClean="0">
              <a:latin typeface="Arial" panose="020B0604020202020204" pitchFamily="34" charset="0"/>
            </a:endParaRPr>
          </a:p>
        </p:txBody>
      </p:sp>
      <p:sp>
        <p:nvSpPr>
          <p:cNvPr id="146437"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fld id="{EF17A8F3-4914-4CAE-AF8D-4C9B0BEAEAD6}" type="slidenum">
              <a:rPr lang="en-US" altLang="en-GB" sz="1200">
                <a:cs typeface="Arial" panose="020B0604020202020204" pitchFamily="34" charset="0"/>
              </a:rPr>
              <a:pPr algn="r"/>
              <a:t>73</a:t>
            </a:fld>
            <a:endParaRPr lang="en-US" altLang="en-GB" sz="1200">
              <a:cs typeface="Arial" panose="020B0604020202020204" pitchFamily="34" charset="0"/>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32468BF-037C-4136-A279-70A51FE22D75}" type="slidenum">
              <a:rPr lang="en-US" altLang="en-GB"/>
              <a:pPr/>
              <a:t>74</a:t>
            </a:fld>
            <a:endParaRPr lang="en-US" altLang="en-GB"/>
          </a:p>
        </p:txBody>
      </p:sp>
      <p:sp>
        <p:nvSpPr>
          <p:cNvPr id="148483" name="Slide Image Placeholder 1"/>
          <p:cNvSpPr>
            <a:spLocks noGrp="1" noRot="1" noChangeAspect="1" noChangeArrowheads="1" noTextEdit="1"/>
          </p:cNvSpPr>
          <p:nvPr>
            <p:ph type="sldImg"/>
          </p:nvPr>
        </p:nvSpPr>
        <p:spPr>
          <a:ln/>
        </p:spPr>
      </p:sp>
      <p:sp>
        <p:nvSpPr>
          <p:cNvPr id="148484"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GB" smtClean="0">
              <a:latin typeface="Arial" panose="020B0604020202020204" pitchFamily="34" charset="0"/>
            </a:endParaRPr>
          </a:p>
        </p:txBody>
      </p:sp>
      <p:sp>
        <p:nvSpPr>
          <p:cNvPr id="148485"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fld id="{05FF4C6C-F631-4690-8EC4-B70BA47819EF}" type="slidenum">
              <a:rPr lang="en-US" altLang="en-GB" sz="1200">
                <a:cs typeface="Arial" panose="020B0604020202020204" pitchFamily="34" charset="0"/>
              </a:rPr>
              <a:pPr algn="r"/>
              <a:t>74</a:t>
            </a:fld>
            <a:endParaRPr lang="en-US" altLang="en-GB" sz="1200">
              <a:cs typeface="Arial" panose="020B0604020202020204" pitchFamily="34" charset="0"/>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8D8BA9A-8425-4FDF-91C5-AC6B57C8119B}" type="slidenum">
              <a:rPr lang="en-US" altLang="en-GB"/>
              <a:pPr/>
              <a:t>75</a:t>
            </a:fld>
            <a:endParaRPr lang="en-US" altLang="en-GB"/>
          </a:p>
        </p:txBody>
      </p:sp>
      <p:sp>
        <p:nvSpPr>
          <p:cNvPr id="150531" name="Slide Image Placeholder 1"/>
          <p:cNvSpPr>
            <a:spLocks noGrp="1" noRot="1" noChangeAspect="1" noChangeArrowheads="1" noTextEdit="1"/>
          </p:cNvSpPr>
          <p:nvPr>
            <p:ph type="sldImg"/>
          </p:nvPr>
        </p:nvSpPr>
        <p:spPr>
          <a:ln/>
        </p:spPr>
      </p:sp>
      <p:sp>
        <p:nvSpPr>
          <p:cNvPr id="150532"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GB" smtClean="0">
              <a:latin typeface="Arial" panose="020B0604020202020204" pitchFamily="34" charset="0"/>
            </a:endParaRPr>
          </a:p>
        </p:txBody>
      </p:sp>
      <p:sp>
        <p:nvSpPr>
          <p:cNvPr id="150533"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fld id="{A4777DE5-8944-4A8D-9071-40493AA0B1BD}" type="slidenum">
              <a:rPr lang="en-US" altLang="en-GB" sz="1200">
                <a:cs typeface="Arial" panose="020B0604020202020204" pitchFamily="34" charset="0"/>
              </a:rPr>
              <a:pPr algn="r"/>
              <a:t>75</a:t>
            </a:fld>
            <a:endParaRPr lang="en-US" altLang="en-GB" sz="1200">
              <a:cs typeface="Arial" panose="020B0604020202020204" pitchFamily="34" charset="0"/>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70E40BC-457A-4762-B346-99C1D2A4EC51}" type="slidenum">
              <a:rPr lang="en-US" altLang="en-GB"/>
              <a:pPr/>
              <a:t>76</a:t>
            </a:fld>
            <a:endParaRPr lang="en-US" altLang="en-GB"/>
          </a:p>
        </p:txBody>
      </p:sp>
      <p:sp>
        <p:nvSpPr>
          <p:cNvPr id="152579" name="Slide Image Placeholder 1"/>
          <p:cNvSpPr>
            <a:spLocks noGrp="1" noRot="1" noChangeAspect="1" noChangeArrowheads="1" noTextEdit="1"/>
          </p:cNvSpPr>
          <p:nvPr>
            <p:ph type="sldImg"/>
          </p:nvPr>
        </p:nvSpPr>
        <p:spPr>
          <a:ln/>
        </p:spPr>
      </p:sp>
      <p:sp>
        <p:nvSpPr>
          <p:cNvPr id="152580"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GB" smtClean="0">
              <a:latin typeface="Arial" panose="020B0604020202020204" pitchFamily="34" charset="0"/>
            </a:endParaRPr>
          </a:p>
        </p:txBody>
      </p:sp>
      <p:sp>
        <p:nvSpPr>
          <p:cNvPr id="152581"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fld id="{DFAB82BA-4A85-4B2F-9A85-CDF237214D1D}" type="slidenum">
              <a:rPr lang="en-US" altLang="en-GB" sz="1200">
                <a:cs typeface="Arial" panose="020B0604020202020204" pitchFamily="34" charset="0"/>
              </a:rPr>
              <a:pPr algn="r"/>
              <a:t>76</a:t>
            </a:fld>
            <a:endParaRPr lang="en-US" altLang="en-GB" sz="1200">
              <a:cs typeface="Arial" panose="020B0604020202020204" pitchFamily="34" charset="0"/>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59D82A8-F651-453E-8B1A-BE1B1248A7D3}" type="slidenum">
              <a:rPr lang="en-US" altLang="en-GB"/>
              <a:pPr/>
              <a:t>77</a:t>
            </a:fld>
            <a:endParaRPr lang="en-US" altLang="en-GB"/>
          </a:p>
        </p:txBody>
      </p:sp>
      <p:sp>
        <p:nvSpPr>
          <p:cNvPr id="154627" name="Slide Image Placeholder 1"/>
          <p:cNvSpPr>
            <a:spLocks noGrp="1" noRot="1" noChangeAspect="1" noChangeArrowheads="1" noTextEdit="1"/>
          </p:cNvSpPr>
          <p:nvPr>
            <p:ph type="sldImg"/>
          </p:nvPr>
        </p:nvSpPr>
        <p:spPr>
          <a:ln/>
        </p:spPr>
      </p:sp>
      <p:sp>
        <p:nvSpPr>
          <p:cNvPr id="154628"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GB" smtClean="0">
              <a:latin typeface="Arial" panose="020B0604020202020204" pitchFamily="34" charset="0"/>
            </a:endParaRPr>
          </a:p>
        </p:txBody>
      </p:sp>
      <p:sp>
        <p:nvSpPr>
          <p:cNvPr id="154629"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fld id="{6BE94271-BA10-43CD-9A41-79AEFB0CDFDE}" type="slidenum">
              <a:rPr lang="en-US" altLang="en-GB" sz="1200">
                <a:cs typeface="Arial" panose="020B0604020202020204" pitchFamily="34" charset="0"/>
              </a:rPr>
              <a:pPr algn="r"/>
              <a:t>77</a:t>
            </a:fld>
            <a:endParaRPr lang="en-US" altLang="en-GB" sz="1200">
              <a:cs typeface="Arial" panose="020B0604020202020204" pitchFamily="34" charset="0"/>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9EDA283-65D4-4A5C-8E38-871F25CA8B94}" type="slidenum">
              <a:rPr lang="en-US" altLang="en-GB"/>
              <a:pPr/>
              <a:t>78</a:t>
            </a:fld>
            <a:endParaRPr lang="en-US" altLang="en-GB"/>
          </a:p>
        </p:txBody>
      </p:sp>
      <p:sp>
        <p:nvSpPr>
          <p:cNvPr id="156675" name="Slide Image Placeholder 1"/>
          <p:cNvSpPr>
            <a:spLocks noGrp="1" noRot="1" noChangeAspect="1" noChangeArrowheads="1" noTextEdit="1"/>
          </p:cNvSpPr>
          <p:nvPr>
            <p:ph type="sldImg"/>
          </p:nvPr>
        </p:nvSpPr>
        <p:spPr>
          <a:ln/>
        </p:spPr>
      </p:sp>
      <p:sp>
        <p:nvSpPr>
          <p:cNvPr id="156676"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GB" smtClean="0">
              <a:latin typeface="Arial" panose="020B0604020202020204" pitchFamily="34" charset="0"/>
            </a:endParaRPr>
          </a:p>
        </p:txBody>
      </p:sp>
      <p:sp>
        <p:nvSpPr>
          <p:cNvPr id="156677"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fld id="{805FCF44-4B1D-4211-A9C3-0924546B1418}" type="slidenum">
              <a:rPr lang="en-US" altLang="en-GB" sz="1200">
                <a:cs typeface="Arial" panose="020B0604020202020204" pitchFamily="34" charset="0"/>
              </a:rPr>
              <a:pPr algn="r"/>
              <a:t>78</a:t>
            </a:fld>
            <a:endParaRPr lang="en-US" altLang="en-GB" sz="1200">
              <a:cs typeface="Arial" panose="020B0604020202020204" pitchFamily="34" charset="0"/>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Slide Image Placeholder 1"/>
          <p:cNvSpPr>
            <a:spLocks noGrp="1" noRot="1" noChangeAspect="1" noChangeArrowheads="1" noTextEdit="1"/>
          </p:cNvSpPr>
          <p:nvPr>
            <p:ph type="sldImg"/>
          </p:nvPr>
        </p:nvSpPr>
        <p:spPr>
          <a:ln/>
        </p:spPr>
      </p:sp>
      <p:sp>
        <p:nvSpPr>
          <p:cNvPr id="1587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1587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5FF39B8-4B5B-44E0-9D5B-5EB0E3CF34F5}" type="slidenum">
              <a:rPr lang="en-US" altLang="en-GB"/>
              <a:pPr/>
              <a:t>79</a:t>
            </a:fld>
            <a:endParaRPr lang="en-US" altLang="en-GB"/>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Slide Image Placeholder 1"/>
          <p:cNvSpPr>
            <a:spLocks noGrp="1" noRot="1" noChangeAspect="1" noChangeArrowheads="1" noTextEdit="1"/>
          </p:cNvSpPr>
          <p:nvPr>
            <p:ph type="sldImg"/>
          </p:nvPr>
        </p:nvSpPr>
        <p:spPr>
          <a:ln/>
        </p:spPr>
      </p:sp>
      <p:sp>
        <p:nvSpPr>
          <p:cNvPr id="1607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1607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9E3AC45-1148-4B7D-8899-60BE33D94AE6}" type="slidenum">
              <a:rPr lang="en-US" altLang="en-GB"/>
              <a:pPr/>
              <a:t>80</a:t>
            </a:fld>
            <a:endParaRPr lang="en-US" altLang="en-GB"/>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Slide Image Placeholder 1"/>
          <p:cNvSpPr>
            <a:spLocks noGrp="1" noRot="1" noChangeAspect="1" noChangeArrowheads="1" noTextEdit="1"/>
          </p:cNvSpPr>
          <p:nvPr>
            <p:ph type="sldImg"/>
          </p:nvPr>
        </p:nvSpPr>
        <p:spPr>
          <a:ln/>
        </p:spPr>
      </p:sp>
      <p:sp>
        <p:nvSpPr>
          <p:cNvPr id="1628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1628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ABA849B-7F86-470D-AB91-8E12067D4760}" type="slidenum">
              <a:rPr lang="en-US" altLang="en-GB"/>
              <a:pPr/>
              <a:t>81</a:t>
            </a:fld>
            <a:endParaRPr lang="en-US" alt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r>
              <a:rPr lang="en-US"/>
              <a:t>Sept 1, 2016</a:t>
            </a: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6" name="Slide Number Placeholder 5"/>
          <p:cNvSpPr>
            <a:spLocks noGrp="1"/>
          </p:cNvSpPr>
          <p:nvPr>
            <p:ph type="sldNum" sz="quarter" idx="12"/>
          </p:nvPr>
        </p:nvSpPr>
        <p:spPr/>
        <p:txBody>
          <a:bodyPr/>
          <a:lstStyle>
            <a:lvl1pPr>
              <a:defRPr/>
            </a:lvl1pPr>
          </a:lstStyle>
          <a:p>
            <a:fld id="{A2DEA13E-DE6F-48EE-B168-B77BBF737D7B}" type="slidenum">
              <a:rPr lang="en-US" altLang="en-US"/>
              <a:pPr/>
              <a:t>‹#›</a:t>
            </a:fld>
            <a:endParaRPr lang="en-US" altLang="en-US"/>
          </a:p>
        </p:txBody>
      </p:sp>
    </p:spTree>
    <p:extLst>
      <p:ext uri="{BB962C8B-B14F-4D97-AF65-F5344CB8AC3E}">
        <p14:creationId xmlns:p14="http://schemas.microsoft.com/office/powerpoint/2010/main" val="23158565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r>
              <a:rPr lang="en-US"/>
              <a:t>Sept 1, 2016</a:t>
            </a: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6" name="Slide Number Placeholder 5"/>
          <p:cNvSpPr>
            <a:spLocks noGrp="1"/>
          </p:cNvSpPr>
          <p:nvPr>
            <p:ph type="sldNum" sz="quarter" idx="12"/>
          </p:nvPr>
        </p:nvSpPr>
        <p:spPr/>
        <p:txBody>
          <a:bodyPr/>
          <a:lstStyle>
            <a:lvl1pPr>
              <a:defRPr/>
            </a:lvl1pPr>
          </a:lstStyle>
          <a:p>
            <a:fld id="{F412E099-E1A6-45BA-B3FC-C88033929A10}" type="slidenum">
              <a:rPr lang="en-US" altLang="en-US"/>
              <a:pPr/>
              <a:t>‹#›</a:t>
            </a:fld>
            <a:endParaRPr lang="en-US" altLang="en-US"/>
          </a:p>
        </p:txBody>
      </p:sp>
    </p:spTree>
    <p:extLst>
      <p:ext uri="{BB962C8B-B14F-4D97-AF65-F5344CB8AC3E}">
        <p14:creationId xmlns:p14="http://schemas.microsoft.com/office/powerpoint/2010/main" val="37062916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r>
              <a:rPr lang="en-US"/>
              <a:t>Sept 1, 2016</a:t>
            </a: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6" name="Slide Number Placeholder 5"/>
          <p:cNvSpPr>
            <a:spLocks noGrp="1"/>
          </p:cNvSpPr>
          <p:nvPr>
            <p:ph type="sldNum" sz="quarter" idx="12"/>
          </p:nvPr>
        </p:nvSpPr>
        <p:spPr/>
        <p:txBody>
          <a:bodyPr/>
          <a:lstStyle>
            <a:lvl1pPr>
              <a:defRPr/>
            </a:lvl1pPr>
          </a:lstStyle>
          <a:p>
            <a:fld id="{C421FBD5-BA44-4210-8A62-F795BA9782BA}" type="slidenum">
              <a:rPr lang="en-US" altLang="en-US"/>
              <a:pPr/>
              <a:t>‹#›</a:t>
            </a:fld>
            <a:endParaRPr lang="en-US" altLang="en-US"/>
          </a:p>
        </p:txBody>
      </p:sp>
    </p:spTree>
    <p:extLst>
      <p:ext uri="{BB962C8B-B14F-4D97-AF65-F5344CB8AC3E}">
        <p14:creationId xmlns:p14="http://schemas.microsoft.com/office/powerpoint/2010/main" val="33871536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r>
              <a:rPr lang="en-US"/>
              <a:t>Sept 1, 2016</a:t>
            </a:r>
            <a:endParaRPr lang="en-US" altLang="en-US"/>
          </a:p>
        </p:txBody>
      </p:sp>
      <p:sp>
        <p:nvSpPr>
          <p:cNvPr id="6"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7" name="Slide Number Placeholder 5"/>
          <p:cNvSpPr>
            <a:spLocks noGrp="1"/>
          </p:cNvSpPr>
          <p:nvPr>
            <p:ph type="sldNum" sz="quarter" idx="12"/>
          </p:nvPr>
        </p:nvSpPr>
        <p:spPr/>
        <p:txBody>
          <a:bodyPr/>
          <a:lstStyle>
            <a:lvl1pPr>
              <a:defRPr/>
            </a:lvl1pPr>
          </a:lstStyle>
          <a:p>
            <a:fld id="{66ED01AB-0AEF-478B-816F-3BE7C4DB4DD6}" type="slidenum">
              <a:rPr lang="en-US" altLang="en-US"/>
              <a:pPr/>
              <a:t>‹#›</a:t>
            </a:fld>
            <a:endParaRPr lang="en-US" altLang="en-US"/>
          </a:p>
        </p:txBody>
      </p:sp>
    </p:spTree>
    <p:extLst>
      <p:ext uri="{BB962C8B-B14F-4D97-AF65-F5344CB8AC3E}">
        <p14:creationId xmlns:p14="http://schemas.microsoft.com/office/powerpoint/2010/main" val="4187369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r>
              <a:rPr lang="en-US"/>
              <a:t>Sept 1, 2016</a:t>
            </a:r>
            <a:endParaRPr lang="en-US" altLang="en-US"/>
          </a:p>
        </p:txBody>
      </p:sp>
      <p:sp>
        <p:nvSpPr>
          <p:cNvPr id="8"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9" name="Slide Number Placeholder 5"/>
          <p:cNvSpPr>
            <a:spLocks noGrp="1"/>
          </p:cNvSpPr>
          <p:nvPr>
            <p:ph type="sldNum" sz="quarter" idx="12"/>
          </p:nvPr>
        </p:nvSpPr>
        <p:spPr/>
        <p:txBody>
          <a:bodyPr/>
          <a:lstStyle>
            <a:lvl1pPr>
              <a:defRPr/>
            </a:lvl1pPr>
          </a:lstStyle>
          <a:p>
            <a:fld id="{EA34C4F7-B20F-45D7-BF7D-15032E468A80}" type="slidenum">
              <a:rPr lang="en-US" altLang="en-US"/>
              <a:pPr/>
              <a:t>‹#›</a:t>
            </a:fld>
            <a:endParaRPr lang="en-US" altLang="en-US"/>
          </a:p>
        </p:txBody>
      </p:sp>
    </p:spTree>
    <p:extLst>
      <p:ext uri="{BB962C8B-B14F-4D97-AF65-F5344CB8AC3E}">
        <p14:creationId xmlns:p14="http://schemas.microsoft.com/office/powerpoint/2010/main" val="148369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r>
              <a:rPr lang="en-US"/>
              <a:t>Sept 1, 2016</a:t>
            </a:r>
            <a:endParaRPr lang="en-US" altLang="en-US"/>
          </a:p>
        </p:txBody>
      </p:sp>
      <p:sp>
        <p:nvSpPr>
          <p:cNvPr id="4"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5" name="Slide Number Placeholder 5"/>
          <p:cNvSpPr>
            <a:spLocks noGrp="1"/>
          </p:cNvSpPr>
          <p:nvPr>
            <p:ph type="sldNum" sz="quarter" idx="12"/>
          </p:nvPr>
        </p:nvSpPr>
        <p:spPr/>
        <p:txBody>
          <a:bodyPr/>
          <a:lstStyle>
            <a:lvl1pPr>
              <a:defRPr/>
            </a:lvl1pPr>
          </a:lstStyle>
          <a:p>
            <a:fld id="{85086E49-EEEB-41A9-A43F-ADCBB9D40B27}" type="slidenum">
              <a:rPr lang="en-US" altLang="en-US"/>
              <a:pPr/>
              <a:t>‹#›</a:t>
            </a:fld>
            <a:endParaRPr lang="en-US" altLang="en-US"/>
          </a:p>
        </p:txBody>
      </p:sp>
    </p:spTree>
    <p:extLst>
      <p:ext uri="{BB962C8B-B14F-4D97-AF65-F5344CB8AC3E}">
        <p14:creationId xmlns:p14="http://schemas.microsoft.com/office/powerpoint/2010/main" val="31448527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r>
              <a:rPr lang="en-US"/>
              <a:t>Sept 1, 2016</a:t>
            </a:r>
            <a:endParaRPr lang="en-US" altLang="en-US"/>
          </a:p>
        </p:txBody>
      </p:sp>
      <p:sp>
        <p:nvSpPr>
          <p:cNvPr id="3"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4" name="Slide Number Placeholder 5"/>
          <p:cNvSpPr>
            <a:spLocks noGrp="1"/>
          </p:cNvSpPr>
          <p:nvPr>
            <p:ph type="sldNum" sz="quarter" idx="12"/>
          </p:nvPr>
        </p:nvSpPr>
        <p:spPr/>
        <p:txBody>
          <a:bodyPr/>
          <a:lstStyle>
            <a:lvl1pPr>
              <a:defRPr/>
            </a:lvl1pPr>
          </a:lstStyle>
          <a:p>
            <a:fld id="{C2B81436-6B2F-430A-AFF7-8AF101336568}" type="slidenum">
              <a:rPr lang="en-US" altLang="en-US"/>
              <a:pPr/>
              <a:t>‹#›</a:t>
            </a:fld>
            <a:endParaRPr lang="en-US" altLang="en-US"/>
          </a:p>
        </p:txBody>
      </p:sp>
    </p:spTree>
    <p:extLst>
      <p:ext uri="{BB962C8B-B14F-4D97-AF65-F5344CB8AC3E}">
        <p14:creationId xmlns:p14="http://schemas.microsoft.com/office/powerpoint/2010/main" val="7111828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US"/>
              <a:t>Sept 1, 2016</a:t>
            </a:r>
            <a:endParaRPr lang="en-US" altLang="en-US"/>
          </a:p>
        </p:txBody>
      </p:sp>
      <p:sp>
        <p:nvSpPr>
          <p:cNvPr id="6"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7" name="Slide Number Placeholder 5"/>
          <p:cNvSpPr>
            <a:spLocks noGrp="1"/>
          </p:cNvSpPr>
          <p:nvPr>
            <p:ph type="sldNum" sz="quarter" idx="12"/>
          </p:nvPr>
        </p:nvSpPr>
        <p:spPr/>
        <p:txBody>
          <a:bodyPr/>
          <a:lstStyle>
            <a:lvl1pPr>
              <a:defRPr/>
            </a:lvl1pPr>
          </a:lstStyle>
          <a:p>
            <a:fld id="{65C9E74B-A4B4-4166-9B14-B79F0EF69467}" type="slidenum">
              <a:rPr lang="en-US" altLang="en-US"/>
              <a:pPr/>
              <a:t>‹#›</a:t>
            </a:fld>
            <a:endParaRPr lang="en-US" altLang="en-US"/>
          </a:p>
        </p:txBody>
      </p:sp>
    </p:spTree>
    <p:extLst>
      <p:ext uri="{BB962C8B-B14F-4D97-AF65-F5344CB8AC3E}">
        <p14:creationId xmlns:p14="http://schemas.microsoft.com/office/powerpoint/2010/main" val="3583766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US"/>
              <a:t>Sept 1, 2016</a:t>
            </a:r>
            <a:endParaRPr lang="en-US" altLang="en-US"/>
          </a:p>
        </p:txBody>
      </p:sp>
      <p:sp>
        <p:nvSpPr>
          <p:cNvPr id="6"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7" name="Slide Number Placeholder 5"/>
          <p:cNvSpPr>
            <a:spLocks noGrp="1"/>
          </p:cNvSpPr>
          <p:nvPr>
            <p:ph type="sldNum" sz="quarter" idx="12"/>
          </p:nvPr>
        </p:nvSpPr>
        <p:spPr/>
        <p:txBody>
          <a:bodyPr/>
          <a:lstStyle>
            <a:lvl1pPr>
              <a:defRPr/>
            </a:lvl1pPr>
          </a:lstStyle>
          <a:p>
            <a:fld id="{C2D17EFD-9D5C-4516-A7A7-DC4489458E08}" type="slidenum">
              <a:rPr lang="en-US" altLang="en-US"/>
              <a:pPr/>
              <a:t>‹#›</a:t>
            </a:fld>
            <a:endParaRPr lang="en-US" altLang="en-US"/>
          </a:p>
        </p:txBody>
      </p:sp>
    </p:spTree>
    <p:extLst>
      <p:ext uri="{BB962C8B-B14F-4D97-AF65-F5344CB8AC3E}">
        <p14:creationId xmlns:p14="http://schemas.microsoft.com/office/powerpoint/2010/main" val="18912349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r>
              <a:rPr lang="en-US"/>
              <a:t>Sept 1, 2016</a:t>
            </a: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6" name="Slide Number Placeholder 5"/>
          <p:cNvSpPr>
            <a:spLocks noGrp="1"/>
          </p:cNvSpPr>
          <p:nvPr>
            <p:ph type="sldNum" sz="quarter" idx="12"/>
          </p:nvPr>
        </p:nvSpPr>
        <p:spPr/>
        <p:txBody>
          <a:bodyPr/>
          <a:lstStyle>
            <a:lvl1pPr>
              <a:defRPr/>
            </a:lvl1pPr>
          </a:lstStyle>
          <a:p>
            <a:fld id="{7583B66D-7F58-4899-A5FF-8A08218C9EC3}" type="slidenum">
              <a:rPr lang="en-US" altLang="en-US"/>
              <a:pPr/>
              <a:t>‹#›</a:t>
            </a:fld>
            <a:endParaRPr lang="en-US" altLang="en-US"/>
          </a:p>
        </p:txBody>
      </p:sp>
    </p:spTree>
    <p:extLst>
      <p:ext uri="{BB962C8B-B14F-4D97-AF65-F5344CB8AC3E}">
        <p14:creationId xmlns:p14="http://schemas.microsoft.com/office/powerpoint/2010/main" val="18748942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r>
              <a:rPr lang="en-US"/>
              <a:t>Sept 1, 2016</a:t>
            </a: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6" name="Slide Number Placeholder 5"/>
          <p:cNvSpPr>
            <a:spLocks noGrp="1"/>
          </p:cNvSpPr>
          <p:nvPr>
            <p:ph type="sldNum" sz="quarter" idx="12"/>
          </p:nvPr>
        </p:nvSpPr>
        <p:spPr/>
        <p:txBody>
          <a:bodyPr/>
          <a:lstStyle>
            <a:lvl1pPr>
              <a:defRPr/>
            </a:lvl1pPr>
          </a:lstStyle>
          <a:p>
            <a:fld id="{11E8DB16-4751-4919-8043-74A6416DB728}" type="slidenum">
              <a:rPr lang="en-US" altLang="en-US"/>
              <a:pPr/>
              <a:t>‹#›</a:t>
            </a:fld>
            <a:endParaRPr lang="en-US" altLang="en-US"/>
          </a:p>
        </p:txBody>
      </p:sp>
    </p:spTree>
    <p:extLst>
      <p:ext uri="{BB962C8B-B14F-4D97-AF65-F5344CB8AC3E}">
        <p14:creationId xmlns:p14="http://schemas.microsoft.com/office/powerpoint/2010/main" val="28326351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GB"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GB" smtClean="0"/>
              <a:t>Click to edit Master text styles</a:t>
            </a:r>
          </a:p>
          <a:p>
            <a:pPr lvl="1"/>
            <a:r>
              <a:rPr lang="en-US" altLang="en-GB" smtClean="0"/>
              <a:t>Second level</a:t>
            </a:r>
          </a:p>
          <a:p>
            <a:pPr lvl="2"/>
            <a:r>
              <a:rPr lang="en-US" altLang="en-GB" smtClean="0"/>
              <a:t>Third level</a:t>
            </a:r>
          </a:p>
          <a:p>
            <a:pPr lvl="3"/>
            <a:r>
              <a:rPr lang="en-US" altLang="en-GB" smtClean="0"/>
              <a:t>Fourth level</a:t>
            </a:r>
          </a:p>
          <a:p>
            <a:pPr lvl="4"/>
            <a:r>
              <a:rPr lang="en-US" altLang="en-GB"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charset="0"/>
              </a:defRPr>
            </a:lvl1pPr>
          </a:lstStyle>
          <a:p>
            <a:pPr>
              <a:defRPr/>
            </a:pPr>
            <a:r>
              <a:rPr lang="en-US"/>
              <a:t>Sept 1, 2016</a:t>
            </a:r>
            <a:endParaRPr lang="en-US" alt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charset="0"/>
              </a:defRPr>
            </a:lvl1pPr>
          </a:lstStyle>
          <a:p>
            <a:pPr>
              <a:defRPr/>
            </a:pPr>
            <a:r>
              <a:rPr lang="en-US" altLang="en-US"/>
              <a:t>Theory of Automata</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3E469315-17F7-408B-8121-9ACD1D0FB283}"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872" r:id="rId1"/>
    <p:sldLayoutId id="2147483873" r:id="rId2"/>
    <p:sldLayoutId id="2147483874" r:id="rId3"/>
    <p:sldLayoutId id="2147483875" r:id="rId4"/>
    <p:sldLayoutId id="2147483876" r:id="rId5"/>
    <p:sldLayoutId id="2147483877" r:id="rId6"/>
    <p:sldLayoutId id="2147483878" r:id="rId7"/>
    <p:sldLayoutId id="2147483879" r:id="rId8"/>
    <p:sldLayoutId id="2147483880" r:id="rId9"/>
    <p:sldLayoutId id="2147483881" r:id="rId10"/>
    <p:sldLayoutId id="2147483882" r:id="rId11"/>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w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4.wmf"/></Relationships>
</file>

<file path=ppt/slides/_rels/slide1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1.wmf"/></Relationships>
</file>

<file path=ppt/slides/_rels/slide18.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15.wmf"/></Relationships>
</file>

<file path=ppt/slides/_rels/slide20.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17.wmf"/></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21.wmf"/></Relationships>
</file>

<file path=ppt/slides/_rels/slide26.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23.wmf"/></Relationships>
</file>

<file path=ppt/slides/_rels/slide28.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24.wmf"/></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oleObject" Target="../embeddings/oleObject6.bin"/><Relationship Id="rId3" Type="http://schemas.openxmlformats.org/officeDocument/2006/relationships/notesSlide" Target="../notesSlides/notesSlide37.xml"/><Relationship Id="rId7" Type="http://schemas.openxmlformats.org/officeDocument/2006/relationships/image" Target="../media/image33.wmf"/><Relationship Id="rId12" Type="http://schemas.openxmlformats.org/officeDocument/2006/relationships/oleObject" Target="../embeddings/oleObject5.bin"/><Relationship Id="rId17" Type="http://schemas.openxmlformats.org/officeDocument/2006/relationships/image" Target="../media/image37.wmf"/><Relationship Id="rId2" Type="http://schemas.openxmlformats.org/officeDocument/2006/relationships/slideLayout" Target="../slideLayouts/slideLayout7.xml"/><Relationship Id="rId16" Type="http://schemas.openxmlformats.org/officeDocument/2006/relationships/oleObject" Target="../embeddings/oleObject8.bin"/><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35.wmf"/><Relationship Id="rId5" Type="http://schemas.openxmlformats.org/officeDocument/2006/relationships/image" Target="../media/image32.wmf"/><Relationship Id="rId15" Type="http://schemas.openxmlformats.org/officeDocument/2006/relationships/image" Target="../media/image36.w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34.wmf"/><Relationship Id="rId14" Type="http://schemas.openxmlformats.org/officeDocument/2006/relationships/oleObject" Target="../embeddings/oleObject7.bin"/></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11.bin"/><Relationship Id="rId13" Type="http://schemas.openxmlformats.org/officeDocument/2006/relationships/oleObject" Target="../embeddings/oleObject14.bin"/><Relationship Id="rId3" Type="http://schemas.openxmlformats.org/officeDocument/2006/relationships/notesSlide" Target="../notesSlides/notesSlide38.xml"/><Relationship Id="rId7" Type="http://schemas.openxmlformats.org/officeDocument/2006/relationships/image" Target="../media/image33.wmf"/><Relationship Id="rId12" Type="http://schemas.openxmlformats.org/officeDocument/2006/relationships/oleObject" Target="../embeddings/oleObject13.bin"/><Relationship Id="rId17" Type="http://schemas.openxmlformats.org/officeDocument/2006/relationships/image" Target="../media/image37.wmf"/><Relationship Id="rId2" Type="http://schemas.openxmlformats.org/officeDocument/2006/relationships/slideLayout" Target="../slideLayouts/slideLayout7.xml"/><Relationship Id="rId16" Type="http://schemas.openxmlformats.org/officeDocument/2006/relationships/oleObject" Target="../embeddings/oleObject16.bin"/><Relationship Id="rId1" Type="http://schemas.openxmlformats.org/officeDocument/2006/relationships/vmlDrawing" Target="../drawings/vmlDrawing2.vml"/><Relationship Id="rId6" Type="http://schemas.openxmlformats.org/officeDocument/2006/relationships/oleObject" Target="../embeddings/oleObject10.bin"/><Relationship Id="rId11" Type="http://schemas.openxmlformats.org/officeDocument/2006/relationships/image" Target="../media/image35.wmf"/><Relationship Id="rId5" Type="http://schemas.openxmlformats.org/officeDocument/2006/relationships/image" Target="../media/image32.wmf"/><Relationship Id="rId15" Type="http://schemas.openxmlformats.org/officeDocument/2006/relationships/image" Target="../media/image36.wmf"/><Relationship Id="rId10" Type="http://schemas.openxmlformats.org/officeDocument/2006/relationships/oleObject" Target="../embeddings/oleObject12.bin"/><Relationship Id="rId4" Type="http://schemas.openxmlformats.org/officeDocument/2006/relationships/oleObject" Target="../embeddings/oleObject9.bin"/><Relationship Id="rId9" Type="http://schemas.openxmlformats.org/officeDocument/2006/relationships/image" Target="../media/image34.wmf"/><Relationship Id="rId14" Type="http://schemas.openxmlformats.org/officeDocument/2006/relationships/oleObject" Target="../embeddings/oleObject15.bin"/></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19.bin"/><Relationship Id="rId13" Type="http://schemas.openxmlformats.org/officeDocument/2006/relationships/oleObject" Target="../embeddings/oleObject22.bin"/><Relationship Id="rId3" Type="http://schemas.openxmlformats.org/officeDocument/2006/relationships/notesSlide" Target="../notesSlides/notesSlide39.xml"/><Relationship Id="rId7" Type="http://schemas.openxmlformats.org/officeDocument/2006/relationships/image" Target="../media/image33.wmf"/><Relationship Id="rId12" Type="http://schemas.openxmlformats.org/officeDocument/2006/relationships/oleObject" Target="../embeddings/oleObject21.bin"/><Relationship Id="rId17" Type="http://schemas.openxmlformats.org/officeDocument/2006/relationships/image" Target="../media/image37.wmf"/><Relationship Id="rId2" Type="http://schemas.openxmlformats.org/officeDocument/2006/relationships/slideLayout" Target="../slideLayouts/slideLayout7.xml"/><Relationship Id="rId16" Type="http://schemas.openxmlformats.org/officeDocument/2006/relationships/oleObject" Target="../embeddings/oleObject24.bin"/><Relationship Id="rId1" Type="http://schemas.openxmlformats.org/officeDocument/2006/relationships/vmlDrawing" Target="../drawings/vmlDrawing3.vml"/><Relationship Id="rId6" Type="http://schemas.openxmlformats.org/officeDocument/2006/relationships/oleObject" Target="../embeddings/oleObject18.bin"/><Relationship Id="rId11" Type="http://schemas.openxmlformats.org/officeDocument/2006/relationships/image" Target="../media/image35.wmf"/><Relationship Id="rId5" Type="http://schemas.openxmlformats.org/officeDocument/2006/relationships/image" Target="../media/image32.wmf"/><Relationship Id="rId15" Type="http://schemas.openxmlformats.org/officeDocument/2006/relationships/image" Target="../media/image36.wmf"/><Relationship Id="rId10" Type="http://schemas.openxmlformats.org/officeDocument/2006/relationships/oleObject" Target="../embeddings/oleObject20.bin"/><Relationship Id="rId4" Type="http://schemas.openxmlformats.org/officeDocument/2006/relationships/oleObject" Target="../embeddings/oleObject17.bin"/><Relationship Id="rId9" Type="http://schemas.openxmlformats.org/officeDocument/2006/relationships/image" Target="../media/image34.wmf"/><Relationship Id="rId14" Type="http://schemas.openxmlformats.org/officeDocument/2006/relationships/oleObject" Target="../embeddings/oleObject23.bin"/></Relationships>
</file>

<file path=ppt/slides/_rels/slide45.xml.rels><?xml version="1.0" encoding="UTF-8" standalone="yes"?>
<Relationships xmlns="http://schemas.openxmlformats.org/package/2006/relationships"><Relationship Id="rId8" Type="http://schemas.openxmlformats.org/officeDocument/2006/relationships/image" Target="../media/image36.wmf"/><Relationship Id="rId13" Type="http://schemas.openxmlformats.org/officeDocument/2006/relationships/oleObject" Target="../embeddings/oleObject30.bin"/><Relationship Id="rId3" Type="http://schemas.openxmlformats.org/officeDocument/2006/relationships/notesSlide" Target="../notesSlides/notesSlide40.xml"/><Relationship Id="rId7" Type="http://schemas.openxmlformats.org/officeDocument/2006/relationships/oleObject" Target="../embeddings/oleObject27.bin"/><Relationship Id="rId12" Type="http://schemas.openxmlformats.org/officeDocument/2006/relationships/image" Target="../media/image33.wmf"/><Relationship Id="rId17" Type="http://schemas.openxmlformats.org/officeDocument/2006/relationships/oleObject" Target="../embeddings/oleObject33.bin"/><Relationship Id="rId2" Type="http://schemas.openxmlformats.org/officeDocument/2006/relationships/slideLayout" Target="../slideLayouts/slideLayout7.xml"/><Relationship Id="rId16" Type="http://schemas.openxmlformats.org/officeDocument/2006/relationships/oleObject" Target="../embeddings/oleObject32.bin"/><Relationship Id="rId1" Type="http://schemas.openxmlformats.org/officeDocument/2006/relationships/vmlDrawing" Target="../drawings/vmlDrawing4.vml"/><Relationship Id="rId6" Type="http://schemas.openxmlformats.org/officeDocument/2006/relationships/oleObject" Target="../embeddings/oleObject26.bin"/><Relationship Id="rId11" Type="http://schemas.openxmlformats.org/officeDocument/2006/relationships/oleObject" Target="../embeddings/oleObject29.bin"/><Relationship Id="rId5" Type="http://schemas.openxmlformats.org/officeDocument/2006/relationships/image" Target="../media/image35.wmf"/><Relationship Id="rId15" Type="http://schemas.openxmlformats.org/officeDocument/2006/relationships/oleObject" Target="../embeddings/oleObject31.bin"/><Relationship Id="rId10" Type="http://schemas.openxmlformats.org/officeDocument/2006/relationships/image" Target="../media/image32.wmf"/><Relationship Id="rId4" Type="http://schemas.openxmlformats.org/officeDocument/2006/relationships/oleObject" Target="../embeddings/oleObject25.bin"/><Relationship Id="rId9" Type="http://schemas.openxmlformats.org/officeDocument/2006/relationships/oleObject" Target="../embeddings/oleObject28.bin"/><Relationship Id="rId14" Type="http://schemas.openxmlformats.org/officeDocument/2006/relationships/image" Target="../media/image34.wmf"/></Relationships>
</file>

<file path=ppt/slides/_rels/slide46.xml.rels><?xml version="1.0" encoding="UTF-8" standalone="yes"?>
<Relationships xmlns="http://schemas.openxmlformats.org/package/2006/relationships"><Relationship Id="rId8" Type="http://schemas.openxmlformats.org/officeDocument/2006/relationships/image" Target="../media/image36.wmf"/><Relationship Id="rId13" Type="http://schemas.openxmlformats.org/officeDocument/2006/relationships/oleObject" Target="../embeddings/oleObject39.bin"/><Relationship Id="rId3" Type="http://schemas.openxmlformats.org/officeDocument/2006/relationships/notesSlide" Target="../notesSlides/notesSlide41.xml"/><Relationship Id="rId7" Type="http://schemas.openxmlformats.org/officeDocument/2006/relationships/oleObject" Target="../embeddings/oleObject36.bin"/><Relationship Id="rId12" Type="http://schemas.openxmlformats.org/officeDocument/2006/relationships/image" Target="../media/image33.wmf"/><Relationship Id="rId17" Type="http://schemas.openxmlformats.org/officeDocument/2006/relationships/oleObject" Target="../embeddings/oleObject42.bin"/><Relationship Id="rId2" Type="http://schemas.openxmlformats.org/officeDocument/2006/relationships/slideLayout" Target="../slideLayouts/slideLayout7.xml"/><Relationship Id="rId16" Type="http://schemas.openxmlformats.org/officeDocument/2006/relationships/oleObject" Target="../embeddings/oleObject41.bin"/><Relationship Id="rId1" Type="http://schemas.openxmlformats.org/officeDocument/2006/relationships/vmlDrawing" Target="../drawings/vmlDrawing5.vml"/><Relationship Id="rId6" Type="http://schemas.openxmlformats.org/officeDocument/2006/relationships/oleObject" Target="../embeddings/oleObject35.bin"/><Relationship Id="rId11" Type="http://schemas.openxmlformats.org/officeDocument/2006/relationships/oleObject" Target="../embeddings/oleObject38.bin"/><Relationship Id="rId5" Type="http://schemas.openxmlformats.org/officeDocument/2006/relationships/image" Target="../media/image35.wmf"/><Relationship Id="rId15" Type="http://schemas.openxmlformats.org/officeDocument/2006/relationships/oleObject" Target="../embeddings/oleObject40.bin"/><Relationship Id="rId10" Type="http://schemas.openxmlformats.org/officeDocument/2006/relationships/image" Target="../media/image32.wmf"/><Relationship Id="rId4" Type="http://schemas.openxmlformats.org/officeDocument/2006/relationships/oleObject" Target="../embeddings/oleObject34.bin"/><Relationship Id="rId9" Type="http://schemas.openxmlformats.org/officeDocument/2006/relationships/oleObject" Target="../embeddings/oleObject37.bin"/><Relationship Id="rId14" Type="http://schemas.openxmlformats.org/officeDocument/2006/relationships/image" Target="../media/image34.wmf"/></Relationships>
</file>

<file path=ppt/slides/_rels/slide47.xml.rels><?xml version="1.0" encoding="UTF-8" standalone="yes"?>
<Relationships xmlns="http://schemas.openxmlformats.org/package/2006/relationships"><Relationship Id="rId8" Type="http://schemas.openxmlformats.org/officeDocument/2006/relationships/image" Target="../media/image36.wmf"/><Relationship Id="rId13" Type="http://schemas.openxmlformats.org/officeDocument/2006/relationships/oleObject" Target="../embeddings/oleObject48.bin"/><Relationship Id="rId3" Type="http://schemas.openxmlformats.org/officeDocument/2006/relationships/notesSlide" Target="../notesSlides/notesSlide42.xml"/><Relationship Id="rId7" Type="http://schemas.openxmlformats.org/officeDocument/2006/relationships/oleObject" Target="../embeddings/oleObject45.bin"/><Relationship Id="rId12" Type="http://schemas.openxmlformats.org/officeDocument/2006/relationships/image" Target="../media/image33.wmf"/><Relationship Id="rId17" Type="http://schemas.openxmlformats.org/officeDocument/2006/relationships/oleObject" Target="../embeddings/oleObject51.bin"/><Relationship Id="rId2" Type="http://schemas.openxmlformats.org/officeDocument/2006/relationships/slideLayout" Target="../slideLayouts/slideLayout7.xml"/><Relationship Id="rId16" Type="http://schemas.openxmlformats.org/officeDocument/2006/relationships/oleObject" Target="../embeddings/oleObject50.bin"/><Relationship Id="rId1" Type="http://schemas.openxmlformats.org/officeDocument/2006/relationships/vmlDrawing" Target="../drawings/vmlDrawing6.vml"/><Relationship Id="rId6" Type="http://schemas.openxmlformats.org/officeDocument/2006/relationships/oleObject" Target="../embeddings/oleObject44.bin"/><Relationship Id="rId11" Type="http://schemas.openxmlformats.org/officeDocument/2006/relationships/oleObject" Target="../embeddings/oleObject47.bin"/><Relationship Id="rId5" Type="http://schemas.openxmlformats.org/officeDocument/2006/relationships/image" Target="../media/image35.wmf"/><Relationship Id="rId15" Type="http://schemas.openxmlformats.org/officeDocument/2006/relationships/oleObject" Target="../embeddings/oleObject49.bin"/><Relationship Id="rId10" Type="http://schemas.openxmlformats.org/officeDocument/2006/relationships/image" Target="../media/image32.wmf"/><Relationship Id="rId4" Type="http://schemas.openxmlformats.org/officeDocument/2006/relationships/oleObject" Target="../embeddings/oleObject43.bin"/><Relationship Id="rId9" Type="http://schemas.openxmlformats.org/officeDocument/2006/relationships/oleObject" Target="../embeddings/oleObject46.bin"/><Relationship Id="rId14" Type="http://schemas.openxmlformats.org/officeDocument/2006/relationships/image" Target="../media/image34.wmf"/></Relationships>
</file>

<file path=ppt/slides/_rels/slide48.xml.rels><?xml version="1.0" encoding="UTF-8" standalone="yes"?>
<Relationships xmlns="http://schemas.openxmlformats.org/package/2006/relationships"><Relationship Id="rId8" Type="http://schemas.openxmlformats.org/officeDocument/2006/relationships/image" Target="../media/image36.wmf"/><Relationship Id="rId13" Type="http://schemas.openxmlformats.org/officeDocument/2006/relationships/oleObject" Target="../embeddings/oleObject57.bin"/><Relationship Id="rId3" Type="http://schemas.openxmlformats.org/officeDocument/2006/relationships/notesSlide" Target="../notesSlides/notesSlide43.xml"/><Relationship Id="rId7" Type="http://schemas.openxmlformats.org/officeDocument/2006/relationships/oleObject" Target="../embeddings/oleObject54.bin"/><Relationship Id="rId12" Type="http://schemas.openxmlformats.org/officeDocument/2006/relationships/image" Target="../media/image33.wmf"/><Relationship Id="rId17" Type="http://schemas.openxmlformats.org/officeDocument/2006/relationships/oleObject" Target="../embeddings/oleObject60.bin"/><Relationship Id="rId2" Type="http://schemas.openxmlformats.org/officeDocument/2006/relationships/slideLayout" Target="../slideLayouts/slideLayout7.xml"/><Relationship Id="rId16" Type="http://schemas.openxmlformats.org/officeDocument/2006/relationships/oleObject" Target="../embeddings/oleObject59.bin"/><Relationship Id="rId1" Type="http://schemas.openxmlformats.org/officeDocument/2006/relationships/vmlDrawing" Target="../drawings/vmlDrawing7.vml"/><Relationship Id="rId6" Type="http://schemas.openxmlformats.org/officeDocument/2006/relationships/oleObject" Target="../embeddings/oleObject53.bin"/><Relationship Id="rId11" Type="http://schemas.openxmlformats.org/officeDocument/2006/relationships/oleObject" Target="../embeddings/oleObject56.bin"/><Relationship Id="rId5" Type="http://schemas.openxmlformats.org/officeDocument/2006/relationships/image" Target="../media/image35.wmf"/><Relationship Id="rId15" Type="http://schemas.openxmlformats.org/officeDocument/2006/relationships/oleObject" Target="../embeddings/oleObject58.bin"/><Relationship Id="rId10" Type="http://schemas.openxmlformats.org/officeDocument/2006/relationships/image" Target="../media/image32.wmf"/><Relationship Id="rId4" Type="http://schemas.openxmlformats.org/officeDocument/2006/relationships/oleObject" Target="../embeddings/oleObject52.bin"/><Relationship Id="rId9" Type="http://schemas.openxmlformats.org/officeDocument/2006/relationships/oleObject" Target="../embeddings/oleObject55.bin"/><Relationship Id="rId14" Type="http://schemas.openxmlformats.org/officeDocument/2006/relationships/image" Target="../media/image34.wmf"/></Relationships>
</file>

<file path=ppt/slides/_rels/slide49.xml.rels><?xml version="1.0" encoding="UTF-8" standalone="yes"?>
<Relationships xmlns="http://schemas.openxmlformats.org/package/2006/relationships"><Relationship Id="rId8" Type="http://schemas.openxmlformats.org/officeDocument/2006/relationships/image" Target="../media/image36.wmf"/><Relationship Id="rId13" Type="http://schemas.openxmlformats.org/officeDocument/2006/relationships/oleObject" Target="../embeddings/oleObject66.bin"/><Relationship Id="rId3" Type="http://schemas.openxmlformats.org/officeDocument/2006/relationships/notesSlide" Target="../notesSlides/notesSlide44.xml"/><Relationship Id="rId7" Type="http://schemas.openxmlformats.org/officeDocument/2006/relationships/oleObject" Target="../embeddings/oleObject63.bin"/><Relationship Id="rId12" Type="http://schemas.openxmlformats.org/officeDocument/2006/relationships/image" Target="../media/image33.wmf"/><Relationship Id="rId17" Type="http://schemas.openxmlformats.org/officeDocument/2006/relationships/oleObject" Target="../embeddings/oleObject69.bin"/><Relationship Id="rId2" Type="http://schemas.openxmlformats.org/officeDocument/2006/relationships/slideLayout" Target="../slideLayouts/slideLayout7.xml"/><Relationship Id="rId16" Type="http://schemas.openxmlformats.org/officeDocument/2006/relationships/oleObject" Target="../embeddings/oleObject68.bin"/><Relationship Id="rId1" Type="http://schemas.openxmlformats.org/officeDocument/2006/relationships/vmlDrawing" Target="../drawings/vmlDrawing8.vml"/><Relationship Id="rId6" Type="http://schemas.openxmlformats.org/officeDocument/2006/relationships/oleObject" Target="../embeddings/oleObject62.bin"/><Relationship Id="rId11" Type="http://schemas.openxmlformats.org/officeDocument/2006/relationships/oleObject" Target="../embeddings/oleObject65.bin"/><Relationship Id="rId5" Type="http://schemas.openxmlformats.org/officeDocument/2006/relationships/image" Target="../media/image35.wmf"/><Relationship Id="rId15" Type="http://schemas.openxmlformats.org/officeDocument/2006/relationships/oleObject" Target="../embeddings/oleObject67.bin"/><Relationship Id="rId10" Type="http://schemas.openxmlformats.org/officeDocument/2006/relationships/image" Target="../media/image32.wmf"/><Relationship Id="rId4" Type="http://schemas.openxmlformats.org/officeDocument/2006/relationships/oleObject" Target="../embeddings/oleObject61.bin"/><Relationship Id="rId9" Type="http://schemas.openxmlformats.org/officeDocument/2006/relationships/oleObject" Target="../embeddings/oleObject64.bin"/><Relationship Id="rId14" Type="http://schemas.openxmlformats.org/officeDocument/2006/relationships/image" Target="../media/image34.wmf"/></Relationships>
</file>

<file path=ppt/slides/_rels/slide50.xml.rels><?xml version="1.0" encoding="UTF-8" standalone="yes"?>
<Relationships xmlns="http://schemas.openxmlformats.org/package/2006/relationships"><Relationship Id="rId8" Type="http://schemas.openxmlformats.org/officeDocument/2006/relationships/image" Target="../media/image36.wmf"/><Relationship Id="rId13" Type="http://schemas.openxmlformats.org/officeDocument/2006/relationships/oleObject" Target="../embeddings/oleObject75.bin"/><Relationship Id="rId3" Type="http://schemas.openxmlformats.org/officeDocument/2006/relationships/notesSlide" Target="../notesSlides/notesSlide45.xml"/><Relationship Id="rId7" Type="http://schemas.openxmlformats.org/officeDocument/2006/relationships/oleObject" Target="../embeddings/oleObject72.bin"/><Relationship Id="rId12" Type="http://schemas.openxmlformats.org/officeDocument/2006/relationships/image" Target="../media/image33.wmf"/><Relationship Id="rId17" Type="http://schemas.openxmlformats.org/officeDocument/2006/relationships/image" Target="../media/image34.wmf"/><Relationship Id="rId2" Type="http://schemas.openxmlformats.org/officeDocument/2006/relationships/slideLayout" Target="../slideLayouts/slideLayout7.xml"/><Relationship Id="rId16" Type="http://schemas.openxmlformats.org/officeDocument/2006/relationships/oleObject" Target="../embeddings/oleObject78.bin"/><Relationship Id="rId1" Type="http://schemas.openxmlformats.org/officeDocument/2006/relationships/vmlDrawing" Target="../drawings/vmlDrawing9.vml"/><Relationship Id="rId6" Type="http://schemas.openxmlformats.org/officeDocument/2006/relationships/oleObject" Target="../embeddings/oleObject71.bin"/><Relationship Id="rId11" Type="http://schemas.openxmlformats.org/officeDocument/2006/relationships/oleObject" Target="../embeddings/oleObject74.bin"/><Relationship Id="rId5" Type="http://schemas.openxmlformats.org/officeDocument/2006/relationships/image" Target="../media/image35.wmf"/><Relationship Id="rId15" Type="http://schemas.openxmlformats.org/officeDocument/2006/relationships/oleObject" Target="../embeddings/oleObject77.bin"/><Relationship Id="rId10" Type="http://schemas.openxmlformats.org/officeDocument/2006/relationships/image" Target="../media/image32.wmf"/><Relationship Id="rId4" Type="http://schemas.openxmlformats.org/officeDocument/2006/relationships/oleObject" Target="../embeddings/oleObject70.bin"/><Relationship Id="rId9" Type="http://schemas.openxmlformats.org/officeDocument/2006/relationships/oleObject" Target="../embeddings/oleObject73.bin"/><Relationship Id="rId14" Type="http://schemas.openxmlformats.org/officeDocument/2006/relationships/oleObject" Target="../embeddings/oleObject76.bin"/></Relationships>
</file>

<file path=ppt/slides/_rels/slide51.xml.rels><?xml version="1.0" encoding="UTF-8" standalone="yes"?>
<Relationships xmlns="http://schemas.openxmlformats.org/package/2006/relationships"><Relationship Id="rId8" Type="http://schemas.openxmlformats.org/officeDocument/2006/relationships/image" Target="../media/image36.wmf"/><Relationship Id="rId13" Type="http://schemas.openxmlformats.org/officeDocument/2006/relationships/oleObject" Target="../embeddings/oleObject84.bin"/><Relationship Id="rId3" Type="http://schemas.openxmlformats.org/officeDocument/2006/relationships/notesSlide" Target="../notesSlides/notesSlide46.xml"/><Relationship Id="rId7" Type="http://schemas.openxmlformats.org/officeDocument/2006/relationships/oleObject" Target="../embeddings/oleObject81.bin"/><Relationship Id="rId12" Type="http://schemas.openxmlformats.org/officeDocument/2006/relationships/image" Target="../media/image33.wmf"/><Relationship Id="rId17" Type="http://schemas.openxmlformats.org/officeDocument/2006/relationships/image" Target="../media/image34.wmf"/><Relationship Id="rId2" Type="http://schemas.openxmlformats.org/officeDocument/2006/relationships/slideLayout" Target="../slideLayouts/slideLayout7.xml"/><Relationship Id="rId16" Type="http://schemas.openxmlformats.org/officeDocument/2006/relationships/oleObject" Target="../embeddings/oleObject87.bin"/><Relationship Id="rId1" Type="http://schemas.openxmlformats.org/officeDocument/2006/relationships/vmlDrawing" Target="../drawings/vmlDrawing10.vml"/><Relationship Id="rId6" Type="http://schemas.openxmlformats.org/officeDocument/2006/relationships/oleObject" Target="../embeddings/oleObject80.bin"/><Relationship Id="rId11" Type="http://schemas.openxmlformats.org/officeDocument/2006/relationships/oleObject" Target="../embeddings/oleObject83.bin"/><Relationship Id="rId5" Type="http://schemas.openxmlformats.org/officeDocument/2006/relationships/image" Target="../media/image35.wmf"/><Relationship Id="rId15" Type="http://schemas.openxmlformats.org/officeDocument/2006/relationships/oleObject" Target="../embeddings/oleObject86.bin"/><Relationship Id="rId10" Type="http://schemas.openxmlformats.org/officeDocument/2006/relationships/image" Target="../media/image32.wmf"/><Relationship Id="rId4" Type="http://schemas.openxmlformats.org/officeDocument/2006/relationships/oleObject" Target="../embeddings/oleObject79.bin"/><Relationship Id="rId9" Type="http://schemas.openxmlformats.org/officeDocument/2006/relationships/oleObject" Target="../embeddings/oleObject82.bin"/><Relationship Id="rId14" Type="http://schemas.openxmlformats.org/officeDocument/2006/relationships/oleObject" Target="../embeddings/oleObject85.bin"/></Relationships>
</file>

<file path=ppt/slides/_rels/slide52.xml.rels><?xml version="1.0" encoding="UTF-8" standalone="yes"?>
<Relationships xmlns="http://schemas.openxmlformats.org/package/2006/relationships"><Relationship Id="rId8" Type="http://schemas.openxmlformats.org/officeDocument/2006/relationships/image" Target="../media/image36.wmf"/><Relationship Id="rId13" Type="http://schemas.openxmlformats.org/officeDocument/2006/relationships/oleObject" Target="../embeddings/oleObject93.bin"/><Relationship Id="rId3" Type="http://schemas.openxmlformats.org/officeDocument/2006/relationships/notesSlide" Target="../notesSlides/notesSlide47.xml"/><Relationship Id="rId7" Type="http://schemas.openxmlformats.org/officeDocument/2006/relationships/oleObject" Target="../embeddings/oleObject90.bin"/><Relationship Id="rId12" Type="http://schemas.openxmlformats.org/officeDocument/2006/relationships/image" Target="../media/image33.wmf"/><Relationship Id="rId17" Type="http://schemas.openxmlformats.org/officeDocument/2006/relationships/image" Target="../media/image34.wmf"/><Relationship Id="rId2" Type="http://schemas.openxmlformats.org/officeDocument/2006/relationships/slideLayout" Target="../slideLayouts/slideLayout7.xml"/><Relationship Id="rId16" Type="http://schemas.openxmlformats.org/officeDocument/2006/relationships/oleObject" Target="../embeddings/oleObject96.bin"/><Relationship Id="rId1" Type="http://schemas.openxmlformats.org/officeDocument/2006/relationships/vmlDrawing" Target="../drawings/vmlDrawing11.vml"/><Relationship Id="rId6" Type="http://schemas.openxmlformats.org/officeDocument/2006/relationships/oleObject" Target="../embeddings/oleObject89.bin"/><Relationship Id="rId11" Type="http://schemas.openxmlformats.org/officeDocument/2006/relationships/oleObject" Target="../embeddings/oleObject92.bin"/><Relationship Id="rId5" Type="http://schemas.openxmlformats.org/officeDocument/2006/relationships/image" Target="../media/image35.wmf"/><Relationship Id="rId15" Type="http://schemas.openxmlformats.org/officeDocument/2006/relationships/oleObject" Target="../embeddings/oleObject95.bin"/><Relationship Id="rId10" Type="http://schemas.openxmlformats.org/officeDocument/2006/relationships/image" Target="../media/image32.wmf"/><Relationship Id="rId4" Type="http://schemas.openxmlformats.org/officeDocument/2006/relationships/oleObject" Target="../embeddings/oleObject88.bin"/><Relationship Id="rId9" Type="http://schemas.openxmlformats.org/officeDocument/2006/relationships/oleObject" Target="../embeddings/oleObject91.bin"/><Relationship Id="rId14" Type="http://schemas.openxmlformats.org/officeDocument/2006/relationships/oleObject" Target="../embeddings/oleObject94.bin"/></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8" Type="http://schemas.openxmlformats.org/officeDocument/2006/relationships/oleObject" Target="../embeddings/oleObject99.bin"/><Relationship Id="rId13" Type="http://schemas.openxmlformats.org/officeDocument/2006/relationships/image" Target="../media/image34.wmf"/><Relationship Id="rId3" Type="http://schemas.openxmlformats.org/officeDocument/2006/relationships/notesSlide" Target="../notesSlides/notesSlide49.xml"/><Relationship Id="rId7" Type="http://schemas.openxmlformats.org/officeDocument/2006/relationships/image" Target="../media/image36.wmf"/><Relationship Id="rId12" Type="http://schemas.openxmlformats.org/officeDocument/2006/relationships/oleObject" Target="../embeddings/oleObject101.bin"/><Relationship Id="rId17" Type="http://schemas.openxmlformats.org/officeDocument/2006/relationships/oleObject" Target="../embeddings/oleObject104.bin"/><Relationship Id="rId2" Type="http://schemas.openxmlformats.org/officeDocument/2006/relationships/slideLayout" Target="../slideLayouts/slideLayout7.xml"/><Relationship Id="rId16" Type="http://schemas.openxmlformats.org/officeDocument/2006/relationships/oleObject" Target="../embeddings/oleObject103.bin"/><Relationship Id="rId1" Type="http://schemas.openxmlformats.org/officeDocument/2006/relationships/vmlDrawing" Target="../drawings/vmlDrawing12.vml"/><Relationship Id="rId6" Type="http://schemas.openxmlformats.org/officeDocument/2006/relationships/oleObject" Target="../embeddings/oleObject98.bin"/><Relationship Id="rId11" Type="http://schemas.openxmlformats.org/officeDocument/2006/relationships/image" Target="../media/image33.wmf"/><Relationship Id="rId5" Type="http://schemas.openxmlformats.org/officeDocument/2006/relationships/image" Target="../media/image38.wmf"/><Relationship Id="rId15" Type="http://schemas.openxmlformats.org/officeDocument/2006/relationships/image" Target="../media/image35.wmf"/><Relationship Id="rId10" Type="http://schemas.openxmlformats.org/officeDocument/2006/relationships/oleObject" Target="../embeddings/oleObject100.bin"/><Relationship Id="rId4" Type="http://schemas.openxmlformats.org/officeDocument/2006/relationships/oleObject" Target="../embeddings/oleObject97.bin"/><Relationship Id="rId9" Type="http://schemas.openxmlformats.org/officeDocument/2006/relationships/image" Target="../media/image32.wmf"/><Relationship Id="rId14" Type="http://schemas.openxmlformats.org/officeDocument/2006/relationships/oleObject" Target="../embeddings/oleObject102.bin"/></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107.bin"/><Relationship Id="rId13" Type="http://schemas.openxmlformats.org/officeDocument/2006/relationships/image" Target="../media/image40.wmf"/><Relationship Id="rId3" Type="http://schemas.openxmlformats.org/officeDocument/2006/relationships/notesSlide" Target="../notesSlides/notesSlide50.xml"/><Relationship Id="rId7" Type="http://schemas.openxmlformats.org/officeDocument/2006/relationships/image" Target="../media/image39.wmf"/><Relationship Id="rId12" Type="http://schemas.openxmlformats.org/officeDocument/2006/relationships/oleObject" Target="../embeddings/oleObject109.bin"/><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oleObject" Target="../embeddings/oleObject106.bin"/><Relationship Id="rId11" Type="http://schemas.openxmlformats.org/officeDocument/2006/relationships/image" Target="../media/image36.wmf"/><Relationship Id="rId5" Type="http://schemas.openxmlformats.org/officeDocument/2006/relationships/image" Target="../media/image32.wmf"/><Relationship Id="rId15" Type="http://schemas.openxmlformats.org/officeDocument/2006/relationships/oleObject" Target="../embeddings/oleObject111.bin"/><Relationship Id="rId10" Type="http://schemas.openxmlformats.org/officeDocument/2006/relationships/oleObject" Target="../embeddings/oleObject108.bin"/><Relationship Id="rId4" Type="http://schemas.openxmlformats.org/officeDocument/2006/relationships/oleObject" Target="../embeddings/oleObject105.bin"/><Relationship Id="rId9" Type="http://schemas.openxmlformats.org/officeDocument/2006/relationships/image" Target="../media/image35.wmf"/><Relationship Id="rId14" Type="http://schemas.openxmlformats.org/officeDocument/2006/relationships/oleObject" Target="../embeddings/oleObject110.bin"/></Relationships>
</file>

<file path=ppt/slides/_rels/slide56.xml.rels><?xml version="1.0" encoding="UTF-8" standalone="yes"?>
<Relationships xmlns="http://schemas.openxmlformats.org/package/2006/relationships"><Relationship Id="rId8" Type="http://schemas.openxmlformats.org/officeDocument/2006/relationships/image" Target="../media/image32.wmf"/><Relationship Id="rId13" Type="http://schemas.openxmlformats.org/officeDocument/2006/relationships/image" Target="../media/image36.wmf"/><Relationship Id="rId18" Type="http://schemas.openxmlformats.org/officeDocument/2006/relationships/oleObject" Target="../embeddings/oleObject120.bin"/><Relationship Id="rId3" Type="http://schemas.openxmlformats.org/officeDocument/2006/relationships/notesSlide" Target="../notesSlides/notesSlide51.xml"/><Relationship Id="rId7" Type="http://schemas.openxmlformats.org/officeDocument/2006/relationships/oleObject" Target="../embeddings/oleObject114.bin"/><Relationship Id="rId12" Type="http://schemas.openxmlformats.org/officeDocument/2006/relationships/oleObject" Target="../embeddings/oleObject117.bin"/><Relationship Id="rId17" Type="http://schemas.openxmlformats.org/officeDocument/2006/relationships/image" Target="../media/image41.wmf"/><Relationship Id="rId2" Type="http://schemas.openxmlformats.org/officeDocument/2006/relationships/slideLayout" Target="../slideLayouts/slideLayout7.xml"/><Relationship Id="rId16" Type="http://schemas.openxmlformats.org/officeDocument/2006/relationships/oleObject" Target="../embeddings/oleObject119.bin"/><Relationship Id="rId1" Type="http://schemas.openxmlformats.org/officeDocument/2006/relationships/vmlDrawing" Target="../drawings/vmlDrawing14.vml"/><Relationship Id="rId6" Type="http://schemas.openxmlformats.org/officeDocument/2006/relationships/oleObject" Target="../embeddings/oleObject113.bin"/><Relationship Id="rId11" Type="http://schemas.openxmlformats.org/officeDocument/2006/relationships/oleObject" Target="../embeddings/oleObject116.bin"/><Relationship Id="rId5" Type="http://schemas.openxmlformats.org/officeDocument/2006/relationships/image" Target="../media/image35.wmf"/><Relationship Id="rId15" Type="http://schemas.openxmlformats.org/officeDocument/2006/relationships/image" Target="../media/image40.wmf"/><Relationship Id="rId10" Type="http://schemas.openxmlformats.org/officeDocument/2006/relationships/image" Target="../media/image39.wmf"/><Relationship Id="rId4" Type="http://schemas.openxmlformats.org/officeDocument/2006/relationships/oleObject" Target="../embeddings/oleObject112.bin"/><Relationship Id="rId9" Type="http://schemas.openxmlformats.org/officeDocument/2006/relationships/oleObject" Target="../embeddings/oleObject115.bin"/><Relationship Id="rId14" Type="http://schemas.openxmlformats.org/officeDocument/2006/relationships/oleObject" Target="../embeddings/oleObject118.bin"/></Relationships>
</file>

<file path=ppt/slides/_rels/slide57.xml.rels><?xml version="1.0" encoding="UTF-8" standalone="yes"?>
<Relationships xmlns="http://schemas.openxmlformats.org/package/2006/relationships"><Relationship Id="rId8" Type="http://schemas.openxmlformats.org/officeDocument/2006/relationships/image" Target="../media/image32.wmf"/><Relationship Id="rId13" Type="http://schemas.openxmlformats.org/officeDocument/2006/relationships/image" Target="../media/image36.wmf"/><Relationship Id="rId18" Type="http://schemas.openxmlformats.org/officeDocument/2006/relationships/oleObject" Target="../embeddings/oleObject129.bin"/><Relationship Id="rId3" Type="http://schemas.openxmlformats.org/officeDocument/2006/relationships/notesSlide" Target="../notesSlides/notesSlide52.xml"/><Relationship Id="rId7" Type="http://schemas.openxmlformats.org/officeDocument/2006/relationships/oleObject" Target="../embeddings/oleObject123.bin"/><Relationship Id="rId12" Type="http://schemas.openxmlformats.org/officeDocument/2006/relationships/oleObject" Target="../embeddings/oleObject126.bin"/><Relationship Id="rId17" Type="http://schemas.openxmlformats.org/officeDocument/2006/relationships/image" Target="../media/image41.wmf"/><Relationship Id="rId2" Type="http://schemas.openxmlformats.org/officeDocument/2006/relationships/slideLayout" Target="../slideLayouts/slideLayout7.xml"/><Relationship Id="rId16" Type="http://schemas.openxmlformats.org/officeDocument/2006/relationships/oleObject" Target="../embeddings/oleObject128.bin"/><Relationship Id="rId1" Type="http://schemas.openxmlformats.org/officeDocument/2006/relationships/vmlDrawing" Target="../drawings/vmlDrawing15.vml"/><Relationship Id="rId6" Type="http://schemas.openxmlformats.org/officeDocument/2006/relationships/oleObject" Target="../embeddings/oleObject122.bin"/><Relationship Id="rId11" Type="http://schemas.openxmlformats.org/officeDocument/2006/relationships/oleObject" Target="../embeddings/oleObject125.bin"/><Relationship Id="rId5" Type="http://schemas.openxmlformats.org/officeDocument/2006/relationships/image" Target="../media/image35.wmf"/><Relationship Id="rId15" Type="http://schemas.openxmlformats.org/officeDocument/2006/relationships/image" Target="../media/image40.wmf"/><Relationship Id="rId10" Type="http://schemas.openxmlformats.org/officeDocument/2006/relationships/image" Target="../media/image39.wmf"/><Relationship Id="rId4" Type="http://schemas.openxmlformats.org/officeDocument/2006/relationships/oleObject" Target="../embeddings/oleObject121.bin"/><Relationship Id="rId9" Type="http://schemas.openxmlformats.org/officeDocument/2006/relationships/oleObject" Target="../embeddings/oleObject124.bin"/><Relationship Id="rId14" Type="http://schemas.openxmlformats.org/officeDocument/2006/relationships/oleObject" Target="../embeddings/oleObject127.bin"/></Relationships>
</file>

<file path=ppt/slides/_rels/slide58.xml.rels><?xml version="1.0" encoding="UTF-8" standalone="yes"?>
<Relationships xmlns="http://schemas.openxmlformats.org/package/2006/relationships"><Relationship Id="rId8" Type="http://schemas.openxmlformats.org/officeDocument/2006/relationships/image" Target="../media/image32.wmf"/><Relationship Id="rId13" Type="http://schemas.openxmlformats.org/officeDocument/2006/relationships/image" Target="../media/image36.wmf"/><Relationship Id="rId18" Type="http://schemas.openxmlformats.org/officeDocument/2006/relationships/oleObject" Target="../embeddings/oleObject138.bin"/><Relationship Id="rId3" Type="http://schemas.openxmlformats.org/officeDocument/2006/relationships/notesSlide" Target="../notesSlides/notesSlide53.xml"/><Relationship Id="rId7" Type="http://schemas.openxmlformats.org/officeDocument/2006/relationships/oleObject" Target="../embeddings/oleObject132.bin"/><Relationship Id="rId12" Type="http://schemas.openxmlformats.org/officeDocument/2006/relationships/oleObject" Target="../embeddings/oleObject135.bin"/><Relationship Id="rId17" Type="http://schemas.openxmlformats.org/officeDocument/2006/relationships/image" Target="../media/image41.wmf"/><Relationship Id="rId2" Type="http://schemas.openxmlformats.org/officeDocument/2006/relationships/slideLayout" Target="../slideLayouts/slideLayout7.xml"/><Relationship Id="rId16" Type="http://schemas.openxmlformats.org/officeDocument/2006/relationships/oleObject" Target="../embeddings/oleObject137.bin"/><Relationship Id="rId1" Type="http://schemas.openxmlformats.org/officeDocument/2006/relationships/vmlDrawing" Target="../drawings/vmlDrawing16.vml"/><Relationship Id="rId6" Type="http://schemas.openxmlformats.org/officeDocument/2006/relationships/oleObject" Target="../embeddings/oleObject131.bin"/><Relationship Id="rId11" Type="http://schemas.openxmlformats.org/officeDocument/2006/relationships/oleObject" Target="../embeddings/oleObject134.bin"/><Relationship Id="rId5" Type="http://schemas.openxmlformats.org/officeDocument/2006/relationships/image" Target="../media/image35.wmf"/><Relationship Id="rId15" Type="http://schemas.openxmlformats.org/officeDocument/2006/relationships/image" Target="../media/image40.wmf"/><Relationship Id="rId10" Type="http://schemas.openxmlformats.org/officeDocument/2006/relationships/image" Target="../media/image39.wmf"/><Relationship Id="rId4" Type="http://schemas.openxmlformats.org/officeDocument/2006/relationships/oleObject" Target="../embeddings/oleObject130.bin"/><Relationship Id="rId9" Type="http://schemas.openxmlformats.org/officeDocument/2006/relationships/oleObject" Target="../embeddings/oleObject133.bin"/><Relationship Id="rId14" Type="http://schemas.openxmlformats.org/officeDocument/2006/relationships/oleObject" Target="../embeddings/oleObject136.bin"/></Relationships>
</file>

<file path=ppt/slides/_rels/slide59.xml.rels><?xml version="1.0" encoding="UTF-8" standalone="yes"?>
<Relationships xmlns="http://schemas.openxmlformats.org/package/2006/relationships"><Relationship Id="rId8" Type="http://schemas.openxmlformats.org/officeDocument/2006/relationships/image" Target="../media/image32.wmf"/><Relationship Id="rId13" Type="http://schemas.openxmlformats.org/officeDocument/2006/relationships/image" Target="../media/image36.wmf"/><Relationship Id="rId18" Type="http://schemas.openxmlformats.org/officeDocument/2006/relationships/oleObject" Target="../embeddings/oleObject147.bin"/><Relationship Id="rId3" Type="http://schemas.openxmlformats.org/officeDocument/2006/relationships/notesSlide" Target="../notesSlides/notesSlide54.xml"/><Relationship Id="rId7" Type="http://schemas.openxmlformats.org/officeDocument/2006/relationships/oleObject" Target="../embeddings/oleObject141.bin"/><Relationship Id="rId12" Type="http://schemas.openxmlformats.org/officeDocument/2006/relationships/oleObject" Target="../embeddings/oleObject144.bin"/><Relationship Id="rId17" Type="http://schemas.openxmlformats.org/officeDocument/2006/relationships/image" Target="../media/image41.wmf"/><Relationship Id="rId2" Type="http://schemas.openxmlformats.org/officeDocument/2006/relationships/slideLayout" Target="../slideLayouts/slideLayout7.xml"/><Relationship Id="rId16" Type="http://schemas.openxmlformats.org/officeDocument/2006/relationships/oleObject" Target="../embeddings/oleObject146.bin"/><Relationship Id="rId1" Type="http://schemas.openxmlformats.org/officeDocument/2006/relationships/vmlDrawing" Target="../drawings/vmlDrawing17.vml"/><Relationship Id="rId6" Type="http://schemas.openxmlformats.org/officeDocument/2006/relationships/oleObject" Target="../embeddings/oleObject140.bin"/><Relationship Id="rId11" Type="http://schemas.openxmlformats.org/officeDocument/2006/relationships/oleObject" Target="../embeddings/oleObject143.bin"/><Relationship Id="rId5" Type="http://schemas.openxmlformats.org/officeDocument/2006/relationships/image" Target="../media/image35.wmf"/><Relationship Id="rId15" Type="http://schemas.openxmlformats.org/officeDocument/2006/relationships/image" Target="../media/image40.wmf"/><Relationship Id="rId10" Type="http://schemas.openxmlformats.org/officeDocument/2006/relationships/image" Target="../media/image39.wmf"/><Relationship Id="rId4" Type="http://schemas.openxmlformats.org/officeDocument/2006/relationships/oleObject" Target="../embeddings/oleObject139.bin"/><Relationship Id="rId9" Type="http://schemas.openxmlformats.org/officeDocument/2006/relationships/oleObject" Target="../embeddings/oleObject142.bin"/><Relationship Id="rId14" Type="http://schemas.openxmlformats.org/officeDocument/2006/relationships/oleObject" Target="../embeddings/oleObject145.bin"/></Relationships>
</file>

<file path=ppt/slides/_rels/slide60.xml.rels><?xml version="1.0" encoding="UTF-8" standalone="yes"?>
<Relationships xmlns="http://schemas.openxmlformats.org/package/2006/relationships"><Relationship Id="rId8" Type="http://schemas.openxmlformats.org/officeDocument/2006/relationships/image" Target="../media/image32.wmf"/><Relationship Id="rId13" Type="http://schemas.openxmlformats.org/officeDocument/2006/relationships/image" Target="../media/image36.wmf"/><Relationship Id="rId18" Type="http://schemas.openxmlformats.org/officeDocument/2006/relationships/oleObject" Target="../embeddings/oleObject156.bin"/><Relationship Id="rId3" Type="http://schemas.openxmlformats.org/officeDocument/2006/relationships/notesSlide" Target="../notesSlides/notesSlide55.xml"/><Relationship Id="rId7" Type="http://schemas.openxmlformats.org/officeDocument/2006/relationships/oleObject" Target="../embeddings/oleObject150.bin"/><Relationship Id="rId12" Type="http://schemas.openxmlformats.org/officeDocument/2006/relationships/oleObject" Target="../embeddings/oleObject153.bin"/><Relationship Id="rId17" Type="http://schemas.openxmlformats.org/officeDocument/2006/relationships/image" Target="../media/image41.wmf"/><Relationship Id="rId2" Type="http://schemas.openxmlformats.org/officeDocument/2006/relationships/slideLayout" Target="../slideLayouts/slideLayout7.xml"/><Relationship Id="rId16" Type="http://schemas.openxmlformats.org/officeDocument/2006/relationships/oleObject" Target="../embeddings/oleObject155.bin"/><Relationship Id="rId20" Type="http://schemas.openxmlformats.org/officeDocument/2006/relationships/image" Target="../media/image42.wmf"/><Relationship Id="rId1" Type="http://schemas.openxmlformats.org/officeDocument/2006/relationships/vmlDrawing" Target="../drawings/vmlDrawing18.vml"/><Relationship Id="rId6" Type="http://schemas.openxmlformats.org/officeDocument/2006/relationships/oleObject" Target="../embeddings/oleObject149.bin"/><Relationship Id="rId11" Type="http://schemas.openxmlformats.org/officeDocument/2006/relationships/oleObject" Target="../embeddings/oleObject152.bin"/><Relationship Id="rId5" Type="http://schemas.openxmlformats.org/officeDocument/2006/relationships/image" Target="../media/image35.wmf"/><Relationship Id="rId15" Type="http://schemas.openxmlformats.org/officeDocument/2006/relationships/image" Target="../media/image40.wmf"/><Relationship Id="rId10" Type="http://schemas.openxmlformats.org/officeDocument/2006/relationships/image" Target="../media/image39.wmf"/><Relationship Id="rId19" Type="http://schemas.openxmlformats.org/officeDocument/2006/relationships/oleObject" Target="../embeddings/oleObject157.bin"/><Relationship Id="rId4" Type="http://schemas.openxmlformats.org/officeDocument/2006/relationships/oleObject" Target="../embeddings/oleObject148.bin"/><Relationship Id="rId9" Type="http://schemas.openxmlformats.org/officeDocument/2006/relationships/oleObject" Target="../embeddings/oleObject151.bin"/><Relationship Id="rId14" Type="http://schemas.openxmlformats.org/officeDocument/2006/relationships/oleObject" Target="../embeddings/oleObject154.bin"/></Relationships>
</file>

<file path=ppt/slides/_rels/slide61.xml.rels><?xml version="1.0" encoding="UTF-8" standalone="yes"?>
<Relationships xmlns="http://schemas.openxmlformats.org/package/2006/relationships"><Relationship Id="rId8" Type="http://schemas.openxmlformats.org/officeDocument/2006/relationships/oleObject" Target="../embeddings/oleObject160.bin"/><Relationship Id="rId13" Type="http://schemas.openxmlformats.org/officeDocument/2006/relationships/image" Target="../media/image36.wmf"/><Relationship Id="rId18" Type="http://schemas.openxmlformats.org/officeDocument/2006/relationships/oleObject" Target="../embeddings/oleObject165.bin"/><Relationship Id="rId3" Type="http://schemas.openxmlformats.org/officeDocument/2006/relationships/notesSlide" Target="../notesSlides/notesSlide56.xml"/><Relationship Id="rId7" Type="http://schemas.openxmlformats.org/officeDocument/2006/relationships/image" Target="../media/image32.wmf"/><Relationship Id="rId12" Type="http://schemas.openxmlformats.org/officeDocument/2006/relationships/oleObject" Target="../embeddings/oleObject162.bin"/><Relationship Id="rId17" Type="http://schemas.openxmlformats.org/officeDocument/2006/relationships/image" Target="../media/image41.wmf"/><Relationship Id="rId2" Type="http://schemas.openxmlformats.org/officeDocument/2006/relationships/slideLayout" Target="../slideLayouts/slideLayout7.xml"/><Relationship Id="rId16" Type="http://schemas.openxmlformats.org/officeDocument/2006/relationships/oleObject" Target="../embeddings/oleObject164.bin"/><Relationship Id="rId1" Type="http://schemas.openxmlformats.org/officeDocument/2006/relationships/vmlDrawing" Target="../drawings/vmlDrawing19.vml"/><Relationship Id="rId6" Type="http://schemas.openxmlformats.org/officeDocument/2006/relationships/oleObject" Target="../embeddings/oleObject159.bin"/><Relationship Id="rId11" Type="http://schemas.openxmlformats.org/officeDocument/2006/relationships/image" Target="../media/image35.wmf"/><Relationship Id="rId5" Type="http://schemas.openxmlformats.org/officeDocument/2006/relationships/image" Target="../media/image43.wmf"/><Relationship Id="rId15" Type="http://schemas.openxmlformats.org/officeDocument/2006/relationships/image" Target="../media/image40.wmf"/><Relationship Id="rId10" Type="http://schemas.openxmlformats.org/officeDocument/2006/relationships/oleObject" Target="../embeddings/oleObject161.bin"/><Relationship Id="rId4" Type="http://schemas.openxmlformats.org/officeDocument/2006/relationships/oleObject" Target="../embeddings/oleObject158.bin"/><Relationship Id="rId9" Type="http://schemas.openxmlformats.org/officeDocument/2006/relationships/image" Target="../media/image39.wmf"/><Relationship Id="rId14" Type="http://schemas.openxmlformats.org/officeDocument/2006/relationships/oleObject" Target="../embeddings/oleObject163.bin"/></Relationships>
</file>

<file path=ppt/slides/_rels/slide62.xml.rels><?xml version="1.0" encoding="UTF-8" standalone="yes"?>
<Relationships xmlns="http://schemas.openxmlformats.org/package/2006/relationships"><Relationship Id="rId8" Type="http://schemas.openxmlformats.org/officeDocument/2006/relationships/oleObject" Target="../embeddings/oleObject168.bin"/><Relationship Id="rId13" Type="http://schemas.openxmlformats.org/officeDocument/2006/relationships/image" Target="../media/image47.wmf"/><Relationship Id="rId18" Type="http://schemas.openxmlformats.org/officeDocument/2006/relationships/image" Target="../media/image34.wmf"/><Relationship Id="rId3" Type="http://schemas.openxmlformats.org/officeDocument/2006/relationships/notesSlide" Target="../notesSlides/notesSlide57.xml"/><Relationship Id="rId7" Type="http://schemas.openxmlformats.org/officeDocument/2006/relationships/image" Target="../media/image45.wmf"/><Relationship Id="rId12" Type="http://schemas.openxmlformats.org/officeDocument/2006/relationships/oleObject" Target="../embeddings/oleObject170.bin"/><Relationship Id="rId17" Type="http://schemas.openxmlformats.org/officeDocument/2006/relationships/oleObject" Target="../embeddings/oleObject173.bin"/><Relationship Id="rId2" Type="http://schemas.openxmlformats.org/officeDocument/2006/relationships/slideLayout" Target="../slideLayouts/slideLayout7.xml"/><Relationship Id="rId16" Type="http://schemas.openxmlformats.org/officeDocument/2006/relationships/oleObject" Target="../embeddings/oleObject172.bin"/><Relationship Id="rId1" Type="http://schemas.openxmlformats.org/officeDocument/2006/relationships/vmlDrawing" Target="../drawings/vmlDrawing20.vml"/><Relationship Id="rId6" Type="http://schemas.openxmlformats.org/officeDocument/2006/relationships/oleObject" Target="../embeddings/oleObject167.bin"/><Relationship Id="rId11" Type="http://schemas.openxmlformats.org/officeDocument/2006/relationships/image" Target="../media/image46.wmf"/><Relationship Id="rId5" Type="http://schemas.openxmlformats.org/officeDocument/2006/relationships/image" Target="../media/image44.wmf"/><Relationship Id="rId15" Type="http://schemas.openxmlformats.org/officeDocument/2006/relationships/image" Target="../media/image40.wmf"/><Relationship Id="rId10" Type="http://schemas.openxmlformats.org/officeDocument/2006/relationships/oleObject" Target="../embeddings/oleObject169.bin"/><Relationship Id="rId4" Type="http://schemas.openxmlformats.org/officeDocument/2006/relationships/oleObject" Target="../embeddings/oleObject166.bin"/><Relationship Id="rId9" Type="http://schemas.openxmlformats.org/officeDocument/2006/relationships/image" Target="../media/image33.wmf"/><Relationship Id="rId14" Type="http://schemas.openxmlformats.org/officeDocument/2006/relationships/oleObject" Target="../embeddings/oleObject171.bin"/></Relationships>
</file>

<file path=ppt/slides/_rels/slide63.xml.rels><?xml version="1.0" encoding="UTF-8" standalone="yes"?>
<Relationships xmlns="http://schemas.openxmlformats.org/package/2006/relationships"><Relationship Id="rId8" Type="http://schemas.openxmlformats.org/officeDocument/2006/relationships/oleObject" Target="../embeddings/oleObject176.bin"/><Relationship Id="rId13" Type="http://schemas.openxmlformats.org/officeDocument/2006/relationships/image" Target="../media/image33.wmf"/><Relationship Id="rId18" Type="http://schemas.openxmlformats.org/officeDocument/2006/relationships/oleObject" Target="../embeddings/oleObject181.bin"/><Relationship Id="rId3" Type="http://schemas.openxmlformats.org/officeDocument/2006/relationships/notesSlide" Target="../notesSlides/notesSlide58.xml"/><Relationship Id="rId21" Type="http://schemas.openxmlformats.org/officeDocument/2006/relationships/oleObject" Target="../embeddings/oleObject183.bin"/><Relationship Id="rId7" Type="http://schemas.openxmlformats.org/officeDocument/2006/relationships/image" Target="../media/image49.wmf"/><Relationship Id="rId12" Type="http://schemas.openxmlformats.org/officeDocument/2006/relationships/oleObject" Target="../embeddings/oleObject178.bin"/><Relationship Id="rId17" Type="http://schemas.openxmlformats.org/officeDocument/2006/relationships/image" Target="../media/image47.wmf"/><Relationship Id="rId2" Type="http://schemas.openxmlformats.org/officeDocument/2006/relationships/slideLayout" Target="../slideLayouts/slideLayout7.xml"/><Relationship Id="rId16" Type="http://schemas.openxmlformats.org/officeDocument/2006/relationships/oleObject" Target="../embeddings/oleObject180.bin"/><Relationship Id="rId20" Type="http://schemas.openxmlformats.org/officeDocument/2006/relationships/oleObject" Target="../embeddings/oleObject182.bin"/><Relationship Id="rId1" Type="http://schemas.openxmlformats.org/officeDocument/2006/relationships/vmlDrawing" Target="../drawings/vmlDrawing21.vml"/><Relationship Id="rId6" Type="http://schemas.openxmlformats.org/officeDocument/2006/relationships/oleObject" Target="../embeddings/oleObject175.bin"/><Relationship Id="rId11" Type="http://schemas.openxmlformats.org/officeDocument/2006/relationships/image" Target="../media/image45.wmf"/><Relationship Id="rId5" Type="http://schemas.openxmlformats.org/officeDocument/2006/relationships/image" Target="../media/image48.wmf"/><Relationship Id="rId15" Type="http://schemas.openxmlformats.org/officeDocument/2006/relationships/image" Target="../media/image46.wmf"/><Relationship Id="rId10" Type="http://schemas.openxmlformats.org/officeDocument/2006/relationships/oleObject" Target="../embeddings/oleObject177.bin"/><Relationship Id="rId19" Type="http://schemas.openxmlformats.org/officeDocument/2006/relationships/image" Target="../media/image40.wmf"/><Relationship Id="rId4" Type="http://schemas.openxmlformats.org/officeDocument/2006/relationships/oleObject" Target="../embeddings/oleObject174.bin"/><Relationship Id="rId9" Type="http://schemas.openxmlformats.org/officeDocument/2006/relationships/image" Target="../media/image44.wmf"/><Relationship Id="rId14" Type="http://schemas.openxmlformats.org/officeDocument/2006/relationships/oleObject" Target="../embeddings/oleObject179.bin"/><Relationship Id="rId22" Type="http://schemas.openxmlformats.org/officeDocument/2006/relationships/image" Target="../media/image34.wmf"/></Relationships>
</file>

<file path=ppt/slides/_rels/slide64.xml.rels><?xml version="1.0" encoding="UTF-8" standalone="yes"?>
<Relationships xmlns="http://schemas.openxmlformats.org/package/2006/relationships"><Relationship Id="rId8" Type="http://schemas.openxmlformats.org/officeDocument/2006/relationships/oleObject" Target="../embeddings/oleObject186.bin"/><Relationship Id="rId13" Type="http://schemas.openxmlformats.org/officeDocument/2006/relationships/image" Target="../media/image40.wmf"/><Relationship Id="rId18" Type="http://schemas.openxmlformats.org/officeDocument/2006/relationships/image" Target="../media/image48.wmf"/><Relationship Id="rId3" Type="http://schemas.openxmlformats.org/officeDocument/2006/relationships/notesSlide" Target="../notesSlides/notesSlide59.xml"/><Relationship Id="rId21" Type="http://schemas.openxmlformats.org/officeDocument/2006/relationships/oleObject" Target="../embeddings/oleObject193.bin"/><Relationship Id="rId7" Type="http://schemas.openxmlformats.org/officeDocument/2006/relationships/image" Target="../media/image33.wmf"/><Relationship Id="rId12" Type="http://schemas.openxmlformats.org/officeDocument/2006/relationships/oleObject" Target="../embeddings/oleObject188.bin"/><Relationship Id="rId17" Type="http://schemas.openxmlformats.org/officeDocument/2006/relationships/oleObject" Target="../embeddings/oleObject191.bin"/><Relationship Id="rId2" Type="http://schemas.openxmlformats.org/officeDocument/2006/relationships/slideLayout" Target="../slideLayouts/slideLayout7.xml"/><Relationship Id="rId16" Type="http://schemas.openxmlformats.org/officeDocument/2006/relationships/image" Target="../media/image34.wmf"/><Relationship Id="rId20" Type="http://schemas.openxmlformats.org/officeDocument/2006/relationships/image" Target="../media/image49.wmf"/><Relationship Id="rId1" Type="http://schemas.openxmlformats.org/officeDocument/2006/relationships/vmlDrawing" Target="../drawings/vmlDrawing22.vml"/><Relationship Id="rId6" Type="http://schemas.openxmlformats.org/officeDocument/2006/relationships/oleObject" Target="../embeddings/oleObject185.bin"/><Relationship Id="rId11" Type="http://schemas.openxmlformats.org/officeDocument/2006/relationships/image" Target="../media/image47.wmf"/><Relationship Id="rId5" Type="http://schemas.openxmlformats.org/officeDocument/2006/relationships/image" Target="../media/image44.wmf"/><Relationship Id="rId15" Type="http://schemas.openxmlformats.org/officeDocument/2006/relationships/oleObject" Target="../embeddings/oleObject190.bin"/><Relationship Id="rId10" Type="http://schemas.openxmlformats.org/officeDocument/2006/relationships/oleObject" Target="../embeddings/oleObject187.bin"/><Relationship Id="rId19" Type="http://schemas.openxmlformats.org/officeDocument/2006/relationships/oleObject" Target="../embeddings/oleObject192.bin"/><Relationship Id="rId4" Type="http://schemas.openxmlformats.org/officeDocument/2006/relationships/oleObject" Target="../embeddings/oleObject184.bin"/><Relationship Id="rId9" Type="http://schemas.openxmlformats.org/officeDocument/2006/relationships/image" Target="../media/image46.wmf"/><Relationship Id="rId14" Type="http://schemas.openxmlformats.org/officeDocument/2006/relationships/oleObject" Target="../embeddings/oleObject189.bin"/><Relationship Id="rId22" Type="http://schemas.openxmlformats.org/officeDocument/2006/relationships/image" Target="../media/image50.wmf"/></Relationships>
</file>

<file path=ppt/slides/_rels/slide65.xml.rels><?xml version="1.0" encoding="UTF-8" standalone="yes"?>
<Relationships xmlns="http://schemas.openxmlformats.org/package/2006/relationships"><Relationship Id="rId8" Type="http://schemas.openxmlformats.org/officeDocument/2006/relationships/oleObject" Target="../embeddings/oleObject196.bin"/><Relationship Id="rId13" Type="http://schemas.openxmlformats.org/officeDocument/2006/relationships/image" Target="../media/image46.wmf"/><Relationship Id="rId18" Type="http://schemas.openxmlformats.org/officeDocument/2006/relationships/oleObject" Target="../embeddings/oleObject201.bin"/><Relationship Id="rId3" Type="http://schemas.openxmlformats.org/officeDocument/2006/relationships/notesSlide" Target="../notesSlides/notesSlide60.xml"/><Relationship Id="rId21" Type="http://schemas.openxmlformats.org/officeDocument/2006/relationships/oleObject" Target="../embeddings/oleObject203.bin"/><Relationship Id="rId7" Type="http://schemas.openxmlformats.org/officeDocument/2006/relationships/image" Target="../media/image49.wmf"/><Relationship Id="rId12" Type="http://schemas.openxmlformats.org/officeDocument/2006/relationships/oleObject" Target="../embeddings/oleObject198.bin"/><Relationship Id="rId17" Type="http://schemas.openxmlformats.org/officeDocument/2006/relationships/image" Target="../media/image40.wmf"/><Relationship Id="rId2" Type="http://schemas.openxmlformats.org/officeDocument/2006/relationships/slideLayout" Target="../slideLayouts/slideLayout7.xml"/><Relationship Id="rId16" Type="http://schemas.openxmlformats.org/officeDocument/2006/relationships/oleObject" Target="../embeddings/oleObject200.bin"/><Relationship Id="rId20" Type="http://schemas.openxmlformats.org/officeDocument/2006/relationships/image" Target="../media/image34.wmf"/><Relationship Id="rId1" Type="http://schemas.openxmlformats.org/officeDocument/2006/relationships/vmlDrawing" Target="../drawings/vmlDrawing23.vml"/><Relationship Id="rId6" Type="http://schemas.openxmlformats.org/officeDocument/2006/relationships/oleObject" Target="../embeddings/oleObject195.bin"/><Relationship Id="rId11" Type="http://schemas.openxmlformats.org/officeDocument/2006/relationships/image" Target="../media/image45.wmf"/><Relationship Id="rId5" Type="http://schemas.openxmlformats.org/officeDocument/2006/relationships/image" Target="../media/image48.wmf"/><Relationship Id="rId15" Type="http://schemas.openxmlformats.org/officeDocument/2006/relationships/image" Target="../media/image47.wmf"/><Relationship Id="rId10" Type="http://schemas.openxmlformats.org/officeDocument/2006/relationships/oleObject" Target="../embeddings/oleObject197.bin"/><Relationship Id="rId19" Type="http://schemas.openxmlformats.org/officeDocument/2006/relationships/oleObject" Target="../embeddings/oleObject202.bin"/><Relationship Id="rId4" Type="http://schemas.openxmlformats.org/officeDocument/2006/relationships/oleObject" Target="../embeddings/oleObject194.bin"/><Relationship Id="rId9" Type="http://schemas.openxmlformats.org/officeDocument/2006/relationships/image" Target="../media/image44.wmf"/><Relationship Id="rId14" Type="http://schemas.openxmlformats.org/officeDocument/2006/relationships/oleObject" Target="../embeddings/oleObject199.bin"/><Relationship Id="rId22" Type="http://schemas.openxmlformats.org/officeDocument/2006/relationships/image" Target="../media/image51.wmf"/></Relationships>
</file>

<file path=ppt/slides/_rels/slide66.xml.rels><?xml version="1.0" encoding="UTF-8" standalone="yes"?>
<Relationships xmlns="http://schemas.openxmlformats.org/package/2006/relationships"><Relationship Id="rId8" Type="http://schemas.openxmlformats.org/officeDocument/2006/relationships/oleObject" Target="../embeddings/oleObject206.bin"/><Relationship Id="rId13" Type="http://schemas.openxmlformats.org/officeDocument/2006/relationships/image" Target="../media/image46.wmf"/><Relationship Id="rId18" Type="http://schemas.openxmlformats.org/officeDocument/2006/relationships/oleObject" Target="../embeddings/oleObject211.bin"/><Relationship Id="rId3" Type="http://schemas.openxmlformats.org/officeDocument/2006/relationships/notesSlide" Target="../notesSlides/notesSlide61.xml"/><Relationship Id="rId21" Type="http://schemas.openxmlformats.org/officeDocument/2006/relationships/oleObject" Target="../embeddings/oleObject213.bin"/><Relationship Id="rId7" Type="http://schemas.openxmlformats.org/officeDocument/2006/relationships/image" Target="../media/image49.wmf"/><Relationship Id="rId12" Type="http://schemas.openxmlformats.org/officeDocument/2006/relationships/oleObject" Target="../embeddings/oleObject208.bin"/><Relationship Id="rId17" Type="http://schemas.openxmlformats.org/officeDocument/2006/relationships/image" Target="../media/image40.wmf"/><Relationship Id="rId2" Type="http://schemas.openxmlformats.org/officeDocument/2006/relationships/slideLayout" Target="../slideLayouts/slideLayout7.xml"/><Relationship Id="rId16" Type="http://schemas.openxmlformats.org/officeDocument/2006/relationships/oleObject" Target="../embeddings/oleObject210.bin"/><Relationship Id="rId20" Type="http://schemas.openxmlformats.org/officeDocument/2006/relationships/image" Target="../media/image34.wmf"/><Relationship Id="rId1" Type="http://schemas.openxmlformats.org/officeDocument/2006/relationships/vmlDrawing" Target="../drawings/vmlDrawing24.vml"/><Relationship Id="rId6" Type="http://schemas.openxmlformats.org/officeDocument/2006/relationships/oleObject" Target="../embeddings/oleObject205.bin"/><Relationship Id="rId11" Type="http://schemas.openxmlformats.org/officeDocument/2006/relationships/image" Target="../media/image45.wmf"/><Relationship Id="rId5" Type="http://schemas.openxmlformats.org/officeDocument/2006/relationships/image" Target="../media/image48.wmf"/><Relationship Id="rId15" Type="http://schemas.openxmlformats.org/officeDocument/2006/relationships/image" Target="../media/image47.wmf"/><Relationship Id="rId10" Type="http://schemas.openxmlformats.org/officeDocument/2006/relationships/oleObject" Target="../embeddings/oleObject207.bin"/><Relationship Id="rId19" Type="http://schemas.openxmlformats.org/officeDocument/2006/relationships/oleObject" Target="../embeddings/oleObject212.bin"/><Relationship Id="rId4" Type="http://schemas.openxmlformats.org/officeDocument/2006/relationships/oleObject" Target="../embeddings/oleObject204.bin"/><Relationship Id="rId9" Type="http://schemas.openxmlformats.org/officeDocument/2006/relationships/image" Target="../media/image44.wmf"/><Relationship Id="rId14" Type="http://schemas.openxmlformats.org/officeDocument/2006/relationships/oleObject" Target="../embeddings/oleObject209.bin"/><Relationship Id="rId22" Type="http://schemas.openxmlformats.org/officeDocument/2006/relationships/image" Target="../media/image51.wmf"/></Relationships>
</file>

<file path=ppt/slides/_rels/slide67.xml.rels><?xml version="1.0" encoding="UTF-8" standalone="yes"?>
<Relationships xmlns="http://schemas.openxmlformats.org/package/2006/relationships"><Relationship Id="rId8" Type="http://schemas.openxmlformats.org/officeDocument/2006/relationships/oleObject" Target="../embeddings/oleObject216.bin"/><Relationship Id="rId13" Type="http://schemas.openxmlformats.org/officeDocument/2006/relationships/oleObject" Target="../embeddings/oleObject219.bin"/><Relationship Id="rId18" Type="http://schemas.openxmlformats.org/officeDocument/2006/relationships/oleObject" Target="../embeddings/oleObject222.bin"/><Relationship Id="rId3" Type="http://schemas.openxmlformats.org/officeDocument/2006/relationships/notesSlide" Target="../notesSlides/notesSlide62.xml"/><Relationship Id="rId21" Type="http://schemas.openxmlformats.org/officeDocument/2006/relationships/oleObject" Target="../embeddings/oleObject224.bin"/><Relationship Id="rId7" Type="http://schemas.openxmlformats.org/officeDocument/2006/relationships/image" Target="../media/image46.wmf"/><Relationship Id="rId12" Type="http://schemas.openxmlformats.org/officeDocument/2006/relationships/oleObject" Target="../embeddings/oleObject218.bin"/><Relationship Id="rId17" Type="http://schemas.openxmlformats.org/officeDocument/2006/relationships/oleObject" Target="../embeddings/oleObject221.bin"/><Relationship Id="rId2" Type="http://schemas.openxmlformats.org/officeDocument/2006/relationships/slideLayout" Target="../slideLayouts/slideLayout7.xml"/><Relationship Id="rId16" Type="http://schemas.openxmlformats.org/officeDocument/2006/relationships/image" Target="../media/image49.wmf"/><Relationship Id="rId20" Type="http://schemas.openxmlformats.org/officeDocument/2006/relationships/image" Target="../media/image52.wmf"/><Relationship Id="rId1" Type="http://schemas.openxmlformats.org/officeDocument/2006/relationships/vmlDrawing" Target="../drawings/vmlDrawing25.vml"/><Relationship Id="rId6" Type="http://schemas.openxmlformats.org/officeDocument/2006/relationships/oleObject" Target="../embeddings/oleObject215.bin"/><Relationship Id="rId11" Type="http://schemas.openxmlformats.org/officeDocument/2006/relationships/image" Target="../media/image40.wmf"/><Relationship Id="rId24" Type="http://schemas.openxmlformats.org/officeDocument/2006/relationships/image" Target="../media/image39.wmf"/><Relationship Id="rId5" Type="http://schemas.openxmlformats.org/officeDocument/2006/relationships/image" Target="../media/image44.wmf"/><Relationship Id="rId15" Type="http://schemas.openxmlformats.org/officeDocument/2006/relationships/oleObject" Target="../embeddings/oleObject220.bin"/><Relationship Id="rId23" Type="http://schemas.openxmlformats.org/officeDocument/2006/relationships/oleObject" Target="../embeddings/oleObject225.bin"/><Relationship Id="rId10" Type="http://schemas.openxmlformats.org/officeDocument/2006/relationships/oleObject" Target="../embeddings/oleObject217.bin"/><Relationship Id="rId19" Type="http://schemas.openxmlformats.org/officeDocument/2006/relationships/oleObject" Target="../embeddings/oleObject223.bin"/><Relationship Id="rId4" Type="http://schemas.openxmlformats.org/officeDocument/2006/relationships/oleObject" Target="../embeddings/oleObject214.bin"/><Relationship Id="rId9" Type="http://schemas.openxmlformats.org/officeDocument/2006/relationships/image" Target="../media/image47.wmf"/><Relationship Id="rId14" Type="http://schemas.openxmlformats.org/officeDocument/2006/relationships/image" Target="../media/image48.wmf"/><Relationship Id="rId22" Type="http://schemas.openxmlformats.org/officeDocument/2006/relationships/image" Target="../media/image53.wmf"/></Relationships>
</file>

<file path=ppt/slides/_rels/slide68.xml.rels><?xml version="1.0" encoding="UTF-8" standalone="yes"?>
<Relationships xmlns="http://schemas.openxmlformats.org/package/2006/relationships"><Relationship Id="rId8" Type="http://schemas.openxmlformats.org/officeDocument/2006/relationships/oleObject" Target="../embeddings/oleObject228.bin"/><Relationship Id="rId13" Type="http://schemas.openxmlformats.org/officeDocument/2006/relationships/oleObject" Target="../embeddings/oleObject231.bin"/><Relationship Id="rId18" Type="http://schemas.openxmlformats.org/officeDocument/2006/relationships/oleObject" Target="../embeddings/oleObject234.bin"/><Relationship Id="rId3" Type="http://schemas.openxmlformats.org/officeDocument/2006/relationships/notesSlide" Target="../notesSlides/notesSlide63.xml"/><Relationship Id="rId21" Type="http://schemas.openxmlformats.org/officeDocument/2006/relationships/oleObject" Target="../embeddings/oleObject236.bin"/><Relationship Id="rId7" Type="http://schemas.openxmlformats.org/officeDocument/2006/relationships/image" Target="../media/image46.wmf"/><Relationship Id="rId12" Type="http://schemas.openxmlformats.org/officeDocument/2006/relationships/oleObject" Target="../embeddings/oleObject230.bin"/><Relationship Id="rId17" Type="http://schemas.openxmlformats.org/officeDocument/2006/relationships/oleObject" Target="../embeddings/oleObject233.bin"/><Relationship Id="rId2" Type="http://schemas.openxmlformats.org/officeDocument/2006/relationships/slideLayout" Target="../slideLayouts/slideLayout7.xml"/><Relationship Id="rId16" Type="http://schemas.openxmlformats.org/officeDocument/2006/relationships/image" Target="../media/image49.wmf"/><Relationship Id="rId20" Type="http://schemas.openxmlformats.org/officeDocument/2006/relationships/image" Target="../media/image52.wmf"/><Relationship Id="rId1" Type="http://schemas.openxmlformats.org/officeDocument/2006/relationships/vmlDrawing" Target="../drawings/vmlDrawing26.vml"/><Relationship Id="rId6" Type="http://schemas.openxmlformats.org/officeDocument/2006/relationships/oleObject" Target="../embeddings/oleObject227.bin"/><Relationship Id="rId11" Type="http://schemas.openxmlformats.org/officeDocument/2006/relationships/image" Target="../media/image40.wmf"/><Relationship Id="rId24" Type="http://schemas.openxmlformats.org/officeDocument/2006/relationships/image" Target="../media/image39.wmf"/><Relationship Id="rId5" Type="http://schemas.openxmlformats.org/officeDocument/2006/relationships/image" Target="../media/image44.wmf"/><Relationship Id="rId15" Type="http://schemas.openxmlformats.org/officeDocument/2006/relationships/oleObject" Target="../embeddings/oleObject232.bin"/><Relationship Id="rId23" Type="http://schemas.openxmlformats.org/officeDocument/2006/relationships/oleObject" Target="../embeddings/oleObject237.bin"/><Relationship Id="rId10" Type="http://schemas.openxmlformats.org/officeDocument/2006/relationships/oleObject" Target="../embeddings/oleObject229.bin"/><Relationship Id="rId19" Type="http://schemas.openxmlformats.org/officeDocument/2006/relationships/oleObject" Target="../embeddings/oleObject235.bin"/><Relationship Id="rId4" Type="http://schemas.openxmlformats.org/officeDocument/2006/relationships/oleObject" Target="../embeddings/oleObject226.bin"/><Relationship Id="rId9" Type="http://schemas.openxmlformats.org/officeDocument/2006/relationships/image" Target="../media/image47.wmf"/><Relationship Id="rId14" Type="http://schemas.openxmlformats.org/officeDocument/2006/relationships/image" Target="../media/image48.wmf"/><Relationship Id="rId22" Type="http://schemas.openxmlformats.org/officeDocument/2006/relationships/image" Target="../media/image53.wmf"/></Relationships>
</file>

<file path=ppt/slides/_rels/slide69.xml.rels><?xml version="1.0" encoding="UTF-8" standalone="yes"?>
<Relationships xmlns="http://schemas.openxmlformats.org/package/2006/relationships"><Relationship Id="rId8" Type="http://schemas.openxmlformats.org/officeDocument/2006/relationships/oleObject" Target="../embeddings/oleObject240.bin"/><Relationship Id="rId13" Type="http://schemas.openxmlformats.org/officeDocument/2006/relationships/oleObject" Target="../embeddings/oleObject243.bin"/><Relationship Id="rId18" Type="http://schemas.openxmlformats.org/officeDocument/2006/relationships/oleObject" Target="../embeddings/oleObject246.bin"/><Relationship Id="rId3" Type="http://schemas.openxmlformats.org/officeDocument/2006/relationships/notesSlide" Target="../notesSlides/notesSlide64.xml"/><Relationship Id="rId21" Type="http://schemas.openxmlformats.org/officeDocument/2006/relationships/oleObject" Target="../embeddings/oleObject248.bin"/><Relationship Id="rId7" Type="http://schemas.openxmlformats.org/officeDocument/2006/relationships/image" Target="../media/image46.wmf"/><Relationship Id="rId12" Type="http://schemas.openxmlformats.org/officeDocument/2006/relationships/oleObject" Target="../embeddings/oleObject242.bin"/><Relationship Id="rId17" Type="http://schemas.openxmlformats.org/officeDocument/2006/relationships/oleObject" Target="../embeddings/oleObject245.bin"/><Relationship Id="rId2" Type="http://schemas.openxmlformats.org/officeDocument/2006/relationships/slideLayout" Target="../slideLayouts/slideLayout7.xml"/><Relationship Id="rId16" Type="http://schemas.openxmlformats.org/officeDocument/2006/relationships/image" Target="../media/image49.wmf"/><Relationship Id="rId20" Type="http://schemas.openxmlformats.org/officeDocument/2006/relationships/image" Target="../media/image52.wmf"/><Relationship Id="rId1" Type="http://schemas.openxmlformats.org/officeDocument/2006/relationships/vmlDrawing" Target="../drawings/vmlDrawing27.vml"/><Relationship Id="rId6" Type="http://schemas.openxmlformats.org/officeDocument/2006/relationships/oleObject" Target="../embeddings/oleObject239.bin"/><Relationship Id="rId11" Type="http://schemas.openxmlformats.org/officeDocument/2006/relationships/image" Target="../media/image40.wmf"/><Relationship Id="rId24" Type="http://schemas.openxmlformats.org/officeDocument/2006/relationships/image" Target="../media/image39.wmf"/><Relationship Id="rId5" Type="http://schemas.openxmlformats.org/officeDocument/2006/relationships/image" Target="../media/image44.wmf"/><Relationship Id="rId15" Type="http://schemas.openxmlformats.org/officeDocument/2006/relationships/oleObject" Target="../embeddings/oleObject244.bin"/><Relationship Id="rId23" Type="http://schemas.openxmlformats.org/officeDocument/2006/relationships/oleObject" Target="../embeddings/oleObject249.bin"/><Relationship Id="rId10" Type="http://schemas.openxmlformats.org/officeDocument/2006/relationships/oleObject" Target="../embeddings/oleObject241.bin"/><Relationship Id="rId19" Type="http://schemas.openxmlformats.org/officeDocument/2006/relationships/oleObject" Target="../embeddings/oleObject247.bin"/><Relationship Id="rId4" Type="http://schemas.openxmlformats.org/officeDocument/2006/relationships/oleObject" Target="../embeddings/oleObject238.bin"/><Relationship Id="rId9" Type="http://schemas.openxmlformats.org/officeDocument/2006/relationships/image" Target="../media/image47.wmf"/><Relationship Id="rId14" Type="http://schemas.openxmlformats.org/officeDocument/2006/relationships/image" Target="../media/image48.wmf"/><Relationship Id="rId22" Type="http://schemas.openxmlformats.org/officeDocument/2006/relationships/image" Target="../media/image53.wmf"/></Relationships>
</file>

<file path=ppt/slides/_rels/slide70.xml.rels><?xml version="1.0" encoding="UTF-8" standalone="yes"?>
<Relationships xmlns="http://schemas.openxmlformats.org/package/2006/relationships"><Relationship Id="rId8" Type="http://schemas.openxmlformats.org/officeDocument/2006/relationships/oleObject" Target="../embeddings/oleObject252.bin"/><Relationship Id="rId13" Type="http://schemas.openxmlformats.org/officeDocument/2006/relationships/oleObject" Target="../embeddings/oleObject255.bin"/><Relationship Id="rId18" Type="http://schemas.openxmlformats.org/officeDocument/2006/relationships/oleObject" Target="../embeddings/oleObject258.bin"/><Relationship Id="rId3" Type="http://schemas.openxmlformats.org/officeDocument/2006/relationships/notesSlide" Target="../notesSlides/notesSlide65.xml"/><Relationship Id="rId21" Type="http://schemas.openxmlformats.org/officeDocument/2006/relationships/oleObject" Target="../embeddings/oleObject260.bin"/><Relationship Id="rId7" Type="http://schemas.openxmlformats.org/officeDocument/2006/relationships/image" Target="../media/image46.wmf"/><Relationship Id="rId12" Type="http://schemas.openxmlformats.org/officeDocument/2006/relationships/oleObject" Target="../embeddings/oleObject254.bin"/><Relationship Id="rId17" Type="http://schemas.openxmlformats.org/officeDocument/2006/relationships/oleObject" Target="../embeddings/oleObject257.bin"/><Relationship Id="rId2" Type="http://schemas.openxmlformats.org/officeDocument/2006/relationships/slideLayout" Target="../slideLayouts/slideLayout7.xml"/><Relationship Id="rId16" Type="http://schemas.openxmlformats.org/officeDocument/2006/relationships/image" Target="../media/image49.wmf"/><Relationship Id="rId20" Type="http://schemas.openxmlformats.org/officeDocument/2006/relationships/image" Target="../media/image52.wmf"/><Relationship Id="rId1" Type="http://schemas.openxmlformats.org/officeDocument/2006/relationships/vmlDrawing" Target="../drawings/vmlDrawing28.vml"/><Relationship Id="rId6" Type="http://schemas.openxmlformats.org/officeDocument/2006/relationships/oleObject" Target="../embeddings/oleObject251.bin"/><Relationship Id="rId11" Type="http://schemas.openxmlformats.org/officeDocument/2006/relationships/image" Target="../media/image40.wmf"/><Relationship Id="rId24" Type="http://schemas.openxmlformats.org/officeDocument/2006/relationships/image" Target="../media/image39.wmf"/><Relationship Id="rId5" Type="http://schemas.openxmlformats.org/officeDocument/2006/relationships/image" Target="../media/image44.wmf"/><Relationship Id="rId15" Type="http://schemas.openxmlformats.org/officeDocument/2006/relationships/oleObject" Target="../embeddings/oleObject256.bin"/><Relationship Id="rId23" Type="http://schemas.openxmlformats.org/officeDocument/2006/relationships/oleObject" Target="../embeddings/oleObject261.bin"/><Relationship Id="rId10" Type="http://schemas.openxmlformats.org/officeDocument/2006/relationships/oleObject" Target="../embeddings/oleObject253.bin"/><Relationship Id="rId19" Type="http://schemas.openxmlformats.org/officeDocument/2006/relationships/oleObject" Target="../embeddings/oleObject259.bin"/><Relationship Id="rId4" Type="http://schemas.openxmlformats.org/officeDocument/2006/relationships/oleObject" Target="../embeddings/oleObject250.bin"/><Relationship Id="rId9" Type="http://schemas.openxmlformats.org/officeDocument/2006/relationships/image" Target="../media/image47.wmf"/><Relationship Id="rId14" Type="http://schemas.openxmlformats.org/officeDocument/2006/relationships/image" Target="../media/image48.wmf"/><Relationship Id="rId22" Type="http://schemas.openxmlformats.org/officeDocument/2006/relationships/image" Target="../media/image53.wmf"/></Relationships>
</file>

<file path=ppt/slides/_rels/slide71.xml.rels><?xml version="1.0" encoding="UTF-8" standalone="yes"?>
<Relationships xmlns="http://schemas.openxmlformats.org/package/2006/relationships"><Relationship Id="rId8" Type="http://schemas.openxmlformats.org/officeDocument/2006/relationships/oleObject" Target="../embeddings/oleObject264.bin"/><Relationship Id="rId13" Type="http://schemas.openxmlformats.org/officeDocument/2006/relationships/oleObject" Target="../embeddings/oleObject267.bin"/><Relationship Id="rId18" Type="http://schemas.openxmlformats.org/officeDocument/2006/relationships/oleObject" Target="../embeddings/oleObject270.bin"/><Relationship Id="rId3" Type="http://schemas.openxmlformats.org/officeDocument/2006/relationships/notesSlide" Target="../notesSlides/notesSlide66.xml"/><Relationship Id="rId21" Type="http://schemas.openxmlformats.org/officeDocument/2006/relationships/oleObject" Target="../embeddings/oleObject272.bin"/><Relationship Id="rId7" Type="http://schemas.openxmlformats.org/officeDocument/2006/relationships/image" Target="../media/image46.wmf"/><Relationship Id="rId12" Type="http://schemas.openxmlformats.org/officeDocument/2006/relationships/oleObject" Target="../embeddings/oleObject266.bin"/><Relationship Id="rId17" Type="http://schemas.openxmlformats.org/officeDocument/2006/relationships/oleObject" Target="../embeddings/oleObject269.bin"/><Relationship Id="rId2" Type="http://schemas.openxmlformats.org/officeDocument/2006/relationships/slideLayout" Target="../slideLayouts/slideLayout7.xml"/><Relationship Id="rId16" Type="http://schemas.openxmlformats.org/officeDocument/2006/relationships/image" Target="../media/image49.wmf"/><Relationship Id="rId20" Type="http://schemas.openxmlformats.org/officeDocument/2006/relationships/image" Target="../media/image52.wmf"/><Relationship Id="rId1" Type="http://schemas.openxmlformats.org/officeDocument/2006/relationships/vmlDrawing" Target="../drawings/vmlDrawing29.vml"/><Relationship Id="rId6" Type="http://schemas.openxmlformats.org/officeDocument/2006/relationships/oleObject" Target="../embeddings/oleObject263.bin"/><Relationship Id="rId11" Type="http://schemas.openxmlformats.org/officeDocument/2006/relationships/image" Target="../media/image40.wmf"/><Relationship Id="rId24" Type="http://schemas.openxmlformats.org/officeDocument/2006/relationships/image" Target="../media/image39.wmf"/><Relationship Id="rId5" Type="http://schemas.openxmlformats.org/officeDocument/2006/relationships/image" Target="../media/image44.wmf"/><Relationship Id="rId15" Type="http://schemas.openxmlformats.org/officeDocument/2006/relationships/oleObject" Target="../embeddings/oleObject268.bin"/><Relationship Id="rId23" Type="http://schemas.openxmlformats.org/officeDocument/2006/relationships/oleObject" Target="../embeddings/oleObject273.bin"/><Relationship Id="rId10" Type="http://schemas.openxmlformats.org/officeDocument/2006/relationships/oleObject" Target="../embeddings/oleObject265.bin"/><Relationship Id="rId19" Type="http://schemas.openxmlformats.org/officeDocument/2006/relationships/oleObject" Target="../embeddings/oleObject271.bin"/><Relationship Id="rId4" Type="http://schemas.openxmlformats.org/officeDocument/2006/relationships/oleObject" Target="../embeddings/oleObject262.bin"/><Relationship Id="rId9" Type="http://schemas.openxmlformats.org/officeDocument/2006/relationships/image" Target="../media/image47.wmf"/><Relationship Id="rId14" Type="http://schemas.openxmlformats.org/officeDocument/2006/relationships/image" Target="../media/image48.wmf"/><Relationship Id="rId22" Type="http://schemas.openxmlformats.org/officeDocument/2006/relationships/image" Target="../media/image53.wmf"/></Relationships>
</file>

<file path=ppt/slides/_rels/slide72.xml.rels><?xml version="1.0" encoding="UTF-8" standalone="yes"?>
<Relationships xmlns="http://schemas.openxmlformats.org/package/2006/relationships"><Relationship Id="rId8" Type="http://schemas.openxmlformats.org/officeDocument/2006/relationships/oleObject" Target="../embeddings/oleObject276.bin"/><Relationship Id="rId13" Type="http://schemas.openxmlformats.org/officeDocument/2006/relationships/oleObject" Target="../embeddings/oleObject279.bin"/><Relationship Id="rId18" Type="http://schemas.openxmlformats.org/officeDocument/2006/relationships/oleObject" Target="../embeddings/oleObject282.bin"/><Relationship Id="rId3" Type="http://schemas.openxmlformats.org/officeDocument/2006/relationships/notesSlide" Target="../notesSlides/notesSlide67.xml"/><Relationship Id="rId21" Type="http://schemas.openxmlformats.org/officeDocument/2006/relationships/oleObject" Target="../embeddings/oleObject284.bin"/><Relationship Id="rId7" Type="http://schemas.openxmlformats.org/officeDocument/2006/relationships/image" Target="../media/image46.wmf"/><Relationship Id="rId12" Type="http://schemas.openxmlformats.org/officeDocument/2006/relationships/oleObject" Target="../embeddings/oleObject278.bin"/><Relationship Id="rId17" Type="http://schemas.openxmlformats.org/officeDocument/2006/relationships/oleObject" Target="../embeddings/oleObject281.bin"/><Relationship Id="rId2" Type="http://schemas.openxmlformats.org/officeDocument/2006/relationships/slideLayout" Target="../slideLayouts/slideLayout7.xml"/><Relationship Id="rId16" Type="http://schemas.openxmlformats.org/officeDocument/2006/relationships/image" Target="../media/image49.wmf"/><Relationship Id="rId20" Type="http://schemas.openxmlformats.org/officeDocument/2006/relationships/image" Target="../media/image52.wmf"/><Relationship Id="rId1" Type="http://schemas.openxmlformats.org/officeDocument/2006/relationships/vmlDrawing" Target="../drawings/vmlDrawing30.vml"/><Relationship Id="rId6" Type="http://schemas.openxmlformats.org/officeDocument/2006/relationships/oleObject" Target="../embeddings/oleObject275.bin"/><Relationship Id="rId11" Type="http://schemas.openxmlformats.org/officeDocument/2006/relationships/image" Target="../media/image40.wmf"/><Relationship Id="rId24" Type="http://schemas.openxmlformats.org/officeDocument/2006/relationships/image" Target="../media/image39.wmf"/><Relationship Id="rId5" Type="http://schemas.openxmlformats.org/officeDocument/2006/relationships/image" Target="../media/image44.wmf"/><Relationship Id="rId15" Type="http://schemas.openxmlformats.org/officeDocument/2006/relationships/oleObject" Target="../embeddings/oleObject280.bin"/><Relationship Id="rId23" Type="http://schemas.openxmlformats.org/officeDocument/2006/relationships/oleObject" Target="../embeddings/oleObject285.bin"/><Relationship Id="rId10" Type="http://schemas.openxmlformats.org/officeDocument/2006/relationships/oleObject" Target="../embeddings/oleObject277.bin"/><Relationship Id="rId19" Type="http://schemas.openxmlformats.org/officeDocument/2006/relationships/oleObject" Target="../embeddings/oleObject283.bin"/><Relationship Id="rId4" Type="http://schemas.openxmlformats.org/officeDocument/2006/relationships/oleObject" Target="../embeddings/oleObject274.bin"/><Relationship Id="rId9" Type="http://schemas.openxmlformats.org/officeDocument/2006/relationships/image" Target="../media/image47.wmf"/><Relationship Id="rId14" Type="http://schemas.openxmlformats.org/officeDocument/2006/relationships/image" Target="../media/image48.wmf"/><Relationship Id="rId22" Type="http://schemas.openxmlformats.org/officeDocument/2006/relationships/image" Target="../media/image53.wmf"/></Relationships>
</file>

<file path=ppt/slides/_rels/slide73.xml.rels><?xml version="1.0" encoding="UTF-8" standalone="yes"?>
<Relationships xmlns="http://schemas.openxmlformats.org/package/2006/relationships"><Relationship Id="rId8" Type="http://schemas.openxmlformats.org/officeDocument/2006/relationships/oleObject" Target="../embeddings/oleObject288.bin"/><Relationship Id="rId13" Type="http://schemas.openxmlformats.org/officeDocument/2006/relationships/oleObject" Target="../embeddings/oleObject291.bin"/><Relationship Id="rId18" Type="http://schemas.openxmlformats.org/officeDocument/2006/relationships/oleObject" Target="../embeddings/oleObject294.bin"/><Relationship Id="rId3" Type="http://schemas.openxmlformats.org/officeDocument/2006/relationships/notesSlide" Target="../notesSlides/notesSlide68.xml"/><Relationship Id="rId21" Type="http://schemas.openxmlformats.org/officeDocument/2006/relationships/oleObject" Target="../embeddings/oleObject296.bin"/><Relationship Id="rId7" Type="http://schemas.openxmlformats.org/officeDocument/2006/relationships/image" Target="../media/image46.wmf"/><Relationship Id="rId12" Type="http://schemas.openxmlformats.org/officeDocument/2006/relationships/oleObject" Target="../embeddings/oleObject290.bin"/><Relationship Id="rId17" Type="http://schemas.openxmlformats.org/officeDocument/2006/relationships/oleObject" Target="../embeddings/oleObject293.bin"/><Relationship Id="rId2" Type="http://schemas.openxmlformats.org/officeDocument/2006/relationships/slideLayout" Target="../slideLayouts/slideLayout7.xml"/><Relationship Id="rId16" Type="http://schemas.openxmlformats.org/officeDocument/2006/relationships/image" Target="../media/image49.wmf"/><Relationship Id="rId20" Type="http://schemas.openxmlformats.org/officeDocument/2006/relationships/image" Target="../media/image52.wmf"/><Relationship Id="rId1" Type="http://schemas.openxmlformats.org/officeDocument/2006/relationships/vmlDrawing" Target="../drawings/vmlDrawing31.vml"/><Relationship Id="rId6" Type="http://schemas.openxmlformats.org/officeDocument/2006/relationships/oleObject" Target="../embeddings/oleObject287.bin"/><Relationship Id="rId11" Type="http://schemas.openxmlformats.org/officeDocument/2006/relationships/image" Target="../media/image40.wmf"/><Relationship Id="rId24" Type="http://schemas.openxmlformats.org/officeDocument/2006/relationships/image" Target="../media/image39.wmf"/><Relationship Id="rId5" Type="http://schemas.openxmlformats.org/officeDocument/2006/relationships/image" Target="../media/image44.wmf"/><Relationship Id="rId15" Type="http://schemas.openxmlformats.org/officeDocument/2006/relationships/oleObject" Target="../embeddings/oleObject292.bin"/><Relationship Id="rId23" Type="http://schemas.openxmlformats.org/officeDocument/2006/relationships/oleObject" Target="../embeddings/oleObject297.bin"/><Relationship Id="rId10" Type="http://schemas.openxmlformats.org/officeDocument/2006/relationships/oleObject" Target="../embeddings/oleObject289.bin"/><Relationship Id="rId19" Type="http://schemas.openxmlformats.org/officeDocument/2006/relationships/oleObject" Target="../embeddings/oleObject295.bin"/><Relationship Id="rId4" Type="http://schemas.openxmlformats.org/officeDocument/2006/relationships/oleObject" Target="../embeddings/oleObject286.bin"/><Relationship Id="rId9" Type="http://schemas.openxmlformats.org/officeDocument/2006/relationships/image" Target="../media/image47.wmf"/><Relationship Id="rId14" Type="http://schemas.openxmlformats.org/officeDocument/2006/relationships/image" Target="../media/image48.wmf"/><Relationship Id="rId22" Type="http://schemas.openxmlformats.org/officeDocument/2006/relationships/image" Target="../media/image53.wmf"/></Relationships>
</file>

<file path=ppt/slides/_rels/slide74.xml.rels><?xml version="1.0" encoding="UTF-8" standalone="yes"?>
<Relationships xmlns="http://schemas.openxmlformats.org/package/2006/relationships"><Relationship Id="rId8" Type="http://schemas.openxmlformats.org/officeDocument/2006/relationships/oleObject" Target="../embeddings/oleObject300.bin"/><Relationship Id="rId13" Type="http://schemas.openxmlformats.org/officeDocument/2006/relationships/image" Target="../media/image46.wmf"/><Relationship Id="rId18" Type="http://schemas.openxmlformats.org/officeDocument/2006/relationships/oleObject" Target="../embeddings/oleObject306.bin"/><Relationship Id="rId3" Type="http://schemas.openxmlformats.org/officeDocument/2006/relationships/notesSlide" Target="../notesSlides/notesSlide69.xml"/><Relationship Id="rId21" Type="http://schemas.openxmlformats.org/officeDocument/2006/relationships/oleObject" Target="../embeddings/oleObject308.bin"/><Relationship Id="rId7" Type="http://schemas.openxmlformats.org/officeDocument/2006/relationships/image" Target="../media/image49.wmf"/><Relationship Id="rId12" Type="http://schemas.openxmlformats.org/officeDocument/2006/relationships/oleObject" Target="../embeddings/oleObject303.bin"/><Relationship Id="rId17" Type="http://schemas.openxmlformats.org/officeDocument/2006/relationships/image" Target="../media/image40.wmf"/><Relationship Id="rId2" Type="http://schemas.openxmlformats.org/officeDocument/2006/relationships/slideLayout" Target="../slideLayouts/slideLayout7.xml"/><Relationship Id="rId16" Type="http://schemas.openxmlformats.org/officeDocument/2006/relationships/oleObject" Target="../embeddings/oleObject305.bin"/><Relationship Id="rId20" Type="http://schemas.openxmlformats.org/officeDocument/2006/relationships/image" Target="../media/image52.wmf"/><Relationship Id="rId1" Type="http://schemas.openxmlformats.org/officeDocument/2006/relationships/vmlDrawing" Target="../drawings/vmlDrawing32.vml"/><Relationship Id="rId6" Type="http://schemas.openxmlformats.org/officeDocument/2006/relationships/oleObject" Target="../embeddings/oleObject299.bin"/><Relationship Id="rId11" Type="http://schemas.openxmlformats.org/officeDocument/2006/relationships/image" Target="../media/image44.wmf"/><Relationship Id="rId24" Type="http://schemas.openxmlformats.org/officeDocument/2006/relationships/image" Target="../media/image39.wmf"/><Relationship Id="rId5" Type="http://schemas.openxmlformats.org/officeDocument/2006/relationships/image" Target="../media/image48.wmf"/><Relationship Id="rId15" Type="http://schemas.openxmlformats.org/officeDocument/2006/relationships/image" Target="../media/image47.wmf"/><Relationship Id="rId23" Type="http://schemas.openxmlformats.org/officeDocument/2006/relationships/oleObject" Target="../embeddings/oleObject309.bin"/><Relationship Id="rId10" Type="http://schemas.openxmlformats.org/officeDocument/2006/relationships/oleObject" Target="../embeddings/oleObject302.bin"/><Relationship Id="rId19" Type="http://schemas.openxmlformats.org/officeDocument/2006/relationships/oleObject" Target="../embeddings/oleObject307.bin"/><Relationship Id="rId4" Type="http://schemas.openxmlformats.org/officeDocument/2006/relationships/oleObject" Target="../embeddings/oleObject298.bin"/><Relationship Id="rId9" Type="http://schemas.openxmlformats.org/officeDocument/2006/relationships/oleObject" Target="../embeddings/oleObject301.bin"/><Relationship Id="rId14" Type="http://schemas.openxmlformats.org/officeDocument/2006/relationships/oleObject" Target="../embeddings/oleObject304.bin"/><Relationship Id="rId22" Type="http://schemas.openxmlformats.org/officeDocument/2006/relationships/image" Target="../media/image53.wmf"/></Relationships>
</file>

<file path=ppt/slides/_rels/slide75.xml.rels><?xml version="1.0" encoding="UTF-8" standalone="yes"?>
<Relationships xmlns="http://schemas.openxmlformats.org/package/2006/relationships"><Relationship Id="rId8" Type="http://schemas.openxmlformats.org/officeDocument/2006/relationships/oleObject" Target="../embeddings/oleObject312.bin"/><Relationship Id="rId13" Type="http://schemas.openxmlformats.org/officeDocument/2006/relationships/image" Target="../media/image46.wmf"/><Relationship Id="rId18" Type="http://schemas.openxmlformats.org/officeDocument/2006/relationships/oleObject" Target="../embeddings/oleObject317.bin"/><Relationship Id="rId3" Type="http://schemas.openxmlformats.org/officeDocument/2006/relationships/notesSlide" Target="../notesSlides/notesSlide70.xml"/><Relationship Id="rId7" Type="http://schemas.openxmlformats.org/officeDocument/2006/relationships/image" Target="../media/image44.wmf"/><Relationship Id="rId12" Type="http://schemas.openxmlformats.org/officeDocument/2006/relationships/oleObject" Target="../embeddings/oleObject314.bin"/><Relationship Id="rId17" Type="http://schemas.openxmlformats.org/officeDocument/2006/relationships/image" Target="../media/image40.wmf"/><Relationship Id="rId2" Type="http://schemas.openxmlformats.org/officeDocument/2006/relationships/slideLayout" Target="../slideLayouts/slideLayout7.xml"/><Relationship Id="rId16" Type="http://schemas.openxmlformats.org/officeDocument/2006/relationships/oleObject" Target="../embeddings/oleObject316.bin"/><Relationship Id="rId20" Type="http://schemas.openxmlformats.org/officeDocument/2006/relationships/image" Target="../media/image34.wmf"/><Relationship Id="rId1" Type="http://schemas.openxmlformats.org/officeDocument/2006/relationships/vmlDrawing" Target="../drawings/vmlDrawing33.vml"/><Relationship Id="rId6" Type="http://schemas.openxmlformats.org/officeDocument/2006/relationships/oleObject" Target="../embeddings/oleObject311.bin"/><Relationship Id="rId11" Type="http://schemas.openxmlformats.org/officeDocument/2006/relationships/image" Target="../media/image33.wmf"/><Relationship Id="rId5" Type="http://schemas.openxmlformats.org/officeDocument/2006/relationships/image" Target="../media/image54.wmf"/><Relationship Id="rId15" Type="http://schemas.openxmlformats.org/officeDocument/2006/relationships/image" Target="../media/image47.wmf"/><Relationship Id="rId10" Type="http://schemas.openxmlformats.org/officeDocument/2006/relationships/oleObject" Target="../embeddings/oleObject313.bin"/><Relationship Id="rId19" Type="http://schemas.openxmlformats.org/officeDocument/2006/relationships/oleObject" Target="../embeddings/oleObject318.bin"/><Relationship Id="rId4" Type="http://schemas.openxmlformats.org/officeDocument/2006/relationships/oleObject" Target="../embeddings/oleObject310.bin"/><Relationship Id="rId9" Type="http://schemas.openxmlformats.org/officeDocument/2006/relationships/image" Target="../media/image45.wmf"/><Relationship Id="rId14" Type="http://schemas.openxmlformats.org/officeDocument/2006/relationships/oleObject" Target="../embeddings/oleObject315.bin"/></Relationships>
</file>

<file path=ppt/slides/_rels/slide76.xml.rels><?xml version="1.0" encoding="UTF-8" standalone="yes"?>
<Relationships xmlns="http://schemas.openxmlformats.org/package/2006/relationships"><Relationship Id="rId8" Type="http://schemas.openxmlformats.org/officeDocument/2006/relationships/oleObject" Target="../embeddings/oleObject321.bin"/><Relationship Id="rId13" Type="http://schemas.openxmlformats.org/officeDocument/2006/relationships/image" Target="../media/image58.wmf"/><Relationship Id="rId3" Type="http://schemas.openxmlformats.org/officeDocument/2006/relationships/notesSlide" Target="../notesSlides/notesSlide71.xml"/><Relationship Id="rId7" Type="http://schemas.openxmlformats.org/officeDocument/2006/relationships/image" Target="../media/image52.wmf"/><Relationship Id="rId12" Type="http://schemas.openxmlformats.org/officeDocument/2006/relationships/oleObject" Target="../embeddings/oleObject323.bin"/><Relationship Id="rId17" Type="http://schemas.openxmlformats.org/officeDocument/2006/relationships/image" Target="../media/image40.wmf"/><Relationship Id="rId2" Type="http://schemas.openxmlformats.org/officeDocument/2006/relationships/slideLayout" Target="../slideLayouts/slideLayout7.xml"/><Relationship Id="rId16" Type="http://schemas.openxmlformats.org/officeDocument/2006/relationships/oleObject" Target="../embeddings/oleObject325.bin"/><Relationship Id="rId1" Type="http://schemas.openxmlformats.org/officeDocument/2006/relationships/vmlDrawing" Target="../drawings/vmlDrawing34.vml"/><Relationship Id="rId6" Type="http://schemas.openxmlformats.org/officeDocument/2006/relationships/oleObject" Target="../embeddings/oleObject320.bin"/><Relationship Id="rId11" Type="http://schemas.openxmlformats.org/officeDocument/2006/relationships/image" Target="../media/image57.wmf"/><Relationship Id="rId5" Type="http://schemas.openxmlformats.org/officeDocument/2006/relationships/image" Target="../media/image55.wmf"/><Relationship Id="rId15" Type="http://schemas.openxmlformats.org/officeDocument/2006/relationships/image" Target="../media/image59.wmf"/><Relationship Id="rId10" Type="http://schemas.openxmlformats.org/officeDocument/2006/relationships/oleObject" Target="../embeddings/oleObject322.bin"/><Relationship Id="rId4" Type="http://schemas.openxmlformats.org/officeDocument/2006/relationships/oleObject" Target="../embeddings/oleObject319.bin"/><Relationship Id="rId9" Type="http://schemas.openxmlformats.org/officeDocument/2006/relationships/image" Target="../media/image56.wmf"/><Relationship Id="rId14" Type="http://schemas.openxmlformats.org/officeDocument/2006/relationships/oleObject" Target="../embeddings/oleObject324.bin"/></Relationships>
</file>

<file path=ppt/slides/_rels/slide77.xml.rels><?xml version="1.0" encoding="UTF-8" standalone="yes"?>
<Relationships xmlns="http://schemas.openxmlformats.org/package/2006/relationships"><Relationship Id="rId8" Type="http://schemas.openxmlformats.org/officeDocument/2006/relationships/oleObject" Target="../embeddings/oleObject328.bin"/><Relationship Id="rId13" Type="http://schemas.openxmlformats.org/officeDocument/2006/relationships/image" Target="../media/image57.wmf"/><Relationship Id="rId18" Type="http://schemas.openxmlformats.org/officeDocument/2006/relationships/oleObject" Target="../embeddings/oleObject333.bin"/><Relationship Id="rId3" Type="http://schemas.openxmlformats.org/officeDocument/2006/relationships/notesSlide" Target="../notesSlides/notesSlide72.xml"/><Relationship Id="rId7" Type="http://schemas.openxmlformats.org/officeDocument/2006/relationships/image" Target="../media/image55.wmf"/><Relationship Id="rId12" Type="http://schemas.openxmlformats.org/officeDocument/2006/relationships/oleObject" Target="../embeddings/oleObject330.bin"/><Relationship Id="rId17" Type="http://schemas.openxmlformats.org/officeDocument/2006/relationships/image" Target="../media/image59.wmf"/><Relationship Id="rId2" Type="http://schemas.openxmlformats.org/officeDocument/2006/relationships/slideLayout" Target="../slideLayouts/slideLayout7.xml"/><Relationship Id="rId16" Type="http://schemas.openxmlformats.org/officeDocument/2006/relationships/oleObject" Target="../embeddings/oleObject332.bin"/><Relationship Id="rId1" Type="http://schemas.openxmlformats.org/officeDocument/2006/relationships/vmlDrawing" Target="../drawings/vmlDrawing35.vml"/><Relationship Id="rId6" Type="http://schemas.openxmlformats.org/officeDocument/2006/relationships/oleObject" Target="../embeddings/oleObject327.bin"/><Relationship Id="rId11" Type="http://schemas.openxmlformats.org/officeDocument/2006/relationships/image" Target="../media/image56.wmf"/><Relationship Id="rId5" Type="http://schemas.openxmlformats.org/officeDocument/2006/relationships/image" Target="../media/image60.wmf"/><Relationship Id="rId15" Type="http://schemas.openxmlformats.org/officeDocument/2006/relationships/image" Target="../media/image58.wmf"/><Relationship Id="rId10" Type="http://schemas.openxmlformats.org/officeDocument/2006/relationships/oleObject" Target="../embeddings/oleObject329.bin"/><Relationship Id="rId19" Type="http://schemas.openxmlformats.org/officeDocument/2006/relationships/image" Target="../media/image40.wmf"/><Relationship Id="rId4" Type="http://schemas.openxmlformats.org/officeDocument/2006/relationships/oleObject" Target="../embeddings/oleObject326.bin"/><Relationship Id="rId9" Type="http://schemas.openxmlformats.org/officeDocument/2006/relationships/image" Target="../media/image52.wmf"/><Relationship Id="rId14" Type="http://schemas.openxmlformats.org/officeDocument/2006/relationships/oleObject" Target="../embeddings/oleObject331.bin"/></Relationships>
</file>

<file path=ppt/slides/_rels/slide78.xml.rels><?xml version="1.0" encoding="UTF-8" standalone="yes"?>
<Relationships xmlns="http://schemas.openxmlformats.org/package/2006/relationships"><Relationship Id="rId8" Type="http://schemas.openxmlformats.org/officeDocument/2006/relationships/oleObject" Target="../embeddings/oleObject336.bin"/><Relationship Id="rId13" Type="http://schemas.openxmlformats.org/officeDocument/2006/relationships/image" Target="../media/image65.wmf"/><Relationship Id="rId18" Type="http://schemas.openxmlformats.org/officeDocument/2006/relationships/oleObject" Target="../embeddings/oleObject341.bin"/><Relationship Id="rId26" Type="http://schemas.openxmlformats.org/officeDocument/2006/relationships/image" Target="../media/image70.wmf"/><Relationship Id="rId3" Type="http://schemas.openxmlformats.org/officeDocument/2006/relationships/notesSlide" Target="../notesSlides/notesSlide73.xml"/><Relationship Id="rId21" Type="http://schemas.openxmlformats.org/officeDocument/2006/relationships/oleObject" Target="../embeddings/oleObject343.bin"/><Relationship Id="rId7" Type="http://schemas.openxmlformats.org/officeDocument/2006/relationships/image" Target="../media/image62.wmf"/><Relationship Id="rId12" Type="http://schemas.openxmlformats.org/officeDocument/2006/relationships/oleObject" Target="../embeddings/oleObject338.bin"/><Relationship Id="rId17" Type="http://schemas.openxmlformats.org/officeDocument/2006/relationships/image" Target="../media/image67.wmf"/><Relationship Id="rId25" Type="http://schemas.openxmlformats.org/officeDocument/2006/relationships/oleObject" Target="../embeddings/oleObject346.bin"/><Relationship Id="rId2" Type="http://schemas.openxmlformats.org/officeDocument/2006/relationships/slideLayout" Target="../slideLayouts/slideLayout7.xml"/><Relationship Id="rId16" Type="http://schemas.openxmlformats.org/officeDocument/2006/relationships/oleObject" Target="../embeddings/oleObject340.bin"/><Relationship Id="rId20" Type="http://schemas.openxmlformats.org/officeDocument/2006/relationships/oleObject" Target="../embeddings/oleObject342.bin"/><Relationship Id="rId29" Type="http://schemas.openxmlformats.org/officeDocument/2006/relationships/image" Target="../media/image71.wmf"/><Relationship Id="rId1" Type="http://schemas.openxmlformats.org/officeDocument/2006/relationships/vmlDrawing" Target="../drawings/vmlDrawing36.vml"/><Relationship Id="rId6" Type="http://schemas.openxmlformats.org/officeDocument/2006/relationships/oleObject" Target="../embeddings/oleObject335.bin"/><Relationship Id="rId11" Type="http://schemas.openxmlformats.org/officeDocument/2006/relationships/image" Target="../media/image64.wmf"/><Relationship Id="rId24" Type="http://schemas.openxmlformats.org/officeDocument/2006/relationships/oleObject" Target="../embeddings/oleObject345.bin"/><Relationship Id="rId5" Type="http://schemas.openxmlformats.org/officeDocument/2006/relationships/image" Target="../media/image61.wmf"/><Relationship Id="rId15" Type="http://schemas.openxmlformats.org/officeDocument/2006/relationships/image" Target="../media/image66.wmf"/><Relationship Id="rId23" Type="http://schemas.openxmlformats.org/officeDocument/2006/relationships/image" Target="../media/image69.wmf"/><Relationship Id="rId28" Type="http://schemas.openxmlformats.org/officeDocument/2006/relationships/oleObject" Target="../embeddings/oleObject348.bin"/><Relationship Id="rId10" Type="http://schemas.openxmlformats.org/officeDocument/2006/relationships/oleObject" Target="../embeddings/oleObject337.bin"/><Relationship Id="rId19" Type="http://schemas.openxmlformats.org/officeDocument/2006/relationships/image" Target="../media/image68.wmf"/><Relationship Id="rId4" Type="http://schemas.openxmlformats.org/officeDocument/2006/relationships/oleObject" Target="../embeddings/oleObject334.bin"/><Relationship Id="rId9" Type="http://schemas.openxmlformats.org/officeDocument/2006/relationships/image" Target="../media/image63.wmf"/><Relationship Id="rId14" Type="http://schemas.openxmlformats.org/officeDocument/2006/relationships/oleObject" Target="../embeddings/oleObject339.bin"/><Relationship Id="rId22" Type="http://schemas.openxmlformats.org/officeDocument/2006/relationships/oleObject" Target="../embeddings/oleObject344.bin"/><Relationship Id="rId27" Type="http://schemas.openxmlformats.org/officeDocument/2006/relationships/oleObject" Target="../embeddings/oleObject347.bin"/></Relationships>
</file>

<file path=ppt/slides/_rels/slide7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74.xml"/><Relationship Id="rId1" Type="http://schemas.openxmlformats.org/officeDocument/2006/relationships/slideLayout" Target="../slideLayouts/slideLayout7.xml"/><Relationship Id="rId5" Type="http://schemas.openxmlformats.org/officeDocument/2006/relationships/image" Target="../media/image74.wmf"/><Relationship Id="rId4" Type="http://schemas.openxmlformats.org/officeDocument/2006/relationships/image" Target="../media/image73.png"/></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p:cNvSpPr>
          <p:nvPr>
            <p:ph type="ctrTitle"/>
          </p:nvPr>
        </p:nvSpPr>
        <p:spPr/>
        <p:txBody>
          <a:bodyPr/>
          <a:lstStyle/>
          <a:p>
            <a:pPr eaLnBrk="1" hangingPunct="1"/>
            <a:r>
              <a:rPr lang="en-US" altLang="en-GB" smtClean="0"/>
              <a:t>Theory of Automata</a:t>
            </a:r>
            <a:br>
              <a:rPr lang="en-US" altLang="en-GB" smtClean="0"/>
            </a:br>
            <a:r>
              <a:rPr lang="en-US" altLang="en-GB" smtClean="0"/>
              <a:t> Kleene’s Theorem</a:t>
            </a:r>
          </a:p>
        </p:txBody>
      </p:sp>
      <p:sp>
        <p:nvSpPr>
          <p:cNvPr id="46083" name="Rectangle 3"/>
          <p:cNvSpPr>
            <a:spLocks noGrp="1" noChangeArrowheads="1"/>
          </p:cNvSpPr>
          <p:nvPr>
            <p:ph type="subTitle" idx="1"/>
          </p:nvPr>
        </p:nvSpPr>
        <p:spPr/>
        <p:txBody>
          <a:bodyPr rtlCol="0">
            <a:normAutofit/>
          </a:bodyPr>
          <a:lstStyle/>
          <a:p>
            <a:pPr>
              <a:lnSpc>
                <a:spcPct val="90000"/>
              </a:lnSpc>
              <a:spcBef>
                <a:spcPts val="500"/>
              </a:spcBef>
              <a:spcAft>
                <a:spcPts val="0"/>
              </a:spcAft>
              <a:buClr>
                <a:srgbClr val="898989"/>
              </a:buClr>
              <a:buSzPts val="2500"/>
              <a:defRPr/>
            </a:pPr>
            <a:r>
              <a:rPr lang="en-US" sz="2400">
                <a:solidFill>
                  <a:srgbClr val="898989"/>
                </a:solidFill>
                <a:ea typeface="Calibri"/>
                <a:cs typeface="Calibri"/>
                <a:sym typeface="Calibri"/>
              </a:rPr>
              <a:t>Week </a:t>
            </a:r>
            <a:r>
              <a:rPr lang="en-US" sz="2400" dirty="0">
                <a:solidFill>
                  <a:srgbClr val="898989"/>
                </a:solidFill>
                <a:ea typeface="Calibri"/>
                <a:cs typeface="Calibri"/>
                <a:sym typeface="Calibri"/>
              </a:rPr>
              <a:t>4</a:t>
            </a:r>
            <a:endParaRPr lang="en-US" sz="2400" dirty="0"/>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5123"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3639234-4838-4570-9538-619A24885F3E}" type="slidenum">
              <a:rPr lang="en-US" altLang="en-US" sz="1200">
                <a:solidFill>
                  <a:srgbClr val="898989"/>
                </a:solidFill>
                <a:latin typeface="Arial" panose="020B0604020202020204" pitchFamily="34" charset="0"/>
              </a:rPr>
              <a:pPr>
                <a:spcBef>
                  <a:spcPct val="0"/>
                </a:spcBef>
                <a:buFontTx/>
                <a:buNone/>
              </a:pPr>
              <a:t>2</a:t>
            </a:fld>
            <a:endParaRPr lang="en-US" altLang="en-US" sz="1200">
              <a:solidFill>
                <a:srgbClr val="898989"/>
              </a:solidFill>
              <a:latin typeface="Arial" panose="020B0604020202020204" pitchFamily="34" charset="0"/>
            </a:endParaRPr>
          </a:p>
        </p:txBody>
      </p:sp>
      <p:sp>
        <p:nvSpPr>
          <p:cNvPr id="5124" name="Rectangle 2"/>
          <p:cNvSpPr>
            <a:spLocks noGrp="1"/>
          </p:cNvSpPr>
          <p:nvPr>
            <p:ph type="title" idx="4294967295"/>
          </p:nvPr>
        </p:nvSpPr>
        <p:spPr>
          <a:xfrm>
            <a:off x="0" y="274638"/>
            <a:ext cx="8229600" cy="1143000"/>
          </a:xfrm>
        </p:spPr>
        <p:txBody>
          <a:bodyPr/>
          <a:lstStyle/>
          <a:p>
            <a:pPr eaLnBrk="1" hangingPunct="1"/>
            <a:r>
              <a:rPr lang="en-US" altLang="en-GB" sz="3800" smtClean="0"/>
              <a:t>Contents</a:t>
            </a:r>
          </a:p>
        </p:txBody>
      </p:sp>
      <p:sp>
        <p:nvSpPr>
          <p:cNvPr id="5125" name="Rectangle 3"/>
          <p:cNvSpPr>
            <a:spLocks noGrp="1"/>
          </p:cNvSpPr>
          <p:nvPr>
            <p:ph type="body" idx="4294967295"/>
          </p:nvPr>
        </p:nvSpPr>
        <p:spPr>
          <a:xfrm>
            <a:off x="0" y="1481138"/>
            <a:ext cx="8229600" cy="4525962"/>
          </a:xfrm>
        </p:spPr>
        <p:txBody>
          <a:bodyPr/>
          <a:lstStyle/>
          <a:p>
            <a:pPr eaLnBrk="1" hangingPunct="1"/>
            <a:r>
              <a:rPr lang="en-US" altLang="en-GB" smtClean="0"/>
              <a:t>Unification</a:t>
            </a:r>
          </a:p>
          <a:p>
            <a:pPr eaLnBrk="1" hangingPunct="1"/>
            <a:r>
              <a:rPr lang="en-US" altLang="en-GB" smtClean="0"/>
              <a:t>Turning TGs into Regular Expressions</a:t>
            </a:r>
          </a:p>
          <a:p>
            <a:pPr eaLnBrk="1" hangingPunct="1"/>
            <a:r>
              <a:rPr lang="en-US" altLang="en-GB" smtClean="0"/>
              <a:t>Converting Regular Expressions into FAs</a:t>
            </a:r>
          </a:p>
          <a:p>
            <a:pPr eaLnBrk="1" hangingPunct="1"/>
            <a:r>
              <a:rPr lang="en-US" altLang="en-GB" smtClean="0"/>
              <a:t>Nondeterministic Finite Automata</a:t>
            </a:r>
          </a:p>
          <a:p>
            <a:pPr eaLnBrk="1" hangingPunct="1"/>
            <a:r>
              <a:rPr lang="en-US" altLang="en-GB" smtClean="0"/>
              <a:t>NFAs and Kleene’s Theorem</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7171"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EFB7529-5139-4B0A-A471-C57074AD8C62}" type="slidenum">
              <a:rPr lang="en-US" altLang="en-US" sz="1200">
                <a:solidFill>
                  <a:srgbClr val="898989"/>
                </a:solidFill>
                <a:latin typeface="Arial" panose="020B0604020202020204" pitchFamily="34" charset="0"/>
              </a:rPr>
              <a:pPr>
                <a:spcBef>
                  <a:spcPct val="0"/>
                </a:spcBef>
                <a:buFontTx/>
                <a:buNone/>
              </a:pPr>
              <a:t>3</a:t>
            </a:fld>
            <a:endParaRPr lang="en-US" altLang="en-US" sz="1200">
              <a:solidFill>
                <a:srgbClr val="898989"/>
              </a:solidFill>
              <a:latin typeface="Arial" panose="020B0604020202020204" pitchFamily="34" charset="0"/>
            </a:endParaRPr>
          </a:p>
        </p:txBody>
      </p:sp>
      <p:sp>
        <p:nvSpPr>
          <p:cNvPr id="7172" name="Rectangle 2"/>
          <p:cNvSpPr>
            <a:spLocks noGrp="1"/>
          </p:cNvSpPr>
          <p:nvPr>
            <p:ph type="title" idx="4294967295"/>
          </p:nvPr>
        </p:nvSpPr>
        <p:spPr>
          <a:xfrm>
            <a:off x="0" y="274638"/>
            <a:ext cx="8229600" cy="1143000"/>
          </a:xfrm>
        </p:spPr>
        <p:txBody>
          <a:bodyPr/>
          <a:lstStyle/>
          <a:p>
            <a:pPr eaLnBrk="1" hangingPunct="1"/>
            <a:r>
              <a:rPr lang="en-US" altLang="en-GB" sz="3800" smtClean="0"/>
              <a:t>Unification</a:t>
            </a:r>
          </a:p>
        </p:txBody>
      </p:sp>
      <p:sp>
        <p:nvSpPr>
          <p:cNvPr id="7173" name="Rectangle 3"/>
          <p:cNvSpPr>
            <a:spLocks noGrp="1"/>
          </p:cNvSpPr>
          <p:nvPr>
            <p:ph type="body" idx="4294967295"/>
          </p:nvPr>
        </p:nvSpPr>
        <p:spPr>
          <a:xfrm>
            <a:off x="0" y="1481138"/>
            <a:ext cx="8229600" cy="4525962"/>
          </a:xfrm>
        </p:spPr>
        <p:txBody>
          <a:bodyPr/>
          <a:lstStyle/>
          <a:p>
            <a:pPr algn="just" eaLnBrk="1" hangingPunct="1"/>
            <a:r>
              <a:rPr lang="en-US" altLang="en-GB" sz="2200" smtClean="0"/>
              <a:t>We have learned three separate ways to define a language: (i) by </a:t>
            </a:r>
            <a:r>
              <a:rPr lang="en-US" altLang="en-GB" sz="2200" b="1" smtClean="0">
                <a:solidFill>
                  <a:srgbClr val="7030A0"/>
                </a:solidFill>
              </a:rPr>
              <a:t>regular expression</a:t>
            </a:r>
            <a:r>
              <a:rPr lang="en-US" altLang="en-GB" sz="2200" smtClean="0">
                <a:solidFill>
                  <a:srgbClr val="7030A0"/>
                </a:solidFill>
              </a:rPr>
              <a:t>, </a:t>
            </a:r>
            <a:r>
              <a:rPr lang="en-US" altLang="en-GB" sz="2200" smtClean="0"/>
              <a:t>(ii) by </a:t>
            </a:r>
            <a:r>
              <a:rPr lang="en-US" altLang="en-GB" sz="2200" b="1" smtClean="0">
                <a:solidFill>
                  <a:srgbClr val="7030A0"/>
                </a:solidFill>
              </a:rPr>
              <a:t>finite automaton</a:t>
            </a:r>
            <a:r>
              <a:rPr lang="en-US" altLang="en-GB" sz="2200" smtClean="0"/>
              <a:t>, and (iii) by </a:t>
            </a:r>
            <a:r>
              <a:rPr lang="en-US" altLang="en-GB" sz="2200" b="1" smtClean="0">
                <a:solidFill>
                  <a:srgbClr val="7030A0"/>
                </a:solidFill>
              </a:rPr>
              <a:t>transition graph</a:t>
            </a:r>
            <a:r>
              <a:rPr lang="en-US" altLang="en-GB" sz="2200" smtClean="0"/>
              <a:t>.</a:t>
            </a:r>
          </a:p>
          <a:p>
            <a:pPr algn="just" eaLnBrk="1" hangingPunct="1"/>
            <a:endParaRPr lang="en-US" altLang="en-GB" sz="2200" smtClean="0"/>
          </a:p>
          <a:p>
            <a:pPr algn="just" eaLnBrk="1" hangingPunct="1"/>
            <a:r>
              <a:rPr lang="en-US" altLang="en-GB" sz="2200" smtClean="0"/>
              <a:t>Now, we will present a theorem proved by Kleene in 1956, which says that </a:t>
            </a:r>
            <a:r>
              <a:rPr lang="en-US" altLang="en-GB" sz="2200" b="1" smtClean="0">
                <a:solidFill>
                  <a:srgbClr val="FF0000"/>
                </a:solidFill>
              </a:rPr>
              <a:t>if a language can be defined by any one of these three ways, then it can also be defined by the other two</a:t>
            </a:r>
            <a:r>
              <a:rPr lang="en-US" altLang="en-GB" sz="2200" smtClean="0">
                <a:solidFill>
                  <a:srgbClr val="FF0000"/>
                </a:solidFill>
              </a:rPr>
              <a:t>.</a:t>
            </a:r>
          </a:p>
          <a:p>
            <a:pPr algn="just" eaLnBrk="1" hangingPunct="1"/>
            <a:endParaRPr lang="en-US" altLang="en-GB" sz="2200" smtClean="0"/>
          </a:p>
          <a:p>
            <a:pPr algn="just" eaLnBrk="1" hangingPunct="1"/>
            <a:r>
              <a:rPr lang="en-US" altLang="en-GB" sz="2200" smtClean="0"/>
              <a:t>In other words, Kleene proved that </a:t>
            </a:r>
            <a:r>
              <a:rPr lang="en-US" altLang="en-GB" sz="2200" b="1" smtClean="0">
                <a:solidFill>
                  <a:srgbClr val="0000FF"/>
                </a:solidFill>
              </a:rPr>
              <a:t>all three of these methods of defining languages are </a:t>
            </a:r>
            <a:r>
              <a:rPr lang="en-US" altLang="en-GB" sz="2200" b="1" i="1" smtClean="0">
                <a:solidFill>
                  <a:srgbClr val="FF0000"/>
                </a:solidFill>
              </a:rPr>
              <a:t>equivalent</a:t>
            </a:r>
            <a:r>
              <a:rPr lang="en-US" altLang="en-GB" sz="2200" b="1" smtClean="0">
                <a:solidFill>
                  <a:srgbClr val="FF0000"/>
                </a:solidFill>
              </a:rPr>
              <a:t>.</a:t>
            </a:r>
            <a:endParaRPr lang="en-US" altLang="en-GB" sz="2200" smtClean="0">
              <a:solidFill>
                <a:srgbClr val="FF0000"/>
              </a:solidFil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9219"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5B51AED-FA31-4802-BF71-818970BD81F1}" type="slidenum">
              <a:rPr lang="en-US" altLang="en-US" sz="1200">
                <a:solidFill>
                  <a:srgbClr val="898989"/>
                </a:solidFill>
                <a:latin typeface="Arial" panose="020B0604020202020204" pitchFamily="34" charset="0"/>
              </a:rPr>
              <a:pPr>
                <a:spcBef>
                  <a:spcPct val="0"/>
                </a:spcBef>
                <a:buFontTx/>
                <a:buNone/>
              </a:pPr>
              <a:t>4</a:t>
            </a:fld>
            <a:endParaRPr lang="en-US" altLang="en-US" sz="1200">
              <a:solidFill>
                <a:srgbClr val="898989"/>
              </a:solidFill>
              <a:latin typeface="Arial" panose="020B0604020202020204" pitchFamily="34" charset="0"/>
            </a:endParaRPr>
          </a:p>
        </p:txBody>
      </p:sp>
      <p:sp>
        <p:nvSpPr>
          <p:cNvPr id="9220" name="Rectangle 2"/>
          <p:cNvSpPr>
            <a:spLocks noGrp="1"/>
          </p:cNvSpPr>
          <p:nvPr>
            <p:ph type="title" idx="4294967295"/>
          </p:nvPr>
        </p:nvSpPr>
        <p:spPr>
          <a:xfrm>
            <a:off x="0" y="381000"/>
            <a:ext cx="8229600" cy="1143000"/>
          </a:xfrm>
        </p:spPr>
        <p:txBody>
          <a:bodyPr/>
          <a:lstStyle/>
          <a:p>
            <a:pPr eaLnBrk="1" hangingPunct="1"/>
            <a:r>
              <a:rPr lang="en-US" altLang="en-GB" sz="3800" smtClean="0"/>
              <a:t>Theorem 6 - Kleene’s Theorem</a:t>
            </a:r>
          </a:p>
        </p:txBody>
      </p:sp>
      <p:sp>
        <p:nvSpPr>
          <p:cNvPr id="9221" name="Rectangle 3"/>
          <p:cNvSpPr>
            <a:spLocks noGrp="1"/>
          </p:cNvSpPr>
          <p:nvPr>
            <p:ph type="body" idx="4294967295"/>
          </p:nvPr>
        </p:nvSpPr>
        <p:spPr>
          <a:xfrm>
            <a:off x="0" y="2379663"/>
            <a:ext cx="8229600" cy="3751262"/>
          </a:xfrm>
        </p:spPr>
        <p:txBody>
          <a:bodyPr/>
          <a:lstStyle/>
          <a:p>
            <a:pPr algn="just" eaLnBrk="1" hangingPunct="1"/>
            <a:r>
              <a:rPr lang="en-US" altLang="en-GB" sz="2600" smtClean="0"/>
              <a:t>Any language that can be defined by regular expression, or finite automaton, or transition graph can be defined by all three methods.</a:t>
            </a:r>
          </a:p>
          <a:p>
            <a:pPr algn="just" eaLnBrk="1" hangingPunct="1"/>
            <a:endParaRPr lang="en-US" altLang="en-GB" sz="2600"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1267"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714A15F-1283-4061-BB15-847B10D529D3}" type="slidenum">
              <a:rPr lang="en-US" altLang="en-US" sz="1200">
                <a:solidFill>
                  <a:srgbClr val="898989"/>
                </a:solidFill>
                <a:latin typeface="Arial" panose="020B0604020202020204" pitchFamily="34" charset="0"/>
              </a:rPr>
              <a:pPr>
                <a:spcBef>
                  <a:spcPct val="0"/>
                </a:spcBef>
                <a:buFontTx/>
                <a:buNone/>
              </a:pPr>
              <a:t>5</a:t>
            </a:fld>
            <a:endParaRPr lang="en-US" altLang="en-US" sz="1200">
              <a:solidFill>
                <a:srgbClr val="898989"/>
              </a:solidFill>
              <a:latin typeface="Arial" panose="020B0604020202020204" pitchFamily="34" charset="0"/>
            </a:endParaRPr>
          </a:p>
        </p:txBody>
      </p:sp>
      <p:sp>
        <p:nvSpPr>
          <p:cNvPr id="11268" name="Rectangle 2"/>
          <p:cNvSpPr>
            <a:spLocks noGrp="1"/>
          </p:cNvSpPr>
          <p:nvPr>
            <p:ph type="title" idx="4294967295"/>
          </p:nvPr>
        </p:nvSpPr>
        <p:spPr>
          <a:xfrm>
            <a:off x="0" y="274638"/>
            <a:ext cx="8229600" cy="1143000"/>
          </a:xfrm>
        </p:spPr>
        <p:txBody>
          <a:bodyPr/>
          <a:lstStyle/>
          <a:p>
            <a:pPr eaLnBrk="1" hangingPunct="1"/>
            <a:r>
              <a:rPr lang="en-US" altLang="en-GB" sz="3800" smtClean="0"/>
              <a:t>Kleene’s Theorem</a:t>
            </a:r>
          </a:p>
        </p:txBody>
      </p:sp>
      <p:sp>
        <p:nvSpPr>
          <p:cNvPr id="11269" name="Rectangle 3"/>
          <p:cNvSpPr>
            <a:spLocks noGrp="1"/>
          </p:cNvSpPr>
          <p:nvPr>
            <p:ph type="body" idx="4294967295"/>
          </p:nvPr>
        </p:nvSpPr>
        <p:spPr>
          <a:xfrm>
            <a:off x="0" y="1481138"/>
            <a:ext cx="8229600" cy="4525962"/>
          </a:xfrm>
        </p:spPr>
        <p:txBody>
          <a:bodyPr/>
          <a:lstStyle/>
          <a:p>
            <a:pPr algn="just" eaLnBrk="1" hangingPunct="1"/>
            <a:r>
              <a:rPr lang="en-US" altLang="en-GB" sz="2200" smtClean="0"/>
              <a:t>This theorem is the most important and fundamental result in the theory of finite automata.</a:t>
            </a:r>
          </a:p>
          <a:p>
            <a:pPr algn="just" eaLnBrk="1" hangingPunct="1"/>
            <a:r>
              <a:rPr lang="en-US" altLang="en-GB" sz="2200" smtClean="0"/>
              <a:t>We will take extreme care with its proofs. In particular, </a:t>
            </a:r>
            <a:r>
              <a:rPr lang="en-US" altLang="en-GB" sz="2200" smtClean="0">
                <a:solidFill>
                  <a:srgbClr val="FF0000"/>
                </a:solidFill>
              </a:rPr>
              <a:t>we will introduce four algorithms that enable us to construct the corresponding machines and expressions.</a:t>
            </a:r>
          </a:p>
          <a:p>
            <a:pPr algn="just" eaLnBrk="1" hangingPunct="1"/>
            <a:r>
              <a:rPr lang="en-US" altLang="en-GB" sz="2200" smtClean="0"/>
              <a:t>Recall that</a:t>
            </a:r>
          </a:p>
          <a:p>
            <a:pPr lvl="1" algn="just" eaLnBrk="1" hangingPunct="1">
              <a:buFont typeface="Wingdings" panose="05000000000000000000" pitchFamily="2" charset="2"/>
              <a:buNone/>
            </a:pPr>
            <a:r>
              <a:rPr lang="en-US" altLang="en-GB" sz="2000" b="1" smtClean="0"/>
              <a:t>– </a:t>
            </a:r>
            <a:r>
              <a:rPr lang="en-US" altLang="en-GB" sz="2000" smtClean="0"/>
              <a:t>To prove A = B, we need to prove (i) A </a:t>
            </a:r>
            <a:r>
              <a:rPr lang="en-US" altLang="en-GB" sz="2200" smtClean="0">
                <a:sym typeface="Symbol" panose="05050102010706020507" pitchFamily="18" charset="2"/>
              </a:rPr>
              <a:t></a:t>
            </a:r>
            <a:r>
              <a:rPr lang="en-US" altLang="en-GB" sz="2000" smtClean="0"/>
              <a:t> B, and (ii) B </a:t>
            </a:r>
            <a:r>
              <a:rPr lang="en-US" altLang="en-GB" sz="2200" smtClean="0">
                <a:sym typeface="Symbol" panose="05050102010706020507" pitchFamily="18" charset="2"/>
              </a:rPr>
              <a:t></a:t>
            </a:r>
            <a:r>
              <a:rPr lang="en-US" altLang="en-GB" sz="2000" smtClean="0"/>
              <a:t> A.</a:t>
            </a:r>
          </a:p>
          <a:p>
            <a:pPr lvl="1" algn="just" eaLnBrk="1" hangingPunct="1">
              <a:buFont typeface="Wingdings" panose="05000000000000000000" pitchFamily="2" charset="2"/>
              <a:buNone/>
            </a:pPr>
            <a:endParaRPr lang="en-US" altLang="en-GB" sz="2000" b="1" smtClean="0"/>
          </a:p>
          <a:p>
            <a:pPr lvl="1" algn="just" eaLnBrk="1" hangingPunct="1">
              <a:buFont typeface="Wingdings" panose="05000000000000000000" pitchFamily="2" charset="2"/>
              <a:buNone/>
            </a:pPr>
            <a:r>
              <a:rPr lang="en-US" altLang="en-GB" sz="2000" b="1" smtClean="0"/>
              <a:t>– </a:t>
            </a:r>
            <a:r>
              <a:rPr lang="en-US" altLang="en-GB" sz="2000" smtClean="0"/>
              <a:t>To prove A = B = C, we need to prove (i) A </a:t>
            </a:r>
            <a:r>
              <a:rPr lang="en-US" altLang="en-GB" sz="2200" smtClean="0">
                <a:sym typeface="Symbol" panose="05050102010706020507" pitchFamily="18" charset="2"/>
              </a:rPr>
              <a:t></a:t>
            </a:r>
            <a:r>
              <a:rPr lang="en-US" altLang="en-GB" sz="2000" smtClean="0"/>
              <a:t> B, (ii) B </a:t>
            </a:r>
            <a:r>
              <a:rPr lang="en-US" altLang="en-GB" sz="2200" smtClean="0">
                <a:sym typeface="Symbol" panose="05050102010706020507" pitchFamily="18" charset="2"/>
              </a:rPr>
              <a:t></a:t>
            </a:r>
            <a:r>
              <a:rPr lang="en-US" altLang="en-GB" sz="2000" smtClean="0"/>
              <a:t> C, and (iii) C </a:t>
            </a:r>
            <a:r>
              <a:rPr lang="en-US" altLang="en-GB" sz="2200" smtClean="0">
                <a:sym typeface="Symbol" panose="05050102010706020507" pitchFamily="18" charset="2"/>
              </a:rPr>
              <a:t></a:t>
            </a:r>
            <a:r>
              <a:rPr lang="en-US" altLang="en-GB" sz="2000" smtClean="0"/>
              <a:t> A.</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3315"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66A6087D-88A7-41A1-A951-EF6CEC4DF757}" type="slidenum">
              <a:rPr lang="en-US" altLang="en-US" sz="1200">
                <a:solidFill>
                  <a:srgbClr val="898989"/>
                </a:solidFill>
                <a:latin typeface="Arial" panose="020B0604020202020204" pitchFamily="34" charset="0"/>
              </a:rPr>
              <a:pPr>
                <a:spcBef>
                  <a:spcPct val="0"/>
                </a:spcBef>
                <a:buFontTx/>
                <a:buNone/>
              </a:pPr>
              <a:t>6</a:t>
            </a:fld>
            <a:endParaRPr lang="en-US" altLang="en-US" sz="1200">
              <a:solidFill>
                <a:srgbClr val="898989"/>
              </a:solidFill>
              <a:latin typeface="Arial" panose="020B0604020202020204" pitchFamily="34" charset="0"/>
            </a:endParaRPr>
          </a:p>
        </p:txBody>
      </p:sp>
      <p:sp>
        <p:nvSpPr>
          <p:cNvPr id="13316" name="Rectangle 2"/>
          <p:cNvSpPr>
            <a:spLocks noGrp="1"/>
          </p:cNvSpPr>
          <p:nvPr>
            <p:ph type="title" idx="4294967295"/>
          </p:nvPr>
        </p:nvSpPr>
        <p:spPr>
          <a:xfrm>
            <a:off x="0" y="274638"/>
            <a:ext cx="8229600" cy="1143000"/>
          </a:xfrm>
        </p:spPr>
        <p:txBody>
          <a:bodyPr/>
          <a:lstStyle/>
          <a:p>
            <a:pPr eaLnBrk="1" hangingPunct="1"/>
            <a:r>
              <a:rPr lang="en-US" altLang="en-GB" sz="3800" smtClean="0"/>
              <a:t>Kleene’s Theorem</a:t>
            </a:r>
          </a:p>
        </p:txBody>
      </p:sp>
      <p:sp>
        <p:nvSpPr>
          <p:cNvPr id="13317" name="Rectangle 3"/>
          <p:cNvSpPr>
            <a:spLocks noGrp="1"/>
          </p:cNvSpPr>
          <p:nvPr>
            <p:ph type="body" idx="4294967295"/>
          </p:nvPr>
        </p:nvSpPr>
        <p:spPr>
          <a:xfrm>
            <a:off x="0" y="1481138"/>
            <a:ext cx="8229600" cy="4525962"/>
          </a:xfrm>
        </p:spPr>
        <p:txBody>
          <a:bodyPr/>
          <a:lstStyle/>
          <a:p>
            <a:pPr algn="just" eaLnBrk="1" hangingPunct="1">
              <a:lnSpc>
                <a:spcPct val="90000"/>
              </a:lnSpc>
            </a:pPr>
            <a:r>
              <a:rPr lang="en-US" altLang="en-GB" sz="2200" smtClean="0"/>
              <a:t>Thus, to prove Kleene’s theorem, we need to prove 3 parts:</a:t>
            </a:r>
          </a:p>
          <a:p>
            <a:pPr algn="just" eaLnBrk="1" hangingPunct="1">
              <a:lnSpc>
                <a:spcPct val="90000"/>
              </a:lnSpc>
            </a:pPr>
            <a:endParaRPr lang="en-US" altLang="en-GB" sz="2200" b="1" smtClean="0"/>
          </a:p>
          <a:p>
            <a:pPr algn="just" eaLnBrk="1" hangingPunct="1">
              <a:lnSpc>
                <a:spcPct val="90000"/>
              </a:lnSpc>
            </a:pPr>
            <a:r>
              <a:rPr lang="en-US" altLang="en-GB" sz="2200" b="1" smtClean="0">
                <a:solidFill>
                  <a:srgbClr val="7030A0"/>
                </a:solidFill>
              </a:rPr>
              <a:t>Part 1: </a:t>
            </a:r>
            <a:r>
              <a:rPr lang="en-US" altLang="en-GB" sz="2200" smtClean="0">
                <a:solidFill>
                  <a:srgbClr val="7030A0"/>
                </a:solidFill>
              </a:rPr>
              <a:t>Every language that can be defined by a finite automaton can also be defined by a transition graph.</a:t>
            </a:r>
          </a:p>
          <a:p>
            <a:pPr algn="just" eaLnBrk="1" hangingPunct="1">
              <a:lnSpc>
                <a:spcPct val="90000"/>
              </a:lnSpc>
            </a:pPr>
            <a:endParaRPr lang="en-US" altLang="en-GB" sz="2200" b="1" smtClean="0"/>
          </a:p>
          <a:p>
            <a:pPr algn="just" eaLnBrk="1" hangingPunct="1">
              <a:lnSpc>
                <a:spcPct val="90000"/>
              </a:lnSpc>
            </a:pPr>
            <a:r>
              <a:rPr lang="en-US" altLang="en-GB" sz="2200" b="1" smtClean="0">
                <a:solidFill>
                  <a:srgbClr val="00B050"/>
                </a:solidFill>
              </a:rPr>
              <a:t>Part 2: </a:t>
            </a:r>
            <a:r>
              <a:rPr lang="en-US" altLang="en-GB" sz="2200" smtClean="0">
                <a:solidFill>
                  <a:srgbClr val="00B050"/>
                </a:solidFill>
              </a:rPr>
              <a:t>Every language that can be defined by a transition graph can also be defined by a regular expression.</a:t>
            </a:r>
          </a:p>
          <a:p>
            <a:pPr algn="just" eaLnBrk="1" hangingPunct="1">
              <a:lnSpc>
                <a:spcPct val="90000"/>
              </a:lnSpc>
            </a:pPr>
            <a:endParaRPr lang="en-US" altLang="en-GB" sz="2200" b="1" smtClean="0"/>
          </a:p>
          <a:p>
            <a:pPr algn="just" eaLnBrk="1" hangingPunct="1">
              <a:lnSpc>
                <a:spcPct val="90000"/>
              </a:lnSpc>
            </a:pPr>
            <a:r>
              <a:rPr lang="en-US" altLang="en-GB" sz="2200" b="1" smtClean="0">
                <a:solidFill>
                  <a:srgbClr val="00B0F0"/>
                </a:solidFill>
              </a:rPr>
              <a:t>Part 3: </a:t>
            </a:r>
            <a:r>
              <a:rPr lang="en-US" altLang="en-GB" sz="2200" smtClean="0">
                <a:solidFill>
                  <a:srgbClr val="00B0F0"/>
                </a:solidFill>
              </a:rPr>
              <a:t>Every language that can be defined by a regular expression can also be defined by a finite automaton.</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5363"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BB3649C-D694-4BF6-8850-82D2EACFCC3A}" type="slidenum">
              <a:rPr lang="en-US" altLang="en-US" sz="1200">
                <a:solidFill>
                  <a:srgbClr val="898989"/>
                </a:solidFill>
                <a:latin typeface="Arial" panose="020B0604020202020204" pitchFamily="34" charset="0"/>
              </a:rPr>
              <a:pPr>
                <a:spcBef>
                  <a:spcPct val="0"/>
                </a:spcBef>
                <a:buFontTx/>
                <a:buNone/>
              </a:pPr>
              <a:t>7</a:t>
            </a:fld>
            <a:endParaRPr lang="en-US" altLang="en-US" sz="1200">
              <a:solidFill>
                <a:srgbClr val="898989"/>
              </a:solidFill>
              <a:latin typeface="Arial" panose="020B0604020202020204" pitchFamily="34" charset="0"/>
            </a:endParaRPr>
          </a:p>
        </p:txBody>
      </p:sp>
      <p:sp>
        <p:nvSpPr>
          <p:cNvPr id="15364" name="Rectangle 2"/>
          <p:cNvSpPr>
            <a:spLocks noGrp="1"/>
          </p:cNvSpPr>
          <p:nvPr>
            <p:ph type="title" idx="4294967295"/>
          </p:nvPr>
        </p:nvSpPr>
        <p:spPr>
          <a:xfrm>
            <a:off x="0" y="274638"/>
            <a:ext cx="8229600" cy="1143000"/>
          </a:xfrm>
        </p:spPr>
        <p:txBody>
          <a:bodyPr/>
          <a:lstStyle/>
          <a:p>
            <a:pPr eaLnBrk="1" hangingPunct="1"/>
            <a:r>
              <a:rPr lang="en-US" altLang="en-GB" sz="3800" smtClean="0"/>
              <a:t>Proof of Part 1</a:t>
            </a:r>
          </a:p>
        </p:txBody>
      </p:sp>
      <p:sp>
        <p:nvSpPr>
          <p:cNvPr id="15365" name="Rectangle 3"/>
          <p:cNvSpPr>
            <a:spLocks noGrp="1"/>
          </p:cNvSpPr>
          <p:nvPr>
            <p:ph type="body" idx="4294967295"/>
          </p:nvPr>
        </p:nvSpPr>
        <p:spPr>
          <a:xfrm>
            <a:off x="0" y="1481138"/>
            <a:ext cx="8229600" cy="4525962"/>
          </a:xfrm>
        </p:spPr>
        <p:txBody>
          <a:bodyPr/>
          <a:lstStyle/>
          <a:p>
            <a:pPr algn="just" eaLnBrk="1" hangingPunct="1"/>
            <a:r>
              <a:rPr lang="en-US" altLang="en-GB" sz="2200" smtClean="0"/>
              <a:t>This is the easiest part.</a:t>
            </a:r>
          </a:p>
          <a:p>
            <a:pPr algn="just" eaLnBrk="1" hangingPunct="1"/>
            <a:endParaRPr lang="en-US" altLang="en-GB" sz="2200" smtClean="0"/>
          </a:p>
          <a:p>
            <a:pPr algn="just" eaLnBrk="1" hangingPunct="1"/>
            <a:endParaRPr lang="en-US" altLang="en-GB" sz="2200" smtClean="0"/>
          </a:p>
          <a:p>
            <a:pPr algn="just" eaLnBrk="1" hangingPunct="1"/>
            <a:r>
              <a:rPr lang="en-US" altLang="en-GB" sz="2200" smtClean="0">
                <a:solidFill>
                  <a:srgbClr val="00B0F0"/>
                </a:solidFill>
              </a:rPr>
              <a:t>From previous lecture, we know that every finite automaton is itself already a transition graph. </a:t>
            </a:r>
            <a:r>
              <a:rPr lang="en-US" altLang="en-GB" sz="2200" smtClean="0">
                <a:solidFill>
                  <a:srgbClr val="7030A0"/>
                </a:solidFill>
              </a:rPr>
              <a:t>Therefore, any language that has been defined by a finite automaton has already been defined by a transition graph.</a:t>
            </a:r>
          </a:p>
          <a:p>
            <a:pPr algn="just" eaLnBrk="1" hangingPunct="1"/>
            <a:endParaRPr lang="en-US" altLang="en-GB" sz="2200"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7411" name="Slide Number Placeholder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562B65B-6468-4A38-BB8C-921D4DE15CC8}" type="slidenum">
              <a:rPr lang="en-US" altLang="en-US" sz="1200">
                <a:solidFill>
                  <a:srgbClr val="898989"/>
                </a:solidFill>
                <a:latin typeface="Arial" panose="020B0604020202020204" pitchFamily="34" charset="0"/>
              </a:rPr>
              <a:pPr>
                <a:spcBef>
                  <a:spcPct val="0"/>
                </a:spcBef>
                <a:buFontTx/>
                <a:buNone/>
              </a:pPr>
              <a:t>8</a:t>
            </a:fld>
            <a:endParaRPr lang="en-US" altLang="en-US" sz="1200">
              <a:solidFill>
                <a:srgbClr val="898989"/>
              </a:solidFill>
              <a:latin typeface="Arial" panose="020B0604020202020204" pitchFamily="34" charset="0"/>
            </a:endParaRPr>
          </a:p>
        </p:txBody>
      </p:sp>
      <p:sp>
        <p:nvSpPr>
          <p:cNvPr id="17412" name="Rectangle 2"/>
          <p:cNvSpPr>
            <a:spLocks noGrp="1"/>
          </p:cNvSpPr>
          <p:nvPr>
            <p:ph type="ctrTitle" idx="4294967295"/>
          </p:nvPr>
        </p:nvSpPr>
        <p:spPr>
          <a:xfrm>
            <a:off x="0" y="2873375"/>
            <a:ext cx="7772400" cy="1470025"/>
          </a:xfrm>
        </p:spPr>
        <p:txBody>
          <a:bodyPr/>
          <a:lstStyle/>
          <a:p>
            <a:pPr eaLnBrk="1" hangingPunct="1"/>
            <a:r>
              <a:rPr lang="en-US" altLang="en-GB" smtClean="0"/>
              <a:t>Turning TGs into Regular Expressions</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9459"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49A875D-01A7-420B-B420-DA2D81E43224}" type="slidenum">
              <a:rPr lang="en-US" altLang="en-US" sz="1200">
                <a:solidFill>
                  <a:srgbClr val="898989"/>
                </a:solidFill>
                <a:latin typeface="Arial" panose="020B0604020202020204" pitchFamily="34" charset="0"/>
              </a:rPr>
              <a:pPr>
                <a:spcBef>
                  <a:spcPct val="0"/>
                </a:spcBef>
                <a:buFontTx/>
                <a:buNone/>
              </a:pPr>
              <a:t>9</a:t>
            </a:fld>
            <a:endParaRPr lang="en-US" altLang="en-US" sz="1200">
              <a:solidFill>
                <a:srgbClr val="898989"/>
              </a:solidFill>
              <a:latin typeface="Arial" panose="020B0604020202020204" pitchFamily="34" charset="0"/>
            </a:endParaRPr>
          </a:p>
        </p:txBody>
      </p:sp>
      <p:sp>
        <p:nvSpPr>
          <p:cNvPr id="11268" name="Rectangle 2"/>
          <p:cNvSpPr>
            <a:spLocks noGrp="1" noChangeArrowheads="1"/>
          </p:cNvSpPr>
          <p:nvPr>
            <p:ph type="title" idx="4294967295"/>
          </p:nvPr>
        </p:nvSpPr>
        <p:spPr>
          <a:xfrm>
            <a:off x="0" y="381000"/>
            <a:ext cx="8229600" cy="762000"/>
          </a:xfrm>
        </p:spPr>
        <p:txBody>
          <a:bodyPr rtlCol="0">
            <a:normAutofit fontScale="90000"/>
          </a:bodyPr>
          <a:lstStyle/>
          <a:p>
            <a:pPr eaLnBrk="1" fontAlgn="auto" hangingPunct="1">
              <a:spcAft>
                <a:spcPts val="0"/>
              </a:spcAft>
              <a:defRPr/>
            </a:pPr>
            <a:r>
              <a:rPr lang="en-US" sz="3400"/>
              <a:t>Proof of Part 2: Turning TGs into Regular Expressions</a:t>
            </a:r>
          </a:p>
        </p:txBody>
      </p:sp>
      <p:sp>
        <p:nvSpPr>
          <p:cNvPr id="19461" name="Rectangle 3"/>
          <p:cNvSpPr>
            <a:spLocks noGrp="1"/>
          </p:cNvSpPr>
          <p:nvPr>
            <p:ph type="body" idx="4294967295"/>
          </p:nvPr>
        </p:nvSpPr>
        <p:spPr>
          <a:xfrm>
            <a:off x="685800" y="1447800"/>
            <a:ext cx="8458200" cy="4800600"/>
          </a:xfrm>
        </p:spPr>
        <p:txBody>
          <a:bodyPr/>
          <a:lstStyle/>
          <a:p>
            <a:pPr algn="just" eaLnBrk="1" hangingPunct="1">
              <a:lnSpc>
                <a:spcPct val="90000"/>
              </a:lnSpc>
            </a:pPr>
            <a:r>
              <a:rPr lang="en-US" altLang="en-GB" sz="2600" smtClean="0"/>
              <a:t>We prove this part by providing a </a:t>
            </a:r>
            <a:r>
              <a:rPr lang="en-US" altLang="en-GB" sz="2600" b="1" smtClean="0"/>
              <a:t>constructive algorithm</a:t>
            </a:r>
            <a:r>
              <a:rPr lang="en-US" altLang="en-GB" sz="2600" smtClean="0"/>
              <a:t>:</a:t>
            </a:r>
          </a:p>
          <a:p>
            <a:pPr algn="just" eaLnBrk="1" hangingPunct="1">
              <a:lnSpc>
                <a:spcPct val="90000"/>
              </a:lnSpc>
            </a:pPr>
            <a:endParaRPr lang="en-US" altLang="en-GB" sz="2600" smtClean="0"/>
          </a:p>
          <a:p>
            <a:pPr lvl="2" algn="just" eaLnBrk="1" hangingPunct="1">
              <a:lnSpc>
                <a:spcPct val="90000"/>
              </a:lnSpc>
              <a:buFont typeface="Wingdings" panose="05000000000000000000" pitchFamily="2" charset="2"/>
              <a:buNone/>
            </a:pPr>
            <a:r>
              <a:rPr lang="en-US" altLang="en-GB" sz="2000" b="1" smtClean="0"/>
              <a:t>– </a:t>
            </a:r>
            <a:r>
              <a:rPr lang="en-US" altLang="en-GB" sz="2000" smtClean="0"/>
              <a:t>We present a algorithm that starts out with a transition graph and ends up with a regular expression that defines the same language.</a:t>
            </a:r>
          </a:p>
          <a:p>
            <a:pPr lvl="2" algn="just" eaLnBrk="1" hangingPunct="1">
              <a:lnSpc>
                <a:spcPct val="90000"/>
              </a:lnSpc>
              <a:buFont typeface="Wingdings" panose="05000000000000000000" pitchFamily="2" charset="2"/>
              <a:buNone/>
            </a:pPr>
            <a:r>
              <a:rPr lang="en-US" altLang="en-GB" sz="2000" b="1" smtClean="0"/>
              <a:t>– </a:t>
            </a:r>
            <a:r>
              <a:rPr lang="en-US" altLang="en-GB" sz="2000" smtClean="0"/>
              <a:t>To be acceptable as a method of proof, the algorithm we present will satisfy two criteria: </a:t>
            </a:r>
          </a:p>
          <a:p>
            <a:pPr marL="1885950" lvl="3" indent="-514350" algn="just" eaLnBrk="1" hangingPunct="1">
              <a:lnSpc>
                <a:spcPct val="90000"/>
              </a:lnSpc>
              <a:buFontTx/>
              <a:buAutoNum type="romanLcParenBoth"/>
            </a:pPr>
            <a:r>
              <a:rPr lang="en-US" altLang="en-GB" sz="1800" smtClean="0"/>
              <a:t>It works for every conceivable TG, and </a:t>
            </a:r>
          </a:p>
          <a:p>
            <a:pPr marL="1885950" lvl="3" indent="-514350" algn="just" eaLnBrk="1" hangingPunct="1">
              <a:lnSpc>
                <a:spcPct val="90000"/>
              </a:lnSpc>
              <a:buFontTx/>
              <a:buAutoNum type="romanLcParenBoth"/>
            </a:pPr>
            <a:r>
              <a:rPr lang="en-US" altLang="en-GB" sz="1800" smtClean="0"/>
              <a:t>It guarantees to finish its job in a finite number of steps.</a:t>
            </a:r>
          </a:p>
          <a:p>
            <a:pPr algn="just" eaLnBrk="1" hangingPunct="1">
              <a:lnSpc>
                <a:spcPct val="90000"/>
              </a:lnSpc>
            </a:pPr>
            <a:endParaRPr lang="en-US" altLang="en-GB" sz="2600" smtClean="0"/>
          </a:p>
          <a:p>
            <a:pPr algn="just" eaLnBrk="1" hangingPunct="1">
              <a:lnSpc>
                <a:spcPct val="90000"/>
              </a:lnSpc>
            </a:pPr>
            <a:r>
              <a:rPr lang="en-US" altLang="en-GB" sz="2600" smtClean="0"/>
              <a:t>Slides 8 - 27 below present the proof of part 2.</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21507"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2D092D3-D76A-4071-97B5-E92C7329592D}" type="slidenum">
              <a:rPr lang="en-US" altLang="en-US" sz="1200">
                <a:solidFill>
                  <a:srgbClr val="898989"/>
                </a:solidFill>
                <a:latin typeface="Arial" panose="020B0604020202020204" pitchFamily="34" charset="0"/>
              </a:rPr>
              <a:pPr>
                <a:spcBef>
                  <a:spcPct val="0"/>
                </a:spcBef>
                <a:buFontTx/>
                <a:buNone/>
              </a:pPr>
              <a:t>10</a:t>
            </a:fld>
            <a:endParaRPr lang="en-US" altLang="en-US" sz="1200">
              <a:solidFill>
                <a:srgbClr val="898989"/>
              </a:solidFill>
              <a:latin typeface="Arial" panose="020B0604020202020204" pitchFamily="34" charset="0"/>
            </a:endParaRPr>
          </a:p>
        </p:txBody>
      </p:sp>
      <p:sp>
        <p:nvSpPr>
          <p:cNvPr id="21508" name="Rectangle 2"/>
          <p:cNvSpPr>
            <a:spLocks noGrp="1"/>
          </p:cNvSpPr>
          <p:nvPr>
            <p:ph type="title" idx="4294967295"/>
          </p:nvPr>
        </p:nvSpPr>
        <p:spPr>
          <a:xfrm>
            <a:off x="0" y="274638"/>
            <a:ext cx="8229600" cy="1143000"/>
          </a:xfrm>
        </p:spPr>
        <p:txBody>
          <a:bodyPr/>
          <a:lstStyle/>
          <a:p>
            <a:pPr eaLnBrk="1" hangingPunct="1"/>
            <a:r>
              <a:rPr lang="en-US" altLang="en-GB" sz="3800" smtClean="0"/>
              <a:t>Step-1   Creating A Unique Start State</a:t>
            </a:r>
          </a:p>
        </p:txBody>
      </p:sp>
      <p:sp>
        <p:nvSpPr>
          <p:cNvPr id="21509" name="Rectangle 3"/>
          <p:cNvSpPr>
            <a:spLocks noGrp="1"/>
          </p:cNvSpPr>
          <p:nvPr>
            <p:ph type="body" idx="4294967295"/>
          </p:nvPr>
        </p:nvSpPr>
        <p:spPr>
          <a:xfrm>
            <a:off x="0" y="1481138"/>
            <a:ext cx="8229600" cy="4525962"/>
          </a:xfrm>
        </p:spPr>
        <p:txBody>
          <a:bodyPr/>
          <a:lstStyle/>
          <a:p>
            <a:pPr algn="just" eaLnBrk="1" hangingPunct="1">
              <a:lnSpc>
                <a:spcPct val="80000"/>
              </a:lnSpc>
              <a:buFont typeface="Wingdings" panose="05000000000000000000" pitchFamily="2" charset="2"/>
              <a:buNone/>
            </a:pPr>
            <a:r>
              <a:rPr lang="en-US" altLang="en-GB" sz="2100" smtClean="0"/>
              <a:t>Consider an abstract transition graph T that may have many start states.</a:t>
            </a:r>
          </a:p>
          <a:p>
            <a:pPr algn="just" eaLnBrk="1" hangingPunct="1">
              <a:lnSpc>
                <a:spcPct val="80000"/>
              </a:lnSpc>
            </a:pPr>
            <a:endParaRPr lang="en-US" altLang="en-GB" sz="2100" smtClean="0"/>
          </a:p>
          <a:p>
            <a:pPr algn="just" eaLnBrk="1" hangingPunct="1">
              <a:lnSpc>
                <a:spcPct val="80000"/>
              </a:lnSpc>
            </a:pPr>
            <a:r>
              <a:rPr lang="en-US" altLang="en-GB" sz="2100" smtClean="0">
                <a:solidFill>
                  <a:srgbClr val="7030A0"/>
                </a:solidFill>
              </a:rPr>
              <a:t>We can simplify T so that it has </a:t>
            </a:r>
            <a:r>
              <a:rPr lang="en-US" altLang="en-GB" sz="2100" b="1" smtClean="0">
                <a:solidFill>
                  <a:srgbClr val="FF0000"/>
                </a:solidFill>
              </a:rPr>
              <a:t>only one unique start state that has no incoming edges</a:t>
            </a:r>
            <a:r>
              <a:rPr lang="en-US" altLang="en-GB" sz="2100" smtClean="0">
                <a:solidFill>
                  <a:srgbClr val="FF0000"/>
                </a:solidFill>
              </a:rPr>
              <a:t>.</a:t>
            </a:r>
          </a:p>
          <a:p>
            <a:pPr algn="just" eaLnBrk="1" hangingPunct="1">
              <a:lnSpc>
                <a:spcPct val="80000"/>
              </a:lnSpc>
            </a:pPr>
            <a:endParaRPr lang="en-US" altLang="en-GB" sz="2100" smtClean="0"/>
          </a:p>
          <a:p>
            <a:pPr algn="just" eaLnBrk="1" hangingPunct="1">
              <a:lnSpc>
                <a:spcPct val="80000"/>
              </a:lnSpc>
            </a:pPr>
            <a:r>
              <a:rPr lang="en-US" altLang="en-GB" sz="2100" smtClean="0"/>
              <a:t>We do this by introducing a new start state that we label with the minus sign, and that we connect to all the previous start states by edges labeled with </a:t>
            </a:r>
            <a:r>
              <a:rPr lang="el-GR" altLang="en-GB" sz="2100" smtClean="0">
                <a:cs typeface="Arial" panose="020B0604020202020204" pitchFamily="34" charset="0"/>
              </a:rPr>
              <a:t>Λ</a:t>
            </a:r>
            <a:r>
              <a:rPr lang="en-US" altLang="en-GB" sz="2100" smtClean="0"/>
              <a:t>. We then drop the minus signs from the previous start states.</a:t>
            </a:r>
          </a:p>
          <a:p>
            <a:pPr algn="just" eaLnBrk="1" hangingPunct="1">
              <a:lnSpc>
                <a:spcPct val="80000"/>
              </a:lnSpc>
            </a:pPr>
            <a:endParaRPr lang="en-US" altLang="en-GB" sz="2100" smtClean="0"/>
          </a:p>
          <a:p>
            <a:pPr algn="just" eaLnBrk="1" hangingPunct="1">
              <a:lnSpc>
                <a:spcPct val="80000"/>
              </a:lnSpc>
            </a:pPr>
            <a:r>
              <a:rPr lang="en-US" altLang="en-GB" sz="2100" smtClean="0"/>
              <a:t>If a word w used to be accepted by starting at one of the previous start states, then it can now be accepted by starting at the new unique start state.</a:t>
            </a:r>
          </a:p>
          <a:p>
            <a:pPr algn="just" eaLnBrk="1" hangingPunct="1">
              <a:lnSpc>
                <a:spcPct val="80000"/>
              </a:lnSpc>
            </a:pPr>
            <a:r>
              <a:rPr lang="en-US" altLang="en-GB" sz="2100" smtClean="0"/>
              <a:t>The following figure illustrates this idea.</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23555" name="Slide Number Placeholder 7"/>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13A780B-4A29-4F63-874A-E25CE0D92F71}" type="slidenum">
              <a:rPr lang="en-US" altLang="en-US" sz="1200">
                <a:solidFill>
                  <a:srgbClr val="898989"/>
                </a:solidFill>
                <a:latin typeface="Arial" panose="020B0604020202020204" pitchFamily="34" charset="0"/>
              </a:rPr>
              <a:pPr>
                <a:spcBef>
                  <a:spcPct val="0"/>
                </a:spcBef>
                <a:buFontTx/>
                <a:buNone/>
              </a:pPr>
              <a:t>11</a:t>
            </a:fld>
            <a:endParaRPr lang="en-US" altLang="en-US" sz="1200">
              <a:solidFill>
                <a:srgbClr val="898989"/>
              </a:solidFill>
              <a:latin typeface="Arial" panose="020B0604020202020204" pitchFamily="34" charset="0"/>
            </a:endParaRPr>
          </a:p>
        </p:txBody>
      </p:sp>
      <p:sp>
        <p:nvSpPr>
          <p:cNvPr id="23556" name="Rectangle 3"/>
          <p:cNvSpPr>
            <a:spLocks noGrp="1"/>
          </p:cNvSpPr>
          <p:nvPr>
            <p:ph type="body" idx="4294967295"/>
          </p:nvPr>
        </p:nvSpPr>
        <p:spPr>
          <a:xfrm>
            <a:off x="0" y="1481138"/>
            <a:ext cx="8229600" cy="4525962"/>
          </a:xfrm>
        </p:spPr>
        <p:txBody>
          <a:bodyPr/>
          <a:lstStyle/>
          <a:p>
            <a:pPr eaLnBrk="1" hangingPunct="1"/>
            <a:r>
              <a:rPr lang="en-US" altLang="en-GB" sz="2200" smtClean="0"/>
              <a:t>Consider a fragment of T:</a:t>
            </a:r>
          </a:p>
          <a:p>
            <a:pPr eaLnBrk="1" hangingPunct="1"/>
            <a:endParaRPr lang="en-US" altLang="en-GB" sz="2200" smtClean="0"/>
          </a:p>
          <a:p>
            <a:pPr eaLnBrk="1" hangingPunct="1"/>
            <a:endParaRPr lang="en-US" altLang="en-GB" sz="2200" smtClean="0"/>
          </a:p>
          <a:p>
            <a:pPr eaLnBrk="1" hangingPunct="1"/>
            <a:endParaRPr lang="en-US" altLang="en-GB" sz="2200" smtClean="0"/>
          </a:p>
          <a:p>
            <a:pPr eaLnBrk="1" hangingPunct="1"/>
            <a:endParaRPr lang="en-US" altLang="en-GB" sz="2200" smtClean="0"/>
          </a:p>
          <a:p>
            <a:pPr eaLnBrk="1" hangingPunct="1"/>
            <a:r>
              <a:rPr lang="en-US" altLang="en-GB" sz="2200" smtClean="0"/>
              <a:t>The above fragment of T can be replaced by</a:t>
            </a:r>
          </a:p>
          <a:p>
            <a:pPr eaLnBrk="1" hangingPunct="1"/>
            <a:endParaRPr lang="en-US" altLang="en-GB" sz="2200" smtClean="0"/>
          </a:p>
        </p:txBody>
      </p:sp>
      <p:pic>
        <p:nvPicPr>
          <p:cNvPr id="2355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1828800"/>
            <a:ext cx="3505200" cy="154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23558"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4114800"/>
            <a:ext cx="3640138" cy="2217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25603"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D6C21DB-92EB-47EF-814A-B22DC0E138F9}" type="slidenum">
              <a:rPr lang="en-US" altLang="en-US" sz="1200">
                <a:solidFill>
                  <a:srgbClr val="898989"/>
                </a:solidFill>
                <a:latin typeface="Arial" panose="020B0604020202020204" pitchFamily="34" charset="0"/>
              </a:rPr>
              <a:pPr>
                <a:spcBef>
                  <a:spcPct val="0"/>
                </a:spcBef>
                <a:buFontTx/>
                <a:buNone/>
              </a:pPr>
              <a:t>12</a:t>
            </a:fld>
            <a:endParaRPr lang="en-US" altLang="en-US" sz="1200">
              <a:solidFill>
                <a:srgbClr val="898989"/>
              </a:solidFill>
              <a:latin typeface="Arial" panose="020B0604020202020204" pitchFamily="34" charset="0"/>
            </a:endParaRPr>
          </a:p>
        </p:txBody>
      </p:sp>
      <p:sp>
        <p:nvSpPr>
          <p:cNvPr id="25604" name="Rectangle 2"/>
          <p:cNvSpPr>
            <a:spLocks noGrp="1"/>
          </p:cNvSpPr>
          <p:nvPr>
            <p:ph type="title" idx="4294967295"/>
          </p:nvPr>
        </p:nvSpPr>
        <p:spPr>
          <a:xfrm>
            <a:off x="0" y="274638"/>
            <a:ext cx="8229600" cy="1143000"/>
          </a:xfrm>
        </p:spPr>
        <p:txBody>
          <a:bodyPr/>
          <a:lstStyle/>
          <a:p>
            <a:pPr eaLnBrk="1" hangingPunct="1"/>
            <a:r>
              <a:rPr lang="en-US" altLang="en-GB" sz="3800" smtClean="0"/>
              <a:t>Step 2 - Creating a Unique Final State</a:t>
            </a:r>
          </a:p>
        </p:txBody>
      </p:sp>
      <p:sp>
        <p:nvSpPr>
          <p:cNvPr id="25605" name="Rectangle 3"/>
          <p:cNvSpPr>
            <a:spLocks noGrp="1"/>
          </p:cNvSpPr>
          <p:nvPr>
            <p:ph type="body" idx="4294967295"/>
          </p:nvPr>
        </p:nvSpPr>
        <p:spPr>
          <a:xfrm>
            <a:off x="0" y="1481138"/>
            <a:ext cx="8229600" cy="4525962"/>
          </a:xfrm>
        </p:spPr>
        <p:txBody>
          <a:bodyPr/>
          <a:lstStyle/>
          <a:p>
            <a:pPr algn="just" eaLnBrk="1" hangingPunct="1">
              <a:lnSpc>
                <a:spcPct val="80000"/>
              </a:lnSpc>
            </a:pPr>
            <a:r>
              <a:rPr lang="en-US" altLang="en-GB" sz="2200" smtClean="0">
                <a:solidFill>
                  <a:srgbClr val="7030A0"/>
                </a:solidFill>
              </a:rPr>
              <a:t>Let us make another simplification in T so that it has a </a:t>
            </a:r>
            <a:r>
              <a:rPr lang="en-US" altLang="en-GB" sz="2200" b="1" smtClean="0">
                <a:solidFill>
                  <a:srgbClr val="FF0000"/>
                </a:solidFill>
              </a:rPr>
              <a:t>unique, un-exitable final state</a:t>
            </a:r>
            <a:r>
              <a:rPr lang="en-US" altLang="en-GB" sz="2200" smtClean="0">
                <a:solidFill>
                  <a:srgbClr val="FF0000"/>
                </a:solidFill>
              </a:rPr>
              <a:t>, </a:t>
            </a:r>
            <a:r>
              <a:rPr lang="en-US" altLang="en-GB" sz="2200" smtClean="0">
                <a:solidFill>
                  <a:srgbClr val="7030A0"/>
                </a:solidFill>
              </a:rPr>
              <a:t>without changing the language it accepts.</a:t>
            </a:r>
          </a:p>
          <a:p>
            <a:pPr algn="just" eaLnBrk="1" hangingPunct="1">
              <a:lnSpc>
                <a:spcPct val="80000"/>
              </a:lnSpc>
            </a:pPr>
            <a:endParaRPr lang="en-US" altLang="en-GB" sz="2200" smtClean="0"/>
          </a:p>
          <a:p>
            <a:pPr algn="just" eaLnBrk="1" hangingPunct="1">
              <a:lnSpc>
                <a:spcPct val="80000"/>
              </a:lnSpc>
            </a:pPr>
            <a:r>
              <a:rPr lang="en-US" altLang="en-GB" sz="2200" smtClean="0"/>
              <a:t>If T had no final state, then it accepts no strings at all and has no language. So, we need to produce no regular expression other than the null, or empty, expression </a:t>
            </a:r>
            <a:r>
              <a:rPr lang="el-GR" altLang="en-GB" sz="2200" smtClean="0">
                <a:cs typeface="Arial" panose="020B0604020202020204" pitchFamily="34" charset="0"/>
              </a:rPr>
              <a:t>Φ</a:t>
            </a:r>
            <a:r>
              <a:rPr lang="en-US" altLang="en-GB" sz="2200" smtClean="0"/>
              <a:t>(see page 36 of the text).</a:t>
            </a:r>
          </a:p>
          <a:p>
            <a:pPr algn="just" eaLnBrk="1" hangingPunct="1">
              <a:lnSpc>
                <a:spcPct val="80000"/>
              </a:lnSpc>
            </a:pPr>
            <a:endParaRPr lang="en-US" altLang="en-GB" sz="2200" smtClean="0"/>
          </a:p>
          <a:p>
            <a:pPr algn="just" eaLnBrk="1" hangingPunct="1">
              <a:lnSpc>
                <a:spcPct val="80000"/>
              </a:lnSpc>
            </a:pPr>
            <a:r>
              <a:rPr lang="en-US" altLang="en-GB" sz="2200" smtClean="0"/>
              <a:t>If T has several final states, we can introduce a new unique final state labeled with a plus sign. We then draw new edges from all the former final states to the new one, dropping the old plus signs, and labeling each new edge with the null string.</a:t>
            </a:r>
          </a:p>
          <a:p>
            <a:pPr algn="just" eaLnBrk="1" hangingPunct="1">
              <a:lnSpc>
                <a:spcPct val="80000"/>
              </a:lnSpc>
            </a:pPr>
            <a:r>
              <a:rPr lang="en-US" altLang="en-GB" sz="2200" smtClean="0"/>
              <a:t>This process is depicted in the next slide.</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27651" name="Slide Number Placeholder 7"/>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9629085-15C5-413D-9A08-8F6EFCAC0CA6}" type="slidenum">
              <a:rPr lang="en-US" altLang="en-US" sz="1200">
                <a:solidFill>
                  <a:srgbClr val="898989"/>
                </a:solidFill>
                <a:latin typeface="Arial" panose="020B0604020202020204" pitchFamily="34" charset="0"/>
              </a:rPr>
              <a:pPr>
                <a:spcBef>
                  <a:spcPct val="0"/>
                </a:spcBef>
                <a:buFontTx/>
                <a:buNone/>
              </a:pPr>
              <a:t>13</a:t>
            </a:fld>
            <a:endParaRPr lang="en-US" altLang="en-US" sz="1200">
              <a:solidFill>
                <a:srgbClr val="898989"/>
              </a:solidFill>
              <a:latin typeface="Arial" panose="020B0604020202020204" pitchFamily="34" charset="0"/>
            </a:endParaRPr>
          </a:p>
        </p:txBody>
      </p:sp>
      <p:sp>
        <p:nvSpPr>
          <p:cNvPr id="27652" name="Rectangle 3"/>
          <p:cNvSpPr>
            <a:spLocks noGrp="1"/>
          </p:cNvSpPr>
          <p:nvPr>
            <p:ph type="body" idx="4294967295"/>
          </p:nvPr>
        </p:nvSpPr>
        <p:spPr>
          <a:xfrm>
            <a:off x="0" y="1481138"/>
            <a:ext cx="8229600" cy="4525962"/>
          </a:xfrm>
        </p:spPr>
        <p:txBody>
          <a:bodyPr/>
          <a:lstStyle/>
          <a:p>
            <a:pPr eaLnBrk="1" hangingPunct="1"/>
            <a:endParaRPr lang="en-US" altLang="en-GB" smtClean="0"/>
          </a:p>
          <a:p>
            <a:pPr eaLnBrk="1" hangingPunct="1"/>
            <a:endParaRPr lang="en-US" altLang="en-GB" smtClean="0"/>
          </a:p>
          <a:p>
            <a:pPr eaLnBrk="1" hangingPunct="1"/>
            <a:endParaRPr lang="en-US" altLang="en-GB" smtClean="0"/>
          </a:p>
          <a:p>
            <a:pPr eaLnBrk="1" hangingPunct="1"/>
            <a:endParaRPr lang="en-US" altLang="en-GB" smtClean="0"/>
          </a:p>
          <a:p>
            <a:pPr eaLnBrk="1" hangingPunct="1">
              <a:buFont typeface="Wingdings" panose="05000000000000000000" pitchFamily="2" charset="2"/>
              <a:buNone/>
            </a:pPr>
            <a:r>
              <a:rPr lang="en-US" altLang="en-GB" smtClean="0"/>
              <a:t>becomes</a:t>
            </a:r>
          </a:p>
        </p:txBody>
      </p:sp>
      <p:pic>
        <p:nvPicPr>
          <p:cNvPr id="2765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838200"/>
            <a:ext cx="2376488" cy="260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27654"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05400" y="3810000"/>
            <a:ext cx="3048000" cy="220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29699" name="Slide Number Placeholder 6"/>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466DAC2-2FBD-47B3-8F9D-070323F354E3}" type="slidenum">
              <a:rPr lang="en-US" altLang="en-US" sz="1200">
                <a:solidFill>
                  <a:srgbClr val="898989"/>
                </a:solidFill>
                <a:latin typeface="Arial" panose="020B0604020202020204" pitchFamily="34" charset="0"/>
              </a:rPr>
              <a:pPr>
                <a:spcBef>
                  <a:spcPct val="0"/>
                </a:spcBef>
                <a:buFontTx/>
                <a:buNone/>
              </a:pPr>
              <a:t>14</a:t>
            </a:fld>
            <a:endParaRPr lang="en-US" altLang="en-US" sz="1200">
              <a:solidFill>
                <a:srgbClr val="898989"/>
              </a:solidFill>
              <a:latin typeface="Arial" panose="020B0604020202020204" pitchFamily="34" charset="0"/>
            </a:endParaRPr>
          </a:p>
        </p:txBody>
      </p:sp>
      <p:sp>
        <p:nvSpPr>
          <p:cNvPr id="29700" name="Rectangle 3"/>
          <p:cNvSpPr>
            <a:spLocks noGrp="1"/>
          </p:cNvSpPr>
          <p:nvPr>
            <p:ph type="body" idx="4294967295"/>
          </p:nvPr>
        </p:nvSpPr>
        <p:spPr>
          <a:xfrm>
            <a:off x="0" y="1481138"/>
            <a:ext cx="8229600" cy="4525962"/>
          </a:xfrm>
        </p:spPr>
        <p:txBody>
          <a:bodyPr/>
          <a:lstStyle/>
          <a:p>
            <a:pPr algn="just" eaLnBrk="1" hangingPunct="1">
              <a:lnSpc>
                <a:spcPct val="90000"/>
              </a:lnSpc>
            </a:pPr>
            <a:r>
              <a:rPr lang="en-US" altLang="en-GB" sz="2200" smtClean="0"/>
              <a:t>We shall require that the unique final state be a different state from the unique start state. If an old state used to have </a:t>
            </a:r>
            <a:r>
              <a:rPr lang="en-US" altLang="en-GB" sz="2200" smtClean="0">
                <a:cs typeface="Arial" panose="020B0604020202020204" pitchFamily="34" charset="0"/>
              </a:rPr>
              <a:t>±</a:t>
            </a:r>
            <a:r>
              <a:rPr lang="en-US" altLang="en-GB" sz="2200" smtClean="0"/>
              <a:t>, then both signs are removed from the old state to newly created states, using the processes described above.</a:t>
            </a:r>
          </a:p>
          <a:p>
            <a:pPr algn="just" eaLnBrk="1" hangingPunct="1">
              <a:lnSpc>
                <a:spcPct val="90000"/>
              </a:lnSpc>
            </a:pPr>
            <a:endParaRPr lang="en-US" altLang="en-GB" sz="2200" smtClean="0"/>
          </a:p>
          <a:p>
            <a:pPr algn="just" eaLnBrk="1" hangingPunct="1">
              <a:lnSpc>
                <a:spcPct val="90000"/>
              </a:lnSpc>
            </a:pPr>
            <a:r>
              <a:rPr lang="en-US" altLang="en-GB" sz="2200" smtClean="0"/>
              <a:t>It should be clear that the addition of these two new states does not affect the language that T accepts.</a:t>
            </a:r>
          </a:p>
          <a:p>
            <a:pPr algn="just" eaLnBrk="1" hangingPunct="1">
              <a:lnSpc>
                <a:spcPct val="90000"/>
              </a:lnSpc>
            </a:pPr>
            <a:endParaRPr lang="en-US" altLang="en-GB" sz="2200" smtClean="0"/>
          </a:p>
          <a:p>
            <a:pPr algn="just" eaLnBrk="1" hangingPunct="1">
              <a:lnSpc>
                <a:spcPct val="90000"/>
              </a:lnSpc>
            </a:pPr>
            <a:r>
              <a:rPr lang="en-US" altLang="en-GB" sz="2200" smtClean="0">
                <a:solidFill>
                  <a:srgbClr val="FF0000"/>
                </a:solidFill>
              </a:rPr>
              <a:t>The machine now has the following shape:</a:t>
            </a:r>
          </a:p>
          <a:p>
            <a:pPr algn="just" eaLnBrk="1" hangingPunct="1">
              <a:lnSpc>
                <a:spcPct val="90000"/>
              </a:lnSpc>
            </a:pPr>
            <a:endParaRPr lang="en-US" altLang="en-GB" sz="2200" smtClean="0">
              <a:solidFill>
                <a:srgbClr val="FF0000"/>
              </a:solidFill>
            </a:endParaRPr>
          </a:p>
          <a:p>
            <a:pPr algn="just" eaLnBrk="1" hangingPunct="1">
              <a:lnSpc>
                <a:spcPct val="90000"/>
              </a:lnSpc>
            </a:pPr>
            <a:endParaRPr lang="en-US" altLang="en-GB" sz="2200" smtClean="0">
              <a:solidFill>
                <a:srgbClr val="FF0000"/>
              </a:solidFill>
            </a:endParaRPr>
          </a:p>
          <a:p>
            <a:pPr algn="just" eaLnBrk="1" hangingPunct="1">
              <a:lnSpc>
                <a:spcPct val="90000"/>
              </a:lnSpc>
              <a:buFont typeface="Wingdings" panose="05000000000000000000" pitchFamily="2" charset="2"/>
              <a:buNone/>
            </a:pPr>
            <a:r>
              <a:rPr lang="en-US" altLang="en-GB" sz="2200" smtClean="0">
                <a:solidFill>
                  <a:srgbClr val="FF0000"/>
                </a:solidFill>
              </a:rPr>
              <a:t>   where there are no other - or + states.</a:t>
            </a:r>
          </a:p>
        </p:txBody>
      </p:sp>
      <p:pic>
        <p:nvPicPr>
          <p:cNvPr id="2970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95938" y="4724400"/>
            <a:ext cx="3014662"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31747" name="Slide Number Placeholder 7"/>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C92EAD6-4794-4A17-B178-856CE95F8624}" type="slidenum">
              <a:rPr lang="en-US" altLang="en-US" sz="1200">
                <a:solidFill>
                  <a:srgbClr val="898989"/>
                </a:solidFill>
                <a:latin typeface="Arial" panose="020B0604020202020204" pitchFamily="34" charset="0"/>
              </a:rPr>
              <a:pPr>
                <a:spcBef>
                  <a:spcPct val="0"/>
                </a:spcBef>
                <a:buFontTx/>
                <a:buNone/>
              </a:pPr>
              <a:t>15</a:t>
            </a:fld>
            <a:endParaRPr lang="en-US" altLang="en-US" sz="1200">
              <a:solidFill>
                <a:srgbClr val="898989"/>
              </a:solidFill>
              <a:latin typeface="Arial" panose="020B0604020202020204" pitchFamily="34" charset="0"/>
            </a:endParaRPr>
          </a:p>
        </p:txBody>
      </p:sp>
      <p:sp>
        <p:nvSpPr>
          <p:cNvPr id="31748" name="Rectangle 2"/>
          <p:cNvSpPr>
            <a:spLocks noGrp="1"/>
          </p:cNvSpPr>
          <p:nvPr>
            <p:ph type="title" idx="4294967295"/>
          </p:nvPr>
        </p:nvSpPr>
        <p:spPr>
          <a:xfrm>
            <a:off x="0" y="274638"/>
            <a:ext cx="8229600" cy="1143000"/>
          </a:xfrm>
        </p:spPr>
        <p:txBody>
          <a:bodyPr/>
          <a:lstStyle/>
          <a:p>
            <a:pPr eaLnBrk="1" hangingPunct="1"/>
            <a:r>
              <a:rPr lang="en-US" altLang="en-GB" sz="3800" smtClean="0"/>
              <a:t>Step 3  -- Combining Edges</a:t>
            </a:r>
          </a:p>
        </p:txBody>
      </p:sp>
      <p:sp>
        <p:nvSpPr>
          <p:cNvPr id="31749" name="Rectangle 3"/>
          <p:cNvSpPr>
            <a:spLocks noGrp="1"/>
          </p:cNvSpPr>
          <p:nvPr>
            <p:ph type="body" idx="4294967295"/>
          </p:nvPr>
        </p:nvSpPr>
        <p:spPr>
          <a:xfrm>
            <a:off x="0" y="1481138"/>
            <a:ext cx="8229600" cy="4525962"/>
          </a:xfrm>
        </p:spPr>
        <p:txBody>
          <a:bodyPr/>
          <a:lstStyle/>
          <a:p>
            <a:pPr algn="just" eaLnBrk="1" hangingPunct="1"/>
            <a:r>
              <a:rPr lang="en-US" altLang="en-GB" sz="2200" smtClean="0"/>
              <a:t>If T has some internal state x (not the - or the + state) that has more than one loop circling back to itself:</a:t>
            </a:r>
          </a:p>
          <a:p>
            <a:pPr algn="just" eaLnBrk="1" hangingPunct="1"/>
            <a:endParaRPr lang="en-US" altLang="en-GB" sz="2200" smtClean="0"/>
          </a:p>
          <a:p>
            <a:pPr algn="just" eaLnBrk="1" hangingPunct="1">
              <a:buFont typeface="Wingdings" panose="05000000000000000000" pitchFamily="2" charset="2"/>
              <a:buNone/>
            </a:pPr>
            <a:r>
              <a:rPr lang="en-US" altLang="en-GB" sz="2200" smtClean="0"/>
              <a:t>   </a:t>
            </a:r>
          </a:p>
          <a:p>
            <a:pPr algn="just" eaLnBrk="1" hangingPunct="1">
              <a:buFont typeface="Wingdings" panose="05000000000000000000" pitchFamily="2" charset="2"/>
              <a:buNone/>
            </a:pPr>
            <a:r>
              <a:rPr lang="en-US" altLang="en-GB" sz="2200" smtClean="0"/>
              <a:t>  </a:t>
            </a:r>
          </a:p>
          <a:p>
            <a:pPr algn="just" eaLnBrk="1" hangingPunct="1">
              <a:buFont typeface="Wingdings" panose="05000000000000000000" pitchFamily="2" charset="2"/>
              <a:buNone/>
            </a:pPr>
            <a:r>
              <a:rPr lang="en-US" altLang="en-GB" sz="2200" smtClean="0"/>
              <a:t>    where r</a:t>
            </a:r>
            <a:r>
              <a:rPr lang="en-US" altLang="en-GB" sz="2200" baseline="-25000" smtClean="0"/>
              <a:t>1</a:t>
            </a:r>
            <a:r>
              <a:rPr lang="en-US" altLang="en-GB" sz="2200" smtClean="0"/>
              <a:t>, r</a:t>
            </a:r>
            <a:r>
              <a:rPr lang="en-US" altLang="en-GB" sz="2200" baseline="-25000" smtClean="0"/>
              <a:t>2</a:t>
            </a:r>
            <a:r>
              <a:rPr lang="en-US" altLang="en-GB" sz="2200" smtClean="0"/>
              <a:t>, and r</a:t>
            </a:r>
            <a:r>
              <a:rPr lang="en-US" altLang="en-GB" sz="2200" baseline="-25000" smtClean="0"/>
              <a:t>3</a:t>
            </a:r>
            <a:r>
              <a:rPr lang="en-US" altLang="en-GB" sz="2200" smtClean="0"/>
              <a:t> are all regular expressions or simple strings.</a:t>
            </a:r>
          </a:p>
          <a:p>
            <a:pPr algn="just" eaLnBrk="1" hangingPunct="1"/>
            <a:r>
              <a:rPr lang="en-US" altLang="en-GB" sz="2200" smtClean="0"/>
              <a:t>We can replace the three loops by one loop labeled with a regular expression:</a:t>
            </a:r>
          </a:p>
          <a:p>
            <a:pPr algn="just" eaLnBrk="1" hangingPunct="1"/>
            <a:endParaRPr lang="en-US" altLang="en-GB" sz="2200" smtClean="0"/>
          </a:p>
        </p:txBody>
      </p:sp>
      <p:pic>
        <p:nvPicPr>
          <p:cNvPr id="3175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2171700"/>
            <a:ext cx="2133600" cy="125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31751"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87800" y="4787900"/>
            <a:ext cx="22098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33795" name="Slide Number Placeholder 7"/>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53BAFA1-A4EE-4FB4-9129-C575840C32D1}" type="slidenum">
              <a:rPr lang="en-US" altLang="en-US" sz="1200">
                <a:solidFill>
                  <a:srgbClr val="898989"/>
                </a:solidFill>
                <a:latin typeface="Arial" panose="020B0604020202020204" pitchFamily="34" charset="0"/>
              </a:rPr>
              <a:pPr>
                <a:spcBef>
                  <a:spcPct val="0"/>
                </a:spcBef>
                <a:buFontTx/>
                <a:buNone/>
              </a:pPr>
              <a:t>16</a:t>
            </a:fld>
            <a:endParaRPr lang="en-US" altLang="en-US" sz="1200">
              <a:solidFill>
                <a:srgbClr val="898989"/>
              </a:solidFill>
              <a:latin typeface="Arial" panose="020B0604020202020204" pitchFamily="34" charset="0"/>
            </a:endParaRPr>
          </a:p>
        </p:txBody>
      </p:sp>
      <p:sp>
        <p:nvSpPr>
          <p:cNvPr id="33796" name="Rectangle 2"/>
          <p:cNvSpPr>
            <a:spLocks noGrp="1"/>
          </p:cNvSpPr>
          <p:nvPr>
            <p:ph type="title" idx="4294967295"/>
          </p:nvPr>
        </p:nvSpPr>
        <p:spPr>
          <a:xfrm>
            <a:off x="0" y="274638"/>
            <a:ext cx="8229600" cy="1143000"/>
          </a:xfrm>
        </p:spPr>
        <p:txBody>
          <a:bodyPr/>
          <a:lstStyle/>
          <a:p>
            <a:pPr eaLnBrk="1" hangingPunct="1"/>
            <a:r>
              <a:rPr lang="en-US" altLang="en-GB" sz="3800" smtClean="0"/>
              <a:t>Combining Edges</a:t>
            </a:r>
          </a:p>
        </p:txBody>
      </p:sp>
      <p:sp>
        <p:nvSpPr>
          <p:cNvPr id="33797" name="Rectangle 3"/>
          <p:cNvSpPr>
            <a:spLocks noGrp="1"/>
          </p:cNvSpPr>
          <p:nvPr>
            <p:ph type="body" idx="4294967295"/>
          </p:nvPr>
        </p:nvSpPr>
        <p:spPr>
          <a:xfrm>
            <a:off x="0" y="1481138"/>
            <a:ext cx="8229600" cy="4525962"/>
          </a:xfrm>
        </p:spPr>
        <p:txBody>
          <a:bodyPr/>
          <a:lstStyle/>
          <a:p>
            <a:pPr algn="just" eaLnBrk="1" hangingPunct="1"/>
            <a:r>
              <a:rPr lang="en-US" altLang="en-GB" sz="2200" smtClean="0"/>
              <a:t>Similarly, if two states are connected by </a:t>
            </a:r>
            <a:r>
              <a:rPr lang="en-US" altLang="en-GB" sz="2200" b="1" smtClean="0"/>
              <a:t>more than one edge </a:t>
            </a:r>
            <a:r>
              <a:rPr lang="en-US" altLang="en-GB" sz="2200" smtClean="0"/>
              <a:t>going in the same direction:</a:t>
            </a:r>
          </a:p>
          <a:p>
            <a:pPr algn="just" eaLnBrk="1" hangingPunct="1"/>
            <a:endParaRPr lang="en-US" altLang="en-GB" sz="2200" smtClean="0"/>
          </a:p>
          <a:p>
            <a:pPr algn="just" eaLnBrk="1" hangingPunct="1"/>
            <a:endParaRPr lang="en-US" altLang="en-GB" sz="2200" smtClean="0"/>
          </a:p>
          <a:p>
            <a:pPr algn="just" eaLnBrk="1" hangingPunct="1"/>
            <a:endParaRPr lang="en-US" altLang="en-GB" sz="2200" smtClean="0"/>
          </a:p>
          <a:p>
            <a:pPr algn="just" eaLnBrk="1" hangingPunct="1"/>
            <a:endParaRPr lang="en-US" altLang="en-GB" sz="2200" smtClean="0"/>
          </a:p>
          <a:p>
            <a:pPr algn="just" eaLnBrk="1" hangingPunct="1"/>
            <a:r>
              <a:rPr lang="en-US" altLang="en-GB" sz="2200" smtClean="0"/>
              <a:t>We can replace this with a single edge labeled with a regular expression:</a:t>
            </a:r>
          </a:p>
          <a:p>
            <a:pPr algn="just" eaLnBrk="1" hangingPunct="1"/>
            <a:endParaRPr lang="en-US" altLang="en-GB" sz="2200" smtClean="0"/>
          </a:p>
        </p:txBody>
      </p:sp>
      <p:pic>
        <p:nvPicPr>
          <p:cNvPr id="3379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2482850"/>
            <a:ext cx="2819400" cy="140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3379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8150" y="4953000"/>
            <a:ext cx="3879850" cy="68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35843" name="Slide Number Placeholder 7"/>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85740B2-CF46-4187-99DA-DC1A38283A84}" type="slidenum">
              <a:rPr lang="en-US" altLang="en-US" sz="1200">
                <a:solidFill>
                  <a:srgbClr val="898989"/>
                </a:solidFill>
                <a:latin typeface="Arial" panose="020B0604020202020204" pitchFamily="34" charset="0"/>
              </a:rPr>
              <a:pPr>
                <a:spcBef>
                  <a:spcPct val="0"/>
                </a:spcBef>
                <a:buFontTx/>
                <a:buNone/>
              </a:pPr>
              <a:t>17</a:t>
            </a:fld>
            <a:endParaRPr lang="en-US" altLang="en-US" sz="1200">
              <a:solidFill>
                <a:srgbClr val="898989"/>
              </a:solidFill>
              <a:latin typeface="Arial" panose="020B0604020202020204" pitchFamily="34" charset="0"/>
            </a:endParaRPr>
          </a:p>
        </p:txBody>
      </p:sp>
      <p:sp>
        <p:nvSpPr>
          <p:cNvPr id="35844" name="Rectangle 2"/>
          <p:cNvSpPr>
            <a:spLocks noGrp="1"/>
          </p:cNvSpPr>
          <p:nvPr>
            <p:ph type="title" idx="4294967295"/>
          </p:nvPr>
        </p:nvSpPr>
        <p:spPr>
          <a:xfrm>
            <a:off x="0" y="274638"/>
            <a:ext cx="8229600" cy="1143000"/>
          </a:xfrm>
        </p:spPr>
        <p:txBody>
          <a:bodyPr/>
          <a:lstStyle/>
          <a:p>
            <a:pPr eaLnBrk="1" hangingPunct="1"/>
            <a:r>
              <a:rPr lang="en-US" altLang="en-GB" sz="3800" smtClean="0"/>
              <a:t>Bypass and State Elimination</a:t>
            </a:r>
          </a:p>
        </p:txBody>
      </p:sp>
      <p:sp>
        <p:nvSpPr>
          <p:cNvPr id="35845" name="Rectangle 3"/>
          <p:cNvSpPr>
            <a:spLocks noGrp="1"/>
          </p:cNvSpPr>
          <p:nvPr>
            <p:ph type="body" idx="4294967295"/>
          </p:nvPr>
        </p:nvSpPr>
        <p:spPr>
          <a:xfrm>
            <a:off x="0" y="1481138"/>
            <a:ext cx="8229600" cy="4525962"/>
          </a:xfrm>
        </p:spPr>
        <p:txBody>
          <a:bodyPr/>
          <a:lstStyle/>
          <a:p>
            <a:pPr algn="just" eaLnBrk="1" hangingPunct="1"/>
            <a:r>
              <a:rPr lang="en-US" altLang="en-GB" sz="2200" smtClean="0"/>
              <a:t>If T has 3 states in a row connected by edges labeled with regular expressions or simple strings, we can eliminate the middle state, as in the following examples:</a:t>
            </a:r>
          </a:p>
          <a:p>
            <a:pPr algn="just" eaLnBrk="1" hangingPunct="1"/>
            <a:endParaRPr lang="en-US" altLang="en-GB" sz="2200" smtClean="0"/>
          </a:p>
          <a:p>
            <a:pPr algn="just" eaLnBrk="1" hangingPunct="1"/>
            <a:endParaRPr lang="en-US" altLang="en-GB" sz="2200" smtClean="0"/>
          </a:p>
          <a:p>
            <a:pPr algn="just" eaLnBrk="1" hangingPunct="1">
              <a:buFont typeface="Wingdings" panose="05000000000000000000" pitchFamily="2" charset="2"/>
              <a:buNone/>
            </a:pPr>
            <a:r>
              <a:rPr lang="en-US" altLang="en-GB" sz="2200" smtClean="0"/>
              <a:t>  </a:t>
            </a:r>
          </a:p>
          <a:p>
            <a:pPr algn="just" eaLnBrk="1" hangingPunct="1">
              <a:buFont typeface="Wingdings" panose="05000000000000000000" pitchFamily="2" charset="2"/>
              <a:buNone/>
            </a:pPr>
            <a:r>
              <a:rPr lang="en-US" altLang="en-GB" sz="2200" smtClean="0"/>
              <a:t>Can be replaced with</a:t>
            </a:r>
          </a:p>
        </p:txBody>
      </p:sp>
      <p:pic>
        <p:nvPicPr>
          <p:cNvPr id="3584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3255963"/>
            <a:ext cx="4114800"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3584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4946650"/>
            <a:ext cx="4267200" cy="66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37891" name="Slide Number Placeholder 7"/>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78273F8-6C8A-4068-A69D-6D5C169FA1B4}" type="slidenum">
              <a:rPr lang="en-US" altLang="en-US" sz="1200">
                <a:solidFill>
                  <a:srgbClr val="898989"/>
                </a:solidFill>
                <a:latin typeface="Arial" panose="020B0604020202020204" pitchFamily="34" charset="0"/>
              </a:rPr>
              <a:pPr>
                <a:spcBef>
                  <a:spcPct val="0"/>
                </a:spcBef>
                <a:buFontTx/>
                <a:buNone/>
              </a:pPr>
              <a:t>18</a:t>
            </a:fld>
            <a:endParaRPr lang="en-US" altLang="en-US" sz="1200">
              <a:solidFill>
                <a:srgbClr val="898989"/>
              </a:solidFill>
              <a:latin typeface="Arial" panose="020B0604020202020204" pitchFamily="34" charset="0"/>
            </a:endParaRPr>
          </a:p>
        </p:txBody>
      </p:sp>
      <p:sp>
        <p:nvSpPr>
          <p:cNvPr id="37892" name="Rectangle 2"/>
          <p:cNvSpPr>
            <a:spLocks noGrp="1"/>
          </p:cNvSpPr>
          <p:nvPr>
            <p:ph type="title" idx="4294967295"/>
          </p:nvPr>
        </p:nvSpPr>
        <p:spPr>
          <a:xfrm>
            <a:off x="0" y="274638"/>
            <a:ext cx="8229600" cy="1143000"/>
          </a:xfrm>
        </p:spPr>
        <p:txBody>
          <a:bodyPr/>
          <a:lstStyle/>
          <a:p>
            <a:pPr eaLnBrk="1" hangingPunct="1"/>
            <a:r>
              <a:rPr lang="en-US" altLang="en-GB" sz="3800" smtClean="0"/>
              <a:t>Bypass and State Elimination</a:t>
            </a:r>
          </a:p>
        </p:txBody>
      </p:sp>
      <p:sp>
        <p:nvSpPr>
          <p:cNvPr id="37893" name="Rectangle 3"/>
          <p:cNvSpPr>
            <a:spLocks noGrp="1"/>
          </p:cNvSpPr>
          <p:nvPr>
            <p:ph type="body" idx="4294967295"/>
          </p:nvPr>
        </p:nvSpPr>
        <p:spPr>
          <a:xfrm>
            <a:off x="0" y="1481138"/>
            <a:ext cx="8229600" cy="4525962"/>
          </a:xfrm>
        </p:spPr>
        <p:txBody>
          <a:bodyPr/>
          <a:lstStyle/>
          <a:p>
            <a:pPr algn="just" eaLnBrk="1" hangingPunct="1"/>
            <a:r>
              <a:rPr lang="en-US" altLang="en-GB" sz="2200" smtClean="0"/>
              <a:t>If the middle state has a loop, we can proceed as follows:</a:t>
            </a:r>
          </a:p>
          <a:p>
            <a:pPr algn="just" eaLnBrk="1" hangingPunct="1"/>
            <a:endParaRPr lang="en-US" altLang="en-GB" sz="2200" smtClean="0"/>
          </a:p>
          <a:p>
            <a:pPr algn="just" eaLnBrk="1" hangingPunct="1"/>
            <a:endParaRPr lang="en-US" altLang="en-GB" sz="2200" smtClean="0"/>
          </a:p>
          <a:p>
            <a:pPr algn="just" eaLnBrk="1" hangingPunct="1"/>
            <a:endParaRPr lang="en-US" altLang="en-GB" sz="2200" smtClean="0"/>
          </a:p>
          <a:p>
            <a:pPr algn="just" eaLnBrk="1" hangingPunct="1"/>
            <a:endParaRPr lang="en-US" altLang="en-GB" sz="2200" smtClean="0"/>
          </a:p>
          <a:p>
            <a:pPr algn="just" eaLnBrk="1" hangingPunct="1">
              <a:buFont typeface="Wingdings" panose="05000000000000000000" pitchFamily="2" charset="2"/>
              <a:buNone/>
            </a:pPr>
            <a:r>
              <a:rPr lang="en-US" altLang="en-GB" sz="2200" smtClean="0"/>
              <a:t>  Can be replaced with</a:t>
            </a:r>
          </a:p>
        </p:txBody>
      </p:sp>
      <p:pic>
        <p:nvPicPr>
          <p:cNvPr id="3789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2362200"/>
            <a:ext cx="4691063" cy="1163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3789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7000" y="4953000"/>
            <a:ext cx="3962400"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39939" name="Slide Number Placeholder 7"/>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6A207AE-2845-4D8E-A73C-974CC97C7C7C}" type="slidenum">
              <a:rPr lang="en-US" altLang="en-US" sz="1200">
                <a:solidFill>
                  <a:srgbClr val="898989"/>
                </a:solidFill>
                <a:latin typeface="Arial" panose="020B0604020202020204" pitchFamily="34" charset="0"/>
              </a:rPr>
              <a:pPr>
                <a:spcBef>
                  <a:spcPct val="0"/>
                </a:spcBef>
                <a:buFontTx/>
                <a:buNone/>
              </a:pPr>
              <a:t>19</a:t>
            </a:fld>
            <a:endParaRPr lang="en-US" altLang="en-US" sz="1200">
              <a:solidFill>
                <a:srgbClr val="898989"/>
              </a:solidFill>
              <a:latin typeface="Arial" panose="020B0604020202020204" pitchFamily="34" charset="0"/>
            </a:endParaRPr>
          </a:p>
        </p:txBody>
      </p:sp>
      <p:sp>
        <p:nvSpPr>
          <p:cNvPr id="39940" name="Rectangle 2"/>
          <p:cNvSpPr>
            <a:spLocks noGrp="1"/>
          </p:cNvSpPr>
          <p:nvPr>
            <p:ph type="title" idx="4294967295"/>
          </p:nvPr>
        </p:nvSpPr>
        <p:spPr>
          <a:xfrm>
            <a:off x="0" y="274638"/>
            <a:ext cx="8229600" cy="1143000"/>
          </a:xfrm>
        </p:spPr>
        <p:txBody>
          <a:bodyPr/>
          <a:lstStyle/>
          <a:p>
            <a:pPr eaLnBrk="1" hangingPunct="1"/>
            <a:r>
              <a:rPr lang="en-US" altLang="en-GB" sz="3800" smtClean="0"/>
              <a:t>Bypass and State Elimination</a:t>
            </a:r>
          </a:p>
        </p:txBody>
      </p:sp>
      <p:sp>
        <p:nvSpPr>
          <p:cNvPr id="39941" name="Rectangle 3"/>
          <p:cNvSpPr>
            <a:spLocks noGrp="1"/>
          </p:cNvSpPr>
          <p:nvPr>
            <p:ph type="body" idx="4294967295"/>
          </p:nvPr>
        </p:nvSpPr>
        <p:spPr>
          <a:xfrm>
            <a:off x="0" y="1481138"/>
            <a:ext cx="8229600" cy="4525962"/>
          </a:xfrm>
        </p:spPr>
        <p:txBody>
          <a:bodyPr/>
          <a:lstStyle/>
          <a:p>
            <a:pPr algn="just" eaLnBrk="1" hangingPunct="1"/>
            <a:r>
              <a:rPr lang="en-US" altLang="en-GB" sz="2200" smtClean="0"/>
              <a:t>If the middle state is connected to more than one state, then the bypass and elimination process can be done as follows:</a:t>
            </a:r>
          </a:p>
          <a:p>
            <a:pPr algn="just" eaLnBrk="1" hangingPunct="1"/>
            <a:endParaRPr lang="en-US" altLang="en-GB" sz="2200" smtClean="0"/>
          </a:p>
          <a:p>
            <a:pPr algn="just" eaLnBrk="1" hangingPunct="1"/>
            <a:endParaRPr lang="en-US" altLang="en-GB" sz="2200" smtClean="0"/>
          </a:p>
          <a:p>
            <a:pPr algn="just" eaLnBrk="1" hangingPunct="1">
              <a:buFont typeface="Wingdings" panose="05000000000000000000" pitchFamily="2" charset="2"/>
              <a:buNone/>
            </a:pPr>
            <a:r>
              <a:rPr lang="en-US" altLang="en-GB" sz="2200" smtClean="0"/>
              <a:t> </a:t>
            </a:r>
          </a:p>
          <a:p>
            <a:pPr algn="just" eaLnBrk="1" hangingPunct="1">
              <a:buFont typeface="Wingdings" panose="05000000000000000000" pitchFamily="2" charset="2"/>
              <a:buNone/>
            </a:pPr>
            <a:r>
              <a:rPr lang="en-US" altLang="en-GB" sz="2200" smtClean="0"/>
              <a:t>Can be replaced with</a:t>
            </a:r>
          </a:p>
        </p:txBody>
      </p:sp>
      <p:pic>
        <p:nvPicPr>
          <p:cNvPr id="3994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2713038"/>
            <a:ext cx="3276600"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3994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6200" y="4572000"/>
            <a:ext cx="3505200"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41987" name="Slide Number Placeholder 7"/>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B292FFB-0EF9-417B-8883-7C0483C114DD}" type="slidenum">
              <a:rPr lang="en-US" altLang="en-US" sz="1200">
                <a:solidFill>
                  <a:srgbClr val="898989"/>
                </a:solidFill>
                <a:latin typeface="Arial" panose="020B0604020202020204" pitchFamily="34" charset="0"/>
              </a:rPr>
              <a:pPr>
                <a:spcBef>
                  <a:spcPct val="0"/>
                </a:spcBef>
                <a:buFontTx/>
                <a:buNone/>
              </a:pPr>
              <a:t>20</a:t>
            </a:fld>
            <a:endParaRPr lang="en-US" altLang="en-US" sz="1200">
              <a:solidFill>
                <a:srgbClr val="898989"/>
              </a:solidFill>
              <a:latin typeface="Arial" panose="020B0604020202020204" pitchFamily="34" charset="0"/>
            </a:endParaRPr>
          </a:p>
        </p:txBody>
      </p:sp>
      <p:sp>
        <p:nvSpPr>
          <p:cNvPr id="41988" name="Rectangle 2"/>
          <p:cNvSpPr>
            <a:spLocks noGrp="1"/>
          </p:cNvSpPr>
          <p:nvPr>
            <p:ph type="title" idx="4294967295"/>
          </p:nvPr>
        </p:nvSpPr>
        <p:spPr>
          <a:xfrm>
            <a:off x="0" y="274638"/>
            <a:ext cx="8229600" cy="1143000"/>
          </a:xfrm>
        </p:spPr>
        <p:txBody>
          <a:bodyPr/>
          <a:lstStyle/>
          <a:p>
            <a:pPr eaLnBrk="1" hangingPunct="1"/>
            <a:r>
              <a:rPr lang="en-US" altLang="en-GB" sz="3800" smtClean="0"/>
              <a:t>Special Cases</a:t>
            </a:r>
          </a:p>
        </p:txBody>
      </p:sp>
      <p:sp>
        <p:nvSpPr>
          <p:cNvPr id="41989" name="Rectangle 3"/>
          <p:cNvSpPr>
            <a:spLocks noGrp="1"/>
          </p:cNvSpPr>
          <p:nvPr>
            <p:ph type="body" idx="4294967295"/>
          </p:nvPr>
        </p:nvSpPr>
        <p:spPr>
          <a:xfrm>
            <a:off x="0" y="1481138"/>
            <a:ext cx="8229600" cy="4525962"/>
          </a:xfrm>
        </p:spPr>
        <p:txBody>
          <a:bodyPr/>
          <a:lstStyle/>
          <a:p>
            <a:pPr eaLnBrk="1" hangingPunct="1"/>
            <a:endParaRPr lang="en-US" altLang="en-GB" sz="2200" smtClean="0"/>
          </a:p>
          <a:p>
            <a:pPr eaLnBrk="1" hangingPunct="1"/>
            <a:endParaRPr lang="en-US" altLang="en-GB" sz="2200" smtClean="0"/>
          </a:p>
          <a:p>
            <a:pPr eaLnBrk="1" hangingPunct="1"/>
            <a:endParaRPr lang="en-US" altLang="en-GB" sz="2200" smtClean="0"/>
          </a:p>
          <a:p>
            <a:pPr eaLnBrk="1" hangingPunct="1"/>
            <a:endParaRPr lang="en-US" altLang="en-GB" sz="2200" smtClean="0"/>
          </a:p>
          <a:p>
            <a:pPr eaLnBrk="1" hangingPunct="1">
              <a:buFont typeface="Wingdings" panose="05000000000000000000" pitchFamily="2" charset="2"/>
              <a:buNone/>
            </a:pPr>
            <a:r>
              <a:rPr lang="en-US" altLang="en-GB" sz="2200" smtClean="0"/>
              <a:t>Can be replaced with</a:t>
            </a:r>
          </a:p>
          <a:p>
            <a:pPr eaLnBrk="1" hangingPunct="1"/>
            <a:endParaRPr lang="en-US" altLang="en-GB" sz="2200" smtClean="0"/>
          </a:p>
        </p:txBody>
      </p:sp>
      <p:pic>
        <p:nvPicPr>
          <p:cNvPr id="4199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0" y="1371600"/>
            <a:ext cx="4495800" cy="1277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41991"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4419600"/>
            <a:ext cx="4419600" cy="145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44035" name="Slide Number Placeholder 6"/>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54BB946-ACE2-4244-B7BF-52E327DA4F6B}" type="slidenum">
              <a:rPr lang="en-US" altLang="en-US" sz="1200">
                <a:solidFill>
                  <a:srgbClr val="898989"/>
                </a:solidFill>
                <a:latin typeface="Arial" panose="020B0604020202020204" pitchFamily="34" charset="0"/>
              </a:rPr>
              <a:pPr>
                <a:spcBef>
                  <a:spcPct val="0"/>
                </a:spcBef>
                <a:buFontTx/>
                <a:buNone/>
              </a:pPr>
              <a:t>21</a:t>
            </a:fld>
            <a:endParaRPr lang="en-US" altLang="en-US" sz="1200">
              <a:solidFill>
                <a:srgbClr val="898989"/>
              </a:solidFill>
              <a:latin typeface="Arial" panose="020B0604020202020204" pitchFamily="34" charset="0"/>
            </a:endParaRPr>
          </a:p>
        </p:txBody>
      </p:sp>
      <p:sp>
        <p:nvSpPr>
          <p:cNvPr id="44036" name="Rectangle 2"/>
          <p:cNvSpPr>
            <a:spLocks noGrp="1"/>
          </p:cNvSpPr>
          <p:nvPr>
            <p:ph type="title" idx="4294967295"/>
          </p:nvPr>
        </p:nvSpPr>
        <p:spPr>
          <a:xfrm>
            <a:off x="0" y="274638"/>
            <a:ext cx="8229600" cy="1143000"/>
          </a:xfrm>
        </p:spPr>
        <p:txBody>
          <a:bodyPr/>
          <a:lstStyle/>
          <a:p>
            <a:pPr eaLnBrk="1" hangingPunct="1"/>
            <a:r>
              <a:rPr lang="en-US" altLang="en-GB" sz="3800" smtClean="0"/>
              <a:t>Combining Edges</a:t>
            </a:r>
          </a:p>
        </p:txBody>
      </p:sp>
      <p:sp>
        <p:nvSpPr>
          <p:cNvPr id="44037" name="Rectangle 3"/>
          <p:cNvSpPr>
            <a:spLocks noGrp="1"/>
          </p:cNvSpPr>
          <p:nvPr>
            <p:ph type="body" idx="4294967295"/>
          </p:nvPr>
        </p:nvSpPr>
        <p:spPr>
          <a:xfrm>
            <a:off x="0" y="1481138"/>
            <a:ext cx="8229600" cy="4525962"/>
          </a:xfrm>
        </p:spPr>
        <p:txBody>
          <a:bodyPr/>
          <a:lstStyle/>
          <a:p>
            <a:pPr algn="just" eaLnBrk="1" hangingPunct="1"/>
            <a:r>
              <a:rPr lang="en-US" altLang="en-GB" sz="2200" smtClean="0"/>
              <a:t>We can repeat this bypass and elimination process again and again until we have eliminated all the states from T, except for the unique start state and the unique final state. What we come down to is a picture that looks like this:</a:t>
            </a:r>
          </a:p>
          <a:p>
            <a:pPr algn="just" eaLnBrk="1" hangingPunct="1"/>
            <a:endParaRPr lang="en-US" altLang="en-GB" sz="2200" smtClean="0"/>
          </a:p>
          <a:p>
            <a:pPr algn="just" eaLnBrk="1" hangingPunct="1"/>
            <a:endParaRPr lang="en-US" altLang="en-GB" sz="2200" smtClean="0"/>
          </a:p>
          <a:p>
            <a:pPr algn="just" eaLnBrk="1" hangingPunct="1"/>
            <a:endParaRPr lang="en-US" altLang="en-GB" sz="2200" smtClean="0"/>
          </a:p>
          <a:p>
            <a:pPr algn="just" eaLnBrk="1" hangingPunct="1">
              <a:buFont typeface="Wingdings" panose="05000000000000000000" pitchFamily="2" charset="2"/>
              <a:buNone/>
            </a:pPr>
            <a:endParaRPr lang="en-US" altLang="en-GB" sz="2200" smtClean="0"/>
          </a:p>
          <a:p>
            <a:pPr algn="just" eaLnBrk="1" hangingPunct="1">
              <a:buFont typeface="Wingdings" panose="05000000000000000000" pitchFamily="2" charset="2"/>
              <a:buNone/>
            </a:pPr>
            <a:endParaRPr lang="en-US" altLang="en-GB" sz="2200" smtClean="0"/>
          </a:p>
          <a:p>
            <a:pPr algn="just" eaLnBrk="1" hangingPunct="1">
              <a:buFont typeface="Wingdings" panose="05000000000000000000" pitchFamily="2" charset="2"/>
              <a:buNone/>
            </a:pPr>
            <a:r>
              <a:rPr lang="en-US" altLang="en-GB" sz="2200" smtClean="0"/>
              <a:t>with each edge labeled by a regular expression.</a:t>
            </a:r>
          </a:p>
        </p:txBody>
      </p:sp>
      <p:pic>
        <p:nvPicPr>
          <p:cNvPr id="4403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3429000"/>
            <a:ext cx="3124200" cy="174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46083" name="Slide Number Placeholder 6"/>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379896B-0C5B-45B5-929F-244E9A7DB075}" type="slidenum">
              <a:rPr lang="en-US" altLang="en-US" sz="1200">
                <a:solidFill>
                  <a:srgbClr val="898989"/>
                </a:solidFill>
                <a:latin typeface="Arial" panose="020B0604020202020204" pitchFamily="34" charset="0"/>
              </a:rPr>
              <a:pPr>
                <a:spcBef>
                  <a:spcPct val="0"/>
                </a:spcBef>
                <a:buFontTx/>
                <a:buNone/>
              </a:pPr>
              <a:t>22</a:t>
            </a:fld>
            <a:endParaRPr lang="en-US" altLang="en-US" sz="1200">
              <a:solidFill>
                <a:srgbClr val="898989"/>
              </a:solidFill>
              <a:latin typeface="Arial" panose="020B0604020202020204" pitchFamily="34" charset="0"/>
            </a:endParaRPr>
          </a:p>
        </p:txBody>
      </p:sp>
      <p:sp>
        <p:nvSpPr>
          <p:cNvPr id="46084" name="Rectangle 2"/>
          <p:cNvSpPr>
            <a:spLocks noGrp="1"/>
          </p:cNvSpPr>
          <p:nvPr>
            <p:ph type="title" idx="4294967295"/>
          </p:nvPr>
        </p:nvSpPr>
        <p:spPr>
          <a:xfrm>
            <a:off x="0" y="274638"/>
            <a:ext cx="8229600" cy="1143000"/>
          </a:xfrm>
        </p:spPr>
        <p:txBody>
          <a:bodyPr/>
          <a:lstStyle/>
          <a:p>
            <a:pPr eaLnBrk="1" hangingPunct="1"/>
            <a:r>
              <a:rPr lang="en-US" altLang="en-GB" sz="3800" smtClean="0"/>
              <a:t>Combing Edges</a:t>
            </a:r>
          </a:p>
        </p:txBody>
      </p:sp>
      <p:sp>
        <p:nvSpPr>
          <p:cNvPr id="46085" name="Rectangle 3"/>
          <p:cNvSpPr>
            <a:spLocks noGrp="1"/>
          </p:cNvSpPr>
          <p:nvPr>
            <p:ph type="body" idx="4294967295"/>
          </p:nvPr>
        </p:nvSpPr>
        <p:spPr>
          <a:xfrm>
            <a:off x="0" y="1481138"/>
            <a:ext cx="8229600" cy="4525962"/>
          </a:xfrm>
        </p:spPr>
        <p:txBody>
          <a:bodyPr/>
          <a:lstStyle/>
          <a:p>
            <a:pPr algn="just" eaLnBrk="1" hangingPunct="1">
              <a:lnSpc>
                <a:spcPct val="80000"/>
              </a:lnSpc>
            </a:pPr>
            <a:r>
              <a:rPr lang="en-US" altLang="en-GB" sz="2200" smtClean="0"/>
              <a:t>We can then combine the edges from the above picture one more to produce</a:t>
            </a:r>
          </a:p>
          <a:p>
            <a:pPr algn="just" eaLnBrk="1" hangingPunct="1">
              <a:lnSpc>
                <a:spcPct val="80000"/>
              </a:lnSpc>
            </a:pPr>
            <a:endParaRPr lang="en-US" altLang="en-GB" sz="2200" smtClean="0"/>
          </a:p>
          <a:p>
            <a:pPr algn="just" eaLnBrk="1" hangingPunct="1">
              <a:lnSpc>
                <a:spcPct val="80000"/>
              </a:lnSpc>
            </a:pPr>
            <a:endParaRPr lang="en-US" altLang="en-GB" sz="2200" smtClean="0"/>
          </a:p>
          <a:p>
            <a:pPr algn="just" eaLnBrk="1" hangingPunct="1">
              <a:lnSpc>
                <a:spcPct val="80000"/>
              </a:lnSpc>
            </a:pPr>
            <a:endParaRPr lang="en-US" altLang="en-GB" sz="2200" smtClean="0"/>
          </a:p>
          <a:p>
            <a:pPr algn="just" eaLnBrk="1" hangingPunct="1">
              <a:lnSpc>
                <a:spcPct val="80000"/>
              </a:lnSpc>
            </a:pPr>
            <a:endParaRPr lang="en-US" altLang="en-GB" sz="2200" smtClean="0"/>
          </a:p>
          <a:p>
            <a:pPr algn="just" eaLnBrk="1" hangingPunct="1">
              <a:lnSpc>
                <a:spcPct val="80000"/>
              </a:lnSpc>
            </a:pPr>
            <a:endParaRPr lang="en-US" altLang="en-GB" sz="2200" smtClean="0"/>
          </a:p>
          <a:p>
            <a:pPr algn="just" eaLnBrk="1" hangingPunct="1">
              <a:lnSpc>
                <a:spcPct val="80000"/>
              </a:lnSpc>
              <a:buFont typeface="Wingdings" panose="05000000000000000000" pitchFamily="2" charset="2"/>
              <a:buNone/>
            </a:pPr>
            <a:r>
              <a:rPr lang="en-US" altLang="en-GB" sz="2200" smtClean="0"/>
              <a:t>    in which the resultant expression is the regular expression that defines the same language as </a:t>
            </a:r>
            <a:r>
              <a:rPr lang="en-US" altLang="en-GB" sz="2200" i="1" smtClean="0"/>
              <a:t>T</a:t>
            </a:r>
            <a:r>
              <a:rPr lang="en-US" altLang="en-GB" sz="2200" smtClean="0"/>
              <a:t> did originally.</a:t>
            </a:r>
          </a:p>
          <a:p>
            <a:pPr algn="just" eaLnBrk="1" hangingPunct="1">
              <a:lnSpc>
                <a:spcPct val="80000"/>
              </a:lnSpc>
            </a:pPr>
            <a:r>
              <a:rPr lang="en-US" altLang="en-GB" sz="2200" smtClean="0"/>
              <a:t>Recall that all words accepted by </a:t>
            </a:r>
            <a:r>
              <a:rPr lang="en-US" altLang="en-GB" sz="2200" i="1" smtClean="0"/>
              <a:t>T</a:t>
            </a:r>
            <a:r>
              <a:rPr lang="en-US" altLang="en-GB" sz="2200" smtClean="0"/>
              <a:t> are paths through the picture of </a:t>
            </a:r>
            <a:r>
              <a:rPr lang="en-US" altLang="en-GB" sz="2200" i="1" smtClean="0"/>
              <a:t>T</a:t>
            </a:r>
            <a:r>
              <a:rPr lang="en-US" altLang="en-GB" sz="2200" smtClean="0"/>
              <a:t>. If we change the picture but preserve all paths and their labels, we must keep the language unchanged.</a:t>
            </a:r>
          </a:p>
        </p:txBody>
      </p:sp>
      <p:pic>
        <p:nvPicPr>
          <p:cNvPr id="4608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2351088"/>
            <a:ext cx="4633913" cy="1001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48131" name="Slide Number Placeholder 6"/>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EA12CAB-D334-4AD0-A93F-FA3453283B78}" type="slidenum">
              <a:rPr lang="en-US" altLang="en-US" sz="1200">
                <a:solidFill>
                  <a:srgbClr val="898989"/>
                </a:solidFill>
                <a:latin typeface="Arial" panose="020B0604020202020204" pitchFamily="34" charset="0"/>
              </a:rPr>
              <a:pPr>
                <a:spcBef>
                  <a:spcPct val="0"/>
                </a:spcBef>
                <a:buFontTx/>
                <a:buNone/>
              </a:pPr>
              <a:t>23</a:t>
            </a:fld>
            <a:endParaRPr lang="en-US" altLang="en-US" sz="1200">
              <a:solidFill>
                <a:srgbClr val="898989"/>
              </a:solidFill>
              <a:latin typeface="Arial" panose="020B0604020202020204" pitchFamily="34" charset="0"/>
            </a:endParaRPr>
          </a:p>
        </p:txBody>
      </p:sp>
      <p:sp>
        <p:nvSpPr>
          <p:cNvPr id="48132" name="Rectangle 2"/>
          <p:cNvSpPr>
            <a:spLocks noGrp="1"/>
          </p:cNvSpPr>
          <p:nvPr>
            <p:ph type="title" idx="4294967295"/>
          </p:nvPr>
        </p:nvSpPr>
        <p:spPr>
          <a:xfrm>
            <a:off x="0" y="274638"/>
            <a:ext cx="8229600" cy="1143000"/>
          </a:xfrm>
        </p:spPr>
        <p:txBody>
          <a:bodyPr/>
          <a:lstStyle/>
          <a:p>
            <a:pPr eaLnBrk="1" hangingPunct="1"/>
            <a:r>
              <a:rPr lang="en-US" altLang="en-GB" sz="3800" smtClean="0"/>
              <a:t>Example</a:t>
            </a:r>
          </a:p>
        </p:txBody>
      </p:sp>
      <p:sp>
        <p:nvSpPr>
          <p:cNvPr id="48133" name="Rectangle 3"/>
          <p:cNvSpPr>
            <a:spLocks noGrp="1"/>
          </p:cNvSpPr>
          <p:nvPr>
            <p:ph type="body" idx="4294967295"/>
          </p:nvPr>
        </p:nvSpPr>
        <p:spPr>
          <a:xfrm>
            <a:off x="0" y="1481138"/>
            <a:ext cx="8229600" cy="4525962"/>
          </a:xfrm>
        </p:spPr>
        <p:txBody>
          <a:bodyPr/>
          <a:lstStyle/>
          <a:p>
            <a:pPr algn="just" eaLnBrk="1" hangingPunct="1"/>
            <a:r>
              <a:rPr lang="en-US" altLang="en-GB" sz="2200" smtClean="0"/>
              <a:t>Consider the following TG that accepts all words that begin and end with double letters (having at least length 4):</a:t>
            </a:r>
          </a:p>
          <a:p>
            <a:pPr algn="just" eaLnBrk="1" hangingPunct="1"/>
            <a:endParaRPr lang="en-US" altLang="en-GB" sz="2200" smtClean="0"/>
          </a:p>
        </p:txBody>
      </p:sp>
      <p:pic>
        <p:nvPicPr>
          <p:cNvPr id="4813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3327400"/>
            <a:ext cx="4114800" cy="223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50179" name="Slide Number Placeholder 7"/>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3D5FF05-3FD6-4C02-90C0-A7F09829C95E}" type="slidenum">
              <a:rPr lang="en-US" altLang="en-US" sz="1200">
                <a:solidFill>
                  <a:srgbClr val="898989"/>
                </a:solidFill>
                <a:latin typeface="Arial" panose="020B0604020202020204" pitchFamily="34" charset="0"/>
              </a:rPr>
              <a:pPr>
                <a:spcBef>
                  <a:spcPct val="0"/>
                </a:spcBef>
                <a:buFontTx/>
                <a:buNone/>
              </a:pPr>
              <a:t>24</a:t>
            </a:fld>
            <a:endParaRPr lang="en-US" altLang="en-US" sz="1200">
              <a:solidFill>
                <a:srgbClr val="898989"/>
              </a:solidFill>
              <a:latin typeface="Arial" panose="020B0604020202020204" pitchFamily="34" charset="0"/>
            </a:endParaRPr>
          </a:p>
        </p:txBody>
      </p:sp>
      <p:sp>
        <p:nvSpPr>
          <p:cNvPr id="50180" name="Rectangle 3"/>
          <p:cNvSpPr>
            <a:spLocks noGrp="1"/>
          </p:cNvSpPr>
          <p:nvPr>
            <p:ph type="body" idx="4294967295"/>
          </p:nvPr>
        </p:nvSpPr>
        <p:spPr>
          <a:xfrm>
            <a:off x="0" y="1481138"/>
            <a:ext cx="8229600" cy="4525962"/>
          </a:xfrm>
        </p:spPr>
        <p:txBody>
          <a:bodyPr/>
          <a:lstStyle/>
          <a:p>
            <a:pPr algn="just" eaLnBrk="1" hangingPunct="1"/>
            <a:r>
              <a:rPr lang="en-US" altLang="en-GB" sz="2200" smtClean="0"/>
              <a:t>This TG has only one start state with no incoming edges, but has two final states. So, we must introduce a new unique final state:</a:t>
            </a:r>
          </a:p>
          <a:p>
            <a:pPr algn="just" eaLnBrk="1" hangingPunct="1"/>
            <a:endParaRPr lang="en-US" altLang="en-GB" sz="2200" smtClean="0"/>
          </a:p>
        </p:txBody>
      </p:sp>
      <p:pic>
        <p:nvPicPr>
          <p:cNvPr id="5018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6663" y="3022600"/>
            <a:ext cx="4910137" cy="208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50182"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3384550"/>
            <a:ext cx="1905000" cy="103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52227" name="Slide Number Placeholder 7"/>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991B280-1C92-4D51-A0AE-94CE92F539D3}" type="slidenum">
              <a:rPr lang="en-US" altLang="en-US" sz="1200">
                <a:solidFill>
                  <a:srgbClr val="898989"/>
                </a:solidFill>
                <a:latin typeface="Arial" panose="020B0604020202020204" pitchFamily="34" charset="0"/>
              </a:rPr>
              <a:pPr>
                <a:spcBef>
                  <a:spcPct val="0"/>
                </a:spcBef>
                <a:buFontTx/>
                <a:buNone/>
              </a:pPr>
              <a:t>25</a:t>
            </a:fld>
            <a:endParaRPr lang="en-US" altLang="en-US" sz="1200">
              <a:solidFill>
                <a:srgbClr val="898989"/>
              </a:solidFill>
              <a:latin typeface="Arial" panose="020B0604020202020204" pitchFamily="34" charset="0"/>
            </a:endParaRPr>
          </a:p>
        </p:txBody>
      </p:sp>
      <p:sp>
        <p:nvSpPr>
          <p:cNvPr id="52228" name="Rectangle 3"/>
          <p:cNvSpPr>
            <a:spLocks noGrp="1"/>
          </p:cNvSpPr>
          <p:nvPr>
            <p:ph type="body" idx="4294967295"/>
          </p:nvPr>
        </p:nvSpPr>
        <p:spPr>
          <a:xfrm>
            <a:off x="0" y="1481138"/>
            <a:ext cx="8229600" cy="4525962"/>
          </a:xfrm>
        </p:spPr>
        <p:txBody>
          <a:bodyPr/>
          <a:lstStyle/>
          <a:p>
            <a:pPr eaLnBrk="1" hangingPunct="1"/>
            <a:r>
              <a:rPr lang="en-US" altLang="en-GB" sz="2600" smtClean="0"/>
              <a:t>Now we build regular expressions piece by piece:</a:t>
            </a:r>
          </a:p>
          <a:p>
            <a:pPr eaLnBrk="1" hangingPunct="1"/>
            <a:endParaRPr lang="en-US" altLang="en-GB" sz="2600" smtClean="0"/>
          </a:p>
        </p:txBody>
      </p:sp>
      <p:pic>
        <p:nvPicPr>
          <p:cNvPr id="52229"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7200" y="2749550"/>
            <a:ext cx="4572000" cy="197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5223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3200400"/>
            <a:ext cx="2514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54275" name="Slide Number Placeholder 7"/>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0AB48B0-C659-4BED-B625-2BEC91895B1B}" type="slidenum">
              <a:rPr lang="en-US" altLang="en-US" sz="1200">
                <a:solidFill>
                  <a:srgbClr val="898989"/>
                </a:solidFill>
                <a:latin typeface="Arial" panose="020B0604020202020204" pitchFamily="34" charset="0"/>
              </a:rPr>
              <a:pPr>
                <a:spcBef>
                  <a:spcPct val="0"/>
                </a:spcBef>
                <a:buFontTx/>
                <a:buNone/>
              </a:pPr>
              <a:t>26</a:t>
            </a:fld>
            <a:endParaRPr lang="en-US" altLang="en-US" sz="1200">
              <a:solidFill>
                <a:srgbClr val="898989"/>
              </a:solidFill>
              <a:latin typeface="Arial" panose="020B0604020202020204" pitchFamily="34" charset="0"/>
            </a:endParaRPr>
          </a:p>
        </p:txBody>
      </p:sp>
      <p:sp>
        <p:nvSpPr>
          <p:cNvPr id="54276" name="Rectangle 3"/>
          <p:cNvSpPr>
            <a:spLocks noGrp="1"/>
          </p:cNvSpPr>
          <p:nvPr>
            <p:ph type="body" idx="4294967295"/>
          </p:nvPr>
        </p:nvSpPr>
        <p:spPr>
          <a:xfrm>
            <a:off x="0" y="1481138"/>
            <a:ext cx="8229600" cy="4525962"/>
          </a:xfrm>
        </p:spPr>
        <p:txBody>
          <a:bodyPr/>
          <a:lstStyle/>
          <a:p>
            <a:pPr eaLnBrk="1" hangingPunct="1"/>
            <a:endParaRPr lang="en-US" altLang="en-GB" sz="2600" smtClean="0"/>
          </a:p>
          <a:p>
            <a:pPr eaLnBrk="1" hangingPunct="1"/>
            <a:endParaRPr lang="en-US" altLang="en-GB" sz="2600" smtClean="0"/>
          </a:p>
          <a:p>
            <a:pPr eaLnBrk="1" hangingPunct="1"/>
            <a:r>
              <a:rPr lang="en-US" altLang="en-GB" sz="2600" smtClean="0"/>
              <a:t>Eliminate state 2:</a:t>
            </a:r>
          </a:p>
          <a:p>
            <a:pPr eaLnBrk="1" hangingPunct="1"/>
            <a:endParaRPr lang="en-US" altLang="en-GB" sz="2600" smtClean="0"/>
          </a:p>
        </p:txBody>
      </p:sp>
      <p:pic>
        <p:nvPicPr>
          <p:cNvPr id="5427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2400" y="3092450"/>
            <a:ext cx="4953000"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5427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3441700"/>
            <a:ext cx="2438400"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56323" name="Slide Number Placeholder 7"/>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50420C3-2F76-4B79-B420-14C837C2FE2E}" type="slidenum">
              <a:rPr lang="en-US" altLang="en-US" sz="1200">
                <a:solidFill>
                  <a:srgbClr val="898989"/>
                </a:solidFill>
                <a:latin typeface="Arial" panose="020B0604020202020204" pitchFamily="34" charset="0"/>
              </a:rPr>
              <a:pPr>
                <a:spcBef>
                  <a:spcPct val="0"/>
                </a:spcBef>
                <a:buFontTx/>
                <a:buNone/>
              </a:pPr>
              <a:t>27</a:t>
            </a:fld>
            <a:endParaRPr lang="en-US" altLang="en-US" sz="1200">
              <a:solidFill>
                <a:srgbClr val="898989"/>
              </a:solidFill>
              <a:latin typeface="Arial" panose="020B0604020202020204" pitchFamily="34" charset="0"/>
            </a:endParaRPr>
          </a:p>
        </p:txBody>
      </p:sp>
      <p:sp>
        <p:nvSpPr>
          <p:cNvPr id="56324" name="Rectangle 3"/>
          <p:cNvSpPr>
            <a:spLocks noGrp="1"/>
          </p:cNvSpPr>
          <p:nvPr>
            <p:ph type="body" idx="4294967295"/>
          </p:nvPr>
        </p:nvSpPr>
        <p:spPr>
          <a:xfrm>
            <a:off x="0" y="1481138"/>
            <a:ext cx="8229600" cy="4525962"/>
          </a:xfrm>
        </p:spPr>
        <p:txBody>
          <a:bodyPr/>
          <a:lstStyle/>
          <a:p>
            <a:pPr eaLnBrk="1" hangingPunct="1">
              <a:buFont typeface="Wingdings" panose="05000000000000000000" pitchFamily="2" charset="2"/>
              <a:buNone/>
            </a:pPr>
            <a:r>
              <a:rPr lang="en-US" altLang="en-GB" sz="2600" smtClean="0"/>
              <a:t>Eliminate state 1:</a:t>
            </a:r>
          </a:p>
          <a:p>
            <a:pPr eaLnBrk="1" hangingPunct="1"/>
            <a:endParaRPr lang="en-US" altLang="en-GB" sz="2600" smtClean="0"/>
          </a:p>
        </p:txBody>
      </p:sp>
      <p:pic>
        <p:nvPicPr>
          <p:cNvPr id="5632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2941638"/>
            <a:ext cx="4191000" cy="127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56326"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2895600"/>
            <a:ext cx="2743200" cy="1062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58371" name="Slide Number Placeholder 7"/>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6F703DED-81D2-4DDC-9C34-EDACA456EC69}" type="slidenum">
              <a:rPr lang="en-US" altLang="en-US" sz="1200">
                <a:solidFill>
                  <a:srgbClr val="898989"/>
                </a:solidFill>
                <a:latin typeface="Arial" panose="020B0604020202020204" pitchFamily="34" charset="0"/>
              </a:rPr>
              <a:pPr>
                <a:spcBef>
                  <a:spcPct val="0"/>
                </a:spcBef>
                <a:buFontTx/>
                <a:buNone/>
              </a:pPr>
              <a:t>28</a:t>
            </a:fld>
            <a:endParaRPr lang="en-US" altLang="en-US" sz="1200">
              <a:solidFill>
                <a:srgbClr val="898989"/>
              </a:solidFill>
              <a:latin typeface="Arial" panose="020B0604020202020204" pitchFamily="34" charset="0"/>
            </a:endParaRPr>
          </a:p>
        </p:txBody>
      </p:sp>
      <p:sp>
        <p:nvSpPr>
          <p:cNvPr id="58372" name="Rectangle 3"/>
          <p:cNvSpPr>
            <a:spLocks noGrp="1"/>
          </p:cNvSpPr>
          <p:nvPr>
            <p:ph type="body" idx="4294967295"/>
          </p:nvPr>
        </p:nvSpPr>
        <p:spPr>
          <a:xfrm>
            <a:off x="0" y="1481138"/>
            <a:ext cx="8229600" cy="4525962"/>
          </a:xfrm>
        </p:spPr>
        <p:txBody>
          <a:bodyPr/>
          <a:lstStyle/>
          <a:p>
            <a:pPr eaLnBrk="1" hangingPunct="1">
              <a:buFont typeface="Wingdings" panose="05000000000000000000" pitchFamily="2" charset="2"/>
              <a:buNone/>
            </a:pPr>
            <a:r>
              <a:rPr lang="en-US" altLang="en-GB" sz="2600" smtClean="0"/>
              <a:t>Eliminate state 3:</a:t>
            </a:r>
          </a:p>
        </p:txBody>
      </p:sp>
      <p:pic>
        <p:nvPicPr>
          <p:cNvPr id="5837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13325" y="2620963"/>
            <a:ext cx="3902075" cy="184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58374"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3195638"/>
            <a:ext cx="2514600" cy="76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60419"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55D5341-FF9A-4CFB-8529-385369360729}" type="slidenum">
              <a:rPr lang="en-US" altLang="en-US" sz="1200">
                <a:solidFill>
                  <a:srgbClr val="898989"/>
                </a:solidFill>
                <a:latin typeface="Arial" panose="020B0604020202020204" pitchFamily="34" charset="0"/>
              </a:rPr>
              <a:pPr>
                <a:spcBef>
                  <a:spcPct val="0"/>
                </a:spcBef>
                <a:buFontTx/>
                <a:buNone/>
              </a:pPr>
              <a:t>29</a:t>
            </a:fld>
            <a:endParaRPr lang="en-US" altLang="en-US" sz="1200">
              <a:solidFill>
                <a:srgbClr val="898989"/>
              </a:solidFill>
              <a:latin typeface="Arial" panose="020B0604020202020204" pitchFamily="34" charset="0"/>
            </a:endParaRPr>
          </a:p>
        </p:txBody>
      </p:sp>
      <p:sp>
        <p:nvSpPr>
          <p:cNvPr id="60420" name="Rectangle 3"/>
          <p:cNvSpPr>
            <a:spLocks noGrp="1"/>
          </p:cNvSpPr>
          <p:nvPr>
            <p:ph type="body" idx="4294967295"/>
          </p:nvPr>
        </p:nvSpPr>
        <p:spPr>
          <a:xfrm>
            <a:off x="0" y="1481138"/>
            <a:ext cx="8229600" cy="4525962"/>
          </a:xfrm>
        </p:spPr>
        <p:txBody>
          <a:bodyPr/>
          <a:lstStyle/>
          <a:p>
            <a:pPr algn="just" eaLnBrk="1" hangingPunct="1">
              <a:lnSpc>
                <a:spcPct val="80000"/>
              </a:lnSpc>
            </a:pPr>
            <a:r>
              <a:rPr lang="en-US" altLang="en-GB" sz="2200" smtClean="0"/>
              <a:t>Hence, this TG defines the same language as the regular expression</a:t>
            </a:r>
          </a:p>
          <a:p>
            <a:pPr algn="just" eaLnBrk="1" hangingPunct="1">
              <a:lnSpc>
                <a:spcPct val="80000"/>
              </a:lnSpc>
              <a:buFont typeface="Wingdings" panose="05000000000000000000" pitchFamily="2" charset="2"/>
              <a:buNone/>
            </a:pPr>
            <a:r>
              <a:rPr lang="en-US" altLang="en-GB" sz="2200" smtClean="0"/>
              <a:t>			(aa + bb)(a + b)*(aa) + (aa + bb)(a + b)*(bb)</a:t>
            </a:r>
          </a:p>
          <a:p>
            <a:pPr algn="just" eaLnBrk="1" hangingPunct="1">
              <a:lnSpc>
                <a:spcPct val="80000"/>
              </a:lnSpc>
            </a:pPr>
            <a:r>
              <a:rPr lang="en-US" altLang="en-GB" sz="2200" smtClean="0"/>
              <a:t> or equivalently</a:t>
            </a:r>
          </a:p>
          <a:p>
            <a:pPr algn="just" eaLnBrk="1" hangingPunct="1">
              <a:lnSpc>
                <a:spcPct val="80000"/>
              </a:lnSpc>
              <a:buFont typeface="Wingdings" panose="05000000000000000000" pitchFamily="2" charset="2"/>
              <a:buNone/>
            </a:pPr>
            <a:r>
              <a:rPr lang="en-US" altLang="en-GB" sz="2200" smtClean="0"/>
              <a:t>			(aa + bb)(a + b)*(aa + bb)</a:t>
            </a:r>
          </a:p>
          <a:p>
            <a:pPr algn="just" eaLnBrk="1" hangingPunct="1">
              <a:lnSpc>
                <a:spcPct val="80000"/>
              </a:lnSpc>
            </a:pPr>
            <a:endParaRPr lang="en-US" altLang="en-GB" sz="2200" smtClean="0"/>
          </a:p>
          <a:p>
            <a:pPr algn="just" eaLnBrk="1" hangingPunct="1">
              <a:lnSpc>
                <a:spcPct val="80000"/>
              </a:lnSpc>
            </a:pPr>
            <a:r>
              <a:rPr lang="en-US" altLang="en-GB" sz="2200" smtClean="0">
                <a:solidFill>
                  <a:srgbClr val="7030A0"/>
                </a:solidFill>
              </a:rPr>
              <a:t>If we eliminated the states in a different order, we could end up with a different-looking regular expression. But by the logic of the elimination process, these expressions would all have to represent the same language.</a:t>
            </a:r>
          </a:p>
          <a:p>
            <a:pPr algn="just" eaLnBrk="1" hangingPunct="1">
              <a:lnSpc>
                <a:spcPct val="80000"/>
              </a:lnSpc>
            </a:pPr>
            <a:endParaRPr lang="en-US" altLang="en-GB" sz="2200" smtClean="0"/>
          </a:p>
          <a:p>
            <a:pPr algn="just" eaLnBrk="1" hangingPunct="1">
              <a:lnSpc>
                <a:spcPct val="80000"/>
              </a:lnSpc>
            </a:pPr>
            <a:r>
              <a:rPr lang="en-US" altLang="en-GB" sz="2200" smtClean="0"/>
              <a:t>We are now ready to present the constructive algorithm that proves that all TGs can be turned into regular expressions that define the exact same language.</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62467"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940622D-0FC5-48D8-BC85-32FB8A7B428B}" type="slidenum">
              <a:rPr lang="en-US" altLang="en-US" sz="1200">
                <a:solidFill>
                  <a:srgbClr val="898989"/>
                </a:solidFill>
                <a:latin typeface="Arial" panose="020B0604020202020204" pitchFamily="34" charset="0"/>
              </a:rPr>
              <a:pPr>
                <a:spcBef>
                  <a:spcPct val="0"/>
                </a:spcBef>
                <a:buFontTx/>
                <a:buNone/>
              </a:pPr>
              <a:t>30</a:t>
            </a:fld>
            <a:endParaRPr lang="en-US" altLang="en-US" sz="1200">
              <a:solidFill>
                <a:srgbClr val="898989"/>
              </a:solidFill>
              <a:latin typeface="Arial" panose="020B0604020202020204" pitchFamily="34" charset="0"/>
            </a:endParaRPr>
          </a:p>
        </p:txBody>
      </p:sp>
      <p:sp>
        <p:nvSpPr>
          <p:cNvPr id="62468" name="Rectangle 2"/>
          <p:cNvSpPr>
            <a:spLocks noGrp="1"/>
          </p:cNvSpPr>
          <p:nvPr>
            <p:ph type="title" idx="4294967295"/>
          </p:nvPr>
        </p:nvSpPr>
        <p:spPr>
          <a:xfrm>
            <a:off x="0" y="274638"/>
            <a:ext cx="8229600" cy="1143000"/>
          </a:xfrm>
        </p:spPr>
        <p:txBody>
          <a:bodyPr/>
          <a:lstStyle/>
          <a:p>
            <a:pPr eaLnBrk="1" hangingPunct="1"/>
            <a:r>
              <a:rPr lang="en-US" altLang="en-GB" sz="3800" smtClean="0"/>
              <a:t>Algorithm</a:t>
            </a:r>
          </a:p>
        </p:txBody>
      </p:sp>
      <p:sp>
        <p:nvSpPr>
          <p:cNvPr id="62469" name="Rectangle 3"/>
          <p:cNvSpPr>
            <a:spLocks noGrp="1"/>
          </p:cNvSpPr>
          <p:nvPr>
            <p:ph type="body" idx="4294967295"/>
          </p:nvPr>
        </p:nvSpPr>
        <p:spPr>
          <a:xfrm>
            <a:off x="0" y="1481138"/>
            <a:ext cx="8229600" cy="4525962"/>
          </a:xfrm>
        </p:spPr>
        <p:txBody>
          <a:bodyPr/>
          <a:lstStyle/>
          <a:p>
            <a:pPr algn="just" eaLnBrk="1" hangingPunct="1">
              <a:lnSpc>
                <a:spcPct val="90000"/>
              </a:lnSpc>
            </a:pPr>
            <a:r>
              <a:rPr lang="en-US" altLang="en-GB" sz="1900" smtClean="0">
                <a:solidFill>
                  <a:srgbClr val="FF0000"/>
                </a:solidFill>
              </a:rPr>
              <a:t>Step 1: </a:t>
            </a:r>
            <a:r>
              <a:rPr lang="en-US" altLang="en-GB" sz="1900" smtClean="0"/>
              <a:t>Create a unique, unenterable minus state and a unique, unleaveable plus state.</a:t>
            </a:r>
          </a:p>
          <a:p>
            <a:pPr algn="just" eaLnBrk="1" hangingPunct="1">
              <a:lnSpc>
                <a:spcPct val="90000"/>
              </a:lnSpc>
            </a:pPr>
            <a:endParaRPr lang="en-US" altLang="en-GB" sz="1900" smtClean="0"/>
          </a:p>
          <a:p>
            <a:pPr algn="just" eaLnBrk="1" hangingPunct="1">
              <a:lnSpc>
                <a:spcPct val="90000"/>
              </a:lnSpc>
            </a:pPr>
            <a:r>
              <a:rPr lang="en-US" altLang="en-GB" sz="1900" smtClean="0">
                <a:solidFill>
                  <a:srgbClr val="FF0000"/>
                </a:solidFill>
              </a:rPr>
              <a:t>Step 2: </a:t>
            </a:r>
            <a:r>
              <a:rPr lang="en-US" altLang="en-GB" sz="1900" smtClean="0"/>
              <a:t>One by one, in any order, bypass and eliminate all the non-minus or non-plus states in the TG. A state is bypassed by connecting each incoming edge with each outgoing edge. The label of each resultant edge is the concatenation of the label on the incoming edge with the label on the loop edge (if there is one) and the label on the outgoing edge.</a:t>
            </a:r>
          </a:p>
          <a:p>
            <a:pPr algn="just" eaLnBrk="1" hangingPunct="1">
              <a:lnSpc>
                <a:spcPct val="90000"/>
              </a:lnSpc>
            </a:pPr>
            <a:endParaRPr lang="en-US" altLang="en-GB" sz="1900" smtClean="0"/>
          </a:p>
          <a:p>
            <a:pPr algn="just" eaLnBrk="1" hangingPunct="1">
              <a:lnSpc>
                <a:spcPct val="90000"/>
              </a:lnSpc>
            </a:pPr>
            <a:r>
              <a:rPr lang="en-US" altLang="en-GB" sz="1900" smtClean="0">
                <a:solidFill>
                  <a:srgbClr val="FF0000"/>
                </a:solidFill>
              </a:rPr>
              <a:t>Step 3: </a:t>
            </a:r>
            <a:r>
              <a:rPr lang="en-US" altLang="en-GB" sz="1900" smtClean="0"/>
              <a:t>When two states are joined by more than one edge going in the same direction, unify them by adding their labels.</a:t>
            </a:r>
          </a:p>
          <a:p>
            <a:pPr algn="just" eaLnBrk="1" hangingPunct="1">
              <a:lnSpc>
                <a:spcPct val="90000"/>
              </a:lnSpc>
            </a:pPr>
            <a:endParaRPr lang="en-US" altLang="en-GB" sz="1900" smtClean="0"/>
          </a:p>
          <a:p>
            <a:pPr algn="just" eaLnBrk="1" hangingPunct="1">
              <a:lnSpc>
                <a:spcPct val="90000"/>
              </a:lnSpc>
            </a:pPr>
            <a:r>
              <a:rPr lang="en-US" altLang="en-GB" sz="1900" smtClean="0">
                <a:solidFill>
                  <a:srgbClr val="FF0000"/>
                </a:solidFill>
              </a:rPr>
              <a:t>Step 4: </a:t>
            </a:r>
            <a:r>
              <a:rPr lang="en-US" altLang="en-GB" sz="1900" smtClean="0"/>
              <a:t>Finally, when all that is left is one edge from - to +, the label on that edge is a regular expression that generates the same language as was recognized by the original TG.</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64515"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65ADA4CE-7405-4040-AB85-E3F736AFBE38}" type="slidenum">
              <a:rPr lang="en-US" altLang="en-US" sz="1200">
                <a:solidFill>
                  <a:srgbClr val="898989"/>
                </a:solidFill>
                <a:latin typeface="Arial" panose="020B0604020202020204" pitchFamily="34" charset="0"/>
              </a:rPr>
              <a:pPr>
                <a:spcBef>
                  <a:spcPct val="0"/>
                </a:spcBef>
                <a:buFontTx/>
                <a:buNone/>
              </a:pPr>
              <a:t>31</a:t>
            </a:fld>
            <a:endParaRPr lang="en-US" altLang="en-US" sz="1200">
              <a:solidFill>
                <a:srgbClr val="898989"/>
              </a:solidFill>
              <a:latin typeface="Arial" panose="020B0604020202020204" pitchFamily="34" charset="0"/>
            </a:endParaRPr>
          </a:p>
        </p:txBody>
      </p:sp>
      <p:sp>
        <p:nvSpPr>
          <p:cNvPr id="33796" name="Title 1"/>
          <p:cNvSpPr>
            <a:spLocks noGrp="1"/>
          </p:cNvSpPr>
          <p:nvPr>
            <p:ph type="title" idx="4294967295"/>
          </p:nvPr>
        </p:nvSpPr>
        <p:spPr>
          <a:xfrm>
            <a:off x="0" y="277813"/>
            <a:ext cx="8229600" cy="712787"/>
          </a:xfrm>
        </p:spPr>
        <p:txBody>
          <a:bodyPr rtlCol="0">
            <a:normAutofit fontScale="90000"/>
          </a:bodyPr>
          <a:lstStyle/>
          <a:p>
            <a:pPr eaLnBrk="1" fontAlgn="auto" hangingPunct="1">
              <a:spcAft>
                <a:spcPts val="0"/>
              </a:spcAft>
              <a:defRPr/>
            </a:pPr>
            <a:r>
              <a:rPr lang="en-US" sz="2500">
                <a:latin typeface="Times New Roman" pitchFamily="18" charset="0"/>
                <a:ea typeface="Calibri" pitchFamily="34" charset="0"/>
                <a:cs typeface="Times New Roman" pitchFamily="18" charset="0"/>
              </a:rPr>
              <a:t>Algorithm for </a:t>
            </a:r>
            <a:r>
              <a:rPr lang="en-US" sz="2500" i="1">
                <a:latin typeface="Times New Roman" pitchFamily="18" charset="0"/>
                <a:ea typeface="Calibri" pitchFamily="34" charset="0"/>
                <a:cs typeface="Times New Roman" pitchFamily="18" charset="0"/>
              </a:rPr>
              <a:t>Finite Automaton to Regular Expression</a:t>
            </a:r>
            <a:r>
              <a:rPr lang="en-US" sz="2500">
                <a:latin typeface="Times New Roman" pitchFamily="18" charset="0"/>
                <a:ea typeface="Calibri" pitchFamily="34" charset="0"/>
                <a:cs typeface="Times New Roman" pitchFamily="18" charset="0"/>
              </a:rPr>
              <a:t> Conversion</a:t>
            </a:r>
            <a:r>
              <a:rPr lang="en-US" sz="2500">
                <a:ea typeface="Calibri" pitchFamily="34" charset="0"/>
                <a:cs typeface="Times New Roman" pitchFamily="18" charset="0"/>
              </a:rPr>
              <a:t/>
            </a:r>
            <a:br>
              <a:rPr lang="en-US" sz="2500">
                <a:ea typeface="Calibri" pitchFamily="34" charset="0"/>
                <a:cs typeface="Times New Roman" pitchFamily="18" charset="0"/>
              </a:rPr>
            </a:br>
            <a:r>
              <a:rPr lang="en-US" sz="2500">
                <a:ea typeface="Calibri" pitchFamily="34" charset="0"/>
                <a:cs typeface="Times New Roman" pitchFamily="18" charset="0"/>
              </a:rPr>
              <a:t>1a</a:t>
            </a:r>
          </a:p>
        </p:txBody>
      </p:sp>
      <p:sp>
        <p:nvSpPr>
          <p:cNvPr id="3" name="Content Placeholder 2"/>
          <p:cNvSpPr>
            <a:spLocks noGrp="1" noRot="1" noChangeAspect="1" noMove="1" noResize="1" noEditPoints="1" noAdjustHandles="1" noChangeArrowheads="1" noChangeShapeType="1" noTextEdit="1"/>
          </p:cNvSpPr>
          <p:nvPr>
            <p:ph idx="4294967295"/>
          </p:nvPr>
        </p:nvSpPr>
        <p:spPr>
          <a:xfrm>
            <a:off x="0" y="987425"/>
            <a:ext cx="9144000" cy="5486400"/>
          </a:xfrm>
          <a:blipFill rotWithShape="1">
            <a:blip r:embed="rId3" cstate="print"/>
            <a:stretch>
              <a:fillRect l="-133" r="-2267"/>
            </a:stretch>
          </a:blipFill>
          <a:ln>
            <a:miter lim="800000"/>
            <a:headEnd/>
            <a:tailEnd/>
          </a:ln>
        </p:spPr>
        <p:txBody>
          <a:bodyPr rtlCol="0">
            <a:normAutofit/>
          </a:bodyPr>
          <a:lstStyle/>
          <a:p>
            <a:pPr eaLnBrk="1" fontAlgn="auto" hangingPunct="1">
              <a:spcAft>
                <a:spcPts val="0"/>
              </a:spcAft>
              <a:defRPr/>
            </a:pPr>
            <a:r>
              <a:rPr lang="en-US">
                <a:noFill/>
              </a:rPr>
              <a:t> </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66563" name="Slide Number Placeholder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F2412D3-86D0-4D32-9944-34CEA2B03E6B}" type="slidenum">
              <a:rPr lang="en-US" altLang="en-US" sz="1200">
                <a:solidFill>
                  <a:srgbClr val="898989"/>
                </a:solidFill>
                <a:latin typeface="Arial" panose="020B0604020202020204" pitchFamily="34" charset="0"/>
              </a:rPr>
              <a:pPr>
                <a:spcBef>
                  <a:spcPct val="0"/>
                </a:spcBef>
                <a:buFontTx/>
                <a:buNone/>
              </a:pPr>
              <a:t>32</a:t>
            </a:fld>
            <a:endParaRPr lang="en-US" altLang="en-US" sz="1200">
              <a:solidFill>
                <a:srgbClr val="898989"/>
              </a:solidFill>
              <a:latin typeface="Arial" panose="020B0604020202020204" pitchFamily="34" charset="0"/>
            </a:endParaRPr>
          </a:p>
        </p:txBody>
      </p:sp>
      <p:sp>
        <p:nvSpPr>
          <p:cNvPr id="66564" name="Rectangle 2"/>
          <p:cNvSpPr>
            <a:spLocks noGrp="1"/>
          </p:cNvSpPr>
          <p:nvPr>
            <p:ph type="ctrTitle" idx="4294967295"/>
          </p:nvPr>
        </p:nvSpPr>
        <p:spPr>
          <a:xfrm>
            <a:off x="0" y="2873375"/>
            <a:ext cx="7772400" cy="1470025"/>
          </a:xfrm>
        </p:spPr>
        <p:txBody>
          <a:bodyPr/>
          <a:lstStyle/>
          <a:p>
            <a:pPr eaLnBrk="1" hangingPunct="1"/>
            <a:r>
              <a:rPr lang="en-US" altLang="en-GB" smtClean="0"/>
              <a:t>Converting Regular Expressions into FAs</a:t>
            </a:r>
            <a:endParaRPr lang="en-US" altLang="en-GB" sz="4600" smtClean="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defRPr/>
            </a:pPr>
            <a:r>
              <a:rPr lang="en-US" altLang="en-US"/>
              <a:t>Theory of Automata</a:t>
            </a:r>
          </a:p>
        </p:txBody>
      </p:sp>
      <p:sp>
        <p:nvSpPr>
          <p:cNvPr id="68611" name="Slide Number Placeholder 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3209FCE-D1ED-49D8-B2E1-16F473D172A2}" type="slidenum">
              <a:rPr lang="en-US" altLang="en-US">
                <a:solidFill>
                  <a:srgbClr val="898989"/>
                </a:solidFill>
              </a:rPr>
              <a:pPr/>
              <a:t>33</a:t>
            </a:fld>
            <a:endParaRPr lang="en-US" altLang="en-US">
              <a:solidFill>
                <a:srgbClr val="898989"/>
              </a:solidFill>
            </a:endParaRPr>
          </a:p>
        </p:txBody>
      </p:sp>
      <p:pic>
        <p:nvPicPr>
          <p:cNvPr id="68612" name="Picture 4" descr="A paper with writing on it&#10;&#10;Description automatically generat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3438" y="0"/>
            <a:ext cx="493712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defRPr/>
            </a:pPr>
            <a:r>
              <a:rPr lang="en-US" altLang="en-US"/>
              <a:t>Theory of Automata</a:t>
            </a:r>
          </a:p>
        </p:txBody>
      </p:sp>
      <p:sp>
        <p:nvSpPr>
          <p:cNvPr id="69635" name="Slide Number Placeholder 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EF6C29E-EBB4-4B5D-A69F-CAAA04EBE321}" type="slidenum">
              <a:rPr lang="en-US" altLang="en-US">
                <a:solidFill>
                  <a:srgbClr val="898989"/>
                </a:solidFill>
              </a:rPr>
              <a:pPr/>
              <a:t>34</a:t>
            </a:fld>
            <a:endParaRPr lang="en-US" altLang="en-US">
              <a:solidFill>
                <a:srgbClr val="898989"/>
              </a:solidFill>
            </a:endParaRPr>
          </a:p>
        </p:txBody>
      </p:sp>
      <p:pic>
        <p:nvPicPr>
          <p:cNvPr id="69636" name="Picture 4" descr="A white paper with writing on it&#10;&#10;Description automatically generat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7413" y="0"/>
            <a:ext cx="48291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defRPr/>
            </a:pPr>
            <a:r>
              <a:rPr lang="en-US" altLang="en-US"/>
              <a:t>Theory of Automata</a:t>
            </a:r>
          </a:p>
        </p:txBody>
      </p:sp>
      <p:sp>
        <p:nvSpPr>
          <p:cNvPr id="70659" name="Slide Number Placeholder 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99DA96E-073A-422D-A550-117D9717F78C}" type="slidenum">
              <a:rPr lang="en-US" altLang="en-US">
                <a:solidFill>
                  <a:srgbClr val="898989"/>
                </a:solidFill>
              </a:rPr>
              <a:pPr/>
              <a:t>35</a:t>
            </a:fld>
            <a:endParaRPr lang="en-US" altLang="en-US">
              <a:solidFill>
                <a:srgbClr val="898989"/>
              </a:solidFill>
            </a:endParaRPr>
          </a:p>
        </p:txBody>
      </p:sp>
      <p:pic>
        <p:nvPicPr>
          <p:cNvPr id="70660" name="Picture 4" descr="A notebook with writing on it&#10;&#10;Description automatically generat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8500" y="0"/>
            <a:ext cx="5207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defRPr/>
            </a:pPr>
            <a:r>
              <a:rPr lang="en-US" altLang="en-US"/>
              <a:t>Theory of Automata</a:t>
            </a:r>
          </a:p>
        </p:txBody>
      </p:sp>
      <p:sp>
        <p:nvSpPr>
          <p:cNvPr id="71683" name="Slide Number Placeholder 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D5E4334-33EA-4791-A84C-4DBAF89A0EC0}" type="slidenum">
              <a:rPr lang="en-US" altLang="en-US">
                <a:solidFill>
                  <a:srgbClr val="898989"/>
                </a:solidFill>
              </a:rPr>
              <a:pPr/>
              <a:t>36</a:t>
            </a:fld>
            <a:endParaRPr lang="en-US" altLang="en-US">
              <a:solidFill>
                <a:srgbClr val="898989"/>
              </a:solidFill>
            </a:endParaRPr>
          </a:p>
        </p:txBody>
      </p:sp>
      <p:pic>
        <p:nvPicPr>
          <p:cNvPr id="71684" name="Picture 4" descr="A paper with writing on it&#10;&#10;Description automatically generat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3763" y="0"/>
            <a:ext cx="48164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defRPr/>
            </a:pPr>
            <a:r>
              <a:rPr lang="en-US" altLang="en-US"/>
              <a:t>Theory of Automata</a:t>
            </a:r>
          </a:p>
        </p:txBody>
      </p:sp>
      <p:sp>
        <p:nvSpPr>
          <p:cNvPr id="72707" name="Slide Number Placeholder 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98F345E-AFF4-47C1-AED2-508C9601FED2}" type="slidenum">
              <a:rPr lang="en-US" altLang="en-US">
                <a:solidFill>
                  <a:srgbClr val="898989"/>
                </a:solidFill>
              </a:rPr>
              <a:pPr/>
              <a:t>37</a:t>
            </a:fld>
            <a:endParaRPr lang="en-US" altLang="en-US">
              <a:solidFill>
                <a:srgbClr val="898989"/>
              </a:solidFill>
            </a:endParaRPr>
          </a:p>
        </p:txBody>
      </p:sp>
      <p:pic>
        <p:nvPicPr>
          <p:cNvPr id="72708" name="Picture 4" descr="A white board with a diagram on it&#10;&#10;Description automatically generat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50" y="0"/>
            <a:ext cx="51435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p:cNvSpPr>
          <p:nvPr>
            <p:ph type="ctrTitle"/>
          </p:nvPr>
        </p:nvSpPr>
        <p:spPr/>
        <p:txBody>
          <a:bodyPr/>
          <a:lstStyle/>
          <a:p>
            <a:pPr eaLnBrk="1" hangingPunct="1"/>
            <a:r>
              <a:rPr lang="en-US" altLang="en-GB" smtClean="0"/>
              <a:t>NFA - Non-Deterministic Finite Automata </a:t>
            </a:r>
          </a:p>
        </p:txBody>
      </p:sp>
      <p:sp>
        <p:nvSpPr>
          <p:cNvPr id="101379" name="Rectangle 3"/>
          <p:cNvSpPr>
            <a:spLocks noGrp="1" noChangeArrowheads="1"/>
          </p:cNvSpPr>
          <p:nvPr>
            <p:ph type="subTitle" idx="1"/>
          </p:nvPr>
        </p:nvSpPr>
        <p:spPr/>
        <p:txBody>
          <a:bodyPr rtlCol="0">
            <a:normAutofit/>
          </a:bodyPr>
          <a:lstStyle/>
          <a:p>
            <a:pPr eaLnBrk="1" fontAlgn="auto" hangingPunct="1">
              <a:spcAft>
                <a:spcPts val="0"/>
              </a:spcAft>
              <a:defRPr/>
            </a:pPr>
            <a:endParaRPr lang="en-US"/>
          </a:p>
        </p:txBody>
      </p:sp>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75779"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74491B2-7251-407E-B0B0-27D782584AD8}" type="slidenum">
              <a:rPr lang="en-US" altLang="en-US" sz="1200">
                <a:solidFill>
                  <a:srgbClr val="898989"/>
                </a:solidFill>
                <a:latin typeface="Arial" panose="020B0604020202020204" pitchFamily="34" charset="0"/>
              </a:rPr>
              <a:pPr>
                <a:spcBef>
                  <a:spcPct val="0"/>
                </a:spcBef>
                <a:buFontTx/>
                <a:buNone/>
              </a:pPr>
              <a:t>39</a:t>
            </a:fld>
            <a:endParaRPr lang="en-US" altLang="en-US" sz="1200">
              <a:solidFill>
                <a:srgbClr val="898989"/>
              </a:solidFill>
              <a:latin typeface="Arial" panose="020B0604020202020204" pitchFamily="34" charset="0"/>
            </a:endParaRPr>
          </a:p>
        </p:txBody>
      </p:sp>
      <p:sp>
        <p:nvSpPr>
          <p:cNvPr id="59396" name="Rectangle 2"/>
          <p:cNvSpPr>
            <a:spLocks noGrp="1" noChangeArrowheads="1"/>
          </p:cNvSpPr>
          <p:nvPr>
            <p:ph type="title" idx="4294967295"/>
          </p:nvPr>
        </p:nvSpPr>
        <p:spPr>
          <a:xfrm>
            <a:off x="457200" y="381000"/>
            <a:ext cx="8686800" cy="609600"/>
          </a:xfrm>
        </p:spPr>
        <p:txBody>
          <a:bodyPr rtlCol="0">
            <a:normAutofit fontScale="90000"/>
          </a:bodyPr>
          <a:lstStyle/>
          <a:p>
            <a:pPr eaLnBrk="1" fontAlgn="auto" hangingPunct="1">
              <a:spcAft>
                <a:spcPts val="0"/>
              </a:spcAft>
              <a:defRPr/>
            </a:pPr>
            <a:r>
              <a:rPr lang="en-US"/>
              <a:t>NFA</a:t>
            </a:r>
          </a:p>
        </p:txBody>
      </p:sp>
      <p:sp>
        <p:nvSpPr>
          <p:cNvPr id="75781" name="Rectangle 3"/>
          <p:cNvSpPr>
            <a:spLocks noGrp="1"/>
          </p:cNvSpPr>
          <p:nvPr>
            <p:ph type="body" idx="4294967295"/>
          </p:nvPr>
        </p:nvSpPr>
        <p:spPr>
          <a:xfrm>
            <a:off x="0" y="1481138"/>
            <a:ext cx="8229600" cy="4525962"/>
          </a:xfrm>
        </p:spPr>
        <p:txBody>
          <a:bodyPr/>
          <a:lstStyle/>
          <a:p>
            <a:pPr algn="just" eaLnBrk="1" hangingPunct="1">
              <a:lnSpc>
                <a:spcPct val="90000"/>
              </a:lnSpc>
              <a:buFont typeface="Wingdings" panose="05000000000000000000" pitchFamily="2" charset="2"/>
              <a:buNone/>
            </a:pPr>
            <a:r>
              <a:rPr lang="en-US" altLang="en-GB" sz="2200" b="1" smtClean="0"/>
              <a:t>Definition: </a:t>
            </a:r>
            <a:r>
              <a:rPr lang="en-US" altLang="en-GB" sz="2200" smtClean="0"/>
              <a:t>An NFA is a TG with a unique start state and with the property that each of its edge labels is a single alphabet letter.</a:t>
            </a:r>
          </a:p>
          <a:p>
            <a:pPr algn="just" eaLnBrk="1" hangingPunct="1">
              <a:lnSpc>
                <a:spcPct val="90000"/>
              </a:lnSpc>
            </a:pPr>
            <a:endParaRPr lang="en-US" altLang="en-GB" sz="2200" smtClean="0"/>
          </a:p>
          <a:p>
            <a:pPr algn="just" eaLnBrk="1" hangingPunct="1">
              <a:lnSpc>
                <a:spcPct val="90000"/>
              </a:lnSpc>
            </a:pPr>
            <a:r>
              <a:rPr lang="en-US" altLang="en-GB" sz="2200" smtClean="0"/>
              <a:t>The regular deterministic finite automata are referred to as DFAs, to distinguish them from NFAs.</a:t>
            </a:r>
          </a:p>
          <a:p>
            <a:pPr algn="just" eaLnBrk="1" hangingPunct="1">
              <a:lnSpc>
                <a:spcPct val="90000"/>
              </a:lnSpc>
            </a:pPr>
            <a:endParaRPr lang="en-US" altLang="en-GB" sz="2200" smtClean="0"/>
          </a:p>
          <a:p>
            <a:pPr algn="just" eaLnBrk="1" hangingPunct="1">
              <a:lnSpc>
                <a:spcPct val="90000"/>
              </a:lnSpc>
            </a:pPr>
            <a:r>
              <a:rPr lang="en-US" altLang="en-GB" sz="2200" smtClean="0"/>
              <a:t>As a TG, an NFA can have arbitrarily many a-edges and arbitrarily many b-edges coming out of each state.</a:t>
            </a:r>
          </a:p>
          <a:p>
            <a:pPr algn="just" eaLnBrk="1" hangingPunct="1">
              <a:lnSpc>
                <a:spcPct val="90000"/>
              </a:lnSpc>
            </a:pPr>
            <a:endParaRPr lang="en-US" altLang="en-GB" sz="2200" smtClean="0"/>
          </a:p>
          <a:p>
            <a:pPr algn="just" eaLnBrk="1" hangingPunct="1">
              <a:lnSpc>
                <a:spcPct val="90000"/>
              </a:lnSpc>
            </a:pPr>
            <a:r>
              <a:rPr lang="en-US" altLang="en-GB" sz="2200" smtClean="0"/>
              <a:t>An input string is accepted by an NFA if there exists any possible path from - to +.</a:t>
            </a:r>
          </a:p>
          <a:p>
            <a:pPr algn="just" eaLnBrk="1" hangingPunct="1">
              <a:lnSpc>
                <a:spcPct val="90000"/>
              </a:lnSpc>
            </a:pPr>
            <a:endParaRPr lang="en-US" altLang="en-GB" sz="2200" smtClean="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77827"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ED48C94-3C10-4C79-8566-132A5BF57131}" type="slidenum">
              <a:rPr lang="en-US" altLang="en-US" sz="1200">
                <a:solidFill>
                  <a:srgbClr val="898989"/>
                </a:solidFill>
                <a:latin typeface="Arial" panose="020B0604020202020204" pitchFamily="34" charset="0"/>
              </a:rPr>
              <a:pPr>
                <a:spcBef>
                  <a:spcPct val="0"/>
                </a:spcBef>
                <a:buFontTx/>
                <a:buNone/>
              </a:pPr>
              <a:t>40</a:t>
            </a:fld>
            <a:endParaRPr lang="en-US" altLang="en-US" sz="1200">
              <a:solidFill>
                <a:srgbClr val="898989"/>
              </a:solidFill>
              <a:latin typeface="Arial" panose="020B0604020202020204" pitchFamily="34" charset="0"/>
            </a:endParaRPr>
          </a:p>
        </p:txBody>
      </p:sp>
      <p:sp>
        <p:nvSpPr>
          <p:cNvPr id="77828" name="Title 1"/>
          <p:cNvSpPr>
            <a:spLocks noGrp="1"/>
          </p:cNvSpPr>
          <p:nvPr>
            <p:ph type="title" idx="4294967295"/>
          </p:nvPr>
        </p:nvSpPr>
        <p:spPr>
          <a:xfrm>
            <a:off x="0" y="274638"/>
            <a:ext cx="8229600" cy="1143000"/>
          </a:xfrm>
        </p:spPr>
        <p:txBody>
          <a:bodyPr/>
          <a:lstStyle/>
          <a:p>
            <a:pPr eaLnBrk="1" hangingPunct="1"/>
            <a:r>
              <a:rPr lang="en-US" altLang="en-GB" smtClean="0"/>
              <a:t>NFA</a:t>
            </a:r>
          </a:p>
        </p:txBody>
      </p:sp>
      <p:sp>
        <p:nvSpPr>
          <p:cNvPr id="77829" name="Content Placeholder 2"/>
          <p:cNvSpPr>
            <a:spLocks noGrp="1"/>
          </p:cNvSpPr>
          <p:nvPr>
            <p:ph idx="4294967295"/>
          </p:nvPr>
        </p:nvSpPr>
        <p:spPr>
          <a:xfrm>
            <a:off x="990600" y="1219200"/>
            <a:ext cx="8153400" cy="4876800"/>
          </a:xfrm>
        </p:spPr>
        <p:txBody>
          <a:bodyPr/>
          <a:lstStyle/>
          <a:p>
            <a:pPr marL="0" indent="0" algn="just" eaLnBrk="1" hangingPunct="1"/>
            <a:r>
              <a:rPr lang="en-US" altLang="en-GB" sz="2600" smtClean="0">
                <a:solidFill>
                  <a:srgbClr val="7030A0"/>
                </a:solidFill>
              </a:rPr>
              <a:t>An NFA is quintuple M={Q,</a:t>
            </a:r>
            <a:r>
              <a:rPr lang="en-US" altLang="en-GB" sz="2600" smtClean="0">
                <a:solidFill>
                  <a:srgbClr val="7030A0"/>
                </a:solidFill>
                <a:sym typeface="Symbol" panose="05050102010706020507" pitchFamily="18" charset="2"/>
              </a:rPr>
              <a:t>,q</a:t>
            </a:r>
            <a:r>
              <a:rPr lang="en-US" altLang="en-GB" sz="1900" baseline="-25000" smtClean="0">
                <a:solidFill>
                  <a:srgbClr val="7030A0"/>
                </a:solidFill>
                <a:sym typeface="Symbol" panose="05050102010706020507" pitchFamily="18" charset="2"/>
              </a:rPr>
              <a:t>0</a:t>
            </a:r>
            <a:r>
              <a:rPr lang="en-US" altLang="en-GB" sz="2600" smtClean="0">
                <a:solidFill>
                  <a:srgbClr val="7030A0"/>
                </a:solidFill>
                <a:sym typeface="Symbol" panose="05050102010706020507" pitchFamily="18" charset="2"/>
              </a:rPr>
              <a:t>, F, }</a:t>
            </a:r>
          </a:p>
          <a:p>
            <a:pPr lvl="1" algn="just" eaLnBrk="1" hangingPunct="1"/>
            <a:r>
              <a:rPr lang="en-US" altLang="en-GB" sz="2400" smtClean="0">
                <a:sym typeface="Symbol" panose="05050102010706020507" pitchFamily="18" charset="2"/>
              </a:rPr>
              <a:t>Q is set of finite states</a:t>
            </a:r>
          </a:p>
          <a:p>
            <a:pPr lvl="1" algn="just" eaLnBrk="1" hangingPunct="1"/>
            <a:r>
              <a:rPr lang="en-US" altLang="en-GB" sz="2400" smtClean="0">
                <a:solidFill>
                  <a:srgbClr val="7030A0"/>
                </a:solidFill>
                <a:sym typeface="Symbol" panose="05050102010706020507" pitchFamily="18" charset="2"/>
              </a:rPr>
              <a:t> is a finite set of symbols called </a:t>
            </a:r>
            <a:r>
              <a:rPr lang="en-US" altLang="en-GB" sz="2400" b="1" i="1" smtClean="0">
                <a:solidFill>
                  <a:srgbClr val="7030A0"/>
                </a:solidFill>
                <a:sym typeface="Symbol" panose="05050102010706020507" pitchFamily="18" charset="2"/>
              </a:rPr>
              <a:t>alphabet</a:t>
            </a:r>
          </a:p>
          <a:p>
            <a:pPr lvl="1" algn="just" eaLnBrk="1" hangingPunct="1"/>
            <a:r>
              <a:rPr lang="en-US" altLang="en-GB" sz="2400" smtClean="0">
                <a:sym typeface="Symbol" panose="05050102010706020507" pitchFamily="18" charset="2"/>
              </a:rPr>
              <a:t>q</a:t>
            </a:r>
            <a:r>
              <a:rPr lang="en-US" altLang="en-GB" sz="1700" baseline="-25000" smtClean="0">
                <a:sym typeface="Symbol" panose="05050102010706020507" pitchFamily="18" charset="2"/>
              </a:rPr>
              <a:t>0 </a:t>
            </a:r>
            <a:r>
              <a:rPr lang="en-US" altLang="en-GB" sz="2400" smtClean="0">
                <a:sym typeface="Symbol" panose="05050102010706020507" pitchFamily="18" charset="2"/>
              </a:rPr>
              <a:t>belongs to Q is distinguished </a:t>
            </a:r>
            <a:r>
              <a:rPr lang="en-US" altLang="en-GB" sz="2400" b="1" i="1" smtClean="0">
                <a:sym typeface="Symbol" panose="05050102010706020507" pitchFamily="18" charset="2"/>
              </a:rPr>
              <a:t>Start State</a:t>
            </a:r>
          </a:p>
          <a:p>
            <a:pPr lvl="1" algn="just" eaLnBrk="1" hangingPunct="1"/>
            <a:r>
              <a:rPr lang="en-US" altLang="en-GB" sz="2400" smtClean="0">
                <a:solidFill>
                  <a:srgbClr val="7030A0"/>
                </a:solidFill>
                <a:sym typeface="Symbol" panose="05050102010706020507" pitchFamily="18" charset="2"/>
              </a:rPr>
              <a:t>F is subset of Q called the </a:t>
            </a:r>
            <a:r>
              <a:rPr lang="en-US" altLang="en-GB" sz="2400" b="1" i="1" smtClean="0">
                <a:solidFill>
                  <a:srgbClr val="7030A0"/>
                </a:solidFill>
                <a:sym typeface="Symbol" panose="05050102010706020507" pitchFamily="18" charset="2"/>
              </a:rPr>
              <a:t>Final</a:t>
            </a:r>
            <a:r>
              <a:rPr lang="en-US" altLang="en-GB" sz="2400" smtClean="0">
                <a:solidFill>
                  <a:srgbClr val="7030A0"/>
                </a:solidFill>
                <a:sym typeface="Symbol" panose="05050102010706020507" pitchFamily="18" charset="2"/>
              </a:rPr>
              <a:t> or Accepting states</a:t>
            </a:r>
          </a:p>
          <a:p>
            <a:pPr lvl="1" algn="just" eaLnBrk="1" hangingPunct="1"/>
            <a:r>
              <a:rPr lang="en-US" altLang="en-GB" sz="2400" smtClean="0">
                <a:sym typeface="Symbol" panose="05050102010706020507" pitchFamily="18" charset="2"/>
              </a:rPr>
              <a:t> is a total function from Q x  to P(Q) known as </a:t>
            </a:r>
            <a:r>
              <a:rPr lang="en-US" altLang="en-GB" sz="2400" b="1" i="1" smtClean="0">
                <a:sym typeface="Symbol" panose="05050102010706020507" pitchFamily="18" charset="2"/>
              </a:rPr>
              <a:t>transition function</a:t>
            </a:r>
            <a:r>
              <a:rPr lang="en-US" altLang="en-GB" sz="2400" smtClean="0">
                <a:sym typeface="Symbol" panose="05050102010706020507" pitchFamily="18" charset="2"/>
              </a:rPr>
              <a:t>, such that, an input symbol may cause more than one next states, i.e., to one state out of a set of possible next states.</a:t>
            </a:r>
          </a:p>
          <a:p>
            <a:pPr lvl="1" algn="just" eaLnBrk="1" hangingPunct="1"/>
            <a:r>
              <a:rPr lang="en-US" altLang="en-GB" sz="2400" smtClean="0">
                <a:sym typeface="Symbol" panose="05050102010706020507" pitchFamily="18" charset="2"/>
              </a:rPr>
              <a:t>P(Q) is the power set of Q, that is, 2</a:t>
            </a:r>
            <a:r>
              <a:rPr lang="en-US" altLang="en-GB" sz="2400" baseline="30000" smtClean="0">
                <a:sym typeface="Symbol" panose="05050102010706020507" pitchFamily="18" charset="2"/>
              </a:rPr>
              <a:t>Q</a:t>
            </a:r>
            <a:endParaRPr lang="en-US" altLang="en-GB" sz="2400" smtClean="0">
              <a:solidFill>
                <a:srgbClr val="7030A0"/>
              </a:solidFill>
              <a:sym typeface="Symbol" panose="05050102010706020507" pitchFamily="18" charset="2"/>
            </a:endParaRPr>
          </a:p>
          <a:p>
            <a:pPr marL="0" indent="0" algn="just" eaLnBrk="1" hangingPunct="1"/>
            <a:endParaRPr lang="en-US" altLang="en-GB" sz="2600" baseline="30000" smtClean="0">
              <a:sym typeface="Symbol" panose="05050102010706020507" pitchFamily="18" charset="2"/>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79875"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69F577A-94D1-44A9-8D6C-1309E84AE9E7}" type="slidenum">
              <a:rPr lang="en-US" altLang="en-US" sz="1200">
                <a:solidFill>
                  <a:srgbClr val="898989"/>
                </a:solidFill>
                <a:latin typeface="Arial" panose="020B0604020202020204" pitchFamily="34" charset="0"/>
              </a:rPr>
              <a:pPr>
                <a:spcBef>
                  <a:spcPct val="0"/>
                </a:spcBef>
                <a:buFontTx/>
                <a:buNone/>
              </a:pPr>
              <a:t>41</a:t>
            </a:fld>
            <a:endParaRPr lang="en-US" altLang="en-US" sz="1200">
              <a:solidFill>
                <a:srgbClr val="898989"/>
              </a:solidFill>
              <a:latin typeface="Arial" panose="020B0604020202020204" pitchFamily="34" charset="0"/>
            </a:endParaRPr>
          </a:p>
        </p:txBody>
      </p:sp>
      <p:sp>
        <p:nvSpPr>
          <p:cNvPr id="79876" name="Rectangle 2"/>
          <p:cNvSpPr>
            <a:spLocks noGrp="1"/>
          </p:cNvSpPr>
          <p:nvPr>
            <p:ph type="title" idx="4294967295"/>
          </p:nvPr>
        </p:nvSpPr>
        <p:spPr>
          <a:xfrm>
            <a:off x="0" y="274638"/>
            <a:ext cx="8229600" cy="1143000"/>
          </a:xfrm>
        </p:spPr>
        <p:txBody>
          <a:bodyPr/>
          <a:lstStyle/>
          <a:p>
            <a:pPr eaLnBrk="1" hangingPunct="1"/>
            <a:r>
              <a:rPr lang="en-US" altLang="en-GB" smtClean="0"/>
              <a:t>NFA</a:t>
            </a:r>
          </a:p>
        </p:txBody>
      </p:sp>
      <p:sp>
        <p:nvSpPr>
          <p:cNvPr id="79877" name="Rectangle 3"/>
          <p:cNvSpPr>
            <a:spLocks noGrp="1"/>
          </p:cNvSpPr>
          <p:nvPr>
            <p:ph type="body" idx="4294967295"/>
          </p:nvPr>
        </p:nvSpPr>
        <p:spPr>
          <a:xfrm>
            <a:off x="0" y="1481138"/>
            <a:ext cx="8229600" cy="4525962"/>
          </a:xfrm>
        </p:spPr>
        <p:txBody>
          <a:bodyPr/>
          <a:lstStyle/>
          <a:p>
            <a:pPr algn="just" eaLnBrk="1" hangingPunct="1">
              <a:lnSpc>
                <a:spcPct val="90000"/>
              </a:lnSpc>
              <a:buFont typeface="Wingdings" panose="05000000000000000000" pitchFamily="2" charset="2"/>
              <a:buNone/>
            </a:pPr>
            <a:r>
              <a:rPr lang="en-US" altLang="en-GB" sz="2200" b="1" smtClean="0"/>
              <a:t>Definition: </a:t>
            </a:r>
            <a:r>
              <a:rPr lang="en-US" altLang="en-GB" sz="2200" smtClean="0"/>
              <a:t>A nondeterministic finite automaton (or NFA) is a TG with a unique start state and with the property that each of its edge labels is a single alphabet letter.</a:t>
            </a:r>
          </a:p>
          <a:p>
            <a:pPr algn="just" eaLnBrk="1" hangingPunct="1">
              <a:lnSpc>
                <a:spcPct val="90000"/>
              </a:lnSpc>
            </a:pPr>
            <a:endParaRPr lang="en-US" altLang="en-GB" sz="2200" smtClean="0"/>
          </a:p>
          <a:p>
            <a:pPr algn="just" eaLnBrk="1" hangingPunct="1">
              <a:lnSpc>
                <a:spcPct val="90000"/>
              </a:lnSpc>
            </a:pPr>
            <a:r>
              <a:rPr lang="en-US" altLang="en-GB" sz="2200" smtClean="0"/>
              <a:t>The regular deterministic finite automata are referred to as DFAs, to distinguish them from NFAs.</a:t>
            </a:r>
          </a:p>
          <a:p>
            <a:pPr algn="just" eaLnBrk="1" hangingPunct="1">
              <a:lnSpc>
                <a:spcPct val="90000"/>
              </a:lnSpc>
            </a:pPr>
            <a:endParaRPr lang="en-US" altLang="en-GB" sz="2200" smtClean="0"/>
          </a:p>
          <a:p>
            <a:pPr algn="just" eaLnBrk="1" hangingPunct="1">
              <a:lnSpc>
                <a:spcPct val="90000"/>
              </a:lnSpc>
            </a:pPr>
            <a:r>
              <a:rPr lang="en-US" altLang="en-GB" sz="2200" smtClean="0"/>
              <a:t>As a TG, an NFA can have arbitrarily many a-edges and arbitrarily many b-edges coming out of each state.</a:t>
            </a:r>
          </a:p>
          <a:p>
            <a:pPr algn="just" eaLnBrk="1" hangingPunct="1">
              <a:lnSpc>
                <a:spcPct val="90000"/>
              </a:lnSpc>
            </a:pPr>
            <a:endParaRPr lang="en-US" altLang="en-GB" sz="2200" smtClean="0"/>
          </a:p>
          <a:p>
            <a:pPr algn="just" eaLnBrk="1" hangingPunct="1">
              <a:lnSpc>
                <a:spcPct val="90000"/>
              </a:lnSpc>
            </a:pPr>
            <a:r>
              <a:rPr lang="en-US" altLang="en-GB" sz="2200" smtClean="0"/>
              <a:t>An input string is accepted by an NFA if there exists any possible path from - to +.</a:t>
            </a:r>
          </a:p>
          <a:p>
            <a:pPr algn="just" eaLnBrk="1" hangingPunct="1">
              <a:lnSpc>
                <a:spcPct val="90000"/>
              </a:lnSpc>
            </a:pPr>
            <a:endParaRPr lang="en-US" altLang="en-GB" sz="2200" smtClean="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81923" name="Slide Number Placeholder 2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D54C5AF-16AD-4EBA-AD20-D1B10F81E4E6}" type="slidenum">
              <a:rPr lang="en-US" altLang="en-US" sz="1200">
                <a:solidFill>
                  <a:srgbClr val="898989"/>
                </a:solidFill>
                <a:latin typeface="Arial" panose="020B0604020202020204" pitchFamily="34" charset="0"/>
              </a:rPr>
              <a:pPr>
                <a:spcBef>
                  <a:spcPct val="0"/>
                </a:spcBef>
                <a:buFontTx/>
                <a:buNone/>
              </a:pPr>
              <a:t>42</a:t>
            </a:fld>
            <a:endParaRPr lang="en-US" altLang="en-US" sz="1200">
              <a:solidFill>
                <a:srgbClr val="898989"/>
              </a:solidFill>
              <a:latin typeface="Arial" panose="020B0604020202020204" pitchFamily="34" charset="0"/>
            </a:endParaRPr>
          </a:p>
        </p:txBody>
      </p:sp>
      <p:sp>
        <p:nvSpPr>
          <p:cNvPr id="81924" name="Oval 2"/>
          <p:cNvSpPr>
            <a:spLocks noChangeArrowheads="1"/>
          </p:cNvSpPr>
          <p:nvPr/>
        </p:nvSpPr>
        <p:spPr bwMode="auto">
          <a:xfrm>
            <a:off x="3505200" y="28194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81925" name="Oval 3"/>
          <p:cNvSpPr>
            <a:spLocks noChangeArrowheads="1"/>
          </p:cNvSpPr>
          <p:nvPr/>
        </p:nvSpPr>
        <p:spPr bwMode="auto">
          <a:xfrm>
            <a:off x="1600200" y="40386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81926" name="Oval 4"/>
          <p:cNvSpPr>
            <a:spLocks noChangeArrowheads="1"/>
          </p:cNvSpPr>
          <p:nvPr/>
        </p:nvSpPr>
        <p:spPr bwMode="auto">
          <a:xfrm>
            <a:off x="3505200" y="49530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81927" name="Line 5"/>
          <p:cNvSpPr>
            <a:spLocks noChangeShapeType="1"/>
          </p:cNvSpPr>
          <p:nvPr/>
        </p:nvSpPr>
        <p:spPr bwMode="auto">
          <a:xfrm flipV="1">
            <a:off x="2209800" y="3276600"/>
            <a:ext cx="1295400" cy="9144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sp>
        <p:nvSpPr>
          <p:cNvPr id="81928" name="Line 6"/>
          <p:cNvSpPr>
            <a:spLocks noChangeShapeType="1"/>
          </p:cNvSpPr>
          <p:nvPr/>
        </p:nvSpPr>
        <p:spPr bwMode="auto">
          <a:xfrm>
            <a:off x="2211388" y="4567238"/>
            <a:ext cx="1298575" cy="6858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sp>
        <p:nvSpPr>
          <p:cNvPr id="81929" name="Line 7"/>
          <p:cNvSpPr>
            <a:spLocks noChangeShapeType="1"/>
          </p:cNvSpPr>
          <p:nvPr/>
        </p:nvSpPr>
        <p:spPr bwMode="auto">
          <a:xfrm>
            <a:off x="1066800" y="4419600"/>
            <a:ext cx="533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sp>
        <p:nvSpPr>
          <p:cNvPr id="81930" name="Oval 8"/>
          <p:cNvSpPr>
            <a:spLocks noChangeArrowheads="1"/>
          </p:cNvSpPr>
          <p:nvPr/>
        </p:nvSpPr>
        <p:spPr bwMode="auto">
          <a:xfrm>
            <a:off x="5410200" y="28194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81931" name="Line 9"/>
          <p:cNvSpPr>
            <a:spLocks noChangeShapeType="1"/>
          </p:cNvSpPr>
          <p:nvPr/>
        </p:nvSpPr>
        <p:spPr bwMode="auto">
          <a:xfrm>
            <a:off x="4191000" y="3200400"/>
            <a:ext cx="1066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graphicFrame>
        <p:nvGraphicFramePr>
          <p:cNvPr id="81932" name="Object 2"/>
          <p:cNvGraphicFramePr>
            <a:graphicFrameLocks noChangeAspect="1"/>
          </p:cNvGraphicFramePr>
          <p:nvPr/>
        </p:nvGraphicFramePr>
        <p:xfrm>
          <a:off x="3657600" y="2819400"/>
          <a:ext cx="406400" cy="571500"/>
        </p:xfrm>
        <a:graphic>
          <a:graphicData uri="http://schemas.openxmlformats.org/presentationml/2006/ole">
            <mc:AlternateContent xmlns:mc="http://schemas.openxmlformats.org/markup-compatibility/2006">
              <mc:Choice xmlns:v="urn:schemas-microsoft-com:vml" Requires="v">
                <p:oleObj spid="_x0000_s81943" name="Equation" r:id="rId4" imgW="406224" imgH="571252" progId="Equation.3">
                  <p:embed/>
                </p:oleObj>
              </mc:Choice>
              <mc:Fallback>
                <p:oleObj name="Equation" r:id="rId4" imgW="406224" imgH="571252"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57600" y="2819400"/>
                        <a:ext cx="4064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33" name="Oval 11"/>
          <p:cNvSpPr>
            <a:spLocks noChangeArrowheads="1"/>
          </p:cNvSpPr>
          <p:nvPr/>
        </p:nvSpPr>
        <p:spPr bwMode="auto">
          <a:xfrm>
            <a:off x="5257800" y="2667000"/>
            <a:ext cx="990600" cy="990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aphicFrame>
        <p:nvGraphicFramePr>
          <p:cNvPr id="81934" name="Object 3"/>
          <p:cNvGraphicFramePr>
            <a:graphicFrameLocks noChangeAspect="1"/>
          </p:cNvGraphicFramePr>
          <p:nvPr/>
        </p:nvGraphicFramePr>
        <p:xfrm>
          <a:off x="5486400" y="2819400"/>
          <a:ext cx="482600" cy="571500"/>
        </p:xfrm>
        <a:graphic>
          <a:graphicData uri="http://schemas.openxmlformats.org/presentationml/2006/ole">
            <mc:AlternateContent xmlns:mc="http://schemas.openxmlformats.org/markup-compatibility/2006">
              <mc:Choice xmlns:v="urn:schemas-microsoft-com:vml" Requires="v">
                <p:oleObj spid="_x0000_s81944" name="Equation" r:id="rId6" imgW="482391" imgH="571252" progId="Equation.3">
                  <p:embed/>
                </p:oleObj>
              </mc:Choice>
              <mc:Fallback>
                <p:oleObj name="Equation" r:id="rId6" imgW="482391" imgH="571252"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86400" y="2819400"/>
                        <a:ext cx="4826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35" name="Object 4"/>
          <p:cNvGraphicFramePr>
            <a:graphicFrameLocks noChangeAspect="1"/>
          </p:cNvGraphicFramePr>
          <p:nvPr/>
        </p:nvGraphicFramePr>
        <p:xfrm>
          <a:off x="3657600" y="4953000"/>
          <a:ext cx="457200" cy="584200"/>
        </p:xfrm>
        <a:graphic>
          <a:graphicData uri="http://schemas.openxmlformats.org/presentationml/2006/ole">
            <mc:AlternateContent xmlns:mc="http://schemas.openxmlformats.org/markup-compatibility/2006">
              <mc:Choice xmlns:v="urn:schemas-microsoft-com:vml" Requires="v">
                <p:oleObj spid="_x0000_s81945" name="Equation" r:id="rId8" imgW="457002" imgH="583947" progId="Equation.3">
                  <p:embed/>
                </p:oleObj>
              </mc:Choice>
              <mc:Fallback>
                <p:oleObj name="Equation" r:id="rId8" imgW="457002" imgH="583947"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57600" y="4953000"/>
                        <a:ext cx="457200"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36" name="Object 5"/>
          <p:cNvGraphicFramePr>
            <a:graphicFrameLocks noChangeAspect="1"/>
          </p:cNvGraphicFramePr>
          <p:nvPr/>
        </p:nvGraphicFramePr>
        <p:xfrm>
          <a:off x="2667000" y="3429000"/>
          <a:ext cx="265113" cy="279400"/>
        </p:xfrm>
        <a:graphic>
          <a:graphicData uri="http://schemas.openxmlformats.org/presentationml/2006/ole">
            <mc:AlternateContent xmlns:mc="http://schemas.openxmlformats.org/markup-compatibility/2006">
              <mc:Choice xmlns:v="urn:schemas-microsoft-com:vml" Requires="v">
                <p:oleObj spid="_x0000_s81946" name="Equation" r:id="rId10" imgW="266584" imgH="279279" progId="Equation.3">
                  <p:embed/>
                </p:oleObj>
              </mc:Choice>
              <mc:Fallback>
                <p:oleObj name="Equation" r:id="rId10" imgW="266584" imgH="279279" progId="Equation.3">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667000" y="34290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37" name="Object 6"/>
          <p:cNvGraphicFramePr>
            <a:graphicFrameLocks noChangeAspect="1"/>
          </p:cNvGraphicFramePr>
          <p:nvPr/>
        </p:nvGraphicFramePr>
        <p:xfrm>
          <a:off x="2667000" y="4495800"/>
          <a:ext cx="265113" cy="279400"/>
        </p:xfrm>
        <a:graphic>
          <a:graphicData uri="http://schemas.openxmlformats.org/presentationml/2006/ole">
            <mc:AlternateContent xmlns:mc="http://schemas.openxmlformats.org/markup-compatibility/2006">
              <mc:Choice xmlns:v="urn:schemas-microsoft-com:vml" Requires="v">
                <p:oleObj spid="_x0000_s81947" name="Equation" r:id="rId12" imgW="266584" imgH="279279" progId="Equation.3">
                  <p:embed/>
                </p:oleObj>
              </mc:Choice>
              <mc:Fallback>
                <p:oleObj name="Equation" r:id="rId12" imgW="266584" imgH="279279" progId="Equation.3">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667000" y="44958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38" name="Object 7"/>
          <p:cNvGraphicFramePr>
            <a:graphicFrameLocks noChangeAspect="1"/>
          </p:cNvGraphicFramePr>
          <p:nvPr/>
        </p:nvGraphicFramePr>
        <p:xfrm>
          <a:off x="4572000" y="2895600"/>
          <a:ext cx="265113" cy="279400"/>
        </p:xfrm>
        <a:graphic>
          <a:graphicData uri="http://schemas.openxmlformats.org/presentationml/2006/ole">
            <mc:AlternateContent xmlns:mc="http://schemas.openxmlformats.org/markup-compatibility/2006">
              <mc:Choice xmlns:v="urn:schemas-microsoft-com:vml" Requires="v">
                <p:oleObj spid="_x0000_s81948" name="Equation" r:id="rId13" imgW="266584" imgH="279279" progId="Equation.3">
                  <p:embed/>
                </p:oleObj>
              </mc:Choice>
              <mc:Fallback>
                <p:oleObj name="Equation" r:id="rId13" imgW="266584" imgH="279279" progId="Equation.3">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72000" y="28956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39" name="Object 8"/>
          <p:cNvGraphicFramePr>
            <a:graphicFrameLocks noChangeAspect="1"/>
          </p:cNvGraphicFramePr>
          <p:nvPr/>
        </p:nvGraphicFramePr>
        <p:xfrm>
          <a:off x="1676400" y="4038600"/>
          <a:ext cx="482600" cy="584200"/>
        </p:xfrm>
        <a:graphic>
          <a:graphicData uri="http://schemas.openxmlformats.org/presentationml/2006/ole">
            <mc:AlternateContent xmlns:mc="http://schemas.openxmlformats.org/markup-compatibility/2006">
              <mc:Choice xmlns:v="urn:schemas-microsoft-com:vml" Requires="v">
                <p:oleObj spid="_x0000_s81949" name="Equation" r:id="rId14" imgW="482391" imgH="583947" progId="Equation.3">
                  <p:embed/>
                </p:oleObj>
              </mc:Choice>
              <mc:Fallback>
                <p:oleObj name="Equation" r:id="rId14" imgW="482391" imgH="583947" progId="Equation.3">
                  <p:embed/>
                  <p:pic>
                    <p:nvPicPr>
                      <p:cNvPr id="0" name="Object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676400" y="4038600"/>
                        <a:ext cx="482600"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40" name="Object 9"/>
          <p:cNvGraphicFramePr>
            <a:graphicFrameLocks noChangeAspect="1"/>
          </p:cNvGraphicFramePr>
          <p:nvPr/>
        </p:nvGraphicFramePr>
        <p:xfrm>
          <a:off x="2514600" y="1219200"/>
          <a:ext cx="660400" cy="533400"/>
        </p:xfrm>
        <a:graphic>
          <a:graphicData uri="http://schemas.openxmlformats.org/presentationml/2006/ole">
            <mc:AlternateContent xmlns:mc="http://schemas.openxmlformats.org/markup-compatibility/2006">
              <mc:Choice xmlns:v="urn:schemas-microsoft-com:vml" Requires="v">
                <p:oleObj spid="_x0000_s81950" name="Equation" r:id="rId16" imgW="660113" imgH="533169" progId="Equation.3">
                  <p:embed/>
                </p:oleObj>
              </mc:Choice>
              <mc:Fallback>
                <p:oleObj name="Equation" r:id="rId16" imgW="660113" imgH="533169" progId="Equation.3">
                  <p:embed/>
                  <p:pic>
                    <p:nvPicPr>
                      <p:cNvPr id="0" name="Object 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514600" y="1219200"/>
                        <a:ext cx="6604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41" name="Text Box 19"/>
          <p:cNvSpPr txBox="1">
            <a:spLocks noChangeArrowheads="1"/>
          </p:cNvSpPr>
          <p:nvPr/>
        </p:nvSpPr>
        <p:spPr bwMode="auto">
          <a:xfrm>
            <a:off x="288925" y="1168400"/>
            <a:ext cx="22383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1800" b="1">
                <a:latin typeface="Arial" panose="020B0604020202020204" pitchFamily="34" charset="0"/>
                <a:cs typeface="Arial" panose="020B0604020202020204" pitchFamily="34" charset="0"/>
              </a:rPr>
              <a:t>Alphabet =</a:t>
            </a:r>
          </a:p>
        </p:txBody>
      </p:sp>
      <p:sp>
        <p:nvSpPr>
          <p:cNvPr id="81942" name="Rectangle 21"/>
          <p:cNvSpPr>
            <a:spLocks noChangeArrowheads="1"/>
          </p:cNvSpPr>
          <p:nvPr/>
        </p:nvSpPr>
        <p:spPr bwMode="auto">
          <a:xfrm>
            <a:off x="152400" y="381000"/>
            <a:ext cx="88392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GB" sz="2400" b="1">
                <a:solidFill>
                  <a:schemeClr val="tx2"/>
                </a:solidFill>
                <a:latin typeface="Arial" panose="020B0604020202020204" pitchFamily="34" charset="0"/>
                <a:cs typeface="Arial" panose="020B0604020202020204" pitchFamily="34" charset="0"/>
              </a:rPr>
              <a:t>Nondeterministic Finite Accepter (NFA)</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83971" name="Slide Number Placeholder 2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62341D07-C026-4951-8F5E-FE6C6ADFBE83}" type="slidenum">
              <a:rPr lang="en-US" altLang="en-US" sz="1200">
                <a:solidFill>
                  <a:srgbClr val="898989"/>
                </a:solidFill>
                <a:latin typeface="Arial" panose="020B0604020202020204" pitchFamily="34" charset="0"/>
              </a:rPr>
              <a:pPr>
                <a:spcBef>
                  <a:spcPct val="0"/>
                </a:spcBef>
                <a:buFontTx/>
                <a:buNone/>
              </a:pPr>
              <a:t>43</a:t>
            </a:fld>
            <a:endParaRPr lang="en-US" altLang="en-US" sz="1200">
              <a:solidFill>
                <a:srgbClr val="898989"/>
              </a:solidFill>
              <a:latin typeface="Arial" panose="020B0604020202020204" pitchFamily="34" charset="0"/>
            </a:endParaRPr>
          </a:p>
        </p:txBody>
      </p:sp>
      <p:sp>
        <p:nvSpPr>
          <p:cNvPr id="83972" name="Oval 13"/>
          <p:cNvSpPr>
            <a:spLocks noChangeArrowheads="1"/>
          </p:cNvSpPr>
          <p:nvPr/>
        </p:nvSpPr>
        <p:spPr bwMode="auto">
          <a:xfrm>
            <a:off x="3505200" y="28194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83973" name="Oval 15"/>
          <p:cNvSpPr>
            <a:spLocks noChangeArrowheads="1"/>
          </p:cNvSpPr>
          <p:nvPr/>
        </p:nvSpPr>
        <p:spPr bwMode="auto">
          <a:xfrm>
            <a:off x="1600200" y="40386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83974" name="Oval 16"/>
          <p:cNvSpPr>
            <a:spLocks noChangeArrowheads="1"/>
          </p:cNvSpPr>
          <p:nvPr/>
        </p:nvSpPr>
        <p:spPr bwMode="auto">
          <a:xfrm>
            <a:off x="3505200" y="49530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83975" name="Line 17"/>
          <p:cNvSpPr>
            <a:spLocks noChangeShapeType="1"/>
          </p:cNvSpPr>
          <p:nvPr/>
        </p:nvSpPr>
        <p:spPr bwMode="auto">
          <a:xfrm flipV="1">
            <a:off x="2209800" y="3276600"/>
            <a:ext cx="1295400" cy="9144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sp>
        <p:nvSpPr>
          <p:cNvPr id="83976" name="Line 18"/>
          <p:cNvSpPr>
            <a:spLocks noChangeShapeType="1"/>
          </p:cNvSpPr>
          <p:nvPr/>
        </p:nvSpPr>
        <p:spPr bwMode="auto">
          <a:xfrm>
            <a:off x="2211388" y="4567238"/>
            <a:ext cx="1298575" cy="6858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sp>
        <p:nvSpPr>
          <p:cNvPr id="83977" name="Line 19"/>
          <p:cNvSpPr>
            <a:spLocks noChangeShapeType="1"/>
          </p:cNvSpPr>
          <p:nvPr/>
        </p:nvSpPr>
        <p:spPr bwMode="auto">
          <a:xfrm>
            <a:off x="1066800" y="4419600"/>
            <a:ext cx="533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sp>
        <p:nvSpPr>
          <p:cNvPr id="83978" name="Oval 21"/>
          <p:cNvSpPr>
            <a:spLocks noChangeArrowheads="1"/>
          </p:cNvSpPr>
          <p:nvPr/>
        </p:nvSpPr>
        <p:spPr bwMode="auto">
          <a:xfrm>
            <a:off x="5410200" y="28194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83979" name="Line 22"/>
          <p:cNvSpPr>
            <a:spLocks noChangeShapeType="1"/>
          </p:cNvSpPr>
          <p:nvPr/>
        </p:nvSpPr>
        <p:spPr bwMode="auto">
          <a:xfrm>
            <a:off x="4191000" y="3200400"/>
            <a:ext cx="1066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graphicFrame>
        <p:nvGraphicFramePr>
          <p:cNvPr id="83980" name="Object 2"/>
          <p:cNvGraphicFramePr>
            <a:graphicFrameLocks noChangeAspect="1"/>
          </p:cNvGraphicFramePr>
          <p:nvPr/>
        </p:nvGraphicFramePr>
        <p:xfrm>
          <a:off x="3657600" y="2819400"/>
          <a:ext cx="406400" cy="571500"/>
        </p:xfrm>
        <a:graphic>
          <a:graphicData uri="http://schemas.openxmlformats.org/presentationml/2006/ole">
            <mc:AlternateContent xmlns:mc="http://schemas.openxmlformats.org/markup-compatibility/2006">
              <mc:Choice xmlns:v="urn:schemas-microsoft-com:vml" Requires="v">
                <p:oleObj spid="_x0000_s83992" name="Equation" r:id="rId4" imgW="406224" imgH="571252" progId="Equation.3">
                  <p:embed/>
                </p:oleObj>
              </mc:Choice>
              <mc:Fallback>
                <p:oleObj name="Equation" r:id="rId4" imgW="406224" imgH="571252"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57600" y="2819400"/>
                        <a:ext cx="4064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981" name="Oval 25"/>
          <p:cNvSpPr>
            <a:spLocks noChangeArrowheads="1"/>
          </p:cNvSpPr>
          <p:nvPr/>
        </p:nvSpPr>
        <p:spPr bwMode="auto">
          <a:xfrm>
            <a:off x="5257800" y="2667000"/>
            <a:ext cx="990600" cy="990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aphicFrame>
        <p:nvGraphicFramePr>
          <p:cNvPr id="83982" name="Object 3"/>
          <p:cNvGraphicFramePr>
            <a:graphicFrameLocks noChangeAspect="1"/>
          </p:cNvGraphicFramePr>
          <p:nvPr/>
        </p:nvGraphicFramePr>
        <p:xfrm>
          <a:off x="5486400" y="2819400"/>
          <a:ext cx="482600" cy="571500"/>
        </p:xfrm>
        <a:graphic>
          <a:graphicData uri="http://schemas.openxmlformats.org/presentationml/2006/ole">
            <mc:AlternateContent xmlns:mc="http://schemas.openxmlformats.org/markup-compatibility/2006">
              <mc:Choice xmlns:v="urn:schemas-microsoft-com:vml" Requires="v">
                <p:oleObj spid="_x0000_s83993" name="Equation" r:id="rId6" imgW="482391" imgH="571252" progId="Equation.3">
                  <p:embed/>
                </p:oleObj>
              </mc:Choice>
              <mc:Fallback>
                <p:oleObj name="Equation" r:id="rId6" imgW="482391" imgH="571252"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86400" y="2819400"/>
                        <a:ext cx="4826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983" name="Object 4"/>
          <p:cNvGraphicFramePr>
            <a:graphicFrameLocks noChangeAspect="1"/>
          </p:cNvGraphicFramePr>
          <p:nvPr/>
        </p:nvGraphicFramePr>
        <p:xfrm>
          <a:off x="3657600" y="4953000"/>
          <a:ext cx="457200" cy="584200"/>
        </p:xfrm>
        <a:graphic>
          <a:graphicData uri="http://schemas.openxmlformats.org/presentationml/2006/ole">
            <mc:AlternateContent xmlns:mc="http://schemas.openxmlformats.org/markup-compatibility/2006">
              <mc:Choice xmlns:v="urn:schemas-microsoft-com:vml" Requires="v">
                <p:oleObj spid="_x0000_s83994" name="Equation" r:id="rId8" imgW="457002" imgH="583947" progId="Equation.3">
                  <p:embed/>
                </p:oleObj>
              </mc:Choice>
              <mc:Fallback>
                <p:oleObj name="Equation" r:id="rId8" imgW="457002" imgH="583947"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57600" y="4953000"/>
                        <a:ext cx="457200"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984" name="Object 5"/>
          <p:cNvGraphicFramePr>
            <a:graphicFrameLocks noChangeAspect="1"/>
          </p:cNvGraphicFramePr>
          <p:nvPr/>
        </p:nvGraphicFramePr>
        <p:xfrm>
          <a:off x="2667000" y="3429000"/>
          <a:ext cx="265113" cy="279400"/>
        </p:xfrm>
        <a:graphic>
          <a:graphicData uri="http://schemas.openxmlformats.org/presentationml/2006/ole">
            <mc:AlternateContent xmlns:mc="http://schemas.openxmlformats.org/markup-compatibility/2006">
              <mc:Choice xmlns:v="urn:schemas-microsoft-com:vml" Requires="v">
                <p:oleObj spid="_x0000_s83995" name="Equation" r:id="rId10" imgW="266584" imgH="279279" progId="Equation.3">
                  <p:embed/>
                </p:oleObj>
              </mc:Choice>
              <mc:Fallback>
                <p:oleObj name="Equation" r:id="rId10" imgW="266584" imgH="279279" progId="Equation.3">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667000" y="34290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985" name="Object 6"/>
          <p:cNvGraphicFramePr>
            <a:graphicFrameLocks noChangeAspect="1"/>
          </p:cNvGraphicFramePr>
          <p:nvPr/>
        </p:nvGraphicFramePr>
        <p:xfrm>
          <a:off x="2667000" y="4495800"/>
          <a:ext cx="265113" cy="279400"/>
        </p:xfrm>
        <a:graphic>
          <a:graphicData uri="http://schemas.openxmlformats.org/presentationml/2006/ole">
            <mc:AlternateContent xmlns:mc="http://schemas.openxmlformats.org/markup-compatibility/2006">
              <mc:Choice xmlns:v="urn:schemas-microsoft-com:vml" Requires="v">
                <p:oleObj spid="_x0000_s83996" name="Equation" r:id="rId12" imgW="266584" imgH="279279" progId="Equation.3">
                  <p:embed/>
                </p:oleObj>
              </mc:Choice>
              <mc:Fallback>
                <p:oleObj name="Equation" r:id="rId12" imgW="266584" imgH="279279" progId="Equation.3">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667000" y="44958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986" name="Object 7"/>
          <p:cNvGraphicFramePr>
            <a:graphicFrameLocks noChangeAspect="1"/>
          </p:cNvGraphicFramePr>
          <p:nvPr/>
        </p:nvGraphicFramePr>
        <p:xfrm>
          <a:off x="4572000" y="2895600"/>
          <a:ext cx="265113" cy="279400"/>
        </p:xfrm>
        <a:graphic>
          <a:graphicData uri="http://schemas.openxmlformats.org/presentationml/2006/ole">
            <mc:AlternateContent xmlns:mc="http://schemas.openxmlformats.org/markup-compatibility/2006">
              <mc:Choice xmlns:v="urn:schemas-microsoft-com:vml" Requires="v">
                <p:oleObj spid="_x0000_s83997" name="Equation" r:id="rId13" imgW="266584" imgH="279279" progId="Equation.3">
                  <p:embed/>
                </p:oleObj>
              </mc:Choice>
              <mc:Fallback>
                <p:oleObj name="Equation" r:id="rId13" imgW="266584" imgH="279279" progId="Equation.3">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72000" y="28956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987" name="Object 8"/>
          <p:cNvGraphicFramePr>
            <a:graphicFrameLocks noChangeAspect="1"/>
          </p:cNvGraphicFramePr>
          <p:nvPr/>
        </p:nvGraphicFramePr>
        <p:xfrm>
          <a:off x="1676400" y="4038600"/>
          <a:ext cx="482600" cy="584200"/>
        </p:xfrm>
        <a:graphic>
          <a:graphicData uri="http://schemas.openxmlformats.org/presentationml/2006/ole">
            <mc:AlternateContent xmlns:mc="http://schemas.openxmlformats.org/markup-compatibility/2006">
              <mc:Choice xmlns:v="urn:schemas-microsoft-com:vml" Requires="v">
                <p:oleObj spid="_x0000_s83998" name="Equation" r:id="rId14" imgW="482391" imgH="583947" progId="Equation.3">
                  <p:embed/>
                </p:oleObj>
              </mc:Choice>
              <mc:Fallback>
                <p:oleObj name="Equation" r:id="rId14" imgW="482391" imgH="583947" progId="Equation.3">
                  <p:embed/>
                  <p:pic>
                    <p:nvPicPr>
                      <p:cNvPr id="0" name="Object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676400" y="4038600"/>
                        <a:ext cx="482600"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988" name="Text Box 34"/>
          <p:cNvSpPr txBox="1">
            <a:spLocks noChangeArrowheads="1"/>
          </p:cNvSpPr>
          <p:nvPr/>
        </p:nvSpPr>
        <p:spPr bwMode="auto">
          <a:xfrm>
            <a:off x="762000" y="2667000"/>
            <a:ext cx="24780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1800" b="1">
                <a:latin typeface="Arial" panose="020B0604020202020204" pitchFamily="34" charset="0"/>
                <a:cs typeface="Arial" panose="020B0604020202020204" pitchFamily="34" charset="0"/>
              </a:rPr>
              <a:t>Two choices</a:t>
            </a:r>
          </a:p>
        </p:txBody>
      </p:sp>
      <p:graphicFrame>
        <p:nvGraphicFramePr>
          <p:cNvPr id="83989" name="Object 9"/>
          <p:cNvGraphicFramePr>
            <a:graphicFrameLocks noChangeAspect="1"/>
          </p:cNvGraphicFramePr>
          <p:nvPr/>
        </p:nvGraphicFramePr>
        <p:xfrm>
          <a:off x="2514600" y="1219200"/>
          <a:ext cx="660400" cy="533400"/>
        </p:xfrm>
        <a:graphic>
          <a:graphicData uri="http://schemas.openxmlformats.org/presentationml/2006/ole">
            <mc:AlternateContent xmlns:mc="http://schemas.openxmlformats.org/markup-compatibility/2006">
              <mc:Choice xmlns:v="urn:schemas-microsoft-com:vml" Requires="v">
                <p:oleObj spid="_x0000_s83999" name="Equation" r:id="rId16" imgW="660113" imgH="533169" progId="Equation.3">
                  <p:embed/>
                </p:oleObj>
              </mc:Choice>
              <mc:Fallback>
                <p:oleObj name="Equation" r:id="rId16" imgW="660113" imgH="533169" progId="Equation.3">
                  <p:embed/>
                  <p:pic>
                    <p:nvPicPr>
                      <p:cNvPr id="0" name="Object 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514600" y="1219200"/>
                        <a:ext cx="6604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990" name="Text Box 40"/>
          <p:cNvSpPr txBox="1">
            <a:spLocks noChangeArrowheads="1"/>
          </p:cNvSpPr>
          <p:nvPr/>
        </p:nvSpPr>
        <p:spPr bwMode="auto">
          <a:xfrm>
            <a:off x="288925" y="1168400"/>
            <a:ext cx="22383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1800" b="1">
                <a:latin typeface="Arial" panose="020B0604020202020204" pitchFamily="34" charset="0"/>
                <a:cs typeface="Arial" panose="020B0604020202020204" pitchFamily="34" charset="0"/>
              </a:rPr>
              <a:t>Alphabet =</a:t>
            </a:r>
          </a:p>
        </p:txBody>
      </p:sp>
      <p:sp>
        <p:nvSpPr>
          <p:cNvPr id="83991" name="Rectangle 21"/>
          <p:cNvSpPr>
            <a:spLocks noChangeArrowheads="1"/>
          </p:cNvSpPr>
          <p:nvPr/>
        </p:nvSpPr>
        <p:spPr bwMode="auto">
          <a:xfrm>
            <a:off x="152400" y="381000"/>
            <a:ext cx="88392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GB" sz="2400" b="1">
                <a:solidFill>
                  <a:schemeClr val="tx2"/>
                </a:solidFill>
                <a:latin typeface="Arial" panose="020B0604020202020204" pitchFamily="34" charset="0"/>
                <a:cs typeface="Arial" panose="020B0604020202020204" pitchFamily="34" charset="0"/>
              </a:rPr>
              <a:t>Nondeterministic Finite Accepter (NFA)</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86019" name="Slide Number Placeholder 2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61A6B3A4-CBF3-4CB4-A8C7-909C8CFD6E60}" type="slidenum">
              <a:rPr lang="en-US" altLang="en-US" sz="1200">
                <a:solidFill>
                  <a:srgbClr val="898989"/>
                </a:solidFill>
                <a:latin typeface="Arial" panose="020B0604020202020204" pitchFamily="34" charset="0"/>
              </a:rPr>
              <a:pPr>
                <a:spcBef>
                  <a:spcPct val="0"/>
                </a:spcBef>
                <a:buFontTx/>
                <a:buNone/>
              </a:pPr>
              <a:t>44</a:t>
            </a:fld>
            <a:endParaRPr lang="en-US" altLang="en-US" sz="1200">
              <a:solidFill>
                <a:srgbClr val="898989"/>
              </a:solidFill>
              <a:latin typeface="Arial" panose="020B0604020202020204" pitchFamily="34" charset="0"/>
            </a:endParaRPr>
          </a:p>
        </p:txBody>
      </p:sp>
      <p:sp>
        <p:nvSpPr>
          <p:cNvPr id="86020" name="Text Box 40"/>
          <p:cNvSpPr txBox="1">
            <a:spLocks noChangeArrowheads="1"/>
          </p:cNvSpPr>
          <p:nvPr/>
        </p:nvSpPr>
        <p:spPr bwMode="auto">
          <a:xfrm>
            <a:off x="4267200" y="5029200"/>
            <a:ext cx="2698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1800" b="1">
                <a:latin typeface="Arial" panose="020B0604020202020204" pitchFamily="34" charset="0"/>
                <a:cs typeface="Arial" panose="020B0604020202020204" pitchFamily="34" charset="0"/>
              </a:rPr>
              <a:t>No transition</a:t>
            </a:r>
          </a:p>
        </p:txBody>
      </p:sp>
      <p:sp>
        <p:nvSpPr>
          <p:cNvPr id="86021" name="Oval 41"/>
          <p:cNvSpPr>
            <a:spLocks noChangeArrowheads="1"/>
          </p:cNvSpPr>
          <p:nvPr/>
        </p:nvSpPr>
        <p:spPr bwMode="auto">
          <a:xfrm>
            <a:off x="3505200" y="28194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86022" name="Oval 42"/>
          <p:cNvSpPr>
            <a:spLocks noChangeArrowheads="1"/>
          </p:cNvSpPr>
          <p:nvPr/>
        </p:nvSpPr>
        <p:spPr bwMode="auto">
          <a:xfrm>
            <a:off x="1600200" y="40386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86023" name="Oval 43"/>
          <p:cNvSpPr>
            <a:spLocks noChangeArrowheads="1"/>
          </p:cNvSpPr>
          <p:nvPr/>
        </p:nvSpPr>
        <p:spPr bwMode="auto">
          <a:xfrm>
            <a:off x="3505200" y="49530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86024" name="Line 44"/>
          <p:cNvSpPr>
            <a:spLocks noChangeShapeType="1"/>
          </p:cNvSpPr>
          <p:nvPr/>
        </p:nvSpPr>
        <p:spPr bwMode="auto">
          <a:xfrm flipV="1">
            <a:off x="2209800" y="3276600"/>
            <a:ext cx="1295400" cy="9144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sp>
        <p:nvSpPr>
          <p:cNvPr id="86025" name="Line 45"/>
          <p:cNvSpPr>
            <a:spLocks noChangeShapeType="1"/>
          </p:cNvSpPr>
          <p:nvPr/>
        </p:nvSpPr>
        <p:spPr bwMode="auto">
          <a:xfrm>
            <a:off x="2211388" y="4567238"/>
            <a:ext cx="1298575" cy="6858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sp>
        <p:nvSpPr>
          <p:cNvPr id="86026" name="Line 46"/>
          <p:cNvSpPr>
            <a:spLocks noChangeShapeType="1"/>
          </p:cNvSpPr>
          <p:nvPr/>
        </p:nvSpPr>
        <p:spPr bwMode="auto">
          <a:xfrm>
            <a:off x="1066800" y="4419600"/>
            <a:ext cx="533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sp>
        <p:nvSpPr>
          <p:cNvPr id="86027" name="Oval 47"/>
          <p:cNvSpPr>
            <a:spLocks noChangeArrowheads="1"/>
          </p:cNvSpPr>
          <p:nvPr/>
        </p:nvSpPr>
        <p:spPr bwMode="auto">
          <a:xfrm>
            <a:off x="5410200" y="28194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86028" name="Line 48"/>
          <p:cNvSpPr>
            <a:spLocks noChangeShapeType="1"/>
          </p:cNvSpPr>
          <p:nvPr/>
        </p:nvSpPr>
        <p:spPr bwMode="auto">
          <a:xfrm>
            <a:off x="4191000" y="3200400"/>
            <a:ext cx="1066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graphicFrame>
        <p:nvGraphicFramePr>
          <p:cNvPr id="86029" name="Object 2"/>
          <p:cNvGraphicFramePr>
            <a:graphicFrameLocks noChangeAspect="1"/>
          </p:cNvGraphicFramePr>
          <p:nvPr/>
        </p:nvGraphicFramePr>
        <p:xfrm>
          <a:off x="3657600" y="2819400"/>
          <a:ext cx="406400" cy="571500"/>
        </p:xfrm>
        <a:graphic>
          <a:graphicData uri="http://schemas.openxmlformats.org/presentationml/2006/ole">
            <mc:AlternateContent xmlns:mc="http://schemas.openxmlformats.org/markup-compatibility/2006">
              <mc:Choice xmlns:v="urn:schemas-microsoft-com:vml" Requires="v">
                <p:oleObj spid="_x0000_s86042" name="Equation" r:id="rId4" imgW="406224" imgH="571252" progId="Equation.3">
                  <p:embed/>
                </p:oleObj>
              </mc:Choice>
              <mc:Fallback>
                <p:oleObj name="Equation" r:id="rId4" imgW="406224" imgH="571252"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57600" y="2819400"/>
                        <a:ext cx="4064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030" name="Oval 50"/>
          <p:cNvSpPr>
            <a:spLocks noChangeArrowheads="1"/>
          </p:cNvSpPr>
          <p:nvPr/>
        </p:nvSpPr>
        <p:spPr bwMode="auto">
          <a:xfrm>
            <a:off x="5257800" y="2667000"/>
            <a:ext cx="990600" cy="990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aphicFrame>
        <p:nvGraphicFramePr>
          <p:cNvPr id="86031" name="Object 3"/>
          <p:cNvGraphicFramePr>
            <a:graphicFrameLocks noChangeAspect="1"/>
          </p:cNvGraphicFramePr>
          <p:nvPr/>
        </p:nvGraphicFramePr>
        <p:xfrm>
          <a:off x="5486400" y="2819400"/>
          <a:ext cx="482600" cy="571500"/>
        </p:xfrm>
        <a:graphic>
          <a:graphicData uri="http://schemas.openxmlformats.org/presentationml/2006/ole">
            <mc:AlternateContent xmlns:mc="http://schemas.openxmlformats.org/markup-compatibility/2006">
              <mc:Choice xmlns:v="urn:schemas-microsoft-com:vml" Requires="v">
                <p:oleObj spid="_x0000_s86043" name="Equation" r:id="rId6" imgW="482391" imgH="571252" progId="Equation.3">
                  <p:embed/>
                </p:oleObj>
              </mc:Choice>
              <mc:Fallback>
                <p:oleObj name="Equation" r:id="rId6" imgW="482391" imgH="571252"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86400" y="2819400"/>
                        <a:ext cx="4826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32" name="Object 4"/>
          <p:cNvGraphicFramePr>
            <a:graphicFrameLocks noChangeAspect="1"/>
          </p:cNvGraphicFramePr>
          <p:nvPr/>
        </p:nvGraphicFramePr>
        <p:xfrm>
          <a:off x="3657600" y="4953000"/>
          <a:ext cx="457200" cy="584200"/>
        </p:xfrm>
        <a:graphic>
          <a:graphicData uri="http://schemas.openxmlformats.org/presentationml/2006/ole">
            <mc:AlternateContent xmlns:mc="http://schemas.openxmlformats.org/markup-compatibility/2006">
              <mc:Choice xmlns:v="urn:schemas-microsoft-com:vml" Requires="v">
                <p:oleObj spid="_x0000_s86044" name="Equation" r:id="rId8" imgW="457002" imgH="583947" progId="Equation.3">
                  <p:embed/>
                </p:oleObj>
              </mc:Choice>
              <mc:Fallback>
                <p:oleObj name="Equation" r:id="rId8" imgW="457002" imgH="583947"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57600" y="4953000"/>
                        <a:ext cx="457200"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33" name="Object 5"/>
          <p:cNvGraphicFramePr>
            <a:graphicFrameLocks noChangeAspect="1"/>
          </p:cNvGraphicFramePr>
          <p:nvPr/>
        </p:nvGraphicFramePr>
        <p:xfrm>
          <a:off x="2667000" y="3429000"/>
          <a:ext cx="265113" cy="279400"/>
        </p:xfrm>
        <a:graphic>
          <a:graphicData uri="http://schemas.openxmlformats.org/presentationml/2006/ole">
            <mc:AlternateContent xmlns:mc="http://schemas.openxmlformats.org/markup-compatibility/2006">
              <mc:Choice xmlns:v="urn:schemas-microsoft-com:vml" Requires="v">
                <p:oleObj spid="_x0000_s86045" name="Equation" r:id="rId10" imgW="266584" imgH="279279" progId="Equation.3">
                  <p:embed/>
                </p:oleObj>
              </mc:Choice>
              <mc:Fallback>
                <p:oleObj name="Equation" r:id="rId10" imgW="266584" imgH="279279" progId="Equation.3">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667000" y="34290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34" name="Object 6"/>
          <p:cNvGraphicFramePr>
            <a:graphicFrameLocks noChangeAspect="1"/>
          </p:cNvGraphicFramePr>
          <p:nvPr/>
        </p:nvGraphicFramePr>
        <p:xfrm>
          <a:off x="2667000" y="4495800"/>
          <a:ext cx="265113" cy="279400"/>
        </p:xfrm>
        <a:graphic>
          <a:graphicData uri="http://schemas.openxmlformats.org/presentationml/2006/ole">
            <mc:AlternateContent xmlns:mc="http://schemas.openxmlformats.org/markup-compatibility/2006">
              <mc:Choice xmlns:v="urn:schemas-microsoft-com:vml" Requires="v">
                <p:oleObj spid="_x0000_s86046" name="Equation" r:id="rId12" imgW="266584" imgH="279279" progId="Equation.3">
                  <p:embed/>
                </p:oleObj>
              </mc:Choice>
              <mc:Fallback>
                <p:oleObj name="Equation" r:id="rId12" imgW="266584" imgH="279279" progId="Equation.3">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667000" y="44958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35" name="Object 7"/>
          <p:cNvGraphicFramePr>
            <a:graphicFrameLocks noChangeAspect="1"/>
          </p:cNvGraphicFramePr>
          <p:nvPr/>
        </p:nvGraphicFramePr>
        <p:xfrm>
          <a:off x="4572000" y="2895600"/>
          <a:ext cx="265113" cy="279400"/>
        </p:xfrm>
        <a:graphic>
          <a:graphicData uri="http://schemas.openxmlformats.org/presentationml/2006/ole">
            <mc:AlternateContent xmlns:mc="http://schemas.openxmlformats.org/markup-compatibility/2006">
              <mc:Choice xmlns:v="urn:schemas-microsoft-com:vml" Requires="v">
                <p:oleObj spid="_x0000_s86047" name="Equation" r:id="rId13" imgW="266584" imgH="279279" progId="Equation.3">
                  <p:embed/>
                </p:oleObj>
              </mc:Choice>
              <mc:Fallback>
                <p:oleObj name="Equation" r:id="rId13" imgW="266584" imgH="279279" progId="Equation.3">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72000" y="28956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36" name="Object 8"/>
          <p:cNvGraphicFramePr>
            <a:graphicFrameLocks noChangeAspect="1"/>
          </p:cNvGraphicFramePr>
          <p:nvPr/>
        </p:nvGraphicFramePr>
        <p:xfrm>
          <a:off x="1676400" y="4038600"/>
          <a:ext cx="482600" cy="584200"/>
        </p:xfrm>
        <a:graphic>
          <a:graphicData uri="http://schemas.openxmlformats.org/presentationml/2006/ole">
            <mc:AlternateContent xmlns:mc="http://schemas.openxmlformats.org/markup-compatibility/2006">
              <mc:Choice xmlns:v="urn:schemas-microsoft-com:vml" Requires="v">
                <p:oleObj spid="_x0000_s86048" name="Equation" r:id="rId14" imgW="482391" imgH="583947" progId="Equation.3">
                  <p:embed/>
                </p:oleObj>
              </mc:Choice>
              <mc:Fallback>
                <p:oleObj name="Equation" r:id="rId14" imgW="482391" imgH="583947" progId="Equation.3">
                  <p:embed/>
                  <p:pic>
                    <p:nvPicPr>
                      <p:cNvPr id="0" name="Object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676400" y="4038600"/>
                        <a:ext cx="482600"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037" name="Text Box 57"/>
          <p:cNvSpPr txBox="1">
            <a:spLocks noChangeArrowheads="1"/>
          </p:cNvSpPr>
          <p:nvPr/>
        </p:nvSpPr>
        <p:spPr bwMode="auto">
          <a:xfrm>
            <a:off x="762000" y="2667000"/>
            <a:ext cx="24780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1800" b="1">
                <a:latin typeface="Arial" panose="020B0604020202020204" pitchFamily="34" charset="0"/>
                <a:cs typeface="Arial" panose="020B0604020202020204" pitchFamily="34" charset="0"/>
              </a:rPr>
              <a:t>Two choices</a:t>
            </a:r>
          </a:p>
        </p:txBody>
      </p:sp>
      <p:sp>
        <p:nvSpPr>
          <p:cNvPr id="86038" name="Text Box 60"/>
          <p:cNvSpPr txBox="1">
            <a:spLocks noChangeArrowheads="1"/>
          </p:cNvSpPr>
          <p:nvPr/>
        </p:nvSpPr>
        <p:spPr bwMode="auto">
          <a:xfrm>
            <a:off x="6248400" y="2895600"/>
            <a:ext cx="2698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1800" b="1">
                <a:latin typeface="Arial" panose="020B0604020202020204" pitchFamily="34" charset="0"/>
                <a:cs typeface="Arial" panose="020B0604020202020204" pitchFamily="34" charset="0"/>
              </a:rPr>
              <a:t>No transition</a:t>
            </a:r>
          </a:p>
        </p:txBody>
      </p:sp>
      <p:graphicFrame>
        <p:nvGraphicFramePr>
          <p:cNvPr id="86039" name="Object 9"/>
          <p:cNvGraphicFramePr>
            <a:graphicFrameLocks noChangeAspect="1"/>
          </p:cNvGraphicFramePr>
          <p:nvPr/>
        </p:nvGraphicFramePr>
        <p:xfrm>
          <a:off x="2514600" y="1219200"/>
          <a:ext cx="660400" cy="533400"/>
        </p:xfrm>
        <a:graphic>
          <a:graphicData uri="http://schemas.openxmlformats.org/presentationml/2006/ole">
            <mc:AlternateContent xmlns:mc="http://schemas.openxmlformats.org/markup-compatibility/2006">
              <mc:Choice xmlns:v="urn:schemas-microsoft-com:vml" Requires="v">
                <p:oleObj spid="_x0000_s86049" name="Equation" r:id="rId16" imgW="660113" imgH="533169" progId="Equation.3">
                  <p:embed/>
                </p:oleObj>
              </mc:Choice>
              <mc:Fallback>
                <p:oleObj name="Equation" r:id="rId16" imgW="660113" imgH="533169" progId="Equation.3">
                  <p:embed/>
                  <p:pic>
                    <p:nvPicPr>
                      <p:cNvPr id="0" name="Object 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514600" y="1219200"/>
                        <a:ext cx="6604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040" name="Text Box 62"/>
          <p:cNvSpPr txBox="1">
            <a:spLocks noChangeArrowheads="1"/>
          </p:cNvSpPr>
          <p:nvPr/>
        </p:nvSpPr>
        <p:spPr bwMode="auto">
          <a:xfrm>
            <a:off x="288925" y="1168400"/>
            <a:ext cx="22383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1800" b="1">
                <a:latin typeface="Arial" panose="020B0604020202020204" pitchFamily="34" charset="0"/>
                <a:cs typeface="Arial" panose="020B0604020202020204" pitchFamily="34" charset="0"/>
              </a:rPr>
              <a:t>Alphabet =</a:t>
            </a:r>
          </a:p>
        </p:txBody>
      </p:sp>
      <p:sp>
        <p:nvSpPr>
          <p:cNvPr id="86041" name="Rectangle 21"/>
          <p:cNvSpPr>
            <a:spLocks noChangeArrowheads="1"/>
          </p:cNvSpPr>
          <p:nvPr/>
        </p:nvSpPr>
        <p:spPr bwMode="auto">
          <a:xfrm>
            <a:off x="152400" y="381000"/>
            <a:ext cx="88392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GB" sz="2400" b="1">
                <a:solidFill>
                  <a:schemeClr val="tx2"/>
                </a:solidFill>
                <a:latin typeface="Arial" panose="020B0604020202020204" pitchFamily="34" charset="0"/>
                <a:cs typeface="Arial" panose="020B0604020202020204" pitchFamily="34" charset="0"/>
              </a:rPr>
              <a:t>Nondeterministic Finite Accepter (NFA)</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7"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88067" name="Slide Number Placeholder 27"/>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AB8D5FB-8BFA-4B16-AC4F-3C5B615DCBCD}" type="slidenum">
              <a:rPr lang="en-US" altLang="en-US" sz="1200">
                <a:solidFill>
                  <a:srgbClr val="898989"/>
                </a:solidFill>
                <a:latin typeface="Arial" panose="020B0604020202020204" pitchFamily="34" charset="0"/>
              </a:rPr>
              <a:pPr>
                <a:spcBef>
                  <a:spcPct val="0"/>
                </a:spcBef>
                <a:buFontTx/>
                <a:buNone/>
              </a:pPr>
              <a:t>45</a:t>
            </a:fld>
            <a:endParaRPr lang="en-US" altLang="en-US" sz="1200">
              <a:solidFill>
                <a:srgbClr val="898989"/>
              </a:solidFill>
              <a:latin typeface="Arial" panose="020B0604020202020204" pitchFamily="34" charset="0"/>
            </a:endParaRPr>
          </a:p>
        </p:txBody>
      </p:sp>
      <p:sp>
        <p:nvSpPr>
          <p:cNvPr id="88068" name="Rectangle 2"/>
          <p:cNvSpPr>
            <a:spLocks noChangeArrowheads="1"/>
          </p:cNvSpPr>
          <p:nvPr/>
        </p:nvSpPr>
        <p:spPr bwMode="auto">
          <a:xfrm>
            <a:off x="685800" y="1371600"/>
            <a:ext cx="7696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88069" name="Line 3"/>
          <p:cNvSpPr>
            <a:spLocks noChangeShapeType="1"/>
          </p:cNvSpPr>
          <p:nvPr/>
        </p:nvSpPr>
        <p:spPr bwMode="auto">
          <a:xfrm>
            <a:off x="12192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88070" name="Line 4"/>
          <p:cNvSpPr>
            <a:spLocks noChangeShapeType="1"/>
          </p:cNvSpPr>
          <p:nvPr/>
        </p:nvSpPr>
        <p:spPr bwMode="auto">
          <a:xfrm>
            <a:off x="17526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88071" name="Object 2"/>
          <p:cNvGraphicFramePr>
            <a:graphicFrameLocks noChangeAspect="1"/>
          </p:cNvGraphicFramePr>
          <p:nvPr/>
        </p:nvGraphicFramePr>
        <p:xfrm>
          <a:off x="838200" y="1524000"/>
          <a:ext cx="265113" cy="279400"/>
        </p:xfrm>
        <a:graphic>
          <a:graphicData uri="http://schemas.openxmlformats.org/presentationml/2006/ole">
            <mc:AlternateContent xmlns:mc="http://schemas.openxmlformats.org/markup-compatibility/2006">
              <mc:Choice xmlns:v="urn:schemas-microsoft-com:vml" Requires="v">
                <p:oleObj spid="_x0000_s88092" name="Equation" r:id="rId4" imgW="266584" imgH="279279" progId="Equation.3">
                  <p:embed/>
                </p:oleObj>
              </mc:Choice>
              <mc:Fallback>
                <p:oleObj name="Equation" r:id="rId4" imgW="266584" imgH="27927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15240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072" name="Line 8"/>
          <p:cNvSpPr>
            <a:spLocks noChangeShapeType="1"/>
          </p:cNvSpPr>
          <p:nvPr/>
        </p:nvSpPr>
        <p:spPr bwMode="auto">
          <a:xfrm>
            <a:off x="609600" y="914400"/>
            <a:ext cx="0" cy="457200"/>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88073" name="Oval 9"/>
          <p:cNvSpPr>
            <a:spLocks noChangeArrowheads="1"/>
          </p:cNvSpPr>
          <p:nvPr/>
        </p:nvSpPr>
        <p:spPr bwMode="auto">
          <a:xfrm>
            <a:off x="3505200" y="28194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88074" name="Oval 10"/>
          <p:cNvSpPr>
            <a:spLocks noChangeArrowheads="1"/>
          </p:cNvSpPr>
          <p:nvPr/>
        </p:nvSpPr>
        <p:spPr bwMode="auto">
          <a:xfrm>
            <a:off x="1600200" y="4038600"/>
            <a:ext cx="685800" cy="685800"/>
          </a:xfrm>
          <a:prstGeom prst="ellipse">
            <a:avLst/>
          </a:prstGeom>
          <a:solidFill>
            <a:srgbClr val="FF0000">
              <a:alpha val="50195"/>
            </a:srgbClr>
          </a:solidFill>
          <a:ln w="38100">
            <a:solidFill>
              <a:srgbClr val="FF0000"/>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88075" name="Oval 11"/>
          <p:cNvSpPr>
            <a:spLocks noChangeArrowheads="1"/>
          </p:cNvSpPr>
          <p:nvPr/>
        </p:nvSpPr>
        <p:spPr bwMode="auto">
          <a:xfrm>
            <a:off x="3505200" y="49530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88076" name="Line 12"/>
          <p:cNvSpPr>
            <a:spLocks noChangeShapeType="1"/>
          </p:cNvSpPr>
          <p:nvPr/>
        </p:nvSpPr>
        <p:spPr bwMode="auto">
          <a:xfrm flipV="1">
            <a:off x="2209800" y="3276600"/>
            <a:ext cx="1295400" cy="9144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sp>
        <p:nvSpPr>
          <p:cNvPr id="88077" name="Line 13"/>
          <p:cNvSpPr>
            <a:spLocks noChangeShapeType="1"/>
          </p:cNvSpPr>
          <p:nvPr/>
        </p:nvSpPr>
        <p:spPr bwMode="auto">
          <a:xfrm>
            <a:off x="2211388" y="4567238"/>
            <a:ext cx="1298575" cy="6858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sp>
        <p:nvSpPr>
          <p:cNvPr id="88078" name="Line 14"/>
          <p:cNvSpPr>
            <a:spLocks noChangeShapeType="1"/>
          </p:cNvSpPr>
          <p:nvPr/>
        </p:nvSpPr>
        <p:spPr bwMode="auto">
          <a:xfrm>
            <a:off x="1066800" y="4419600"/>
            <a:ext cx="533400" cy="0"/>
          </a:xfrm>
          <a:prstGeom prst="line">
            <a:avLst/>
          </a:prstGeom>
          <a:noFill/>
          <a:ln w="38100">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graphicFrame>
        <p:nvGraphicFramePr>
          <p:cNvPr id="88079" name="Object 3"/>
          <p:cNvGraphicFramePr>
            <a:graphicFrameLocks noChangeAspect="1"/>
          </p:cNvGraphicFramePr>
          <p:nvPr/>
        </p:nvGraphicFramePr>
        <p:xfrm>
          <a:off x="1371600" y="1524000"/>
          <a:ext cx="265113" cy="279400"/>
        </p:xfrm>
        <a:graphic>
          <a:graphicData uri="http://schemas.openxmlformats.org/presentationml/2006/ole">
            <mc:AlternateContent xmlns:mc="http://schemas.openxmlformats.org/markup-compatibility/2006">
              <mc:Choice xmlns:v="urn:schemas-microsoft-com:vml" Requires="v">
                <p:oleObj spid="_x0000_s88093" name="Equation" r:id="rId6" imgW="266584" imgH="279279" progId="Equation.3">
                  <p:embed/>
                </p:oleObj>
              </mc:Choice>
              <mc:Fallback>
                <p:oleObj name="Equation" r:id="rId6" imgW="266584" imgH="279279"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1600" y="15240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080" name="Oval 16"/>
          <p:cNvSpPr>
            <a:spLocks noChangeArrowheads="1"/>
          </p:cNvSpPr>
          <p:nvPr/>
        </p:nvSpPr>
        <p:spPr bwMode="auto">
          <a:xfrm>
            <a:off x="5410200" y="28194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88081" name="Line 17"/>
          <p:cNvSpPr>
            <a:spLocks noChangeShapeType="1"/>
          </p:cNvSpPr>
          <p:nvPr/>
        </p:nvSpPr>
        <p:spPr bwMode="auto">
          <a:xfrm>
            <a:off x="4191000" y="3200400"/>
            <a:ext cx="1066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graphicFrame>
        <p:nvGraphicFramePr>
          <p:cNvPr id="88082" name="Object 4"/>
          <p:cNvGraphicFramePr>
            <a:graphicFrameLocks noChangeAspect="1"/>
          </p:cNvGraphicFramePr>
          <p:nvPr/>
        </p:nvGraphicFramePr>
        <p:xfrm>
          <a:off x="1676400" y="4038600"/>
          <a:ext cx="482600" cy="584200"/>
        </p:xfrm>
        <a:graphic>
          <a:graphicData uri="http://schemas.openxmlformats.org/presentationml/2006/ole">
            <mc:AlternateContent xmlns:mc="http://schemas.openxmlformats.org/markup-compatibility/2006">
              <mc:Choice xmlns:v="urn:schemas-microsoft-com:vml" Requires="v">
                <p:oleObj spid="_x0000_s88094" name="Equation" r:id="rId7" imgW="482391" imgH="583947" progId="Equation.3">
                  <p:embed/>
                </p:oleObj>
              </mc:Choice>
              <mc:Fallback>
                <p:oleObj name="Equation" r:id="rId7" imgW="482391" imgH="583947"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76400" y="4038600"/>
                        <a:ext cx="482600"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083" name="Object 5"/>
          <p:cNvGraphicFramePr>
            <a:graphicFrameLocks noChangeAspect="1"/>
          </p:cNvGraphicFramePr>
          <p:nvPr/>
        </p:nvGraphicFramePr>
        <p:xfrm>
          <a:off x="3657600" y="2819400"/>
          <a:ext cx="406400" cy="571500"/>
        </p:xfrm>
        <a:graphic>
          <a:graphicData uri="http://schemas.openxmlformats.org/presentationml/2006/ole">
            <mc:AlternateContent xmlns:mc="http://schemas.openxmlformats.org/markup-compatibility/2006">
              <mc:Choice xmlns:v="urn:schemas-microsoft-com:vml" Requires="v">
                <p:oleObj spid="_x0000_s88095" name="Equation" r:id="rId9" imgW="406224" imgH="571252" progId="Equation.3">
                  <p:embed/>
                </p:oleObj>
              </mc:Choice>
              <mc:Fallback>
                <p:oleObj name="Equation" r:id="rId9" imgW="406224" imgH="571252"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57600" y="2819400"/>
                        <a:ext cx="4064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084" name="Oval 20"/>
          <p:cNvSpPr>
            <a:spLocks noChangeArrowheads="1"/>
          </p:cNvSpPr>
          <p:nvPr/>
        </p:nvSpPr>
        <p:spPr bwMode="auto">
          <a:xfrm>
            <a:off x="5257800" y="2667000"/>
            <a:ext cx="990600" cy="990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aphicFrame>
        <p:nvGraphicFramePr>
          <p:cNvPr id="88085" name="Object 6"/>
          <p:cNvGraphicFramePr>
            <a:graphicFrameLocks noChangeAspect="1"/>
          </p:cNvGraphicFramePr>
          <p:nvPr/>
        </p:nvGraphicFramePr>
        <p:xfrm>
          <a:off x="5486400" y="2819400"/>
          <a:ext cx="482600" cy="571500"/>
        </p:xfrm>
        <a:graphic>
          <a:graphicData uri="http://schemas.openxmlformats.org/presentationml/2006/ole">
            <mc:AlternateContent xmlns:mc="http://schemas.openxmlformats.org/markup-compatibility/2006">
              <mc:Choice xmlns:v="urn:schemas-microsoft-com:vml" Requires="v">
                <p:oleObj spid="_x0000_s88096" name="Equation" r:id="rId11" imgW="482391" imgH="571252" progId="Equation.3">
                  <p:embed/>
                </p:oleObj>
              </mc:Choice>
              <mc:Fallback>
                <p:oleObj name="Equation" r:id="rId11" imgW="482391" imgH="571252"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486400" y="2819400"/>
                        <a:ext cx="4826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086" name="Object 7"/>
          <p:cNvGraphicFramePr>
            <a:graphicFrameLocks noChangeAspect="1"/>
          </p:cNvGraphicFramePr>
          <p:nvPr/>
        </p:nvGraphicFramePr>
        <p:xfrm>
          <a:off x="3657600" y="4953000"/>
          <a:ext cx="457200" cy="584200"/>
        </p:xfrm>
        <a:graphic>
          <a:graphicData uri="http://schemas.openxmlformats.org/presentationml/2006/ole">
            <mc:AlternateContent xmlns:mc="http://schemas.openxmlformats.org/markup-compatibility/2006">
              <mc:Choice xmlns:v="urn:schemas-microsoft-com:vml" Requires="v">
                <p:oleObj spid="_x0000_s88097" name="Equation" r:id="rId13" imgW="457002" imgH="583947" progId="Equation.3">
                  <p:embed/>
                </p:oleObj>
              </mc:Choice>
              <mc:Fallback>
                <p:oleObj name="Equation" r:id="rId13" imgW="457002" imgH="583947"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657600" y="4953000"/>
                        <a:ext cx="457200"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087" name="Object 8"/>
          <p:cNvGraphicFramePr>
            <a:graphicFrameLocks noChangeAspect="1"/>
          </p:cNvGraphicFramePr>
          <p:nvPr/>
        </p:nvGraphicFramePr>
        <p:xfrm>
          <a:off x="2667000" y="3429000"/>
          <a:ext cx="265113" cy="279400"/>
        </p:xfrm>
        <a:graphic>
          <a:graphicData uri="http://schemas.openxmlformats.org/presentationml/2006/ole">
            <mc:AlternateContent xmlns:mc="http://schemas.openxmlformats.org/markup-compatibility/2006">
              <mc:Choice xmlns:v="urn:schemas-microsoft-com:vml" Requires="v">
                <p:oleObj spid="_x0000_s88098" name="Equation" r:id="rId15" imgW="266584" imgH="279279" progId="Equation.3">
                  <p:embed/>
                </p:oleObj>
              </mc:Choice>
              <mc:Fallback>
                <p:oleObj name="Equation" r:id="rId15" imgW="266584" imgH="279279"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67000" y="34290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088" name="Object 9"/>
          <p:cNvGraphicFramePr>
            <a:graphicFrameLocks noChangeAspect="1"/>
          </p:cNvGraphicFramePr>
          <p:nvPr/>
        </p:nvGraphicFramePr>
        <p:xfrm>
          <a:off x="2667000" y="4495800"/>
          <a:ext cx="265113" cy="279400"/>
        </p:xfrm>
        <a:graphic>
          <a:graphicData uri="http://schemas.openxmlformats.org/presentationml/2006/ole">
            <mc:AlternateContent xmlns:mc="http://schemas.openxmlformats.org/markup-compatibility/2006">
              <mc:Choice xmlns:v="urn:schemas-microsoft-com:vml" Requires="v">
                <p:oleObj spid="_x0000_s88099" name="Equation" r:id="rId16" imgW="266584" imgH="279279" progId="Equation.3">
                  <p:embed/>
                </p:oleObj>
              </mc:Choice>
              <mc:Fallback>
                <p:oleObj name="Equation" r:id="rId16" imgW="266584" imgH="279279" progId="Equation.3">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67000" y="44958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089" name="Text Box 26"/>
          <p:cNvSpPr txBox="1">
            <a:spLocks noChangeArrowheads="1"/>
          </p:cNvSpPr>
          <p:nvPr/>
        </p:nvSpPr>
        <p:spPr bwMode="auto">
          <a:xfrm>
            <a:off x="3048000" y="452438"/>
            <a:ext cx="1962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2400" b="1">
                <a:latin typeface="Arial" panose="020B0604020202020204" pitchFamily="34" charset="0"/>
                <a:cs typeface="Arial" panose="020B0604020202020204" pitchFamily="34" charset="0"/>
              </a:rPr>
              <a:t>First Choice</a:t>
            </a:r>
          </a:p>
        </p:txBody>
      </p:sp>
      <p:graphicFrame>
        <p:nvGraphicFramePr>
          <p:cNvPr id="88090" name="Object 10"/>
          <p:cNvGraphicFramePr>
            <a:graphicFrameLocks noChangeAspect="1"/>
          </p:cNvGraphicFramePr>
          <p:nvPr/>
        </p:nvGraphicFramePr>
        <p:xfrm>
          <a:off x="4572000" y="2895600"/>
          <a:ext cx="265113" cy="279400"/>
        </p:xfrm>
        <a:graphic>
          <a:graphicData uri="http://schemas.openxmlformats.org/presentationml/2006/ole">
            <mc:AlternateContent xmlns:mc="http://schemas.openxmlformats.org/markup-compatibility/2006">
              <mc:Choice xmlns:v="urn:schemas-microsoft-com:vml" Requires="v">
                <p:oleObj spid="_x0000_s88100" name="Equation" r:id="rId17" imgW="266584" imgH="279279" progId="Equation.3">
                  <p:embed/>
                </p:oleObj>
              </mc:Choice>
              <mc:Fallback>
                <p:oleObj name="Equation" r:id="rId17" imgW="266584" imgH="279279" progId="Equation.3">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28956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091" name="Line 29"/>
          <p:cNvSpPr>
            <a:spLocks noChangeShapeType="1"/>
          </p:cNvSpPr>
          <p:nvPr/>
        </p:nvSpPr>
        <p:spPr bwMode="auto">
          <a:xfrm>
            <a:off x="1524000" y="4876800"/>
            <a:ext cx="914400" cy="0"/>
          </a:xfrm>
          <a:prstGeom prst="line">
            <a:avLst/>
          </a:prstGeom>
          <a:noFill/>
          <a:ln w="6350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en-GB"/>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1"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90115" name="Slide Number Placeholder 27"/>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1231173-A039-4FF4-B271-9013450B362C}" type="slidenum">
              <a:rPr lang="en-US" altLang="en-US" sz="1200">
                <a:solidFill>
                  <a:srgbClr val="898989"/>
                </a:solidFill>
                <a:latin typeface="Arial" panose="020B0604020202020204" pitchFamily="34" charset="0"/>
              </a:rPr>
              <a:pPr>
                <a:spcBef>
                  <a:spcPct val="0"/>
                </a:spcBef>
                <a:buFontTx/>
                <a:buNone/>
              </a:pPr>
              <a:t>46</a:t>
            </a:fld>
            <a:endParaRPr lang="en-US" altLang="en-US" sz="1200">
              <a:solidFill>
                <a:srgbClr val="898989"/>
              </a:solidFill>
              <a:latin typeface="Arial" panose="020B0604020202020204" pitchFamily="34" charset="0"/>
            </a:endParaRPr>
          </a:p>
        </p:txBody>
      </p:sp>
      <p:sp>
        <p:nvSpPr>
          <p:cNvPr id="90116" name="Rectangle 2"/>
          <p:cNvSpPr>
            <a:spLocks noChangeArrowheads="1"/>
          </p:cNvSpPr>
          <p:nvPr/>
        </p:nvSpPr>
        <p:spPr bwMode="auto">
          <a:xfrm>
            <a:off x="685800" y="1371600"/>
            <a:ext cx="7696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90117" name="Line 3"/>
          <p:cNvSpPr>
            <a:spLocks noChangeShapeType="1"/>
          </p:cNvSpPr>
          <p:nvPr/>
        </p:nvSpPr>
        <p:spPr bwMode="auto">
          <a:xfrm>
            <a:off x="12192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90118" name="Line 4"/>
          <p:cNvSpPr>
            <a:spLocks noChangeShapeType="1"/>
          </p:cNvSpPr>
          <p:nvPr/>
        </p:nvSpPr>
        <p:spPr bwMode="auto">
          <a:xfrm>
            <a:off x="17526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90119" name="Object 2"/>
          <p:cNvGraphicFramePr>
            <a:graphicFrameLocks noChangeAspect="1"/>
          </p:cNvGraphicFramePr>
          <p:nvPr/>
        </p:nvGraphicFramePr>
        <p:xfrm>
          <a:off x="838200" y="1524000"/>
          <a:ext cx="265113" cy="279400"/>
        </p:xfrm>
        <a:graphic>
          <a:graphicData uri="http://schemas.openxmlformats.org/presentationml/2006/ole">
            <mc:AlternateContent xmlns:mc="http://schemas.openxmlformats.org/markup-compatibility/2006">
              <mc:Choice xmlns:v="urn:schemas-microsoft-com:vml" Requires="v">
                <p:oleObj spid="_x0000_s90140" name="Equation" r:id="rId4" imgW="266584" imgH="279279" progId="Equation.3">
                  <p:embed/>
                </p:oleObj>
              </mc:Choice>
              <mc:Fallback>
                <p:oleObj name="Equation" r:id="rId4" imgW="266584" imgH="27927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15240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0120" name="Line 8"/>
          <p:cNvSpPr>
            <a:spLocks noChangeShapeType="1"/>
          </p:cNvSpPr>
          <p:nvPr/>
        </p:nvSpPr>
        <p:spPr bwMode="auto">
          <a:xfrm>
            <a:off x="990600" y="914400"/>
            <a:ext cx="0" cy="457200"/>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90121" name="Oval 9"/>
          <p:cNvSpPr>
            <a:spLocks noChangeArrowheads="1"/>
          </p:cNvSpPr>
          <p:nvPr/>
        </p:nvSpPr>
        <p:spPr bwMode="auto">
          <a:xfrm>
            <a:off x="3505200" y="2819400"/>
            <a:ext cx="685800" cy="685800"/>
          </a:xfrm>
          <a:prstGeom prst="ellipse">
            <a:avLst/>
          </a:prstGeom>
          <a:solidFill>
            <a:srgbClr val="FF0000">
              <a:alpha val="50195"/>
            </a:srgbClr>
          </a:solidFill>
          <a:ln w="38100">
            <a:solidFill>
              <a:srgbClr val="FF0000"/>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90122" name="Oval 10"/>
          <p:cNvSpPr>
            <a:spLocks noChangeArrowheads="1"/>
          </p:cNvSpPr>
          <p:nvPr/>
        </p:nvSpPr>
        <p:spPr bwMode="auto">
          <a:xfrm>
            <a:off x="1600200" y="40386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90123" name="Oval 11"/>
          <p:cNvSpPr>
            <a:spLocks noChangeArrowheads="1"/>
          </p:cNvSpPr>
          <p:nvPr/>
        </p:nvSpPr>
        <p:spPr bwMode="auto">
          <a:xfrm>
            <a:off x="3505200" y="49530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90124" name="Line 12"/>
          <p:cNvSpPr>
            <a:spLocks noChangeShapeType="1"/>
          </p:cNvSpPr>
          <p:nvPr/>
        </p:nvSpPr>
        <p:spPr bwMode="auto">
          <a:xfrm flipV="1">
            <a:off x="2209800" y="3276600"/>
            <a:ext cx="1295400" cy="914400"/>
          </a:xfrm>
          <a:prstGeom prst="line">
            <a:avLst/>
          </a:prstGeom>
          <a:noFill/>
          <a:ln w="38100">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sp>
        <p:nvSpPr>
          <p:cNvPr id="90125" name="Line 13"/>
          <p:cNvSpPr>
            <a:spLocks noChangeShapeType="1"/>
          </p:cNvSpPr>
          <p:nvPr/>
        </p:nvSpPr>
        <p:spPr bwMode="auto">
          <a:xfrm>
            <a:off x="2211388" y="4567238"/>
            <a:ext cx="1298575" cy="6858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sp>
        <p:nvSpPr>
          <p:cNvPr id="90126" name="Line 14"/>
          <p:cNvSpPr>
            <a:spLocks noChangeShapeType="1"/>
          </p:cNvSpPr>
          <p:nvPr/>
        </p:nvSpPr>
        <p:spPr bwMode="auto">
          <a:xfrm>
            <a:off x="1066800" y="4419600"/>
            <a:ext cx="533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graphicFrame>
        <p:nvGraphicFramePr>
          <p:cNvPr id="90127" name="Object 3"/>
          <p:cNvGraphicFramePr>
            <a:graphicFrameLocks noChangeAspect="1"/>
          </p:cNvGraphicFramePr>
          <p:nvPr/>
        </p:nvGraphicFramePr>
        <p:xfrm>
          <a:off x="1371600" y="1524000"/>
          <a:ext cx="265113" cy="279400"/>
        </p:xfrm>
        <a:graphic>
          <a:graphicData uri="http://schemas.openxmlformats.org/presentationml/2006/ole">
            <mc:AlternateContent xmlns:mc="http://schemas.openxmlformats.org/markup-compatibility/2006">
              <mc:Choice xmlns:v="urn:schemas-microsoft-com:vml" Requires="v">
                <p:oleObj spid="_x0000_s90141" name="Equation" r:id="rId6" imgW="266584" imgH="279279" progId="Equation.3">
                  <p:embed/>
                </p:oleObj>
              </mc:Choice>
              <mc:Fallback>
                <p:oleObj name="Equation" r:id="rId6" imgW="266584" imgH="279279"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1600" y="15240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0128" name="Oval 16"/>
          <p:cNvSpPr>
            <a:spLocks noChangeArrowheads="1"/>
          </p:cNvSpPr>
          <p:nvPr/>
        </p:nvSpPr>
        <p:spPr bwMode="auto">
          <a:xfrm>
            <a:off x="5410200" y="28194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90129" name="Line 17"/>
          <p:cNvSpPr>
            <a:spLocks noChangeShapeType="1"/>
          </p:cNvSpPr>
          <p:nvPr/>
        </p:nvSpPr>
        <p:spPr bwMode="auto">
          <a:xfrm>
            <a:off x="4191000" y="3200400"/>
            <a:ext cx="1066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graphicFrame>
        <p:nvGraphicFramePr>
          <p:cNvPr id="90130" name="Object 4"/>
          <p:cNvGraphicFramePr>
            <a:graphicFrameLocks noChangeAspect="1"/>
          </p:cNvGraphicFramePr>
          <p:nvPr/>
        </p:nvGraphicFramePr>
        <p:xfrm>
          <a:off x="1676400" y="4038600"/>
          <a:ext cx="482600" cy="584200"/>
        </p:xfrm>
        <a:graphic>
          <a:graphicData uri="http://schemas.openxmlformats.org/presentationml/2006/ole">
            <mc:AlternateContent xmlns:mc="http://schemas.openxmlformats.org/markup-compatibility/2006">
              <mc:Choice xmlns:v="urn:schemas-microsoft-com:vml" Requires="v">
                <p:oleObj spid="_x0000_s90142" name="Equation" r:id="rId7" imgW="482391" imgH="583947" progId="Equation.3">
                  <p:embed/>
                </p:oleObj>
              </mc:Choice>
              <mc:Fallback>
                <p:oleObj name="Equation" r:id="rId7" imgW="482391" imgH="583947"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76400" y="4038600"/>
                        <a:ext cx="482600"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0131" name="Object 5"/>
          <p:cNvGraphicFramePr>
            <a:graphicFrameLocks noChangeAspect="1"/>
          </p:cNvGraphicFramePr>
          <p:nvPr/>
        </p:nvGraphicFramePr>
        <p:xfrm>
          <a:off x="3657600" y="2819400"/>
          <a:ext cx="406400" cy="571500"/>
        </p:xfrm>
        <a:graphic>
          <a:graphicData uri="http://schemas.openxmlformats.org/presentationml/2006/ole">
            <mc:AlternateContent xmlns:mc="http://schemas.openxmlformats.org/markup-compatibility/2006">
              <mc:Choice xmlns:v="urn:schemas-microsoft-com:vml" Requires="v">
                <p:oleObj spid="_x0000_s90143" name="Equation" r:id="rId9" imgW="406224" imgH="571252" progId="Equation.3">
                  <p:embed/>
                </p:oleObj>
              </mc:Choice>
              <mc:Fallback>
                <p:oleObj name="Equation" r:id="rId9" imgW="406224" imgH="571252"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57600" y="2819400"/>
                        <a:ext cx="4064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0132" name="Oval 20"/>
          <p:cNvSpPr>
            <a:spLocks noChangeArrowheads="1"/>
          </p:cNvSpPr>
          <p:nvPr/>
        </p:nvSpPr>
        <p:spPr bwMode="auto">
          <a:xfrm>
            <a:off x="5257800" y="2667000"/>
            <a:ext cx="990600" cy="990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aphicFrame>
        <p:nvGraphicFramePr>
          <p:cNvPr id="90133" name="Object 6"/>
          <p:cNvGraphicFramePr>
            <a:graphicFrameLocks noChangeAspect="1"/>
          </p:cNvGraphicFramePr>
          <p:nvPr/>
        </p:nvGraphicFramePr>
        <p:xfrm>
          <a:off x="5486400" y="2819400"/>
          <a:ext cx="482600" cy="571500"/>
        </p:xfrm>
        <a:graphic>
          <a:graphicData uri="http://schemas.openxmlformats.org/presentationml/2006/ole">
            <mc:AlternateContent xmlns:mc="http://schemas.openxmlformats.org/markup-compatibility/2006">
              <mc:Choice xmlns:v="urn:schemas-microsoft-com:vml" Requires="v">
                <p:oleObj spid="_x0000_s90144" name="Equation" r:id="rId11" imgW="482391" imgH="571252" progId="Equation.3">
                  <p:embed/>
                </p:oleObj>
              </mc:Choice>
              <mc:Fallback>
                <p:oleObj name="Equation" r:id="rId11" imgW="482391" imgH="571252"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486400" y="2819400"/>
                        <a:ext cx="4826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0134" name="Object 7"/>
          <p:cNvGraphicFramePr>
            <a:graphicFrameLocks noChangeAspect="1"/>
          </p:cNvGraphicFramePr>
          <p:nvPr/>
        </p:nvGraphicFramePr>
        <p:xfrm>
          <a:off x="3657600" y="4953000"/>
          <a:ext cx="457200" cy="584200"/>
        </p:xfrm>
        <a:graphic>
          <a:graphicData uri="http://schemas.openxmlformats.org/presentationml/2006/ole">
            <mc:AlternateContent xmlns:mc="http://schemas.openxmlformats.org/markup-compatibility/2006">
              <mc:Choice xmlns:v="urn:schemas-microsoft-com:vml" Requires="v">
                <p:oleObj spid="_x0000_s90145" name="Equation" r:id="rId13" imgW="457002" imgH="583947" progId="Equation.3">
                  <p:embed/>
                </p:oleObj>
              </mc:Choice>
              <mc:Fallback>
                <p:oleObj name="Equation" r:id="rId13" imgW="457002" imgH="583947"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657600" y="4953000"/>
                        <a:ext cx="457200"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0135" name="Object 8"/>
          <p:cNvGraphicFramePr>
            <a:graphicFrameLocks noChangeAspect="1"/>
          </p:cNvGraphicFramePr>
          <p:nvPr/>
        </p:nvGraphicFramePr>
        <p:xfrm>
          <a:off x="2667000" y="3429000"/>
          <a:ext cx="265113" cy="279400"/>
        </p:xfrm>
        <a:graphic>
          <a:graphicData uri="http://schemas.openxmlformats.org/presentationml/2006/ole">
            <mc:AlternateContent xmlns:mc="http://schemas.openxmlformats.org/markup-compatibility/2006">
              <mc:Choice xmlns:v="urn:schemas-microsoft-com:vml" Requires="v">
                <p:oleObj spid="_x0000_s90146" name="Equation" r:id="rId15" imgW="266584" imgH="279279" progId="Equation.3">
                  <p:embed/>
                </p:oleObj>
              </mc:Choice>
              <mc:Fallback>
                <p:oleObj name="Equation" r:id="rId15" imgW="266584" imgH="279279"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67000" y="34290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0136" name="Object 9"/>
          <p:cNvGraphicFramePr>
            <a:graphicFrameLocks noChangeAspect="1"/>
          </p:cNvGraphicFramePr>
          <p:nvPr/>
        </p:nvGraphicFramePr>
        <p:xfrm>
          <a:off x="2667000" y="4495800"/>
          <a:ext cx="265113" cy="279400"/>
        </p:xfrm>
        <a:graphic>
          <a:graphicData uri="http://schemas.openxmlformats.org/presentationml/2006/ole">
            <mc:AlternateContent xmlns:mc="http://schemas.openxmlformats.org/markup-compatibility/2006">
              <mc:Choice xmlns:v="urn:schemas-microsoft-com:vml" Requires="v">
                <p:oleObj spid="_x0000_s90147" name="Equation" r:id="rId16" imgW="266584" imgH="279279" progId="Equation.3">
                  <p:embed/>
                </p:oleObj>
              </mc:Choice>
              <mc:Fallback>
                <p:oleObj name="Equation" r:id="rId16" imgW="266584" imgH="279279" progId="Equation.3">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67000" y="44958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0137" name="Object 10"/>
          <p:cNvGraphicFramePr>
            <a:graphicFrameLocks noChangeAspect="1"/>
          </p:cNvGraphicFramePr>
          <p:nvPr/>
        </p:nvGraphicFramePr>
        <p:xfrm>
          <a:off x="4572000" y="2895600"/>
          <a:ext cx="265113" cy="279400"/>
        </p:xfrm>
        <a:graphic>
          <a:graphicData uri="http://schemas.openxmlformats.org/presentationml/2006/ole">
            <mc:AlternateContent xmlns:mc="http://schemas.openxmlformats.org/markup-compatibility/2006">
              <mc:Choice xmlns:v="urn:schemas-microsoft-com:vml" Requires="v">
                <p:oleObj spid="_x0000_s90148" name="Equation" r:id="rId17" imgW="266584" imgH="279279" progId="Equation.3">
                  <p:embed/>
                </p:oleObj>
              </mc:Choice>
              <mc:Fallback>
                <p:oleObj name="Equation" r:id="rId17" imgW="266584" imgH="279279" progId="Equation.3">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28956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0138" name="Line 30"/>
          <p:cNvSpPr>
            <a:spLocks noChangeShapeType="1"/>
          </p:cNvSpPr>
          <p:nvPr/>
        </p:nvSpPr>
        <p:spPr bwMode="auto">
          <a:xfrm>
            <a:off x="3429000" y="3657600"/>
            <a:ext cx="914400" cy="0"/>
          </a:xfrm>
          <a:prstGeom prst="line">
            <a:avLst/>
          </a:prstGeom>
          <a:noFill/>
          <a:ln w="6350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en-GB"/>
          </a:p>
        </p:txBody>
      </p:sp>
      <p:sp>
        <p:nvSpPr>
          <p:cNvPr id="90139" name="Text Box 31"/>
          <p:cNvSpPr txBox="1">
            <a:spLocks noChangeArrowheads="1"/>
          </p:cNvSpPr>
          <p:nvPr/>
        </p:nvSpPr>
        <p:spPr bwMode="auto">
          <a:xfrm>
            <a:off x="3048000" y="528638"/>
            <a:ext cx="1962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2400" b="1">
                <a:latin typeface="Arial" panose="020B0604020202020204" pitchFamily="34" charset="0"/>
                <a:cs typeface="Arial" panose="020B0604020202020204" pitchFamily="34" charset="0"/>
              </a:rPr>
              <a:t>First Choice</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5"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92163" name="Slide Number Placeholder 27"/>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BC4D3AE-677E-4B44-A810-530547B22A00}" type="slidenum">
              <a:rPr lang="en-US" altLang="en-US" sz="1200">
                <a:solidFill>
                  <a:srgbClr val="898989"/>
                </a:solidFill>
                <a:latin typeface="Arial" panose="020B0604020202020204" pitchFamily="34" charset="0"/>
              </a:rPr>
              <a:pPr>
                <a:spcBef>
                  <a:spcPct val="0"/>
                </a:spcBef>
                <a:buFontTx/>
                <a:buNone/>
              </a:pPr>
              <a:t>47</a:t>
            </a:fld>
            <a:endParaRPr lang="en-US" altLang="en-US" sz="1200">
              <a:solidFill>
                <a:srgbClr val="898989"/>
              </a:solidFill>
              <a:latin typeface="Arial" panose="020B0604020202020204" pitchFamily="34" charset="0"/>
            </a:endParaRPr>
          </a:p>
        </p:txBody>
      </p:sp>
      <p:sp>
        <p:nvSpPr>
          <p:cNvPr id="92164" name="Rectangle 2"/>
          <p:cNvSpPr>
            <a:spLocks noChangeArrowheads="1"/>
          </p:cNvSpPr>
          <p:nvPr/>
        </p:nvSpPr>
        <p:spPr bwMode="auto">
          <a:xfrm>
            <a:off x="685800" y="1371600"/>
            <a:ext cx="7696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92165" name="Line 3"/>
          <p:cNvSpPr>
            <a:spLocks noChangeShapeType="1"/>
          </p:cNvSpPr>
          <p:nvPr/>
        </p:nvSpPr>
        <p:spPr bwMode="auto">
          <a:xfrm>
            <a:off x="12192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92166" name="Line 4"/>
          <p:cNvSpPr>
            <a:spLocks noChangeShapeType="1"/>
          </p:cNvSpPr>
          <p:nvPr/>
        </p:nvSpPr>
        <p:spPr bwMode="auto">
          <a:xfrm>
            <a:off x="17526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92167" name="Object 2"/>
          <p:cNvGraphicFramePr>
            <a:graphicFrameLocks noChangeAspect="1"/>
          </p:cNvGraphicFramePr>
          <p:nvPr/>
        </p:nvGraphicFramePr>
        <p:xfrm>
          <a:off x="838200" y="1524000"/>
          <a:ext cx="265113" cy="279400"/>
        </p:xfrm>
        <a:graphic>
          <a:graphicData uri="http://schemas.openxmlformats.org/presentationml/2006/ole">
            <mc:AlternateContent xmlns:mc="http://schemas.openxmlformats.org/markup-compatibility/2006">
              <mc:Choice xmlns:v="urn:schemas-microsoft-com:vml" Requires="v">
                <p:oleObj spid="_x0000_s92188" name="Equation" r:id="rId4" imgW="266584" imgH="279279" progId="Equation.3">
                  <p:embed/>
                </p:oleObj>
              </mc:Choice>
              <mc:Fallback>
                <p:oleObj name="Equation" r:id="rId4" imgW="266584" imgH="27927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15240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168" name="Line 8"/>
          <p:cNvSpPr>
            <a:spLocks noChangeShapeType="1"/>
          </p:cNvSpPr>
          <p:nvPr/>
        </p:nvSpPr>
        <p:spPr bwMode="auto">
          <a:xfrm>
            <a:off x="1447800" y="914400"/>
            <a:ext cx="0" cy="457200"/>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92169" name="Oval 9"/>
          <p:cNvSpPr>
            <a:spLocks noChangeArrowheads="1"/>
          </p:cNvSpPr>
          <p:nvPr/>
        </p:nvSpPr>
        <p:spPr bwMode="auto">
          <a:xfrm>
            <a:off x="3505200" y="28194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92170" name="Oval 10"/>
          <p:cNvSpPr>
            <a:spLocks noChangeArrowheads="1"/>
          </p:cNvSpPr>
          <p:nvPr/>
        </p:nvSpPr>
        <p:spPr bwMode="auto">
          <a:xfrm>
            <a:off x="1600200" y="40386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92171" name="Oval 11"/>
          <p:cNvSpPr>
            <a:spLocks noChangeArrowheads="1"/>
          </p:cNvSpPr>
          <p:nvPr/>
        </p:nvSpPr>
        <p:spPr bwMode="auto">
          <a:xfrm>
            <a:off x="3505200" y="49530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92172" name="Line 12"/>
          <p:cNvSpPr>
            <a:spLocks noChangeShapeType="1"/>
          </p:cNvSpPr>
          <p:nvPr/>
        </p:nvSpPr>
        <p:spPr bwMode="auto">
          <a:xfrm flipV="1">
            <a:off x="2209800" y="3276600"/>
            <a:ext cx="1295400" cy="9144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sp>
        <p:nvSpPr>
          <p:cNvPr id="92173" name="Line 13"/>
          <p:cNvSpPr>
            <a:spLocks noChangeShapeType="1"/>
          </p:cNvSpPr>
          <p:nvPr/>
        </p:nvSpPr>
        <p:spPr bwMode="auto">
          <a:xfrm>
            <a:off x="2211388" y="4567238"/>
            <a:ext cx="1298575" cy="6858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sp>
        <p:nvSpPr>
          <p:cNvPr id="92174" name="Line 14"/>
          <p:cNvSpPr>
            <a:spLocks noChangeShapeType="1"/>
          </p:cNvSpPr>
          <p:nvPr/>
        </p:nvSpPr>
        <p:spPr bwMode="auto">
          <a:xfrm>
            <a:off x="1066800" y="4419600"/>
            <a:ext cx="533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graphicFrame>
        <p:nvGraphicFramePr>
          <p:cNvPr id="92175" name="Object 3"/>
          <p:cNvGraphicFramePr>
            <a:graphicFrameLocks noChangeAspect="1"/>
          </p:cNvGraphicFramePr>
          <p:nvPr/>
        </p:nvGraphicFramePr>
        <p:xfrm>
          <a:off x="1371600" y="1524000"/>
          <a:ext cx="265113" cy="279400"/>
        </p:xfrm>
        <a:graphic>
          <a:graphicData uri="http://schemas.openxmlformats.org/presentationml/2006/ole">
            <mc:AlternateContent xmlns:mc="http://schemas.openxmlformats.org/markup-compatibility/2006">
              <mc:Choice xmlns:v="urn:schemas-microsoft-com:vml" Requires="v">
                <p:oleObj spid="_x0000_s92189" name="Equation" r:id="rId6" imgW="266584" imgH="279279" progId="Equation.3">
                  <p:embed/>
                </p:oleObj>
              </mc:Choice>
              <mc:Fallback>
                <p:oleObj name="Equation" r:id="rId6" imgW="266584" imgH="279279"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1600" y="15240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176" name="Oval 16"/>
          <p:cNvSpPr>
            <a:spLocks noChangeArrowheads="1"/>
          </p:cNvSpPr>
          <p:nvPr/>
        </p:nvSpPr>
        <p:spPr bwMode="auto">
          <a:xfrm>
            <a:off x="5410200" y="2819400"/>
            <a:ext cx="685800" cy="685800"/>
          </a:xfrm>
          <a:prstGeom prst="ellipse">
            <a:avLst/>
          </a:prstGeom>
          <a:solidFill>
            <a:srgbClr val="FF0000">
              <a:alpha val="50195"/>
            </a:srgbClr>
          </a:solidFill>
          <a:ln w="38100">
            <a:solidFill>
              <a:srgbClr val="FF0000"/>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92177" name="Line 17"/>
          <p:cNvSpPr>
            <a:spLocks noChangeShapeType="1"/>
          </p:cNvSpPr>
          <p:nvPr/>
        </p:nvSpPr>
        <p:spPr bwMode="auto">
          <a:xfrm>
            <a:off x="4191000" y="3200400"/>
            <a:ext cx="990600" cy="0"/>
          </a:xfrm>
          <a:prstGeom prst="line">
            <a:avLst/>
          </a:prstGeom>
          <a:noFill/>
          <a:ln w="38100">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graphicFrame>
        <p:nvGraphicFramePr>
          <p:cNvPr id="92178" name="Object 4"/>
          <p:cNvGraphicFramePr>
            <a:graphicFrameLocks noChangeAspect="1"/>
          </p:cNvGraphicFramePr>
          <p:nvPr/>
        </p:nvGraphicFramePr>
        <p:xfrm>
          <a:off x="1676400" y="4038600"/>
          <a:ext cx="482600" cy="584200"/>
        </p:xfrm>
        <a:graphic>
          <a:graphicData uri="http://schemas.openxmlformats.org/presentationml/2006/ole">
            <mc:AlternateContent xmlns:mc="http://schemas.openxmlformats.org/markup-compatibility/2006">
              <mc:Choice xmlns:v="urn:schemas-microsoft-com:vml" Requires="v">
                <p:oleObj spid="_x0000_s92190" name="Equation" r:id="rId7" imgW="482391" imgH="583947" progId="Equation.3">
                  <p:embed/>
                </p:oleObj>
              </mc:Choice>
              <mc:Fallback>
                <p:oleObj name="Equation" r:id="rId7" imgW="482391" imgH="583947"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76400" y="4038600"/>
                        <a:ext cx="482600"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179" name="Object 5"/>
          <p:cNvGraphicFramePr>
            <a:graphicFrameLocks noChangeAspect="1"/>
          </p:cNvGraphicFramePr>
          <p:nvPr/>
        </p:nvGraphicFramePr>
        <p:xfrm>
          <a:off x="3657600" y="2819400"/>
          <a:ext cx="406400" cy="571500"/>
        </p:xfrm>
        <a:graphic>
          <a:graphicData uri="http://schemas.openxmlformats.org/presentationml/2006/ole">
            <mc:AlternateContent xmlns:mc="http://schemas.openxmlformats.org/markup-compatibility/2006">
              <mc:Choice xmlns:v="urn:schemas-microsoft-com:vml" Requires="v">
                <p:oleObj spid="_x0000_s92191" name="Equation" r:id="rId9" imgW="406224" imgH="571252" progId="Equation.3">
                  <p:embed/>
                </p:oleObj>
              </mc:Choice>
              <mc:Fallback>
                <p:oleObj name="Equation" r:id="rId9" imgW="406224" imgH="571252"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57600" y="2819400"/>
                        <a:ext cx="4064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180" name="Oval 20"/>
          <p:cNvSpPr>
            <a:spLocks noChangeArrowheads="1"/>
          </p:cNvSpPr>
          <p:nvPr/>
        </p:nvSpPr>
        <p:spPr bwMode="auto">
          <a:xfrm>
            <a:off x="5257800" y="2667000"/>
            <a:ext cx="990600" cy="99060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aphicFrame>
        <p:nvGraphicFramePr>
          <p:cNvPr id="92181" name="Object 6"/>
          <p:cNvGraphicFramePr>
            <a:graphicFrameLocks noChangeAspect="1"/>
          </p:cNvGraphicFramePr>
          <p:nvPr/>
        </p:nvGraphicFramePr>
        <p:xfrm>
          <a:off x="5486400" y="2819400"/>
          <a:ext cx="482600" cy="571500"/>
        </p:xfrm>
        <a:graphic>
          <a:graphicData uri="http://schemas.openxmlformats.org/presentationml/2006/ole">
            <mc:AlternateContent xmlns:mc="http://schemas.openxmlformats.org/markup-compatibility/2006">
              <mc:Choice xmlns:v="urn:schemas-microsoft-com:vml" Requires="v">
                <p:oleObj spid="_x0000_s92192" name="Equation" r:id="rId11" imgW="482391" imgH="571252" progId="Equation.3">
                  <p:embed/>
                </p:oleObj>
              </mc:Choice>
              <mc:Fallback>
                <p:oleObj name="Equation" r:id="rId11" imgW="482391" imgH="571252"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486400" y="2819400"/>
                        <a:ext cx="4826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182" name="Object 7"/>
          <p:cNvGraphicFramePr>
            <a:graphicFrameLocks noChangeAspect="1"/>
          </p:cNvGraphicFramePr>
          <p:nvPr/>
        </p:nvGraphicFramePr>
        <p:xfrm>
          <a:off x="3657600" y="4953000"/>
          <a:ext cx="457200" cy="584200"/>
        </p:xfrm>
        <a:graphic>
          <a:graphicData uri="http://schemas.openxmlformats.org/presentationml/2006/ole">
            <mc:AlternateContent xmlns:mc="http://schemas.openxmlformats.org/markup-compatibility/2006">
              <mc:Choice xmlns:v="urn:schemas-microsoft-com:vml" Requires="v">
                <p:oleObj spid="_x0000_s92193" name="Equation" r:id="rId13" imgW="457002" imgH="583947" progId="Equation.3">
                  <p:embed/>
                </p:oleObj>
              </mc:Choice>
              <mc:Fallback>
                <p:oleObj name="Equation" r:id="rId13" imgW="457002" imgH="583947"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657600" y="4953000"/>
                        <a:ext cx="457200"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183" name="Object 8"/>
          <p:cNvGraphicFramePr>
            <a:graphicFrameLocks noChangeAspect="1"/>
          </p:cNvGraphicFramePr>
          <p:nvPr/>
        </p:nvGraphicFramePr>
        <p:xfrm>
          <a:off x="2667000" y="3429000"/>
          <a:ext cx="265113" cy="279400"/>
        </p:xfrm>
        <a:graphic>
          <a:graphicData uri="http://schemas.openxmlformats.org/presentationml/2006/ole">
            <mc:AlternateContent xmlns:mc="http://schemas.openxmlformats.org/markup-compatibility/2006">
              <mc:Choice xmlns:v="urn:schemas-microsoft-com:vml" Requires="v">
                <p:oleObj spid="_x0000_s92194" name="Equation" r:id="rId15" imgW="266584" imgH="279279" progId="Equation.3">
                  <p:embed/>
                </p:oleObj>
              </mc:Choice>
              <mc:Fallback>
                <p:oleObj name="Equation" r:id="rId15" imgW="266584" imgH="279279"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67000" y="34290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184" name="Object 9"/>
          <p:cNvGraphicFramePr>
            <a:graphicFrameLocks noChangeAspect="1"/>
          </p:cNvGraphicFramePr>
          <p:nvPr/>
        </p:nvGraphicFramePr>
        <p:xfrm>
          <a:off x="2667000" y="4495800"/>
          <a:ext cx="265113" cy="279400"/>
        </p:xfrm>
        <a:graphic>
          <a:graphicData uri="http://schemas.openxmlformats.org/presentationml/2006/ole">
            <mc:AlternateContent xmlns:mc="http://schemas.openxmlformats.org/markup-compatibility/2006">
              <mc:Choice xmlns:v="urn:schemas-microsoft-com:vml" Requires="v">
                <p:oleObj spid="_x0000_s92195" name="Equation" r:id="rId16" imgW="266584" imgH="279279" progId="Equation.3">
                  <p:embed/>
                </p:oleObj>
              </mc:Choice>
              <mc:Fallback>
                <p:oleObj name="Equation" r:id="rId16" imgW="266584" imgH="279279" progId="Equation.3">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67000" y="44958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185" name="Text Box 26"/>
          <p:cNvSpPr txBox="1">
            <a:spLocks noChangeArrowheads="1"/>
          </p:cNvSpPr>
          <p:nvPr/>
        </p:nvSpPr>
        <p:spPr bwMode="auto">
          <a:xfrm>
            <a:off x="3048000" y="452438"/>
            <a:ext cx="1962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2400" b="1">
                <a:latin typeface="Arial" panose="020B0604020202020204" pitchFamily="34" charset="0"/>
                <a:cs typeface="Arial" panose="020B0604020202020204" pitchFamily="34" charset="0"/>
              </a:rPr>
              <a:t>First Choice</a:t>
            </a:r>
          </a:p>
        </p:txBody>
      </p:sp>
      <p:graphicFrame>
        <p:nvGraphicFramePr>
          <p:cNvPr id="92186" name="Object 10"/>
          <p:cNvGraphicFramePr>
            <a:graphicFrameLocks noChangeAspect="1"/>
          </p:cNvGraphicFramePr>
          <p:nvPr/>
        </p:nvGraphicFramePr>
        <p:xfrm>
          <a:off x="4572000" y="2895600"/>
          <a:ext cx="265113" cy="279400"/>
        </p:xfrm>
        <a:graphic>
          <a:graphicData uri="http://schemas.openxmlformats.org/presentationml/2006/ole">
            <mc:AlternateContent xmlns:mc="http://schemas.openxmlformats.org/markup-compatibility/2006">
              <mc:Choice xmlns:v="urn:schemas-microsoft-com:vml" Requires="v">
                <p:oleObj spid="_x0000_s92196" name="Equation" r:id="rId17" imgW="266584" imgH="279279" progId="Equation.3">
                  <p:embed/>
                </p:oleObj>
              </mc:Choice>
              <mc:Fallback>
                <p:oleObj name="Equation" r:id="rId17" imgW="266584" imgH="279279" progId="Equation.3">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28956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187" name="Line 31"/>
          <p:cNvSpPr>
            <a:spLocks noChangeShapeType="1"/>
          </p:cNvSpPr>
          <p:nvPr/>
        </p:nvSpPr>
        <p:spPr bwMode="auto">
          <a:xfrm>
            <a:off x="5334000" y="3810000"/>
            <a:ext cx="914400" cy="0"/>
          </a:xfrm>
          <a:prstGeom prst="line">
            <a:avLst/>
          </a:prstGeom>
          <a:noFill/>
          <a:ln w="6350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en-GB"/>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9"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94211" name="Slide Number Placeholder 28"/>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67122B9C-A4BB-4213-811A-3C03A7362202}" type="slidenum">
              <a:rPr lang="en-US" altLang="en-US" sz="1200">
                <a:solidFill>
                  <a:srgbClr val="898989"/>
                </a:solidFill>
                <a:latin typeface="Arial" panose="020B0604020202020204" pitchFamily="34" charset="0"/>
              </a:rPr>
              <a:pPr>
                <a:spcBef>
                  <a:spcPct val="0"/>
                </a:spcBef>
                <a:buFontTx/>
                <a:buNone/>
              </a:pPr>
              <a:t>48</a:t>
            </a:fld>
            <a:endParaRPr lang="en-US" altLang="en-US" sz="1200">
              <a:solidFill>
                <a:srgbClr val="898989"/>
              </a:solidFill>
              <a:latin typeface="Arial" panose="020B0604020202020204" pitchFamily="34" charset="0"/>
            </a:endParaRPr>
          </a:p>
        </p:txBody>
      </p:sp>
      <p:sp>
        <p:nvSpPr>
          <p:cNvPr id="94212" name="Rectangle 2"/>
          <p:cNvSpPr>
            <a:spLocks noChangeArrowheads="1"/>
          </p:cNvSpPr>
          <p:nvPr/>
        </p:nvSpPr>
        <p:spPr bwMode="auto">
          <a:xfrm>
            <a:off x="685800" y="1371600"/>
            <a:ext cx="7696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94213" name="Line 3"/>
          <p:cNvSpPr>
            <a:spLocks noChangeShapeType="1"/>
          </p:cNvSpPr>
          <p:nvPr/>
        </p:nvSpPr>
        <p:spPr bwMode="auto">
          <a:xfrm>
            <a:off x="12192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94214" name="Line 4"/>
          <p:cNvSpPr>
            <a:spLocks noChangeShapeType="1"/>
          </p:cNvSpPr>
          <p:nvPr/>
        </p:nvSpPr>
        <p:spPr bwMode="auto">
          <a:xfrm>
            <a:off x="17526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94215" name="Object 2"/>
          <p:cNvGraphicFramePr>
            <a:graphicFrameLocks noChangeAspect="1"/>
          </p:cNvGraphicFramePr>
          <p:nvPr/>
        </p:nvGraphicFramePr>
        <p:xfrm>
          <a:off x="838200" y="1524000"/>
          <a:ext cx="265113" cy="279400"/>
        </p:xfrm>
        <a:graphic>
          <a:graphicData uri="http://schemas.openxmlformats.org/presentationml/2006/ole">
            <mc:AlternateContent xmlns:mc="http://schemas.openxmlformats.org/markup-compatibility/2006">
              <mc:Choice xmlns:v="urn:schemas-microsoft-com:vml" Requires="v">
                <p:oleObj spid="_x0000_s94237" name="Equation" r:id="rId4" imgW="266584" imgH="279279" progId="Equation.3">
                  <p:embed/>
                </p:oleObj>
              </mc:Choice>
              <mc:Fallback>
                <p:oleObj name="Equation" r:id="rId4" imgW="266584" imgH="27927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15240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4216" name="Line 8"/>
          <p:cNvSpPr>
            <a:spLocks noChangeShapeType="1"/>
          </p:cNvSpPr>
          <p:nvPr/>
        </p:nvSpPr>
        <p:spPr bwMode="auto">
          <a:xfrm>
            <a:off x="1981200" y="914400"/>
            <a:ext cx="0" cy="457200"/>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94217" name="Oval 9"/>
          <p:cNvSpPr>
            <a:spLocks noChangeArrowheads="1"/>
          </p:cNvSpPr>
          <p:nvPr/>
        </p:nvSpPr>
        <p:spPr bwMode="auto">
          <a:xfrm>
            <a:off x="3505200" y="28194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94218" name="Oval 10"/>
          <p:cNvSpPr>
            <a:spLocks noChangeArrowheads="1"/>
          </p:cNvSpPr>
          <p:nvPr/>
        </p:nvSpPr>
        <p:spPr bwMode="auto">
          <a:xfrm>
            <a:off x="1600200" y="40386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94219" name="Oval 11"/>
          <p:cNvSpPr>
            <a:spLocks noChangeArrowheads="1"/>
          </p:cNvSpPr>
          <p:nvPr/>
        </p:nvSpPr>
        <p:spPr bwMode="auto">
          <a:xfrm>
            <a:off x="3505200" y="49530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94220" name="Line 12"/>
          <p:cNvSpPr>
            <a:spLocks noChangeShapeType="1"/>
          </p:cNvSpPr>
          <p:nvPr/>
        </p:nvSpPr>
        <p:spPr bwMode="auto">
          <a:xfrm flipV="1">
            <a:off x="2209800" y="3276600"/>
            <a:ext cx="1295400" cy="9144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sp>
        <p:nvSpPr>
          <p:cNvPr id="94221" name="Line 13"/>
          <p:cNvSpPr>
            <a:spLocks noChangeShapeType="1"/>
          </p:cNvSpPr>
          <p:nvPr/>
        </p:nvSpPr>
        <p:spPr bwMode="auto">
          <a:xfrm>
            <a:off x="2211388" y="4567238"/>
            <a:ext cx="1298575" cy="6858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sp>
        <p:nvSpPr>
          <p:cNvPr id="94222" name="Line 14"/>
          <p:cNvSpPr>
            <a:spLocks noChangeShapeType="1"/>
          </p:cNvSpPr>
          <p:nvPr/>
        </p:nvSpPr>
        <p:spPr bwMode="auto">
          <a:xfrm>
            <a:off x="1066800" y="4419600"/>
            <a:ext cx="533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graphicFrame>
        <p:nvGraphicFramePr>
          <p:cNvPr id="94223" name="Object 3"/>
          <p:cNvGraphicFramePr>
            <a:graphicFrameLocks noChangeAspect="1"/>
          </p:cNvGraphicFramePr>
          <p:nvPr/>
        </p:nvGraphicFramePr>
        <p:xfrm>
          <a:off x="1371600" y="1524000"/>
          <a:ext cx="265113" cy="279400"/>
        </p:xfrm>
        <a:graphic>
          <a:graphicData uri="http://schemas.openxmlformats.org/presentationml/2006/ole">
            <mc:AlternateContent xmlns:mc="http://schemas.openxmlformats.org/markup-compatibility/2006">
              <mc:Choice xmlns:v="urn:schemas-microsoft-com:vml" Requires="v">
                <p:oleObj spid="_x0000_s94238" name="Equation" r:id="rId6" imgW="266584" imgH="279279" progId="Equation.3">
                  <p:embed/>
                </p:oleObj>
              </mc:Choice>
              <mc:Fallback>
                <p:oleObj name="Equation" r:id="rId6" imgW="266584" imgH="279279"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1600" y="15240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4224" name="Oval 16"/>
          <p:cNvSpPr>
            <a:spLocks noChangeArrowheads="1"/>
          </p:cNvSpPr>
          <p:nvPr/>
        </p:nvSpPr>
        <p:spPr bwMode="auto">
          <a:xfrm>
            <a:off x="5410200" y="2819400"/>
            <a:ext cx="685800" cy="685800"/>
          </a:xfrm>
          <a:prstGeom prst="ellipse">
            <a:avLst/>
          </a:prstGeom>
          <a:solidFill>
            <a:srgbClr val="FF0000">
              <a:alpha val="50195"/>
            </a:srgbClr>
          </a:solidFill>
          <a:ln w="38100">
            <a:solidFill>
              <a:srgbClr val="FF0000"/>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94225" name="Line 17"/>
          <p:cNvSpPr>
            <a:spLocks noChangeShapeType="1"/>
          </p:cNvSpPr>
          <p:nvPr/>
        </p:nvSpPr>
        <p:spPr bwMode="auto">
          <a:xfrm>
            <a:off x="4191000" y="3200400"/>
            <a:ext cx="990600" cy="0"/>
          </a:xfrm>
          <a:prstGeom prst="line">
            <a:avLst/>
          </a:prstGeom>
          <a:noFill/>
          <a:ln w="38100">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graphicFrame>
        <p:nvGraphicFramePr>
          <p:cNvPr id="94226" name="Object 4"/>
          <p:cNvGraphicFramePr>
            <a:graphicFrameLocks noChangeAspect="1"/>
          </p:cNvGraphicFramePr>
          <p:nvPr/>
        </p:nvGraphicFramePr>
        <p:xfrm>
          <a:off x="1676400" y="4038600"/>
          <a:ext cx="482600" cy="584200"/>
        </p:xfrm>
        <a:graphic>
          <a:graphicData uri="http://schemas.openxmlformats.org/presentationml/2006/ole">
            <mc:AlternateContent xmlns:mc="http://schemas.openxmlformats.org/markup-compatibility/2006">
              <mc:Choice xmlns:v="urn:schemas-microsoft-com:vml" Requires="v">
                <p:oleObj spid="_x0000_s94239" name="Equation" r:id="rId7" imgW="482391" imgH="583947" progId="Equation.3">
                  <p:embed/>
                </p:oleObj>
              </mc:Choice>
              <mc:Fallback>
                <p:oleObj name="Equation" r:id="rId7" imgW="482391" imgH="583947"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76400" y="4038600"/>
                        <a:ext cx="482600"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227" name="Object 5"/>
          <p:cNvGraphicFramePr>
            <a:graphicFrameLocks noChangeAspect="1"/>
          </p:cNvGraphicFramePr>
          <p:nvPr/>
        </p:nvGraphicFramePr>
        <p:xfrm>
          <a:off x="3657600" y="2819400"/>
          <a:ext cx="406400" cy="571500"/>
        </p:xfrm>
        <a:graphic>
          <a:graphicData uri="http://schemas.openxmlformats.org/presentationml/2006/ole">
            <mc:AlternateContent xmlns:mc="http://schemas.openxmlformats.org/markup-compatibility/2006">
              <mc:Choice xmlns:v="urn:schemas-microsoft-com:vml" Requires="v">
                <p:oleObj spid="_x0000_s94240" name="Equation" r:id="rId9" imgW="406224" imgH="571252" progId="Equation.3">
                  <p:embed/>
                </p:oleObj>
              </mc:Choice>
              <mc:Fallback>
                <p:oleObj name="Equation" r:id="rId9" imgW="406224" imgH="571252"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57600" y="2819400"/>
                        <a:ext cx="4064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4228" name="Oval 20"/>
          <p:cNvSpPr>
            <a:spLocks noChangeArrowheads="1"/>
          </p:cNvSpPr>
          <p:nvPr/>
        </p:nvSpPr>
        <p:spPr bwMode="auto">
          <a:xfrm>
            <a:off x="5257800" y="2667000"/>
            <a:ext cx="990600" cy="99060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aphicFrame>
        <p:nvGraphicFramePr>
          <p:cNvPr id="94229" name="Object 6"/>
          <p:cNvGraphicFramePr>
            <a:graphicFrameLocks noChangeAspect="1"/>
          </p:cNvGraphicFramePr>
          <p:nvPr/>
        </p:nvGraphicFramePr>
        <p:xfrm>
          <a:off x="5486400" y="2819400"/>
          <a:ext cx="482600" cy="571500"/>
        </p:xfrm>
        <a:graphic>
          <a:graphicData uri="http://schemas.openxmlformats.org/presentationml/2006/ole">
            <mc:AlternateContent xmlns:mc="http://schemas.openxmlformats.org/markup-compatibility/2006">
              <mc:Choice xmlns:v="urn:schemas-microsoft-com:vml" Requires="v">
                <p:oleObj spid="_x0000_s94241" name="Equation" r:id="rId11" imgW="482391" imgH="571252" progId="Equation.3">
                  <p:embed/>
                </p:oleObj>
              </mc:Choice>
              <mc:Fallback>
                <p:oleObj name="Equation" r:id="rId11" imgW="482391" imgH="571252"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486400" y="2819400"/>
                        <a:ext cx="4826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230" name="Object 7"/>
          <p:cNvGraphicFramePr>
            <a:graphicFrameLocks noChangeAspect="1"/>
          </p:cNvGraphicFramePr>
          <p:nvPr/>
        </p:nvGraphicFramePr>
        <p:xfrm>
          <a:off x="3657600" y="4953000"/>
          <a:ext cx="457200" cy="584200"/>
        </p:xfrm>
        <a:graphic>
          <a:graphicData uri="http://schemas.openxmlformats.org/presentationml/2006/ole">
            <mc:AlternateContent xmlns:mc="http://schemas.openxmlformats.org/markup-compatibility/2006">
              <mc:Choice xmlns:v="urn:schemas-microsoft-com:vml" Requires="v">
                <p:oleObj spid="_x0000_s94242" name="Equation" r:id="rId13" imgW="457002" imgH="583947" progId="Equation.3">
                  <p:embed/>
                </p:oleObj>
              </mc:Choice>
              <mc:Fallback>
                <p:oleObj name="Equation" r:id="rId13" imgW="457002" imgH="583947"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657600" y="4953000"/>
                        <a:ext cx="457200"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231" name="Object 8"/>
          <p:cNvGraphicFramePr>
            <a:graphicFrameLocks noChangeAspect="1"/>
          </p:cNvGraphicFramePr>
          <p:nvPr/>
        </p:nvGraphicFramePr>
        <p:xfrm>
          <a:off x="2667000" y="3429000"/>
          <a:ext cx="265113" cy="279400"/>
        </p:xfrm>
        <a:graphic>
          <a:graphicData uri="http://schemas.openxmlformats.org/presentationml/2006/ole">
            <mc:AlternateContent xmlns:mc="http://schemas.openxmlformats.org/markup-compatibility/2006">
              <mc:Choice xmlns:v="urn:schemas-microsoft-com:vml" Requires="v">
                <p:oleObj spid="_x0000_s94243" name="Equation" r:id="rId15" imgW="266584" imgH="279279" progId="Equation.3">
                  <p:embed/>
                </p:oleObj>
              </mc:Choice>
              <mc:Fallback>
                <p:oleObj name="Equation" r:id="rId15" imgW="266584" imgH="279279"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67000" y="34290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232" name="Object 9"/>
          <p:cNvGraphicFramePr>
            <a:graphicFrameLocks noChangeAspect="1"/>
          </p:cNvGraphicFramePr>
          <p:nvPr/>
        </p:nvGraphicFramePr>
        <p:xfrm>
          <a:off x="2667000" y="4495800"/>
          <a:ext cx="265113" cy="279400"/>
        </p:xfrm>
        <a:graphic>
          <a:graphicData uri="http://schemas.openxmlformats.org/presentationml/2006/ole">
            <mc:AlternateContent xmlns:mc="http://schemas.openxmlformats.org/markup-compatibility/2006">
              <mc:Choice xmlns:v="urn:schemas-microsoft-com:vml" Requires="v">
                <p:oleObj spid="_x0000_s94244" name="Equation" r:id="rId16" imgW="266584" imgH="279279" progId="Equation.3">
                  <p:embed/>
                </p:oleObj>
              </mc:Choice>
              <mc:Fallback>
                <p:oleObj name="Equation" r:id="rId16" imgW="266584" imgH="279279" progId="Equation.3">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67000" y="44958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233" name="Object 10"/>
          <p:cNvGraphicFramePr>
            <a:graphicFrameLocks noChangeAspect="1"/>
          </p:cNvGraphicFramePr>
          <p:nvPr/>
        </p:nvGraphicFramePr>
        <p:xfrm>
          <a:off x="4572000" y="2895600"/>
          <a:ext cx="265113" cy="279400"/>
        </p:xfrm>
        <a:graphic>
          <a:graphicData uri="http://schemas.openxmlformats.org/presentationml/2006/ole">
            <mc:AlternateContent xmlns:mc="http://schemas.openxmlformats.org/markup-compatibility/2006">
              <mc:Choice xmlns:v="urn:schemas-microsoft-com:vml" Requires="v">
                <p:oleObj spid="_x0000_s94245" name="Equation" r:id="rId17" imgW="266584" imgH="279279" progId="Equation.3">
                  <p:embed/>
                </p:oleObj>
              </mc:Choice>
              <mc:Fallback>
                <p:oleObj name="Equation" r:id="rId17" imgW="266584" imgH="279279" progId="Equation.3">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28956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4234" name="Text Box 26"/>
          <p:cNvSpPr txBox="1">
            <a:spLocks noChangeArrowheads="1"/>
          </p:cNvSpPr>
          <p:nvPr/>
        </p:nvSpPr>
        <p:spPr bwMode="auto">
          <a:xfrm>
            <a:off x="6477000" y="2819400"/>
            <a:ext cx="17637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1800" b="1">
                <a:latin typeface="Arial" panose="020B0604020202020204" pitchFamily="34" charset="0"/>
                <a:cs typeface="Arial" panose="020B0604020202020204" pitchFamily="34" charset="0"/>
              </a:rPr>
              <a:t>“accept”</a:t>
            </a:r>
          </a:p>
        </p:txBody>
      </p:sp>
      <p:sp>
        <p:nvSpPr>
          <p:cNvPr id="94235" name="Text Box 27"/>
          <p:cNvSpPr txBox="1">
            <a:spLocks noChangeArrowheads="1"/>
          </p:cNvSpPr>
          <p:nvPr/>
        </p:nvSpPr>
        <p:spPr bwMode="auto">
          <a:xfrm>
            <a:off x="3048000" y="452438"/>
            <a:ext cx="1962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2400" b="1">
                <a:latin typeface="Arial" panose="020B0604020202020204" pitchFamily="34" charset="0"/>
                <a:cs typeface="Arial" panose="020B0604020202020204" pitchFamily="34" charset="0"/>
              </a:rPr>
              <a:t>First Choice</a:t>
            </a:r>
          </a:p>
        </p:txBody>
      </p:sp>
      <p:sp>
        <p:nvSpPr>
          <p:cNvPr id="94236" name="Line 30"/>
          <p:cNvSpPr>
            <a:spLocks noChangeShapeType="1"/>
          </p:cNvSpPr>
          <p:nvPr/>
        </p:nvSpPr>
        <p:spPr bwMode="auto">
          <a:xfrm>
            <a:off x="5334000" y="3810000"/>
            <a:ext cx="914400" cy="0"/>
          </a:xfrm>
          <a:prstGeom prst="line">
            <a:avLst/>
          </a:prstGeom>
          <a:noFill/>
          <a:ln w="6350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en-GB"/>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3"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96259" name="Slide Number Placeholder 27"/>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FE4172E-A360-47E6-BADF-1D72269F5DA7}" type="slidenum">
              <a:rPr lang="en-US" altLang="en-US" sz="1200">
                <a:solidFill>
                  <a:srgbClr val="898989"/>
                </a:solidFill>
                <a:latin typeface="Arial" panose="020B0604020202020204" pitchFamily="34" charset="0"/>
              </a:rPr>
              <a:pPr>
                <a:spcBef>
                  <a:spcPct val="0"/>
                </a:spcBef>
                <a:buFontTx/>
                <a:buNone/>
              </a:pPr>
              <a:t>49</a:t>
            </a:fld>
            <a:endParaRPr lang="en-US" altLang="en-US" sz="1200">
              <a:solidFill>
                <a:srgbClr val="898989"/>
              </a:solidFill>
              <a:latin typeface="Arial" panose="020B0604020202020204" pitchFamily="34" charset="0"/>
            </a:endParaRPr>
          </a:p>
        </p:txBody>
      </p:sp>
      <p:sp>
        <p:nvSpPr>
          <p:cNvPr id="96260" name="Rectangle 2"/>
          <p:cNvSpPr>
            <a:spLocks noChangeArrowheads="1"/>
          </p:cNvSpPr>
          <p:nvPr/>
        </p:nvSpPr>
        <p:spPr bwMode="auto">
          <a:xfrm>
            <a:off x="685800" y="1371600"/>
            <a:ext cx="7696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96261" name="Line 3"/>
          <p:cNvSpPr>
            <a:spLocks noChangeShapeType="1"/>
          </p:cNvSpPr>
          <p:nvPr/>
        </p:nvSpPr>
        <p:spPr bwMode="auto">
          <a:xfrm>
            <a:off x="12192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96262" name="Line 4"/>
          <p:cNvSpPr>
            <a:spLocks noChangeShapeType="1"/>
          </p:cNvSpPr>
          <p:nvPr/>
        </p:nvSpPr>
        <p:spPr bwMode="auto">
          <a:xfrm>
            <a:off x="17526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96263" name="Object 2"/>
          <p:cNvGraphicFramePr>
            <a:graphicFrameLocks noChangeAspect="1"/>
          </p:cNvGraphicFramePr>
          <p:nvPr/>
        </p:nvGraphicFramePr>
        <p:xfrm>
          <a:off x="838200" y="1524000"/>
          <a:ext cx="265113" cy="279400"/>
        </p:xfrm>
        <a:graphic>
          <a:graphicData uri="http://schemas.openxmlformats.org/presentationml/2006/ole">
            <mc:AlternateContent xmlns:mc="http://schemas.openxmlformats.org/markup-compatibility/2006">
              <mc:Choice xmlns:v="urn:schemas-microsoft-com:vml" Requires="v">
                <p:oleObj spid="_x0000_s96284" name="Equation" r:id="rId4" imgW="266584" imgH="279279" progId="Equation.3">
                  <p:embed/>
                </p:oleObj>
              </mc:Choice>
              <mc:Fallback>
                <p:oleObj name="Equation" r:id="rId4" imgW="266584" imgH="27927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15240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6264" name="Line 6"/>
          <p:cNvSpPr>
            <a:spLocks noChangeShapeType="1"/>
          </p:cNvSpPr>
          <p:nvPr/>
        </p:nvSpPr>
        <p:spPr bwMode="auto">
          <a:xfrm>
            <a:off x="609600" y="914400"/>
            <a:ext cx="0" cy="457200"/>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96265" name="Oval 7"/>
          <p:cNvSpPr>
            <a:spLocks noChangeArrowheads="1"/>
          </p:cNvSpPr>
          <p:nvPr/>
        </p:nvSpPr>
        <p:spPr bwMode="auto">
          <a:xfrm>
            <a:off x="3505200" y="28194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96266" name="Oval 8"/>
          <p:cNvSpPr>
            <a:spLocks noChangeArrowheads="1"/>
          </p:cNvSpPr>
          <p:nvPr/>
        </p:nvSpPr>
        <p:spPr bwMode="auto">
          <a:xfrm>
            <a:off x="1600200" y="4038600"/>
            <a:ext cx="685800" cy="685800"/>
          </a:xfrm>
          <a:prstGeom prst="ellipse">
            <a:avLst/>
          </a:prstGeom>
          <a:solidFill>
            <a:srgbClr val="FF0000">
              <a:alpha val="50195"/>
            </a:srgbClr>
          </a:solidFill>
          <a:ln w="38100">
            <a:solidFill>
              <a:srgbClr val="FF0000"/>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96267" name="Oval 9"/>
          <p:cNvSpPr>
            <a:spLocks noChangeArrowheads="1"/>
          </p:cNvSpPr>
          <p:nvPr/>
        </p:nvSpPr>
        <p:spPr bwMode="auto">
          <a:xfrm>
            <a:off x="3505200" y="49530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96268" name="Line 10"/>
          <p:cNvSpPr>
            <a:spLocks noChangeShapeType="1"/>
          </p:cNvSpPr>
          <p:nvPr/>
        </p:nvSpPr>
        <p:spPr bwMode="auto">
          <a:xfrm flipV="1">
            <a:off x="2209800" y="3276600"/>
            <a:ext cx="1295400" cy="9144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sp>
        <p:nvSpPr>
          <p:cNvPr id="96269" name="Line 11"/>
          <p:cNvSpPr>
            <a:spLocks noChangeShapeType="1"/>
          </p:cNvSpPr>
          <p:nvPr/>
        </p:nvSpPr>
        <p:spPr bwMode="auto">
          <a:xfrm>
            <a:off x="2211388" y="4567238"/>
            <a:ext cx="1298575" cy="6858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sp>
        <p:nvSpPr>
          <p:cNvPr id="96270" name="Line 12"/>
          <p:cNvSpPr>
            <a:spLocks noChangeShapeType="1"/>
          </p:cNvSpPr>
          <p:nvPr/>
        </p:nvSpPr>
        <p:spPr bwMode="auto">
          <a:xfrm>
            <a:off x="1066800" y="4419600"/>
            <a:ext cx="533400" cy="0"/>
          </a:xfrm>
          <a:prstGeom prst="line">
            <a:avLst/>
          </a:prstGeom>
          <a:noFill/>
          <a:ln w="38100">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graphicFrame>
        <p:nvGraphicFramePr>
          <p:cNvPr id="96271" name="Object 3"/>
          <p:cNvGraphicFramePr>
            <a:graphicFrameLocks noChangeAspect="1"/>
          </p:cNvGraphicFramePr>
          <p:nvPr/>
        </p:nvGraphicFramePr>
        <p:xfrm>
          <a:off x="1371600" y="1524000"/>
          <a:ext cx="265113" cy="279400"/>
        </p:xfrm>
        <a:graphic>
          <a:graphicData uri="http://schemas.openxmlformats.org/presentationml/2006/ole">
            <mc:AlternateContent xmlns:mc="http://schemas.openxmlformats.org/markup-compatibility/2006">
              <mc:Choice xmlns:v="urn:schemas-microsoft-com:vml" Requires="v">
                <p:oleObj spid="_x0000_s96285" name="Equation" r:id="rId6" imgW="266584" imgH="279279" progId="Equation.3">
                  <p:embed/>
                </p:oleObj>
              </mc:Choice>
              <mc:Fallback>
                <p:oleObj name="Equation" r:id="rId6" imgW="266584" imgH="279279"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1600" y="15240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6272" name="Oval 14"/>
          <p:cNvSpPr>
            <a:spLocks noChangeArrowheads="1"/>
          </p:cNvSpPr>
          <p:nvPr/>
        </p:nvSpPr>
        <p:spPr bwMode="auto">
          <a:xfrm>
            <a:off x="5410200" y="28194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96273" name="Line 15"/>
          <p:cNvSpPr>
            <a:spLocks noChangeShapeType="1"/>
          </p:cNvSpPr>
          <p:nvPr/>
        </p:nvSpPr>
        <p:spPr bwMode="auto">
          <a:xfrm>
            <a:off x="4191000" y="3200400"/>
            <a:ext cx="1066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graphicFrame>
        <p:nvGraphicFramePr>
          <p:cNvPr id="96274" name="Object 4"/>
          <p:cNvGraphicFramePr>
            <a:graphicFrameLocks noChangeAspect="1"/>
          </p:cNvGraphicFramePr>
          <p:nvPr/>
        </p:nvGraphicFramePr>
        <p:xfrm>
          <a:off x="1676400" y="4038600"/>
          <a:ext cx="482600" cy="584200"/>
        </p:xfrm>
        <a:graphic>
          <a:graphicData uri="http://schemas.openxmlformats.org/presentationml/2006/ole">
            <mc:AlternateContent xmlns:mc="http://schemas.openxmlformats.org/markup-compatibility/2006">
              <mc:Choice xmlns:v="urn:schemas-microsoft-com:vml" Requires="v">
                <p:oleObj spid="_x0000_s96286" name="Equation" r:id="rId7" imgW="482391" imgH="583947" progId="Equation.3">
                  <p:embed/>
                </p:oleObj>
              </mc:Choice>
              <mc:Fallback>
                <p:oleObj name="Equation" r:id="rId7" imgW="482391" imgH="583947"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76400" y="4038600"/>
                        <a:ext cx="482600"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275" name="Object 5"/>
          <p:cNvGraphicFramePr>
            <a:graphicFrameLocks noChangeAspect="1"/>
          </p:cNvGraphicFramePr>
          <p:nvPr/>
        </p:nvGraphicFramePr>
        <p:xfrm>
          <a:off x="3657600" y="2819400"/>
          <a:ext cx="406400" cy="571500"/>
        </p:xfrm>
        <a:graphic>
          <a:graphicData uri="http://schemas.openxmlformats.org/presentationml/2006/ole">
            <mc:AlternateContent xmlns:mc="http://schemas.openxmlformats.org/markup-compatibility/2006">
              <mc:Choice xmlns:v="urn:schemas-microsoft-com:vml" Requires="v">
                <p:oleObj spid="_x0000_s96287" name="Equation" r:id="rId9" imgW="406224" imgH="571252" progId="Equation.3">
                  <p:embed/>
                </p:oleObj>
              </mc:Choice>
              <mc:Fallback>
                <p:oleObj name="Equation" r:id="rId9" imgW="406224" imgH="571252"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57600" y="2819400"/>
                        <a:ext cx="4064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6276" name="Oval 18"/>
          <p:cNvSpPr>
            <a:spLocks noChangeArrowheads="1"/>
          </p:cNvSpPr>
          <p:nvPr/>
        </p:nvSpPr>
        <p:spPr bwMode="auto">
          <a:xfrm>
            <a:off x="5257800" y="2667000"/>
            <a:ext cx="990600" cy="990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aphicFrame>
        <p:nvGraphicFramePr>
          <p:cNvPr id="96277" name="Object 6"/>
          <p:cNvGraphicFramePr>
            <a:graphicFrameLocks noChangeAspect="1"/>
          </p:cNvGraphicFramePr>
          <p:nvPr/>
        </p:nvGraphicFramePr>
        <p:xfrm>
          <a:off x="5486400" y="2819400"/>
          <a:ext cx="482600" cy="571500"/>
        </p:xfrm>
        <a:graphic>
          <a:graphicData uri="http://schemas.openxmlformats.org/presentationml/2006/ole">
            <mc:AlternateContent xmlns:mc="http://schemas.openxmlformats.org/markup-compatibility/2006">
              <mc:Choice xmlns:v="urn:schemas-microsoft-com:vml" Requires="v">
                <p:oleObj spid="_x0000_s96288" name="Equation" r:id="rId11" imgW="482391" imgH="571252" progId="Equation.3">
                  <p:embed/>
                </p:oleObj>
              </mc:Choice>
              <mc:Fallback>
                <p:oleObj name="Equation" r:id="rId11" imgW="482391" imgH="571252"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486400" y="2819400"/>
                        <a:ext cx="4826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278" name="Object 7"/>
          <p:cNvGraphicFramePr>
            <a:graphicFrameLocks noChangeAspect="1"/>
          </p:cNvGraphicFramePr>
          <p:nvPr/>
        </p:nvGraphicFramePr>
        <p:xfrm>
          <a:off x="3657600" y="4953000"/>
          <a:ext cx="457200" cy="584200"/>
        </p:xfrm>
        <a:graphic>
          <a:graphicData uri="http://schemas.openxmlformats.org/presentationml/2006/ole">
            <mc:AlternateContent xmlns:mc="http://schemas.openxmlformats.org/markup-compatibility/2006">
              <mc:Choice xmlns:v="urn:schemas-microsoft-com:vml" Requires="v">
                <p:oleObj spid="_x0000_s96289" name="Equation" r:id="rId13" imgW="457002" imgH="583947" progId="Equation.3">
                  <p:embed/>
                </p:oleObj>
              </mc:Choice>
              <mc:Fallback>
                <p:oleObj name="Equation" r:id="rId13" imgW="457002" imgH="583947"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657600" y="4953000"/>
                        <a:ext cx="457200"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279" name="Object 8"/>
          <p:cNvGraphicFramePr>
            <a:graphicFrameLocks noChangeAspect="1"/>
          </p:cNvGraphicFramePr>
          <p:nvPr/>
        </p:nvGraphicFramePr>
        <p:xfrm>
          <a:off x="2667000" y="3429000"/>
          <a:ext cx="265113" cy="279400"/>
        </p:xfrm>
        <a:graphic>
          <a:graphicData uri="http://schemas.openxmlformats.org/presentationml/2006/ole">
            <mc:AlternateContent xmlns:mc="http://schemas.openxmlformats.org/markup-compatibility/2006">
              <mc:Choice xmlns:v="urn:schemas-microsoft-com:vml" Requires="v">
                <p:oleObj spid="_x0000_s96290" name="Equation" r:id="rId15" imgW="266584" imgH="279279" progId="Equation.3">
                  <p:embed/>
                </p:oleObj>
              </mc:Choice>
              <mc:Fallback>
                <p:oleObj name="Equation" r:id="rId15" imgW="266584" imgH="279279"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67000" y="34290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280" name="Object 9"/>
          <p:cNvGraphicFramePr>
            <a:graphicFrameLocks noChangeAspect="1"/>
          </p:cNvGraphicFramePr>
          <p:nvPr/>
        </p:nvGraphicFramePr>
        <p:xfrm>
          <a:off x="2667000" y="4495800"/>
          <a:ext cx="265113" cy="279400"/>
        </p:xfrm>
        <a:graphic>
          <a:graphicData uri="http://schemas.openxmlformats.org/presentationml/2006/ole">
            <mc:AlternateContent xmlns:mc="http://schemas.openxmlformats.org/markup-compatibility/2006">
              <mc:Choice xmlns:v="urn:schemas-microsoft-com:vml" Requires="v">
                <p:oleObj spid="_x0000_s96291" name="Equation" r:id="rId16" imgW="266584" imgH="279279" progId="Equation.3">
                  <p:embed/>
                </p:oleObj>
              </mc:Choice>
              <mc:Fallback>
                <p:oleObj name="Equation" r:id="rId16" imgW="266584" imgH="279279" progId="Equation.3">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67000" y="44958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6281" name="Text Box 23"/>
          <p:cNvSpPr txBox="1">
            <a:spLocks noChangeArrowheads="1"/>
          </p:cNvSpPr>
          <p:nvPr/>
        </p:nvSpPr>
        <p:spPr bwMode="auto">
          <a:xfrm>
            <a:off x="3048000" y="376238"/>
            <a:ext cx="24066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2400" b="1">
                <a:latin typeface="Arial" panose="020B0604020202020204" pitchFamily="34" charset="0"/>
                <a:cs typeface="Arial" panose="020B0604020202020204" pitchFamily="34" charset="0"/>
              </a:rPr>
              <a:t>Second Choice</a:t>
            </a:r>
          </a:p>
        </p:txBody>
      </p:sp>
      <p:graphicFrame>
        <p:nvGraphicFramePr>
          <p:cNvPr id="96282" name="Object 10"/>
          <p:cNvGraphicFramePr>
            <a:graphicFrameLocks noChangeAspect="1"/>
          </p:cNvGraphicFramePr>
          <p:nvPr/>
        </p:nvGraphicFramePr>
        <p:xfrm>
          <a:off x="4572000" y="2895600"/>
          <a:ext cx="265113" cy="279400"/>
        </p:xfrm>
        <a:graphic>
          <a:graphicData uri="http://schemas.openxmlformats.org/presentationml/2006/ole">
            <mc:AlternateContent xmlns:mc="http://schemas.openxmlformats.org/markup-compatibility/2006">
              <mc:Choice xmlns:v="urn:schemas-microsoft-com:vml" Requires="v">
                <p:oleObj spid="_x0000_s96292" name="Equation" r:id="rId17" imgW="266584" imgH="279279" progId="Equation.3">
                  <p:embed/>
                </p:oleObj>
              </mc:Choice>
              <mc:Fallback>
                <p:oleObj name="Equation" r:id="rId17" imgW="266584" imgH="279279" progId="Equation.3">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28956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6283" name="Line 25"/>
          <p:cNvSpPr>
            <a:spLocks noChangeShapeType="1"/>
          </p:cNvSpPr>
          <p:nvPr/>
        </p:nvSpPr>
        <p:spPr bwMode="auto">
          <a:xfrm>
            <a:off x="1524000" y="4876800"/>
            <a:ext cx="914400" cy="0"/>
          </a:xfrm>
          <a:prstGeom prst="line">
            <a:avLst/>
          </a:prstGeom>
          <a:noFill/>
          <a:ln w="6350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en-GB"/>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7"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98307" name="Slide Number Placeholder 27"/>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A993D35-9C1B-44DD-84BF-51C509DF4238}" type="slidenum">
              <a:rPr lang="en-US" altLang="en-US" sz="1200">
                <a:solidFill>
                  <a:srgbClr val="898989"/>
                </a:solidFill>
                <a:latin typeface="Arial" panose="020B0604020202020204" pitchFamily="34" charset="0"/>
              </a:rPr>
              <a:pPr>
                <a:spcBef>
                  <a:spcPct val="0"/>
                </a:spcBef>
                <a:buFontTx/>
                <a:buNone/>
              </a:pPr>
              <a:t>50</a:t>
            </a:fld>
            <a:endParaRPr lang="en-US" altLang="en-US" sz="1200">
              <a:solidFill>
                <a:srgbClr val="898989"/>
              </a:solidFill>
              <a:latin typeface="Arial" panose="020B0604020202020204" pitchFamily="34" charset="0"/>
            </a:endParaRPr>
          </a:p>
        </p:txBody>
      </p:sp>
      <p:sp>
        <p:nvSpPr>
          <p:cNvPr id="98308" name="Rectangle 2"/>
          <p:cNvSpPr>
            <a:spLocks noChangeArrowheads="1"/>
          </p:cNvSpPr>
          <p:nvPr/>
        </p:nvSpPr>
        <p:spPr bwMode="auto">
          <a:xfrm>
            <a:off x="685800" y="1371600"/>
            <a:ext cx="7696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98309" name="Line 3"/>
          <p:cNvSpPr>
            <a:spLocks noChangeShapeType="1"/>
          </p:cNvSpPr>
          <p:nvPr/>
        </p:nvSpPr>
        <p:spPr bwMode="auto">
          <a:xfrm>
            <a:off x="12192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98310" name="Line 4"/>
          <p:cNvSpPr>
            <a:spLocks noChangeShapeType="1"/>
          </p:cNvSpPr>
          <p:nvPr/>
        </p:nvSpPr>
        <p:spPr bwMode="auto">
          <a:xfrm>
            <a:off x="17526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98311" name="Object 2"/>
          <p:cNvGraphicFramePr>
            <a:graphicFrameLocks noChangeAspect="1"/>
          </p:cNvGraphicFramePr>
          <p:nvPr/>
        </p:nvGraphicFramePr>
        <p:xfrm>
          <a:off x="838200" y="1524000"/>
          <a:ext cx="265113" cy="279400"/>
        </p:xfrm>
        <a:graphic>
          <a:graphicData uri="http://schemas.openxmlformats.org/presentationml/2006/ole">
            <mc:AlternateContent xmlns:mc="http://schemas.openxmlformats.org/markup-compatibility/2006">
              <mc:Choice xmlns:v="urn:schemas-microsoft-com:vml" Requires="v">
                <p:oleObj spid="_x0000_s98332" name="Equation" r:id="rId4" imgW="266584" imgH="279279" progId="Equation.3">
                  <p:embed/>
                </p:oleObj>
              </mc:Choice>
              <mc:Fallback>
                <p:oleObj name="Equation" r:id="rId4" imgW="266584" imgH="27927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15240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8312" name="Line 6"/>
          <p:cNvSpPr>
            <a:spLocks noChangeShapeType="1"/>
          </p:cNvSpPr>
          <p:nvPr/>
        </p:nvSpPr>
        <p:spPr bwMode="auto">
          <a:xfrm>
            <a:off x="914400" y="914400"/>
            <a:ext cx="0" cy="457200"/>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98313" name="Oval 7"/>
          <p:cNvSpPr>
            <a:spLocks noChangeArrowheads="1"/>
          </p:cNvSpPr>
          <p:nvPr/>
        </p:nvSpPr>
        <p:spPr bwMode="auto">
          <a:xfrm>
            <a:off x="3505200" y="28194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98314" name="Oval 8"/>
          <p:cNvSpPr>
            <a:spLocks noChangeArrowheads="1"/>
          </p:cNvSpPr>
          <p:nvPr/>
        </p:nvSpPr>
        <p:spPr bwMode="auto">
          <a:xfrm>
            <a:off x="1600200" y="40386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98315" name="Oval 9"/>
          <p:cNvSpPr>
            <a:spLocks noChangeArrowheads="1"/>
          </p:cNvSpPr>
          <p:nvPr/>
        </p:nvSpPr>
        <p:spPr bwMode="auto">
          <a:xfrm>
            <a:off x="3505200" y="4953000"/>
            <a:ext cx="685800" cy="685800"/>
          </a:xfrm>
          <a:prstGeom prst="ellipse">
            <a:avLst/>
          </a:prstGeom>
          <a:solidFill>
            <a:srgbClr val="FF0000">
              <a:alpha val="50195"/>
            </a:srgbClr>
          </a:solidFill>
          <a:ln w="38100">
            <a:solidFill>
              <a:srgbClr val="FF0000"/>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98316" name="Line 10"/>
          <p:cNvSpPr>
            <a:spLocks noChangeShapeType="1"/>
          </p:cNvSpPr>
          <p:nvPr/>
        </p:nvSpPr>
        <p:spPr bwMode="auto">
          <a:xfrm flipV="1">
            <a:off x="2209800" y="3276600"/>
            <a:ext cx="1295400" cy="9144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sp>
        <p:nvSpPr>
          <p:cNvPr id="98317" name="Line 11"/>
          <p:cNvSpPr>
            <a:spLocks noChangeShapeType="1"/>
          </p:cNvSpPr>
          <p:nvPr/>
        </p:nvSpPr>
        <p:spPr bwMode="auto">
          <a:xfrm>
            <a:off x="2211388" y="4567238"/>
            <a:ext cx="1298575" cy="685800"/>
          </a:xfrm>
          <a:prstGeom prst="line">
            <a:avLst/>
          </a:prstGeom>
          <a:noFill/>
          <a:ln w="38100">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sp>
        <p:nvSpPr>
          <p:cNvPr id="98318" name="Line 12"/>
          <p:cNvSpPr>
            <a:spLocks noChangeShapeType="1"/>
          </p:cNvSpPr>
          <p:nvPr/>
        </p:nvSpPr>
        <p:spPr bwMode="auto">
          <a:xfrm>
            <a:off x="1066800" y="4419600"/>
            <a:ext cx="533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graphicFrame>
        <p:nvGraphicFramePr>
          <p:cNvPr id="98319" name="Object 3"/>
          <p:cNvGraphicFramePr>
            <a:graphicFrameLocks noChangeAspect="1"/>
          </p:cNvGraphicFramePr>
          <p:nvPr/>
        </p:nvGraphicFramePr>
        <p:xfrm>
          <a:off x="1371600" y="1524000"/>
          <a:ext cx="265113" cy="279400"/>
        </p:xfrm>
        <a:graphic>
          <a:graphicData uri="http://schemas.openxmlformats.org/presentationml/2006/ole">
            <mc:AlternateContent xmlns:mc="http://schemas.openxmlformats.org/markup-compatibility/2006">
              <mc:Choice xmlns:v="urn:schemas-microsoft-com:vml" Requires="v">
                <p:oleObj spid="_x0000_s98333" name="Equation" r:id="rId6" imgW="266584" imgH="279279" progId="Equation.3">
                  <p:embed/>
                </p:oleObj>
              </mc:Choice>
              <mc:Fallback>
                <p:oleObj name="Equation" r:id="rId6" imgW="266584" imgH="279279"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1600" y="15240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8320" name="Oval 14"/>
          <p:cNvSpPr>
            <a:spLocks noChangeArrowheads="1"/>
          </p:cNvSpPr>
          <p:nvPr/>
        </p:nvSpPr>
        <p:spPr bwMode="auto">
          <a:xfrm>
            <a:off x="5410200" y="28194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98321" name="Line 15"/>
          <p:cNvSpPr>
            <a:spLocks noChangeShapeType="1"/>
          </p:cNvSpPr>
          <p:nvPr/>
        </p:nvSpPr>
        <p:spPr bwMode="auto">
          <a:xfrm>
            <a:off x="4191000" y="3200400"/>
            <a:ext cx="1066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graphicFrame>
        <p:nvGraphicFramePr>
          <p:cNvPr id="98322" name="Object 4"/>
          <p:cNvGraphicFramePr>
            <a:graphicFrameLocks noChangeAspect="1"/>
          </p:cNvGraphicFramePr>
          <p:nvPr/>
        </p:nvGraphicFramePr>
        <p:xfrm>
          <a:off x="1676400" y="4038600"/>
          <a:ext cx="482600" cy="584200"/>
        </p:xfrm>
        <a:graphic>
          <a:graphicData uri="http://schemas.openxmlformats.org/presentationml/2006/ole">
            <mc:AlternateContent xmlns:mc="http://schemas.openxmlformats.org/markup-compatibility/2006">
              <mc:Choice xmlns:v="urn:schemas-microsoft-com:vml" Requires="v">
                <p:oleObj spid="_x0000_s98334" name="Equation" r:id="rId7" imgW="482391" imgH="583947" progId="Equation.3">
                  <p:embed/>
                </p:oleObj>
              </mc:Choice>
              <mc:Fallback>
                <p:oleObj name="Equation" r:id="rId7" imgW="482391" imgH="583947"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76400" y="4038600"/>
                        <a:ext cx="482600"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8323" name="Object 5"/>
          <p:cNvGraphicFramePr>
            <a:graphicFrameLocks noChangeAspect="1"/>
          </p:cNvGraphicFramePr>
          <p:nvPr/>
        </p:nvGraphicFramePr>
        <p:xfrm>
          <a:off x="3657600" y="2819400"/>
          <a:ext cx="406400" cy="571500"/>
        </p:xfrm>
        <a:graphic>
          <a:graphicData uri="http://schemas.openxmlformats.org/presentationml/2006/ole">
            <mc:AlternateContent xmlns:mc="http://schemas.openxmlformats.org/markup-compatibility/2006">
              <mc:Choice xmlns:v="urn:schemas-microsoft-com:vml" Requires="v">
                <p:oleObj spid="_x0000_s98335" name="Equation" r:id="rId9" imgW="406224" imgH="571252" progId="Equation.3">
                  <p:embed/>
                </p:oleObj>
              </mc:Choice>
              <mc:Fallback>
                <p:oleObj name="Equation" r:id="rId9" imgW="406224" imgH="571252"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57600" y="2819400"/>
                        <a:ext cx="4064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8324" name="Oval 18"/>
          <p:cNvSpPr>
            <a:spLocks noChangeArrowheads="1"/>
          </p:cNvSpPr>
          <p:nvPr/>
        </p:nvSpPr>
        <p:spPr bwMode="auto">
          <a:xfrm>
            <a:off x="5257800" y="2667000"/>
            <a:ext cx="990600" cy="990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aphicFrame>
        <p:nvGraphicFramePr>
          <p:cNvPr id="98325" name="Object 6"/>
          <p:cNvGraphicFramePr>
            <a:graphicFrameLocks noChangeAspect="1"/>
          </p:cNvGraphicFramePr>
          <p:nvPr/>
        </p:nvGraphicFramePr>
        <p:xfrm>
          <a:off x="5486400" y="2819400"/>
          <a:ext cx="482600" cy="571500"/>
        </p:xfrm>
        <a:graphic>
          <a:graphicData uri="http://schemas.openxmlformats.org/presentationml/2006/ole">
            <mc:AlternateContent xmlns:mc="http://schemas.openxmlformats.org/markup-compatibility/2006">
              <mc:Choice xmlns:v="urn:schemas-microsoft-com:vml" Requires="v">
                <p:oleObj spid="_x0000_s98336" name="Equation" r:id="rId11" imgW="482391" imgH="571252" progId="Equation.3">
                  <p:embed/>
                </p:oleObj>
              </mc:Choice>
              <mc:Fallback>
                <p:oleObj name="Equation" r:id="rId11" imgW="482391" imgH="571252"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486400" y="2819400"/>
                        <a:ext cx="4826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8326" name="Object 7"/>
          <p:cNvGraphicFramePr>
            <a:graphicFrameLocks noChangeAspect="1"/>
          </p:cNvGraphicFramePr>
          <p:nvPr/>
        </p:nvGraphicFramePr>
        <p:xfrm>
          <a:off x="2667000" y="3429000"/>
          <a:ext cx="265113" cy="279400"/>
        </p:xfrm>
        <a:graphic>
          <a:graphicData uri="http://schemas.openxmlformats.org/presentationml/2006/ole">
            <mc:AlternateContent xmlns:mc="http://schemas.openxmlformats.org/markup-compatibility/2006">
              <mc:Choice xmlns:v="urn:schemas-microsoft-com:vml" Requires="v">
                <p:oleObj spid="_x0000_s98337" name="Equation" r:id="rId13" imgW="266584" imgH="279279" progId="Equation.3">
                  <p:embed/>
                </p:oleObj>
              </mc:Choice>
              <mc:Fallback>
                <p:oleObj name="Equation" r:id="rId13" imgW="266584" imgH="279279"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67000" y="34290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8327" name="Object 8"/>
          <p:cNvGraphicFramePr>
            <a:graphicFrameLocks noChangeAspect="1"/>
          </p:cNvGraphicFramePr>
          <p:nvPr/>
        </p:nvGraphicFramePr>
        <p:xfrm>
          <a:off x="2667000" y="4495800"/>
          <a:ext cx="265113" cy="279400"/>
        </p:xfrm>
        <a:graphic>
          <a:graphicData uri="http://schemas.openxmlformats.org/presentationml/2006/ole">
            <mc:AlternateContent xmlns:mc="http://schemas.openxmlformats.org/markup-compatibility/2006">
              <mc:Choice xmlns:v="urn:schemas-microsoft-com:vml" Requires="v">
                <p:oleObj spid="_x0000_s98338" name="Equation" r:id="rId14" imgW="266584" imgH="279279" progId="Equation.3">
                  <p:embed/>
                </p:oleObj>
              </mc:Choice>
              <mc:Fallback>
                <p:oleObj name="Equation" r:id="rId14" imgW="266584" imgH="279279"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67000" y="44958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8328" name="Text Box 23"/>
          <p:cNvSpPr txBox="1">
            <a:spLocks noChangeArrowheads="1"/>
          </p:cNvSpPr>
          <p:nvPr/>
        </p:nvSpPr>
        <p:spPr bwMode="auto">
          <a:xfrm>
            <a:off x="3048000" y="376238"/>
            <a:ext cx="24066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2400" b="1">
                <a:latin typeface="Arial" panose="020B0604020202020204" pitchFamily="34" charset="0"/>
                <a:cs typeface="Arial" panose="020B0604020202020204" pitchFamily="34" charset="0"/>
              </a:rPr>
              <a:t>Second Choice</a:t>
            </a:r>
          </a:p>
        </p:txBody>
      </p:sp>
      <p:graphicFrame>
        <p:nvGraphicFramePr>
          <p:cNvPr id="98329" name="Object 9"/>
          <p:cNvGraphicFramePr>
            <a:graphicFrameLocks noChangeAspect="1"/>
          </p:cNvGraphicFramePr>
          <p:nvPr/>
        </p:nvGraphicFramePr>
        <p:xfrm>
          <a:off x="4572000" y="2895600"/>
          <a:ext cx="265113" cy="279400"/>
        </p:xfrm>
        <a:graphic>
          <a:graphicData uri="http://schemas.openxmlformats.org/presentationml/2006/ole">
            <mc:AlternateContent xmlns:mc="http://schemas.openxmlformats.org/markup-compatibility/2006">
              <mc:Choice xmlns:v="urn:schemas-microsoft-com:vml" Requires="v">
                <p:oleObj spid="_x0000_s98339" name="Equation" r:id="rId15" imgW="266584" imgH="279279" progId="Equation.3">
                  <p:embed/>
                </p:oleObj>
              </mc:Choice>
              <mc:Fallback>
                <p:oleObj name="Equation" r:id="rId15" imgW="266584" imgH="279279" progId="Equation.3">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28956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8330" name="Line 25"/>
          <p:cNvSpPr>
            <a:spLocks noChangeShapeType="1"/>
          </p:cNvSpPr>
          <p:nvPr/>
        </p:nvSpPr>
        <p:spPr bwMode="auto">
          <a:xfrm>
            <a:off x="3429000" y="5791200"/>
            <a:ext cx="914400" cy="0"/>
          </a:xfrm>
          <a:prstGeom prst="line">
            <a:avLst/>
          </a:prstGeom>
          <a:noFill/>
          <a:ln w="6350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98331" name="Object 10"/>
          <p:cNvGraphicFramePr>
            <a:graphicFrameLocks noChangeAspect="1"/>
          </p:cNvGraphicFramePr>
          <p:nvPr/>
        </p:nvGraphicFramePr>
        <p:xfrm>
          <a:off x="3657600" y="4953000"/>
          <a:ext cx="457200" cy="584200"/>
        </p:xfrm>
        <a:graphic>
          <a:graphicData uri="http://schemas.openxmlformats.org/presentationml/2006/ole">
            <mc:AlternateContent xmlns:mc="http://schemas.openxmlformats.org/markup-compatibility/2006">
              <mc:Choice xmlns:v="urn:schemas-microsoft-com:vml" Requires="v">
                <p:oleObj spid="_x0000_s98340" name="Equation" r:id="rId16" imgW="457002" imgH="583947" progId="Equation.3">
                  <p:embed/>
                </p:oleObj>
              </mc:Choice>
              <mc:Fallback>
                <p:oleObj name="Equation" r:id="rId16" imgW="457002" imgH="583947" progId="Equation.3">
                  <p:embed/>
                  <p:pic>
                    <p:nvPicPr>
                      <p:cNvPr id="0" name="Object 1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657600" y="4953000"/>
                        <a:ext cx="457200"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1"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00355" name="Slide Number Placeholder 28"/>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0E19E80-2FAE-4379-96BE-268E41EC02A6}" type="slidenum">
              <a:rPr lang="en-US" altLang="en-US" sz="1200">
                <a:solidFill>
                  <a:srgbClr val="898989"/>
                </a:solidFill>
                <a:latin typeface="Arial" panose="020B0604020202020204" pitchFamily="34" charset="0"/>
              </a:rPr>
              <a:pPr>
                <a:spcBef>
                  <a:spcPct val="0"/>
                </a:spcBef>
                <a:buFontTx/>
                <a:buNone/>
              </a:pPr>
              <a:t>51</a:t>
            </a:fld>
            <a:endParaRPr lang="en-US" altLang="en-US" sz="1200">
              <a:solidFill>
                <a:srgbClr val="898989"/>
              </a:solidFill>
              <a:latin typeface="Arial" panose="020B0604020202020204" pitchFamily="34" charset="0"/>
            </a:endParaRPr>
          </a:p>
        </p:txBody>
      </p:sp>
      <p:sp>
        <p:nvSpPr>
          <p:cNvPr id="100356" name="Rectangle 4"/>
          <p:cNvSpPr>
            <a:spLocks noChangeArrowheads="1"/>
          </p:cNvSpPr>
          <p:nvPr/>
        </p:nvSpPr>
        <p:spPr bwMode="auto">
          <a:xfrm>
            <a:off x="685800" y="1371600"/>
            <a:ext cx="7696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00357" name="Line 5"/>
          <p:cNvSpPr>
            <a:spLocks noChangeShapeType="1"/>
          </p:cNvSpPr>
          <p:nvPr/>
        </p:nvSpPr>
        <p:spPr bwMode="auto">
          <a:xfrm>
            <a:off x="12192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100358" name="Line 6"/>
          <p:cNvSpPr>
            <a:spLocks noChangeShapeType="1"/>
          </p:cNvSpPr>
          <p:nvPr/>
        </p:nvSpPr>
        <p:spPr bwMode="auto">
          <a:xfrm>
            <a:off x="17526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00359" name="Object 2"/>
          <p:cNvGraphicFramePr>
            <a:graphicFrameLocks noChangeAspect="1"/>
          </p:cNvGraphicFramePr>
          <p:nvPr/>
        </p:nvGraphicFramePr>
        <p:xfrm>
          <a:off x="838200" y="1524000"/>
          <a:ext cx="265113" cy="279400"/>
        </p:xfrm>
        <a:graphic>
          <a:graphicData uri="http://schemas.openxmlformats.org/presentationml/2006/ole">
            <mc:AlternateContent xmlns:mc="http://schemas.openxmlformats.org/markup-compatibility/2006">
              <mc:Choice xmlns:v="urn:schemas-microsoft-com:vml" Requires="v">
                <p:oleObj spid="_x0000_s100381" name="Equation" r:id="rId4" imgW="266584" imgH="279279" progId="Equation.3">
                  <p:embed/>
                </p:oleObj>
              </mc:Choice>
              <mc:Fallback>
                <p:oleObj name="Equation" r:id="rId4" imgW="266584" imgH="27927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15240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0360" name="Line 8"/>
          <p:cNvSpPr>
            <a:spLocks noChangeShapeType="1"/>
          </p:cNvSpPr>
          <p:nvPr/>
        </p:nvSpPr>
        <p:spPr bwMode="auto">
          <a:xfrm>
            <a:off x="1447800" y="914400"/>
            <a:ext cx="0" cy="457200"/>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00361" name="Oval 9"/>
          <p:cNvSpPr>
            <a:spLocks noChangeArrowheads="1"/>
          </p:cNvSpPr>
          <p:nvPr/>
        </p:nvSpPr>
        <p:spPr bwMode="auto">
          <a:xfrm>
            <a:off x="3505200" y="28194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00362" name="Oval 10"/>
          <p:cNvSpPr>
            <a:spLocks noChangeArrowheads="1"/>
          </p:cNvSpPr>
          <p:nvPr/>
        </p:nvSpPr>
        <p:spPr bwMode="auto">
          <a:xfrm>
            <a:off x="1600200" y="40386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00363" name="Oval 11"/>
          <p:cNvSpPr>
            <a:spLocks noChangeArrowheads="1"/>
          </p:cNvSpPr>
          <p:nvPr/>
        </p:nvSpPr>
        <p:spPr bwMode="auto">
          <a:xfrm>
            <a:off x="3505200" y="4953000"/>
            <a:ext cx="685800" cy="685800"/>
          </a:xfrm>
          <a:prstGeom prst="ellipse">
            <a:avLst/>
          </a:prstGeom>
          <a:solidFill>
            <a:srgbClr val="FF0000">
              <a:alpha val="50195"/>
            </a:srgbClr>
          </a:solidFill>
          <a:ln w="38100">
            <a:solidFill>
              <a:srgbClr val="FF0000"/>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00364" name="Line 12"/>
          <p:cNvSpPr>
            <a:spLocks noChangeShapeType="1"/>
          </p:cNvSpPr>
          <p:nvPr/>
        </p:nvSpPr>
        <p:spPr bwMode="auto">
          <a:xfrm flipV="1">
            <a:off x="2209800" y="3276600"/>
            <a:ext cx="1295400" cy="9144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sp>
        <p:nvSpPr>
          <p:cNvPr id="100365" name="Line 13"/>
          <p:cNvSpPr>
            <a:spLocks noChangeShapeType="1"/>
          </p:cNvSpPr>
          <p:nvPr/>
        </p:nvSpPr>
        <p:spPr bwMode="auto">
          <a:xfrm>
            <a:off x="2211388" y="4567238"/>
            <a:ext cx="1298575" cy="685800"/>
          </a:xfrm>
          <a:prstGeom prst="line">
            <a:avLst/>
          </a:prstGeom>
          <a:noFill/>
          <a:ln w="38100">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sp>
        <p:nvSpPr>
          <p:cNvPr id="100366" name="Line 14"/>
          <p:cNvSpPr>
            <a:spLocks noChangeShapeType="1"/>
          </p:cNvSpPr>
          <p:nvPr/>
        </p:nvSpPr>
        <p:spPr bwMode="auto">
          <a:xfrm>
            <a:off x="1066800" y="4419600"/>
            <a:ext cx="533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graphicFrame>
        <p:nvGraphicFramePr>
          <p:cNvPr id="100367" name="Object 3"/>
          <p:cNvGraphicFramePr>
            <a:graphicFrameLocks noChangeAspect="1"/>
          </p:cNvGraphicFramePr>
          <p:nvPr/>
        </p:nvGraphicFramePr>
        <p:xfrm>
          <a:off x="1371600" y="1524000"/>
          <a:ext cx="265113" cy="279400"/>
        </p:xfrm>
        <a:graphic>
          <a:graphicData uri="http://schemas.openxmlformats.org/presentationml/2006/ole">
            <mc:AlternateContent xmlns:mc="http://schemas.openxmlformats.org/markup-compatibility/2006">
              <mc:Choice xmlns:v="urn:schemas-microsoft-com:vml" Requires="v">
                <p:oleObj spid="_x0000_s100382" name="Equation" r:id="rId6" imgW="266584" imgH="279279" progId="Equation.3">
                  <p:embed/>
                </p:oleObj>
              </mc:Choice>
              <mc:Fallback>
                <p:oleObj name="Equation" r:id="rId6" imgW="266584" imgH="279279"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1600" y="15240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0368" name="Oval 16"/>
          <p:cNvSpPr>
            <a:spLocks noChangeArrowheads="1"/>
          </p:cNvSpPr>
          <p:nvPr/>
        </p:nvSpPr>
        <p:spPr bwMode="auto">
          <a:xfrm>
            <a:off x="5410200" y="28194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00369" name="Line 17"/>
          <p:cNvSpPr>
            <a:spLocks noChangeShapeType="1"/>
          </p:cNvSpPr>
          <p:nvPr/>
        </p:nvSpPr>
        <p:spPr bwMode="auto">
          <a:xfrm>
            <a:off x="4191000" y="3200400"/>
            <a:ext cx="1066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graphicFrame>
        <p:nvGraphicFramePr>
          <p:cNvPr id="100370" name="Object 4"/>
          <p:cNvGraphicFramePr>
            <a:graphicFrameLocks noChangeAspect="1"/>
          </p:cNvGraphicFramePr>
          <p:nvPr/>
        </p:nvGraphicFramePr>
        <p:xfrm>
          <a:off x="1676400" y="4038600"/>
          <a:ext cx="482600" cy="584200"/>
        </p:xfrm>
        <a:graphic>
          <a:graphicData uri="http://schemas.openxmlformats.org/presentationml/2006/ole">
            <mc:AlternateContent xmlns:mc="http://schemas.openxmlformats.org/markup-compatibility/2006">
              <mc:Choice xmlns:v="urn:schemas-microsoft-com:vml" Requires="v">
                <p:oleObj spid="_x0000_s100383" name="Equation" r:id="rId7" imgW="482391" imgH="583947" progId="Equation.3">
                  <p:embed/>
                </p:oleObj>
              </mc:Choice>
              <mc:Fallback>
                <p:oleObj name="Equation" r:id="rId7" imgW="482391" imgH="583947"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76400" y="4038600"/>
                        <a:ext cx="482600"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371" name="Object 5"/>
          <p:cNvGraphicFramePr>
            <a:graphicFrameLocks noChangeAspect="1"/>
          </p:cNvGraphicFramePr>
          <p:nvPr/>
        </p:nvGraphicFramePr>
        <p:xfrm>
          <a:off x="3657600" y="2819400"/>
          <a:ext cx="406400" cy="571500"/>
        </p:xfrm>
        <a:graphic>
          <a:graphicData uri="http://schemas.openxmlformats.org/presentationml/2006/ole">
            <mc:AlternateContent xmlns:mc="http://schemas.openxmlformats.org/markup-compatibility/2006">
              <mc:Choice xmlns:v="urn:schemas-microsoft-com:vml" Requires="v">
                <p:oleObj spid="_x0000_s100384" name="Equation" r:id="rId9" imgW="406224" imgH="571252" progId="Equation.3">
                  <p:embed/>
                </p:oleObj>
              </mc:Choice>
              <mc:Fallback>
                <p:oleObj name="Equation" r:id="rId9" imgW="406224" imgH="571252"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57600" y="2819400"/>
                        <a:ext cx="4064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0372" name="Oval 20"/>
          <p:cNvSpPr>
            <a:spLocks noChangeArrowheads="1"/>
          </p:cNvSpPr>
          <p:nvPr/>
        </p:nvSpPr>
        <p:spPr bwMode="auto">
          <a:xfrm>
            <a:off x="5257800" y="2667000"/>
            <a:ext cx="990600" cy="990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aphicFrame>
        <p:nvGraphicFramePr>
          <p:cNvPr id="100373" name="Object 6"/>
          <p:cNvGraphicFramePr>
            <a:graphicFrameLocks noChangeAspect="1"/>
          </p:cNvGraphicFramePr>
          <p:nvPr/>
        </p:nvGraphicFramePr>
        <p:xfrm>
          <a:off x="5486400" y="2819400"/>
          <a:ext cx="482600" cy="571500"/>
        </p:xfrm>
        <a:graphic>
          <a:graphicData uri="http://schemas.openxmlformats.org/presentationml/2006/ole">
            <mc:AlternateContent xmlns:mc="http://schemas.openxmlformats.org/markup-compatibility/2006">
              <mc:Choice xmlns:v="urn:schemas-microsoft-com:vml" Requires="v">
                <p:oleObj spid="_x0000_s100385" name="Equation" r:id="rId11" imgW="482391" imgH="571252" progId="Equation.3">
                  <p:embed/>
                </p:oleObj>
              </mc:Choice>
              <mc:Fallback>
                <p:oleObj name="Equation" r:id="rId11" imgW="482391" imgH="571252"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486400" y="2819400"/>
                        <a:ext cx="4826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374" name="Object 7"/>
          <p:cNvGraphicFramePr>
            <a:graphicFrameLocks noChangeAspect="1"/>
          </p:cNvGraphicFramePr>
          <p:nvPr/>
        </p:nvGraphicFramePr>
        <p:xfrm>
          <a:off x="2667000" y="3429000"/>
          <a:ext cx="265113" cy="279400"/>
        </p:xfrm>
        <a:graphic>
          <a:graphicData uri="http://schemas.openxmlformats.org/presentationml/2006/ole">
            <mc:AlternateContent xmlns:mc="http://schemas.openxmlformats.org/markup-compatibility/2006">
              <mc:Choice xmlns:v="urn:schemas-microsoft-com:vml" Requires="v">
                <p:oleObj spid="_x0000_s100386" name="Equation" r:id="rId13" imgW="266584" imgH="279279" progId="Equation.3">
                  <p:embed/>
                </p:oleObj>
              </mc:Choice>
              <mc:Fallback>
                <p:oleObj name="Equation" r:id="rId13" imgW="266584" imgH="279279"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67000" y="34290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375" name="Object 8"/>
          <p:cNvGraphicFramePr>
            <a:graphicFrameLocks noChangeAspect="1"/>
          </p:cNvGraphicFramePr>
          <p:nvPr/>
        </p:nvGraphicFramePr>
        <p:xfrm>
          <a:off x="2667000" y="4495800"/>
          <a:ext cx="265113" cy="279400"/>
        </p:xfrm>
        <a:graphic>
          <a:graphicData uri="http://schemas.openxmlformats.org/presentationml/2006/ole">
            <mc:AlternateContent xmlns:mc="http://schemas.openxmlformats.org/markup-compatibility/2006">
              <mc:Choice xmlns:v="urn:schemas-microsoft-com:vml" Requires="v">
                <p:oleObj spid="_x0000_s100387" name="Equation" r:id="rId14" imgW="266584" imgH="279279" progId="Equation.3">
                  <p:embed/>
                </p:oleObj>
              </mc:Choice>
              <mc:Fallback>
                <p:oleObj name="Equation" r:id="rId14" imgW="266584" imgH="279279"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67000" y="44958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376" name="Object 9"/>
          <p:cNvGraphicFramePr>
            <a:graphicFrameLocks noChangeAspect="1"/>
          </p:cNvGraphicFramePr>
          <p:nvPr/>
        </p:nvGraphicFramePr>
        <p:xfrm>
          <a:off x="4572000" y="2895600"/>
          <a:ext cx="265113" cy="279400"/>
        </p:xfrm>
        <a:graphic>
          <a:graphicData uri="http://schemas.openxmlformats.org/presentationml/2006/ole">
            <mc:AlternateContent xmlns:mc="http://schemas.openxmlformats.org/markup-compatibility/2006">
              <mc:Choice xmlns:v="urn:schemas-microsoft-com:vml" Requires="v">
                <p:oleObj spid="_x0000_s100388" name="Equation" r:id="rId15" imgW="266584" imgH="279279" progId="Equation.3">
                  <p:embed/>
                </p:oleObj>
              </mc:Choice>
              <mc:Fallback>
                <p:oleObj name="Equation" r:id="rId15" imgW="266584" imgH="279279" progId="Equation.3">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28956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0377" name="Line 25"/>
          <p:cNvSpPr>
            <a:spLocks noChangeShapeType="1"/>
          </p:cNvSpPr>
          <p:nvPr/>
        </p:nvSpPr>
        <p:spPr bwMode="auto">
          <a:xfrm>
            <a:off x="3429000" y="5791200"/>
            <a:ext cx="914400" cy="0"/>
          </a:xfrm>
          <a:prstGeom prst="line">
            <a:avLst/>
          </a:prstGeom>
          <a:noFill/>
          <a:ln w="6350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00378" name="Object 10"/>
          <p:cNvGraphicFramePr>
            <a:graphicFrameLocks noChangeAspect="1"/>
          </p:cNvGraphicFramePr>
          <p:nvPr/>
        </p:nvGraphicFramePr>
        <p:xfrm>
          <a:off x="3657600" y="4953000"/>
          <a:ext cx="457200" cy="584200"/>
        </p:xfrm>
        <a:graphic>
          <a:graphicData uri="http://schemas.openxmlformats.org/presentationml/2006/ole">
            <mc:AlternateContent xmlns:mc="http://schemas.openxmlformats.org/markup-compatibility/2006">
              <mc:Choice xmlns:v="urn:schemas-microsoft-com:vml" Requires="v">
                <p:oleObj spid="_x0000_s100389" name="Equation" r:id="rId16" imgW="457002" imgH="583947" progId="Equation.3">
                  <p:embed/>
                </p:oleObj>
              </mc:Choice>
              <mc:Fallback>
                <p:oleObj name="Equation" r:id="rId16" imgW="457002" imgH="583947" progId="Equation.3">
                  <p:embed/>
                  <p:pic>
                    <p:nvPicPr>
                      <p:cNvPr id="0" name="Object 1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657600" y="4953000"/>
                        <a:ext cx="457200"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0379" name="Text Box 27"/>
          <p:cNvSpPr txBox="1">
            <a:spLocks noChangeArrowheads="1"/>
          </p:cNvSpPr>
          <p:nvPr/>
        </p:nvSpPr>
        <p:spPr bwMode="auto">
          <a:xfrm>
            <a:off x="3048000" y="514350"/>
            <a:ext cx="20399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2000" b="1">
                <a:latin typeface="Arial" panose="020B0604020202020204" pitchFamily="34" charset="0"/>
                <a:cs typeface="Arial" panose="020B0604020202020204" pitchFamily="34" charset="0"/>
              </a:rPr>
              <a:t>Second Choice</a:t>
            </a:r>
          </a:p>
        </p:txBody>
      </p:sp>
      <p:sp>
        <p:nvSpPr>
          <p:cNvPr id="100380" name="Text Box 28"/>
          <p:cNvSpPr txBox="1">
            <a:spLocks noChangeArrowheads="1"/>
          </p:cNvSpPr>
          <p:nvPr/>
        </p:nvSpPr>
        <p:spPr bwMode="auto">
          <a:xfrm>
            <a:off x="4632325" y="4673600"/>
            <a:ext cx="4116388" cy="1163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1800" b="1">
                <a:latin typeface="Arial" panose="020B0604020202020204" pitchFamily="34" charset="0"/>
                <a:cs typeface="Arial" panose="020B0604020202020204" pitchFamily="34" charset="0"/>
              </a:rPr>
              <a:t>No transition:</a:t>
            </a:r>
          </a:p>
          <a:p>
            <a:pPr>
              <a:spcBef>
                <a:spcPct val="0"/>
              </a:spcBef>
              <a:buFontTx/>
              <a:buNone/>
            </a:pPr>
            <a:r>
              <a:rPr lang="en-US" altLang="en-GB" sz="1800" b="1">
                <a:latin typeface="Arial" panose="020B0604020202020204" pitchFamily="34" charset="0"/>
                <a:cs typeface="Arial" panose="020B0604020202020204" pitchFamily="34" charset="0"/>
              </a:rPr>
              <a:t>the automaton hangs</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5"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02403" name="Slide Number Placeholder 28"/>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A6D869A-25A5-4CE4-94FF-D77D73840E5B}" type="slidenum">
              <a:rPr lang="en-US" altLang="en-US" sz="1200">
                <a:solidFill>
                  <a:srgbClr val="898989"/>
                </a:solidFill>
                <a:latin typeface="Arial" panose="020B0604020202020204" pitchFamily="34" charset="0"/>
              </a:rPr>
              <a:pPr>
                <a:spcBef>
                  <a:spcPct val="0"/>
                </a:spcBef>
                <a:buFontTx/>
                <a:buNone/>
              </a:pPr>
              <a:t>52</a:t>
            </a:fld>
            <a:endParaRPr lang="en-US" altLang="en-US" sz="1200">
              <a:solidFill>
                <a:srgbClr val="898989"/>
              </a:solidFill>
              <a:latin typeface="Arial" panose="020B0604020202020204" pitchFamily="34" charset="0"/>
            </a:endParaRPr>
          </a:p>
        </p:txBody>
      </p:sp>
      <p:sp>
        <p:nvSpPr>
          <p:cNvPr id="102404" name="Rectangle 2"/>
          <p:cNvSpPr>
            <a:spLocks noChangeArrowheads="1"/>
          </p:cNvSpPr>
          <p:nvPr/>
        </p:nvSpPr>
        <p:spPr bwMode="auto">
          <a:xfrm>
            <a:off x="685800" y="1371600"/>
            <a:ext cx="7696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02405" name="Line 3"/>
          <p:cNvSpPr>
            <a:spLocks noChangeShapeType="1"/>
          </p:cNvSpPr>
          <p:nvPr/>
        </p:nvSpPr>
        <p:spPr bwMode="auto">
          <a:xfrm>
            <a:off x="12192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102406" name="Line 4"/>
          <p:cNvSpPr>
            <a:spLocks noChangeShapeType="1"/>
          </p:cNvSpPr>
          <p:nvPr/>
        </p:nvSpPr>
        <p:spPr bwMode="auto">
          <a:xfrm>
            <a:off x="17526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02407" name="Object 2"/>
          <p:cNvGraphicFramePr>
            <a:graphicFrameLocks noChangeAspect="1"/>
          </p:cNvGraphicFramePr>
          <p:nvPr/>
        </p:nvGraphicFramePr>
        <p:xfrm>
          <a:off x="838200" y="1524000"/>
          <a:ext cx="265113" cy="279400"/>
        </p:xfrm>
        <a:graphic>
          <a:graphicData uri="http://schemas.openxmlformats.org/presentationml/2006/ole">
            <mc:AlternateContent xmlns:mc="http://schemas.openxmlformats.org/markup-compatibility/2006">
              <mc:Choice xmlns:v="urn:schemas-microsoft-com:vml" Requires="v">
                <p:oleObj spid="_x0000_s102429" name="Equation" r:id="rId4" imgW="266584" imgH="279279" progId="Equation.3">
                  <p:embed/>
                </p:oleObj>
              </mc:Choice>
              <mc:Fallback>
                <p:oleObj name="Equation" r:id="rId4" imgW="266584" imgH="27927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15240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408" name="Line 6"/>
          <p:cNvSpPr>
            <a:spLocks noChangeShapeType="1"/>
          </p:cNvSpPr>
          <p:nvPr/>
        </p:nvSpPr>
        <p:spPr bwMode="auto">
          <a:xfrm>
            <a:off x="1447800" y="914400"/>
            <a:ext cx="0" cy="457200"/>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02409" name="Oval 7"/>
          <p:cNvSpPr>
            <a:spLocks noChangeArrowheads="1"/>
          </p:cNvSpPr>
          <p:nvPr/>
        </p:nvSpPr>
        <p:spPr bwMode="auto">
          <a:xfrm>
            <a:off x="3505200" y="28194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02410" name="Oval 8"/>
          <p:cNvSpPr>
            <a:spLocks noChangeArrowheads="1"/>
          </p:cNvSpPr>
          <p:nvPr/>
        </p:nvSpPr>
        <p:spPr bwMode="auto">
          <a:xfrm>
            <a:off x="1600200" y="40386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02411" name="Oval 9"/>
          <p:cNvSpPr>
            <a:spLocks noChangeArrowheads="1"/>
          </p:cNvSpPr>
          <p:nvPr/>
        </p:nvSpPr>
        <p:spPr bwMode="auto">
          <a:xfrm>
            <a:off x="3505200" y="4953000"/>
            <a:ext cx="685800" cy="685800"/>
          </a:xfrm>
          <a:prstGeom prst="ellipse">
            <a:avLst/>
          </a:prstGeom>
          <a:solidFill>
            <a:srgbClr val="FF0000">
              <a:alpha val="50195"/>
            </a:srgbClr>
          </a:solidFill>
          <a:ln w="38100">
            <a:solidFill>
              <a:srgbClr val="FF0000"/>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02412" name="Line 10"/>
          <p:cNvSpPr>
            <a:spLocks noChangeShapeType="1"/>
          </p:cNvSpPr>
          <p:nvPr/>
        </p:nvSpPr>
        <p:spPr bwMode="auto">
          <a:xfrm flipV="1">
            <a:off x="2209800" y="3276600"/>
            <a:ext cx="1295400" cy="9144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sp>
        <p:nvSpPr>
          <p:cNvPr id="102413" name="Line 11"/>
          <p:cNvSpPr>
            <a:spLocks noChangeShapeType="1"/>
          </p:cNvSpPr>
          <p:nvPr/>
        </p:nvSpPr>
        <p:spPr bwMode="auto">
          <a:xfrm>
            <a:off x="2211388" y="4567238"/>
            <a:ext cx="1298575" cy="685800"/>
          </a:xfrm>
          <a:prstGeom prst="line">
            <a:avLst/>
          </a:prstGeom>
          <a:noFill/>
          <a:ln w="38100">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sp>
        <p:nvSpPr>
          <p:cNvPr id="102414" name="Line 12"/>
          <p:cNvSpPr>
            <a:spLocks noChangeShapeType="1"/>
          </p:cNvSpPr>
          <p:nvPr/>
        </p:nvSpPr>
        <p:spPr bwMode="auto">
          <a:xfrm>
            <a:off x="1066800" y="4419600"/>
            <a:ext cx="533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graphicFrame>
        <p:nvGraphicFramePr>
          <p:cNvPr id="102415" name="Object 3"/>
          <p:cNvGraphicFramePr>
            <a:graphicFrameLocks noChangeAspect="1"/>
          </p:cNvGraphicFramePr>
          <p:nvPr/>
        </p:nvGraphicFramePr>
        <p:xfrm>
          <a:off x="1371600" y="1524000"/>
          <a:ext cx="265113" cy="279400"/>
        </p:xfrm>
        <a:graphic>
          <a:graphicData uri="http://schemas.openxmlformats.org/presentationml/2006/ole">
            <mc:AlternateContent xmlns:mc="http://schemas.openxmlformats.org/markup-compatibility/2006">
              <mc:Choice xmlns:v="urn:schemas-microsoft-com:vml" Requires="v">
                <p:oleObj spid="_x0000_s102430" name="Equation" r:id="rId6" imgW="266584" imgH="279279" progId="Equation.3">
                  <p:embed/>
                </p:oleObj>
              </mc:Choice>
              <mc:Fallback>
                <p:oleObj name="Equation" r:id="rId6" imgW="266584" imgH="279279"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1600" y="15240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416" name="Oval 14"/>
          <p:cNvSpPr>
            <a:spLocks noChangeArrowheads="1"/>
          </p:cNvSpPr>
          <p:nvPr/>
        </p:nvSpPr>
        <p:spPr bwMode="auto">
          <a:xfrm>
            <a:off x="5410200" y="28194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02417" name="Line 15"/>
          <p:cNvSpPr>
            <a:spLocks noChangeShapeType="1"/>
          </p:cNvSpPr>
          <p:nvPr/>
        </p:nvSpPr>
        <p:spPr bwMode="auto">
          <a:xfrm>
            <a:off x="4191000" y="3200400"/>
            <a:ext cx="1066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graphicFrame>
        <p:nvGraphicFramePr>
          <p:cNvPr id="102418" name="Object 4"/>
          <p:cNvGraphicFramePr>
            <a:graphicFrameLocks noChangeAspect="1"/>
          </p:cNvGraphicFramePr>
          <p:nvPr/>
        </p:nvGraphicFramePr>
        <p:xfrm>
          <a:off x="1676400" y="4038600"/>
          <a:ext cx="482600" cy="584200"/>
        </p:xfrm>
        <a:graphic>
          <a:graphicData uri="http://schemas.openxmlformats.org/presentationml/2006/ole">
            <mc:AlternateContent xmlns:mc="http://schemas.openxmlformats.org/markup-compatibility/2006">
              <mc:Choice xmlns:v="urn:schemas-microsoft-com:vml" Requires="v">
                <p:oleObj spid="_x0000_s102431" name="Equation" r:id="rId7" imgW="482391" imgH="583947" progId="Equation.3">
                  <p:embed/>
                </p:oleObj>
              </mc:Choice>
              <mc:Fallback>
                <p:oleObj name="Equation" r:id="rId7" imgW="482391" imgH="583947"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76400" y="4038600"/>
                        <a:ext cx="482600"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19" name="Object 5"/>
          <p:cNvGraphicFramePr>
            <a:graphicFrameLocks noChangeAspect="1"/>
          </p:cNvGraphicFramePr>
          <p:nvPr/>
        </p:nvGraphicFramePr>
        <p:xfrm>
          <a:off x="3657600" y="2819400"/>
          <a:ext cx="406400" cy="571500"/>
        </p:xfrm>
        <a:graphic>
          <a:graphicData uri="http://schemas.openxmlformats.org/presentationml/2006/ole">
            <mc:AlternateContent xmlns:mc="http://schemas.openxmlformats.org/markup-compatibility/2006">
              <mc:Choice xmlns:v="urn:schemas-microsoft-com:vml" Requires="v">
                <p:oleObj spid="_x0000_s102432" name="Equation" r:id="rId9" imgW="406224" imgH="571252" progId="Equation.3">
                  <p:embed/>
                </p:oleObj>
              </mc:Choice>
              <mc:Fallback>
                <p:oleObj name="Equation" r:id="rId9" imgW="406224" imgH="571252"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57600" y="2819400"/>
                        <a:ext cx="4064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420" name="Oval 18"/>
          <p:cNvSpPr>
            <a:spLocks noChangeArrowheads="1"/>
          </p:cNvSpPr>
          <p:nvPr/>
        </p:nvSpPr>
        <p:spPr bwMode="auto">
          <a:xfrm>
            <a:off x="5257800" y="2667000"/>
            <a:ext cx="990600" cy="990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aphicFrame>
        <p:nvGraphicFramePr>
          <p:cNvPr id="102421" name="Object 6"/>
          <p:cNvGraphicFramePr>
            <a:graphicFrameLocks noChangeAspect="1"/>
          </p:cNvGraphicFramePr>
          <p:nvPr/>
        </p:nvGraphicFramePr>
        <p:xfrm>
          <a:off x="5486400" y="2819400"/>
          <a:ext cx="482600" cy="571500"/>
        </p:xfrm>
        <a:graphic>
          <a:graphicData uri="http://schemas.openxmlformats.org/presentationml/2006/ole">
            <mc:AlternateContent xmlns:mc="http://schemas.openxmlformats.org/markup-compatibility/2006">
              <mc:Choice xmlns:v="urn:schemas-microsoft-com:vml" Requires="v">
                <p:oleObj spid="_x0000_s102433" name="Equation" r:id="rId11" imgW="482391" imgH="571252" progId="Equation.3">
                  <p:embed/>
                </p:oleObj>
              </mc:Choice>
              <mc:Fallback>
                <p:oleObj name="Equation" r:id="rId11" imgW="482391" imgH="571252"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486400" y="2819400"/>
                        <a:ext cx="4826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22" name="Object 7"/>
          <p:cNvGraphicFramePr>
            <a:graphicFrameLocks noChangeAspect="1"/>
          </p:cNvGraphicFramePr>
          <p:nvPr/>
        </p:nvGraphicFramePr>
        <p:xfrm>
          <a:off x="2667000" y="3429000"/>
          <a:ext cx="265113" cy="279400"/>
        </p:xfrm>
        <a:graphic>
          <a:graphicData uri="http://schemas.openxmlformats.org/presentationml/2006/ole">
            <mc:AlternateContent xmlns:mc="http://schemas.openxmlformats.org/markup-compatibility/2006">
              <mc:Choice xmlns:v="urn:schemas-microsoft-com:vml" Requires="v">
                <p:oleObj spid="_x0000_s102434" name="Equation" r:id="rId13" imgW="266584" imgH="279279" progId="Equation.3">
                  <p:embed/>
                </p:oleObj>
              </mc:Choice>
              <mc:Fallback>
                <p:oleObj name="Equation" r:id="rId13" imgW="266584" imgH="279279"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67000" y="34290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23" name="Object 8"/>
          <p:cNvGraphicFramePr>
            <a:graphicFrameLocks noChangeAspect="1"/>
          </p:cNvGraphicFramePr>
          <p:nvPr/>
        </p:nvGraphicFramePr>
        <p:xfrm>
          <a:off x="2667000" y="4495800"/>
          <a:ext cx="265113" cy="279400"/>
        </p:xfrm>
        <a:graphic>
          <a:graphicData uri="http://schemas.openxmlformats.org/presentationml/2006/ole">
            <mc:AlternateContent xmlns:mc="http://schemas.openxmlformats.org/markup-compatibility/2006">
              <mc:Choice xmlns:v="urn:schemas-microsoft-com:vml" Requires="v">
                <p:oleObj spid="_x0000_s102435" name="Equation" r:id="rId14" imgW="266584" imgH="279279" progId="Equation.3">
                  <p:embed/>
                </p:oleObj>
              </mc:Choice>
              <mc:Fallback>
                <p:oleObj name="Equation" r:id="rId14" imgW="266584" imgH="279279"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67000" y="44958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24" name="Object 9"/>
          <p:cNvGraphicFramePr>
            <a:graphicFrameLocks noChangeAspect="1"/>
          </p:cNvGraphicFramePr>
          <p:nvPr/>
        </p:nvGraphicFramePr>
        <p:xfrm>
          <a:off x="4572000" y="2895600"/>
          <a:ext cx="265113" cy="279400"/>
        </p:xfrm>
        <a:graphic>
          <a:graphicData uri="http://schemas.openxmlformats.org/presentationml/2006/ole">
            <mc:AlternateContent xmlns:mc="http://schemas.openxmlformats.org/markup-compatibility/2006">
              <mc:Choice xmlns:v="urn:schemas-microsoft-com:vml" Requires="v">
                <p:oleObj spid="_x0000_s102436" name="Equation" r:id="rId15" imgW="266584" imgH="279279" progId="Equation.3">
                  <p:embed/>
                </p:oleObj>
              </mc:Choice>
              <mc:Fallback>
                <p:oleObj name="Equation" r:id="rId15" imgW="266584" imgH="279279" progId="Equation.3">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28956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425" name="Line 23"/>
          <p:cNvSpPr>
            <a:spLocks noChangeShapeType="1"/>
          </p:cNvSpPr>
          <p:nvPr/>
        </p:nvSpPr>
        <p:spPr bwMode="auto">
          <a:xfrm>
            <a:off x="3429000" y="5791200"/>
            <a:ext cx="914400" cy="0"/>
          </a:xfrm>
          <a:prstGeom prst="line">
            <a:avLst/>
          </a:prstGeom>
          <a:noFill/>
          <a:ln w="6350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02426" name="Object 10"/>
          <p:cNvGraphicFramePr>
            <a:graphicFrameLocks noChangeAspect="1"/>
          </p:cNvGraphicFramePr>
          <p:nvPr/>
        </p:nvGraphicFramePr>
        <p:xfrm>
          <a:off x="3657600" y="4953000"/>
          <a:ext cx="457200" cy="584200"/>
        </p:xfrm>
        <a:graphic>
          <a:graphicData uri="http://schemas.openxmlformats.org/presentationml/2006/ole">
            <mc:AlternateContent xmlns:mc="http://schemas.openxmlformats.org/markup-compatibility/2006">
              <mc:Choice xmlns:v="urn:schemas-microsoft-com:vml" Requires="v">
                <p:oleObj spid="_x0000_s102437" name="Equation" r:id="rId16" imgW="457002" imgH="583947" progId="Equation.3">
                  <p:embed/>
                </p:oleObj>
              </mc:Choice>
              <mc:Fallback>
                <p:oleObj name="Equation" r:id="rId16" imgW="457002" imgH="583947" progId="Equation.3">
                  <p:embed/>
                  <p:pic>
                    <p:nvPicPr>
                      <p:cNvPr id="0" name="Object 1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657600" y="4953000"/>
                        <a:ext cx="457200"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427" name="Text Box 25"/>
          <p:cNvSpPr txBox="1">
            <a:spLocks noChangeArrowheads="1"/>
          </p:cNvSpPr>
          <p:nvPr/>
        </p:nvSpPr>
        <p:spPr bwMode="auto">
          <a:xfrm>
            <a:off x="3048000" y="514350"/>
            <a:ext cx="20399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2000" b="1">
                <a:latin typeface="Arial" panose="020B0604020202020204" pitchFamily="34" charset="0"/>
                <a:cs typeface="Arial" panose="020B0604020202020204" pitchFamily="34" charset="0"/>
              </a:rPr>
              <a:t>Second Choice</a:t>
            </a:r>
          </a:p>
        </p:txBody>
      </p:sp>
      <p:sp>
        <p:nvSpPr>
          <p:cNvPr id="102428" name="Text Box 27"/>
          <p:cNvSpPr txBox="1">
            <a:spLocks noChangeArrowheads="1"/>
          </p:cNvSpPr>
          <p:nvPr/>
        </p:nvSpPr>
        <p:spPr bwMode="auto">
          <a:xfrm>
            <a:off x="4648200" y="5029200"/>
            <a:ext cx="17097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1800" b="1">
                <a:latin typeface="Arial" panose="020B0604020202020204" pitchFamily="34" charset="0"/>
                <a:cs typeface="Arial" panose="020B0604020202020204" pitchFamily="34" charset="0"/>
              </a:rPr>
              <a:t>“reject”</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04451"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5C7EA61-5A45-43F5-B619-75AC6B7F84AA}" type="slidenum">
              <a:rPr lang="en-US" altLang="en-US" sz="1200">
                <a:solidFill>
                  <a:srgbClr val="898989"/>
                </a:solidFill>
                <a:latin typeface="Arial" panose="020B0604020202020204" pitchFamily="34" charset="0"/>
              </a:rPr>
              <a:pPr>
                <a:spcBef>
                  <a:spcPct val="0"/>
                </a:spcBef>
                <a:buFontTx/>
                <a:buNone/>
              </a:pPr>
              <a:t>53</a:t>
            </a:fld>
            <a:endParaRPr lang="en-US" altLang="en-US" sz="1200">
              <a:solidFill>
                <a:srgbClr val="898989"/>
              </a:solidFill>
              <a:latin typeface="Arial" panose="020B0604020202020204" pitchFamily="34" charset="0"/>
            </a:endParaRPr>
          </a:p>
        </p:txBody>
      </p:sp>
      <p:sp>
        <p:nvSpPr>
          <p:cNvPr id="104452" name="Text Box 2"/>
          <p:cNvSpPr txBox="1">
            <a:spLocks noChangeArrowheads="1"/>
          </p:cNvSpPr>
          <p:nvPr/>
        </p:nvSpPr>
        <p:spPr bwMode="auto">
          <a:xfrm>
            <a:off x="3048000" y="438150"/>
            <a:ext cx="16795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2000" b="1">
                <a:latin typeface="Arial" panose="020B0604020202020204" pitchFamily="34" charset="0"/>
                <a:cs typeface="Arial" panose="020B0604020202020204" pitchFamily="34" charset="0"/>
              </a:rPr>
              <a:t>Observation</a:t>
            </a:r>
          </a:p>
        </p:txBody>
      </p:sp>
      <p:sp>
        <p:nvSpPr>
          <p:cNvPr id="104453" name="Text Box 3"/>
          <p:cNvSpPr txBox="1">
            <a:spLocks noChangeArrowheads="1"/>
          </p:cNvSpPr>
          <p:nvPr/>
        </p:nvSpPr>
        <p:spPr bwMode="auto">
          <a:xfrm>
            <a:off x="304800" y="1066800"/>
            <a:ext cx="4270375"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2000" b="1">
                <a:latin typeface="Arial" panose="020B0604020202020204" pitchFamily="34" charset="0"/>
                <a:cs typeface="Arial" panose="020B0604020202020204" pitchFamily="34" charset="0"/>
              </a:rPr>
              <a:t>An NFA accepts a string:</a:t>
            </a:r>
          </a:p>
          <a:p>
            <a:pPr>
              <a:spcBef>
                <a:spcPct val="0"/>
              </a:spcBef>
              <a:buFontTx/>
              <a:buNone/>
            </a:pPr>
            <a:endParaRPr lang="en-US" altLang="en-GB" sz="2000" b="1">
              <a:latin typeface="Arial" panose="020B0604020202020204" pitchFamily="34" charset="0"/>
              <a:cs typeface="Arial" panose="020B0604020202020204" pitchFamily="34" charset="0"/>
            </a:endParaRPr>
          </a:p>
          <a:p>
            <a:pPr>
              <a:spcBef>
                <a:spcPct val="0"/>
              </a:spcBef>
              <a:buFontTx/>
              <a:buNone/>
            </a:pPr>
            <a:r>
              <a:rPr lang="en-US" altLang="en-GB" sz="2000" b="1">
                <a:latin typeface="Arial" panose="020B0604020202020204" pitchFamily="34" charset="0"/>
                <a:cs typeface="Arial" panose="020B0604020202020204" pitchFamily="34" charset="0"/>
              </a:rPr>
              <a:t>if</a:t>
            </a:r>
          </a:p>
          <a:p>
            <a:pPr>
              <a:spcBef>
                <a:spcPct val="0"/>
              </a:spcBef>
              <a:buFontTx/>
              <a:buNone/>
            </a:pPr>
            <a:r>
              <a:rPr lang="en-US" altLang="en-GB" sz="2000" b="1">
                <a:latin typeface="Arial" panose="020B0604020202020204" pitchFamily="34" charset="0"/>
                <a:cs typeface="Arial" panose="020B0604020202020204" pitchFamily="34" charset="0"/>
              </a:rPr>
              <a:t>there is a computation of the NFA</a:t>
            </a:r>
          </a:p>
          <a:p>
            <a:pPr>
              <a:spcBef>
                <a:spcPct val="0"/>
              </a:spcBef>
              <a:buFontTx/>
              <a:buNone/>
            </a:pPr>
            <a:r>
              <a:rPr lang="en-US" altLang="en-GB" sz="2000" b="1">
                <a:latin typeface="Arial" panose="020B0604020202020204" pitchFamily="34" charset="0"/>
                <a:cs typeface="Arial" panose="020B0604020202020204" pitchFamily="34" charset="0"/>
              </a:rPr>
              <a:t>that accepts the string </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8"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06499" name="Slide Number Placeholder 2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941055A-B063-4A4E-B13B-1B25AEC86B75}" type="slidenum">
              <a:rPr lang="en-US" altLang="en-US" sz="1200">
                <a:solidFill>
                  <a:srgbClr val="898989"/>
                </a:solidFill>
                <a:latin typeface="Arial" panose="020B0604020202020204" pitchFamily="34" charset="0"/>
              </a:rPr>
              <a:pPr>
                <a:spcBef>
                  <a:spcPct val="0"/>
                </a:spcBef>
                <a:buFontTx/>
                <a:buNone/>
              </a:pPr>
              <a:t>54</a:t>
            </a:fld>
            <a:endParaRPr lang="en-US" altLang="en-US" sz="1200">
              <a:solidFill>
                <a:srgbClr val="898989"/>
              </a:solidFill>
              <a:latin typeface="Arial" panose="020B0604020202020204" pitchFamily="34" charset="0"/>
            </a:endParaRPr>
          </a:p>
        </p:txBody>
      </p:sp>
      <p:sp>
        <p:nvSpPr>
          <p:cNvPr id="106500" name="Rectangle 2"/>
          <p:cNvSpPr>
            <a:spLocks noGrp="1"/>
          </p:cNvSpPr>
          <p:nvPr>
            <p:ph type="title" idx="4294967295"/>
          </p:nvPr>
        </p:nvSpPr>
        <p:spPr>
          <a:xfrm>
            <a:off x="0" y="274638"/>
            <a:ext cx="8229600" cy="1143000"/>
          </a:xfrm>
        </p:spPr>
        <p:txBody>
          <a:bodyPr/>
          <a:lstStyle/>
          <a:p>
            <a:pPr eaLnBrk="1" hangingPunct="1"/>
            <a:r>
              <a:rPr lang="en-US" altLang="en-GB" smtClean="0"/>
              <a:t>Example</a:t>
            </a:r>
          </a:p>
        </p:txBody>
      </p:sp>
      <p:graphicFrame>
        <p:nvGraphicFramePr>
          <p:cNvPr id="106501" name="Object 2"/>
          <p:cNvGraphicFramePr>
            <a:graphicFrameLocks noChangeAspect="1"/>
          </p:cNvGraphicFramePr>
          <p:nvPr/>
        </p:nvGraphicFramePr>
        <p:xfrm>
          <a:off x="685800" y="1371600"/>
          <a:ext cx="546100" cy="304800"/>
        </p:xfrm>
        <a:graphic>
          <a:graphicData uri="http://schemas.openxmlformats.org/presentationml/2006/ole">
            <mc:AlternateContent xmlns:mc="http://schemas.openxmlformats.org/markup-compatibility/2006">
              <mc:Choice xmlns:v="urn:schemas-microsoft-com:vml" Requires="v">
                <p:oleObj spid="_x0000_s106519" name="Equation" r:id="rId4" imgW="545626" imgH="304536" progId="Equation.3">
                  <p:embed/>
                </p:oleObj>
              </mc:Choice>
              <mc:Fallback>
                <p:oleObj name="Equation" r:id="rId4" imgW="545626" imgH="304536"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800" y="1371600"/>
                        <a:ext cx="5461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6502" name="Text Box 4"/>
          <p:cNvSpPr txBox="1">
            <a:spLocks noChangeArrowheads="1"/>
          </p:cNvSpPr>
          <p:nvPr/>
        </p:nvSpPr>
        <p:spPr bwMode="auto">
          <a:xfrm>
            <a:off x="1447800" y="1219200"/>
            <a:ext cx="47958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1800" b="1">
                <a:latin typeface="Arial" panose="020B0604020202020204" pitchFamily="34" charset="0"/>
                <a:cs typeface="Arial" panose="020B0604020202020204" pitchFamily="34" charset="0"/>
              </a:rPr>
              <a:t>is accepted by the NFA:</a:t>
            </a:r>
          </a:p>
        </p:txBody>
      </p:sp>
      <p:sp>
        <p:nvSpPr>
          <p:cNvPr id="106503" name="Oval 5"/>
          <p:cNvSpPr>
            <a:spLocks noChangeArrowheads="1"/>
          </p:cNvSpPr>
          <p:nvPr/>
        </p:nvSpPr>
        <p:spPr bwMode="auto">
          <a:xfrm>
            <a:off x="3505200" y="2819400"/>
            <a:ext cx="685800" cy="685800"/>
          </a:xfrm>
          <a:prstGeom prst="ellipse">
            <a:avLst/>
          </a:prstGeom>
          <a:solidFill>
            <a:srgbClr val="FF0000">
              <a:alpha val="50195"/>
            </a:srgbClr>
          </a:solidFill>
          <a:ln w="38100">
            <a:solidFill>
              <a:srgbClr val="FF0000"/>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06504" name="Oval 6"/>
          <p:cNvSpPr>
            <a:spLocks noChangeArrowheads="1"/>
          </p:cNvSpPr>
          <p:nvPr/>
        </p:nvSpPr>
        <p:spPr bwMode="auto">
          <a:xfrm>
            <a:off x="1600200" y="4038600"/>
            <a:ext cx="685800" cy="685800"/>
          </a:xfrm>
          <a:prstGeom prst="ellipse">
            <a:avLst/>
          </a:prstGeom>
          <a:solidFill>
            <a:srgbClr val="FF0000">
              <a:alpha val="50195"/>
            </a:srgbClr>
          </a:solidFill>
          <a:ln w="38100">
            <a:solidFill>
              <a:srgbClr val="FF0000"/>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06505" name="Oval 7"/>
          <p:cNvSpPr>
            <a:spLocks noChangeArrowheads="1"/>
          </p:cNvSpPr>
          <p:nvPr/>
        </p:nvSpPr>
        <p:spPr bwMode="auto">
          <a:xfrm>
            <a:off x="3505200" y="49530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06506" name="Line 8"/>
          <p:cNvSpPr>
            <a:spLocks noChangeShapeType="1"/>
          </p:cNvSpPr>
          <p:nvPr/>
        </p:nvSpPr>
        <p:spPr bwMode="auto">
          <a:xfrm flipV="1">
            <a:off x="2209800" y="3276600"/>
            <a:ext cx="1295400" cy="914400"/>
          </a:xfrm>
          <a:prstGeom prst="line">
            <a:avLst/>
          </a:prstGeom>
          <a:noFill/>
          <a:ln w="38100">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sp>
        <p:nvSpPr>
          <p:cNvPr id="106507" name="Line 9"/>
          <p:cNvSpPr>
            <a:spLocks noChangeShapeType="1"/>
          </p:cNvSpPr>
          <p:nvPr/>
        </p:nvSpPr>
        <p:spPr bwMode="auto">
          <a:xfrm>
            <a:off x="2211388" y="4567238"/>
            <a:ext cx="1298575" cy="6858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sp>
        <p:nvSpPr>
          <p:cNvPr id="106508" name="Line 10"/>
          <p:cNvSpPr>
            <a:spLocks noChangeShapeType="1"/>
          </p:cNvSpPr>
          <p:nvPr/>
        </p:nvSpPr>
        <p:spPr bwMode="auto">
          <a:xfrm>
            <a:off x="1066800" y="4419600"/>
            <a:ext cx="533400" cy="0"/>
          </a:xfrm>
          <a:prstGeom prst="line">
            <a:avLst/>
          </a:prstGeom>
          <a:noFill/>
          <a:ln w="38100">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sp>
        <p:nvSpPr>
          <p:cNvPr id="106509" name="Oval 11"/>
          <p:cNvSpPr>
            <a:spLocks noChangeArrowheads="1"/>
          </p:cNvSpPr>
          <p:nvPr/>
        </p:nvSpPr>
        <p:spPr bwMode="auto">
          <a:xfrm>
            <a:off x="5410200" y="2819400"/>
            <a:ext cx="685800" cy="685800"/>
          </a:xfrm>
          <a:prstGeom prst="ellipse">
            <a:avLst/>
          </a:prstGeom>
          <a:solidFill>
            <a:srgbClr val="FF0000">
              <a:alpha val="50195"/>
            </a:srgbClr>
          </a:solidFill>
          <a:ln w="38100">
            <a:solidFill>
              <a:srgbClr val="FF0000"/>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06510" name="Line 12"/>
          <p:cNvSpPr>
            <a:spLocks noChangeShapeType="1"/>
          </p:cNvSpPr>
          <p:nvPr/>
        </p:nvSpPr>
        <p:spPr bwMode="auto">
          <a:xfrm>
            <a:off x="4191000" y="3200400"/>
            <a:ext cx="990600" cy="0"/>
          </a:xfrm>
          <a:prstGeom prst="line">
            <a:avLst/>
          </a:prstGeom>
          <a:noFill/>
          <a:ln w="38100">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graphicFrame>
        <p:nvGraphicFramePr>
          <p:cNvPr id="106511" name="Object 3"/>
          <p:cNvGraphicFramePr>
            <a:graphicFrameLocks noChangeAspect="1"/>
          </p:cNvGraphicFramePr>
          <p:nvPr/>
        </p:nvGraphicFramePr>
        <p:xfrm>
          <a:off x="1676400" y="4038600"/>
          <a:ext cx="482600" cy="584200"/>
        </p:xfrm>
        <a:graphic>
          <a:graphicData uri="http://schemas.openxmlformats.org/presentationml/2006/ole">
            <mc:AlternateContent xmlns:mc="http://schemas.openxmlformats.org/markup-compatibility/2006">
              <mc:Choice xmlns:v="urn:schemas-microsoft-com:vml" Requires="v">
                <p:oleObj spid="_x0000_s106520" name="Equation" r:id="rId6" imgW="482391" imgH="583947" progId="Equation.3">
                  <p:embed/>
                </p:oleObj>
              </mc:Choice>
              <mc:Fallback>
                <p:oleObj name="Equation" r:id="rId6" imgW="482391" imgH="583947"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76400" y="4038600"/>
                        <a:ext cx="482600"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6512" name="Object 4"/>
          <p:cNvGraphicFramePr>
            <a:graphicFrameLocks noChangeAspect="1"/>
          </p:cNvGraphicFramePr>
          <p:nvPr/>
        </p:nvGraphicFramePr>
        <p:xfrm>
          <a:off x="3657600" y="2819400"/>
          <a:ext cx="406400" cy="571500"/>
        </p:xfrm>
        <a:graphic>
          <a:graphicData uri="http://schemas.openxmlformats.org/presentationml/2006/ole">
            <mc:AlternateContent xmlns:mc="http://schemas.openxmlformats.org/markup-compatibility/2006">
              <mc:Choice xmlns:v="urn:schemas-microsoft-com:vml" Requires="v">
                <p:oleObj spid="_x0000_s106521" name="Equation" r:id="rId8" imgW="406224" imgH="571252" progId="Equation.3">
                  <p:embed/>
                </p:oleObj>
              </mc:Choice>
              <mc:Fallback>
                <p:oleObj name="Equation" r:id="rId8" imgW="406224" imgH="571252"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57600" y="2819400"/>
                        <a:ext cx="4064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6513" name="Oval 15"/>
          <p:cNvSpPr>
            <a:spLocks noChangeArrowheads="1"/>
          </p:cNvSpPr>
          <p:nvPr/>
        </p:nvSpPr>
        <p:spPr bwMode="auto">
          <a:xfrm>
            <a:off x="5257800" y="2667000"/>
            <a:ext cx="990600" cy="99060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aphicFrame>
        <p:nvGraphicFramePr>
          <p:cNvPr id="106514" name="Object 5"/>
          <p:cNvGraphicFramePr>
            <a:graphicFrameLocks noChangeAspect="1"/>
          </p:cNvGraphicFramePr>
          <p:nvPr/>
        </p:nvGraphicFramePr>
        <p:xfrm>
          <a:off x="5486400" y="2819400"/>
          <a:ext cx="482600" cy="571500"/>
        </p:xfrm>
        <a:graphic>
          <a:graphicData uri="http://schemas.openxmlformats.org/presentationml/2006/ole">
            <mc:AlternateContent xmlns:mc="http://schemas.openxmlformats.org/markup-compatibility/2006">
              <mc:Choice xmlns:v="urn:schemas-microsoft-com:vml" Requires="v">
                <p:oleObj spid="_x0000_s106522" name="Equation" r:id="rId10" imgW="482391" imgH="571252" progId="Equation.3">
                  <p:embed/>
                </p:oleObj>
              </mc:Choice>
              <mc:Fallback>
                <p:oleObj name="Equation" r:id="rId10" imgW="482391" imgH="571252" progId="Equation.3">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486400" y="2819400"/>
                        <a:ext cx="4826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6515" name="Object 6"/>
          <p:cNvGraphicFramePr>
            <a:graphicFrameLocks noChangeAspect="1"/>
          </p:cNvGraphicFramePr>
          <p:nvPr/>
        </p:nvGraphicFramePr>
        <p:xfrm>
          <a:off x="3657600" y="4953000"/>
          <a:ext cx="457200" cy="584200"/>
        </p:xfrm>
        <a:graphic>
          <a:graphicData uri="http://schemas.openxmlformats.org/presentationml/2006/ole">
            <mc:AlternateContent xmlns:mc="http://schemas.openxmlformats.org/markup-compatibility/2006">
              <mc:Choice xmlns:v="urn:schemas-microsoft-com:vml" Requires="v">
                <p:oleObj spid="_x0000_s106523" name="Equation" r:id="rId12" imgW="457002" imgH="583947" progId="Equation.3">
                  <p:embed/>
                </p:oleObj>
              </mc:Choice>
              <mc:Fallback>
                <p:oleObj name="Equation" r:id="rId12" imgW="457002" imgH="583947" progId="Equation.3">
                  <p:embed/>
                  <p:pic>
                    <p:nvPicPr>
                      <p:cNvPr id="0" name="Object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657600" y="4953000"/>
                        <a:ext cx="457200"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6516" name="Object 7"/>
          <p:cNvGraphicFramePr>
            <a:graphicFrameLocks noChangeAspect="1"/>
          </p:cNvGraphicFramePr>
          <p:nvPr/>
        </p:nvGraphicFramePr>
        <p:xfrm>
          <a:off x="2667000" y="3429000"/>
          <a:ext cx="265113" cy="279400"/>
        </p:xfrm>
        <a:graphic>
          <a:graphicData uri="http://schemas.openxmlformats.org/presentationml/2006/ole">
            <mc:AlternateContent xmlns:mc="http://schemas.openxmlformats.org/markup-compatibility/2006">
              <mc:Choice xmlns:v="urn:schemas-microsoft-com:vml" Requires="v">
                <p:oleObj spid="_x0000_s106524" name="Equation" r:id="rId14" imgW="266584" imgH="279279" progId="Equation.3">
                  <p:embed/>
                </p:oleObj>
              </mc:Choice>
              <mc:Fallback>
                <p:oleObj name="Equation" r:id="rId14" imgW="266584" imgH="279279" progId="Equation.3">
                  <p:embed/>
                  <p:pic>
                    <p:nvPicPr>
                      <p:cNvPr id="0" name="Object 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667000" y="34290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6517" name="Object 8"/>
          <p:cNvGraphicFramePr>
            <a:graphicFrameLocks noChangeAspect="1"/>
          </p:cNvGraphicFramePr>
          <p:nvPr/>
        </p:nvGraphicFramePr>
        <p:xfrm>
          <a:off x="2667000" y="4495800"/>
          <a:ext cx="265113" cy="279400"/>
        </p:xfrm>
        <a:graphic>
          <a:graphicData uri="http://schemas.openxmlformats.org/presentationml/2006/ole">
            <mc:AlternateContent xmlns:mc="http://schemas.openxmlformats.org/markup-compatibility/2006">
              <mc:Choice xmlns:v="urn:schemas-microsoft-com:vml" Requires="v">
                <p:oleObj spid="_x0000_s106525" name="Equation" r:id="rId16" imgW="266584" imgH="279279" progId="Equation.3">
                  <p:embed/>
                </p:oleObj>
              </mc:Choice>
              <mc:Fallback>
                <p:oleObj name="Equation" r:id="rId16" imgW="266584" imgH="279279" progId="Equation.3">
                  <p:embed/>
                  <p:pic>
                    <p:nvPicPr>
                      <p:cNvPr id="0" name="Object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667000" y="44958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6518" name="Object 9"/>
          <p:cNvGraphicFramePr>
            <a:graphicFrameLocks noChangeAspect="1"/>
          </p:cNvGraphicFramePr>
          <p:nvPr/>
        </p:nvGraphicFramePr>
        <p:xfrm>
          <a:off x="4572000" y="2895600"/>
          <a:ext cx="265113" cy="279400"/>
        </p:xfrm>
        <a:graphic>
          <a:graphicData uri="http://schemas.openxmlformats.org/presentationml/2006/ole">
            <mc:AlternateContent xmlns:mc="http://schemas.openxmlformats.org/markup-compatibility/2006">
              <mc:Choice xmlns:v="urn:schemas-microsoft-com:vml" Requires="v">
                <p:oleObj spid="_x0000_s106526" name="Equation" r:id="rId17" imgW="266584" imgH="279279" progId="Equation.3">
                  <p:embed/>
                </p:oleObj>
              </mc:Choice>
              <mc:Fallback>
                <p:oleObj name="Equation" r:id="rId17" imgW="266584" imgH="279279" progId="Equation.3">
                  <p:embed/>
                  <p:pic>
                    <p:nvPicPr>
                      <p:cNvPr id="0" name="Object 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572000" y="28956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21"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08547" name="Slide Number Placeholder 20"/>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9C7DBE0D-A016-4FBA-8DE8-9C2C8457A1D1}" type="slidenum">
              <a:rPr lang="en-US" altLang="en-US" sz="1200">
                <a:solidFill>
                  <a:srgbClr val="898989"/>
                </a:solidFill>
                <a:latin typeface="Arial" panose="020B0604020202020204" pitchFamily="34" charset="0"/>
              </a:rPr>
              <a:pPr>
                <a:spcBef>
                  <a:spcPct val="0"/>
                </a:spcBef>
                <a:buFontTx/>
                <a:buNone/>
              </a:pPr>
              <a:t>55</a:t>
            </a:fld>
            <a:endParaRPr lang="en-US" altLang="en-US" sz="1200">
              <a:solidFill>
                <a:srgbClr val="898989"/>
              </a:solidFill>
              <a:latin typeface="Arial" panose="020B0604020202020204" pitchFamily="34" charset="0"/>
            </a:endParaRPr>
          </a:p>
        </p:txBody>
      </p:sp>
      <p:sp>
        <p:nvSpPr>
          <p:cNvPr id="108548" name="Rectangle 2"/>
          <p:cNvSpPr>
            <a:spLocks noGrp="1"/>
          </p:cNvSpPr>
          <p:nvPr>
            <p:ph type="title" idx="4294967295"/>
          </p:nvPr>
        </p:nvSpPr>
        <p:spPr>
          <a:xfrm>
            <a:off x="0" y="274638"/>
            <a:ext cx="8229600" cy="1143000"/>
          </a:xfrm>
        </p:spPr>
        <p:txBody>
          <a:bodyPr/>
          <a:lstStyle/>
          <a:p>
            <a:pPr eaLnBrk="1" hangingPunct="1"/>
            <a:r>
              <a:rPr lang="en-US" altLang="en-GB" smtClean="0"/>
              <a:t>Lambda Transitions</a:t>
            </a:r>
          </a:p>
        </p:txBody>
      </p:sp>
      <p:sp>
        <p:nvSpPr>
          <p:cNvPr id="108549" name="Oval 20"/>
          <p:cNvSpPr>
            <a:spLocks noChangeArrowheads="1"/>
          </p:cNvSpPr>
          <p:nvPr/>
        </p:nvSpPr>
        <p:spPr bwMode="auto">
          <a:xfrm>
            <a:off x="3276600" y="41910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08550" name="Oval 21"/>
          <p:cNvSpPr>
            <a:spLocks noChangeArrowheads="1"/>
          </p:cNvSpPr>
          <p:nvPr/>
        </p:nvSpPr>
        <p:spPr bwMode="auto">
          <a:xfrm>
            <a:off x="1524000" y="41910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08551" name="Line 25"/>
          <p:cNvSpPr>
            <a:spLocks noChangeShapeType="1"/>
          </p:cNvSpPr>
          <p:nvPr/>
        </p:nvSpPr>
        <p:spPr bwMode="auto">
          <a:xfrm>
            <a:off x="990600" y="4572000"/>
            <a:ext cx="533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sp>
        <p:nvSpPr>
          <p:cNvPr id="108552" name="Oval 26"/>
          <p:cNvSpPr>
            <a:spLocks noChangeArrowheads="1"/>
          </p:cNvSpPr>
          <p:nvPr/>
        </p:nvSpPr>
        <p:spPr bwMode="auto">
          <a:xfrm>
            <a:off x="6934200" y="41910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08553" name="Line 27"/>
          <p:cNvSpPr>
            <a:spLocks noChangeShapeType="1"/>
          </p:cNvSpPr>
          <p:nvPr/>
        </p:nvSpPr>
        <p:spPr bwMode="auto">
          <a:xfrm>
            <a:off x="3962400" y="4572000"/>
            <a:ext cx="1066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graphicFrame>
        <p:nvGraphicFramePr>
          <p:cNvPr id="108554" name="Object 2"/>
          <p:cNvGraphicFramePr>
            <a:graphicFrameLocks noChangeAspect="1"/>
          </p:cNvGraphicFramePr>
          <p:nvPr/>
        </p:nvGraphicFramePr>
        <p:xfrm>
          <a:off x="3429000" y="4191000"/>
          <a:ext cx="406400" cy="571500"/>
        </p:xfrm>
        <a:graphic>
          <a:graphicData uri="http://schemas.openxmlformats.org/presentationml/2006/ole">
            <mc:AlternateContent xmlns:mc="http://schemas.openxmlformats.org/markup-compatibility/2006">
              <mc:Choice xmlns:v="urn:schemas-microsoft-com:vml" Requires="v">
                <p:oleObj spid="_x0000_s108565" name="Equation" r:id="rId4" imgW="406224" imgH="571252" progId="Equation.3">
                  <p:embed/>
                </p:oleObj>
              </mc:Choice>
              <mc:Fallback>
                <p:oleObj name="Equation" r:id="rId4" imgW="406224" imgH="571252"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29000" y="4191000"/>
                        <a:ext cx="4064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8555" name="Oval 29"/>
          <p:cNvSpPr>
            <a:spLocks noChangeArrowheads="1"/>
          </p:cNvSpPr>
          <p:nvPr/>
        </p:nvSpPr>
        <p:spPr bwMode="auto">
          <a:xfrm>
            <a:off x="6781800" y="4038600"/>
            <a:ext cx="990600" cy="990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aphicFrame>
        <p:nvGraphicFramePr>
          <p:cNvPr id="108556" name="Object 3"/>
          <p:cNvGraphicFramePr>
            <a:graphicFrameLocks noChangeAspect="1"/>
          </p:cNvGraphicFramePr>
          <p:nvPr/>
        </p:nvGraphicFramePr>
        <p:xfrm>
          <a:off x="7023100" y="4184650"/>
          <a:ext cx="457200" cy="584200"/>
        </p:xfrm>
        <a:graphic>
          <a:graphicData uri="http://schemas.openxmlformats.org/presentationml/2006/ole">
            <mc:AlternateContent xmlns:mc="http://schemas.openxmlformats.org/markup-compatibility/2006">
              <mc:Choice xmlns:v="urn:schemas-microsoft-com:vml" Requires="v">
                <p:oleObj spid="_x0000_s108566" name="Equation" r:id="rId6" imgW="457002" imgH="583947" progId="Equation.3">
                  <p:embed/>
                </p:oleObj>
              </mc:Choice>
              <mc:Fallback>
                <p:oleObj name="Equation" r:id="rId6" imgW="457002" imgH="583947"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23100" y="4184650"/>
                        <a:ext cx="457200"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8557" name="Object 4"/>
          <p:cNvGraphicFramePr>
            <a:graphicFrameLocks noChangeAspect="1"/>
          </p:cNvGraphicFramePr>
          <p:nvPr/>
        </p:nvGraphicFramePr>
        <p:xfrm>
          <a:off x="2514600" y="4267200"/>
          <a:ext cx="265113" cy="279400"/>
        </p:xfrm>
        <a:graphic>
          <a:graphicData uri="http://schemas.openxmlformats.org/presentationml/2006/ole">
            <mc:AlternateContent xmlns:mc="http://schemas.openxmlformats.org/markup-compatibility/2006">
              <mc:Choice xmlns:v="urn:schemas-microsoft-com:vml" Requires="v">
                <p:oleObj spid="_x0000_s108567" name="Equation" r:id="rId8" imgW="266584" imgH="279279" progId="Equation.3">
                  <p:embed/>
                </p:oleObj>
              </mc:Choice>
              <mc:Fallback>
                <p:oleObj name="Equation" r:id="rId8" imgW="266584" imgH="279279"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14600" y="42672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8558" name="Object 5"/>
          <p:cNvGraphicFramePr>
            <a:graphicFrameLocks noChangeAspect="1"/>
          </p:cNvGraphicFramePr>
          <p:nvPr/>
        </p:nvGraphicFramePr>
        <p:xfrm>
          <a:off x="1600200" y="4191000"/>
          <a:ext cx="482600" cy="584200"/>
        </p:xfrm>
        <a:graphic>
          <a:graphicData uri="http://schemas.openxmlformats.org/presentationml/2006/ole">
            <mc:AlternateContent xmlns:mc="http://schemas.openxmlformats.org/markup-compatibility/2006">
              <mc:Choice xmlns:v="urn:schemas-microsoft-com:vml" Requires="v">
                <p:oleObj spid="_x0000_s108568" name="Equation" r:id="rId10" imgW="482391" imgH="583947" progId="Equation.3">
                  <p:embed/>
                </p:oleObj>
              </mc:Choice>
              <mc:Fallback>
                <p:oleObj name="Equation" r:id="rId10" imgW="482391" imgH="583947" progId="Equation.3">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00200" y="4191000"/>
                        <a:ext cx="482600"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8559" name="Object 6"/>
          <p:cNvGraphicFramePr>
            <a:graphicFrameLocks noChangeAspect="1"/>
          </p:cNvGraphicFramePr>
          <p:nvPr/>
        </p:nvGraphicFramePr>
        <p:xfrm>
          <a:off x="4267200" y="4114800"/>
          <a:ext cx="330200" cy="419100"/>
        </p:xfrm>
        <a:graphic>
          <a:graphicData uri="http://schemas.openxmlformats.org/presentationml/2006/ole">
            <mc:AlternateContent xmlns:mc="http://schemas.openxmlformats.org/markup-compatibility/2006">
              <mc:Choice xmlns:v="urn:schemas-microsoft-com:vml" Requires="v">
                <p:oleObj spid="_x0000_s108569" name="Equation" r:id="rId12" imgW="330200" imgH="419100" progId="Equation.3">
                  <p:embed/>
                </p:oleObj>
              </mc:Choice>
              <mc:Fallback>
                <p:oleObj name="Equation" r:id="rId12" imgW="330200" imgH="419100" progId="Equation.3">
                  <p:embed/>
                  <p:pic>
                    <p:nvPicPr>
                      <p:cNvPr id="0" name="Object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267200" y="4114800"/>
                        <a:ext cx="3302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8560" name="Line 40"/>
          <p:cNvSpPr>
            <a:spLocks noChangeShapeType="1"/>
          </p:cNvSpPr>
          <p:nvPr/>
        </p:nvSpPr>
        <p:spPr bwMode="auto">
          <a:xfrm>
            <a:off x="2209800" y="4572000"/>
            <a:ext cx="1066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sp>
        <p:nvSpPr>
          <p:cNvPr id="108561" name="Oval 47"/>
          <p:cNvSpPr>
            <a:spLocks noChangeArrowheads="1"/>
          </p:cNvSpPr>
          <p:nvPr/>
        </p:nvSpPr>
        <p:spPr bwMode="auto">
          <a:xfrm>
            <a:off x="5029200" y="41910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aphicFrame>
        <p:nvGraphicFramePr>
          <p:cNvPr id="108562" name="Object 7"/>
          <p:cNvGraphicFramePr>
            <a:graphicFrameLocks noChangeAspect="1"/>
          </p:cNvGraphicFramePr>
          <p:nvPr/>
        </p:nvGraphicFramePr>
        <p:xfrm>
          <a:off x="5181600" y="4191000"/>
          <a:ext cx="406400" cy="571500"/>
        </p:xfrm>
        <a:graphic>
          <a:graphicData uri="http://schemas.openxmlformats.org/presentationml/2006/ole">
            <mc:AlternateContent xmlns:mc="http://schemas.openxmlformats.org/markup-compatibility/2006">
              <mc:Choice xmlns:v="urn:schemas-microsoft-com:vml" Requires="v">
                <p:oleObj spid="_x0000_s108570" name="Equation" r:id="rId14" imgW="406224" imgH="571252" progId="Equation.3">
                  <p:embed/>
                </p:oleObj>
              </mc:Choice>
              <mc:Fallback>
                <p:oleObj name="Equation" r:id="rId14" imgW="406224" imgH="571252"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81600" y="4191000"/>
                        <a:ext cx="4064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8563" name="Line 49"/>
          <p:cNvSpPr>
            <a:spLocks noChangeShapeType="1"/>
          </p:cNvSpPr>
          <p:nvPr/>
        </p:nvSpPr>
        <p:spPr bwMode="auto">
          <a:xfrm>
            <a:off x="5715000" y="4572000"/>
            <a:ext cx="1066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graphicFrame>
        <p:nvGraphicFramePr>
          <p:cNvPr id="108564" name="Object 8"/>
          <p:cNvGraphicFramePr>
            <a:graphicFrameLocks noChangeAspect="1"/>
          </p:cNvGraphicFramePr>
          <p:nvPr/>
        </p:nvGraphicFramePr>
        <p:xfrm>
          <a:off x="6096000" y="4267200"/>
          <a:ext cx="265113" cy="279400"/>
        </p:xfrm>
        <a:graphic>
          <a:graphicData uri="http://schemas.openxmlformats.org/presentationml/2006/ole">
            <mc:AlternateContent xmlns:mc="http://schemas.openxmlformats.org/markup-compatibility/2006">
              <mc:Choice xmlns:v="urn:schemas-microsoft-com:vml" Requires="v">
                <p:oleObj spid="_x0000_s108571" name="Equation" r:id="rId15" imgW="266584" imgH="279279" progId="Equation.3">
                  <p:embed/>
                </p:oleObj>
              </mc:Choice>
              <mc:Fallback>
                <p:oleObj name="Equation" r:id="rId15" imgW="266584" imgH="279279" progId="Equation.3">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96000" y="42672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7"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10595" name="Slide Number Placeholder 26"/>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AFF6C21-5B6B-494A-8806-EA780196B7E1}" type="slidenum">
              <a:rPr lang="en-US" altLang="en-US" sz="1200">
                <a:solidFill>
                  <a:srgbClr val="898989"/>
                </a:solidFill>
                <a:latin typeface="Arial" panose="020B0604020202020204" pitchFamily="34" charset="0"/>
              </a:rPr>
              <a:pPr>
                <a:spcBef>
                  <a:spcPct val="0"/>
                </a:spcBef>
                <a:buFontTx/>
                <a:buNone/>
              </a:pPr>
              <a:t>56</a:t>
            </a:fld>
            <a:endParaRPr lang="en-US" altLang="en-US" sz="1200">
              <a:solidFill>
                <a:srgbClr val="898989"/>
              </a:solidFill>
              <a:latin typeface="Arial" panose="020B0604020202020204" pitchFamily="34" charset="0"/>
            </a:endParaRPr>
          </a:p>
        </p:txBody>
      </p:sp>
      <p:sp>
        <p:nvSpPr>
          <p:cNvPr id="110596" name="Rectangle 3"/>
          <p:cNvSpPr>
            <a:spLocks noChangeArrowheads="1"/>
          </p:cNvSpPr>
          <p:nvPr/>
        </p:nvSpPr>
        <p:spPr bwMode="auto">
          <a:xfrm>
            <a:off x="685800" y="1371600"/>
            <a:ext cx="7696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10597" name="Line 4"/>
          <p:cNvSpPr>
            <a:spLocks noChangeShapeType="1"/>
          </p:cNvSpPr>
          <p:nvPr/>
        </p:nvSpPr>
        <p:spPr bwMode="auto">
          <a:xfrm>
            <a:off x="12192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110598" name="Line 5"/>
          <p:cNvSpPr>
            <a:spLocks noChangeShapeType="1"/>
          </p:cNvSpPr>
          <p:nvPr/>
        </p:nvSpPr>
        <p:spPr bwMode="auto">
          <a:xfrm>
            <a:off x="17526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10599" name="Object 2"/>
          <p:cNvGraphicFramePr>
            <a:graphicFrameLocks noChangeAspect="1"/>
          </p:cNvGraphicFramePr>
          <p:nvPr/>
        </p:nvGraphicFramePr>
        <p:xfrm>
          <a:off x="838200" y="1524000"/>
          <a:ext cx="265113" cy="279400"/>
        </p:xfrm>
        <a:graphic>
          <a:graphicData uri="http://schemas.openxmlformats.org/presentationml/2006/ole">
            <mc:AlternateContent xmlns:mc="http://schemas.openxmlformats.org/markup-compatibility/2006">
              <mc:Choice xmlns:v="urn:schemas-microsoft-com:vml" Requires="v">
                <p:oleObj spid="_x0000_s110619" name="Equation" r:id="rId4" imgW="266584" imgH="279279" progId="Equation.3">
                  <p:embed/>
                </p:oleObj>
              </mc:Choice>
              <mc:Fallback>
                <p:oleObj name="Equation" r:id="rId4" imgW="266584" imgH="27927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15240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0600" name="Line 7"/>
          <p:cNvSpPr>
            <a:spLocks noChangeShapeType="1"/>
          </p:cNvSpPr>
          <p:nvPr/>
        </p:nvSpPr>
        <p:spPr bwMode="auto">
          <a:xfrm>
            <a:off x="609600" y="914400"/>
            <a:ext cx="0" cy="457200"/>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10601" name="Object 3"/>
          <p:cNvGraphicFramePr>
            <a:graphicFrameLocks noChangeAspect="1"/>
          </p:cNvGraphicFramePr>
          <p:nvPr/>
        </p:nvGraphicFramePr>
        <p:xfrm>
          <a:off x="1371600" y="1524000"/>
          <a:ext cx="265113" cy="279400"/>
        </p:xfrm>
        <a:graphic>
          <a:graphicData uri="http://schemas.openxmlformats.org/presentationml/2006/ole">
            <mc:AlternateContent xmlns:mc="http://schemas.openxmlformats.org/markup-compatibility/2006">
              <mc:Choice xmlns:v="urn:schemas-microsoft-com:vml" Requires="v">
                <p:oleObj spid="_x0000_s110620" name="Equation" r:id="rId6" imgW="266584" imgH="279279" progId="Equation.3">
                  <p:embed/>
                </p:oleObj>
              </mc:Choice>
              <mc:Fallback>
                <p:oleObj name="Equation" r:id="rId6" imgW="266584" imgH="279279"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1600" y="15240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0602" name="Oval 9"/>
          <p:cNvSpPr>
            <a:spLocks noChangeArrowheads="1"/>
          </p:cNvSpPr>
          <p:nvPr/>
        </p:nvSpPr>
        <p:spPr bwMode="auto">
          <a:xfrm>
            <a:off x="3276600" y="41910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10603" name="Oval 10"/>
          <p:cNvSpPr>
            <a:spLocks noChangeArrowheads="1"/>
          </p:cNvSpPr>
          <p:nvPr/>
        </p:nvSpPr>
        <p:spPr bwMode="auto">
          <a:xfrm>
            <a:off x="1524000" y="4191000"/>
            <a:ext cx="685800" cy="685800"/>
          </a:xfrm>
          <a:prstGeom prst="ellipse">
            <a:avLst/>
          </a:prstGeom>
          <a:solidFill>
            <a:srgbClr val="FF0000">
              <a:alpha val="50195"/>
            </a:srgbClr>
          </a:solidFill>
          <a:ln w="38100">
            <a:solidFill>
              <a:srgbClr val="FF0000"/>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10604" name="Line 11"/>
          <p:cNvSpPr>
            <a:spLocks noChangeShapeType="1"/>
          </p:cNvSpPr>
          <p:nvPr/>
        </p:nvSpPr>
        <p:spPr bwMode="auto">
          <a:xfrm>
            <a:off x="990600" y="4572000"/>
            <a:ext cx="533400" cy="0"/>
          </a:xfrm>
          <a:prstGeom prst="line">
            <a:avLst/>
          </a:prstGeom>
          <a:noFill/>
          <a:ln w="38100">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sp>
        <p:nvSpPr>
          <p:cNvPr id="110605" name="Oval 12"/>
          <p:cNvSpPr>
            <a:spLocks noChangeArrowheads="1"/>
          </p:cNvSpPr>
          <p:nvPr/>
        </p:nvSpPr>
        <p:spPr bwMode="auto">
          <a:xfrm>
            <a:off x="6934200" y="41910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10606" name="Line 13"/>
          <p:cNvSpPr>
            <a:spLocks noChangeShapeType="1"/>
          </p:cNvSpPr>
          <p:nvPr/>
        </p:nvSpPr>
        <p:spPr bwMode="auto">
          <a:xfrm>
            <a:off x="3962400" y="4572000"/>
            <a:ext cx="1066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graphicFrame>
        <p:nvGraphicFramePr>
          <p:cNvPr id="110607" name="Object 4"/>
          <p:cNvGraphicFramePr>
            <a:graphicFrameLocks noChangeAspect="1"/>
          </p:cNvGraphicFramePr>
          <p:nvPr/>
        </p:nvGraphicFramePr>
        <p:xfrm>
          <a:off x="3429000" y="4191000"/>
          <a:ext cx="406400" cy="571500"/>
        </p:xfrm>
        <a:graphic>
          <a:graphicData uri="http://schemas.openxmlformats.org/presentationml/2006/ole">
            <mc:AlternateContent xmlns:mc="http://schemas.openxmlformats.org/markup-compatibility/2006">
              <mc:Choice xmlns:v="urn:schemas-microsoft-com:vml" Requires="v">
                <p:oleObj spid="_x0000_s110621" name="Equation" r:id="rId7" imgW="406224" imgH="571252" progId="Equation.3">
                  <p:embed/>
                </p:oleObj>
              </mc:Choice>
              <mc:Fallback>
                <p:oleObj name="Equation" r:id="rId7" imgW="406224" imgH="571252"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29000" y="4191000"/>
                        <a:ext cx="4064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0608" name="Oval 15"/>
          <p:cNvSpPr>
            <a:spLocks noChangeArrowheads="1"/>
          </p:cNvSpPr>
          <p:nvPr/>
        </p:nvSpPr>
        <p:spPr bwMode="auto">
          <a:xfrm>
            <a:off x="6781800" y="4038600"/>
            <a:ext cx="990600" cy="990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aphicFrame>
        <p:nvGraphicFramePr>
          <p:cNvPr id="110609" name="Object 5"/>
          <p:cNvGraphicFramePr>
            <a:graphicFrameLocks noChangeAspect="1"/>
          </p:cNvGraphicFramePr>
          <p:nvPr/>
        </p:nvGraphicFramePr>
        <p:xfrm>
          <a:off x="7023100" y="4184650"/>
          <a:ext cx="457200" cy="584200"/>
        </p:xfrm>
        <a:graphic>
          <a:graphicData uri="http://schemas.openxmlformats.org/presentationml/2006/ole">
            <mc:AlternateContent xmlns:mc="http://schemas.openxmlformats.org/markup-compatibility/2006">
              <mc:Choice xmlns:v="urn:schemas-microsoft-com:vml" Requires="v">
                <p:oleObj spid="_x0000_s110622" name="Equation" r:id="rId9" imgW="457002" imgH="583947" progId="Equation.3">
                  <p:embed/>
                </p:oleObj>
              </mc:Choice>
              <mc:Fallback>
                <p:oleObj name="Equation" r:id="rId9" imgW="457002" imgH="583947"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23100" y="4184650"/>
                        <a:ext cx="457200"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0610" name="Object 6"/>
          <p:cNvGraphicFramePr>
            <a:graphicFrameLocks noChangeAspect="1"/>
          </p:cNvGraphicFramePr>
          <p:nvPr/>
        </p:nvGraphicFramePr>
        <p:xfrm>
          <a:off x="2514600" y="4267200"/>
          <a:ext cx="265113" cy="279400"/>
        </p:xfrm>
        <a:graphic>
          <a:graphicData uri="http://schemas.openxmlformats.org/presentationml/2006/ole">
            <mc:AlternateContent xmlns:mc="http://schemas.openxmlformats.org/markup-compatibility/2006">
              <mc:Choice xmlns:v="urn:schemas-microsoft-com:vml" Requires="v">
                <p:oleObj spid="_x0000_s110623" name="Equation" r:id="rId11" imgW="266584" imgH="279279" progId="Equation.3">
                  <p:embed/>
                </p:oleObj>
              </mc:Choice>
              <mc:Fallback>
                <p:oleObj name="Equation" r:id="rId11" imgW="266584" imgH="279279"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4600" y="42672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0611" name="Object 7"/>
          <p:cNvGraphicFramePr>
            <a:graphicFrameLocks noChangeAspect="1"/>
          </p:cNvGraphicFramePr>
          <p:nvPr/>
        </p:nvGraphicFramePr>
        <p:xfrm>
          <a:off x="1600200" y="4191000"/>
          <a:ext cx="482600" cy="584200"/>
        </p:xfrm>
        <a:graphic>
          <a:graphicData uri="http://schemas.openxmlformats.org/presentationml/2006/ole">
            <mc:AlternateContent xmlns:mc="http://schemas.openxmlformats.org/markup-compatibility/2006">
              <mc:Choice xmlns:v="urn:schemas-microsoft-com:vml" Requires="v">
                <p:oleObj spid="_x0000_s110624" name="Equation" r:id="rId12" imgW="482391" imgH="583947" progId="Equation.3">
                  <p:embed/>
                </p:oleObj>
              </mc:Choice>
              <mc:Fallback>
                <p:oleObj name="Equation" r:id="rId12" imgW="482391" imgH="583947" progId="Equation.3">
                  <p:embed/>
                  <p:pic>
                    <p:nvPicPr>
                      <p:cNvPr id="0"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00200" y="4191000"/>
                        <a:ext cx="482600"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0612" name="Object 8"/>
          <p:cNvGraphicFramePr>
            <a:graphicFrameLocks noChangeAspect="1"/>
          </p:cNvGraphicFramePr>
          <p:nvPr/>
        </p:nvGraphicFramePr>
        <p:xfrm>
          <a:off x="4267200" y="4114800"/>
          <a:ext cx="330200" cy="419100"/>
        </p:xfrm>
        <a:graphic>
          <a:graphicData uri="http://schemas.openxmlformats.org/presentationml/2006/ole">
            <mc:AlternateContent xmlns:mc="http://schemas.openxmlformats.org/markup-compatibility/2006">
              <mc:Choice xmlns:v="urn:schemas-microsoft-com:vml" Requires="v">
                <p:oleObj spid="_x0000_s110625" name="Equation" r:id="rId14" imgW="330200" imgH="419100" progId="Equation.3">
                  <p:embed/>
                </p:oleObj>
              </mc:Choice>
              <mc:Fallback>
                <p:oleObj name="Equation" r:id="rId14" imgW="330200" imgH="419100" progId="Equation.3">
                  <p:embed/>
                  <p:pic>
                    <p:nvPicPr>
                      <p:cNvPr id="0" name="Object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267200" y="4114800"/>
                        <a:ext cx="3302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0613" name="Line 20"/>
          <p:cNvSpPr>
            <a:spLocks noChangeShapeType="1"/>
          </p:cNvSpPr>
          <p:nvPr/>
        </p:nvSpPr>
        <p:spPr bwMode="auto">
          <a:xfrm>
            <a:off x="2209800" y="4572000"/>
            <a:ext cx="1066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sp>
        <p:nvSpPr>
          <p:cNvPr id="110614" name="Oval 21"/>
          <p:cNvSpPr>
            <a:spLocks noChangeArrowheads="1"/>
          </p:cNvSpPr>
          <p:nvPr/>
        </p:nvSpPr>
        <p:spPr bwMode="auto">
          <a:xfrm>
            <a:off x="5029200" y="41910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aphicFrame>
        <p:nvGraphicFramePr>
          <p:cNvPr id="110615" name="Object 9"/>
          <p:cNvGraphicFramePr>
            <a:graphicFrameLocks noChangeAspect="1"/>
          </p:cNvGraphicFramePr>
          <p:nvPr/>
        </p:nvGraphicFramePr>
        <p:xfrm>
          <a:off x="5143500" y="4191000"/>
          <a:ext cx="482600" cy="571500"/>
        </p:xfrm>
        <a:graphic>
          <a:graphicData uri="http://schemas.openxmlformats.org/presentationml/2006/ole">
            <mc:AlternateContent xmlns:mc="http://schemas.openxmlformats.org/markup-compatibility/2006">
              <mc:Choice xmlns:v="urn:schemas-microsoft-com:vml" Requires="v">
                <p:oleObj spid="_x0000_s110626" name="Equation" r:id="rId16" imgW="482391" imgH="571252" progId="Equation.3">
                  <p:embed/>
                </p:oleObj>
              </mc:Choice>
              <mc:Fallback>
                <p:oleObj name="Equation" r:id="rId16" imgW="482391" imgH="571252" progId="Equation.3">
                  <p:embed/>
                  <p:pic>
                    <p:nvPicPr>
                      <p:cNvPr id="0" name="Object 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143500" y="4191000"/>
                        <a:ext cx="4826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0616" name="Line 23"/>
          <p:cNvSpPr>
            <a:spLocks noChangeShapeType="1"/>
          </p:cNvSpPr>
          <p:nvPr/>
        </p:nvSpPr>
        <p:spPr bwMode="auto">
          <a:xfrm>
            <a:off x="5715000" y="4572000"/>
            <a:ext cx="1066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graphicFrame>
        <p:nvGraphicFramePr>
          <p:cNvPr id="110617" name="Object 10"/>
          <p:cNvGraphicFramePr>
            <a:graphicFrameLocks noChangeAspect="1"/>
          </p:cNvGraphicFramePr>
          <p:nvPr/>
        </p:nvGraphicFramePr>
        <p:xfrm>
          <a:off x="6096000" y="4267200"/>
          <a:ext cx="265113" cy="279400"/>
        </p:xfrm>
        <a:graphic>
          <a:graphicData uri="http://schemas.openxmlformats.org/presentationml/2006/ole">
            <mc:AlternateContent xmlns:mc="http://schemas.openxmlformats.org/markup-compatibility/2006">
              <mc:Choice xmlns:v="urn:schemas-microsoft-com:vml" Requires="v">
                <p:oleObj spid="_x0000_s110627" name="Equation" r:id="rId18" imgW="266584" imgH="279279" progId="Equation.3">
                  <p:embed/>
                </p:oleObj>
              </mc:Choice>
              <mc:Fallback>
                <p:oleObj name="Equation" r:id="rId18" imgW="266584" imgH="279279" progId="Equation.3">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42672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0618" name="Line 26"/>
          <p:cNvSpPr>
            <a:spLocks noChangeShapeType="1"/>
          </p:cNvSpPr>
          <p:nvPr/>
        </p:nvSpPr>
        <p:spPr bwMode="auto">
          <a:xfrm>
            <a:off x="1447800" y="5029200"/>
            <a:ext cx="914400" cy="0"/>
          </a:xfrm>
          <a:prstGeom prst="line">
            <a:avLst/>
          </a:prstGeom>
          <a:noFill/>
          <a:ln w="6350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en-GB"/>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71"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12643" name="Slide Number Placeholder 26"/>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7ECB4ED-4F92-469E-B3E6-41DDCEB9237C}" type="slidenum">
              <a:rPr lang="en-US" altLang="en-US" sz="1200">
                <a:solidFill>
                  <a:srgbClr val="898989"/>
                </a:solidFill>
                <a:latin typeface="Arial" panose="020B0604020202020204" pitchFamily="34" charset="0"/>
              </a:rPr>
              <a:pPr>
                <a:spcBef>
                  <a:spcPct val="0"/>
                </a:spcBef>
                <a:buFontTx/>
                <a:buNone/>
              </a:pPr>
              <a:t>57</a:t>
            </a:fld>
            <a:endParaRPr lang="en-US" altLang="en-US" sz="1200">
              <a:solidFill>
                <a:srgbClr val="898989"/>
              </a:solidFill>
              <a:latin typeface="Arial" panose="020B0604020202020204" pitchFamily="34" charset="0"/>
            </a:endParaRPr>
          </a:p>
        </p:txBody>
      </p:sp>
      <p:sp>
        <p:nvSpPr>
          <p:cNvPr id="112644" name="Rectangle 2"/>
          <p:cNvSpPr>
            <a:spLocks noChangeArrowheads="1"/>
          </p:cNvSpPr>
          <p:nvPr/>
        </p:nvSpPr>
        <p:spPr bwMode="auto">
          <a:xfrm>
            <a:off x="685800" y="1371600"/>
            <a:ext cx="7696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12645" name="Line 3"/>
          <p:cNvSpPr>
            <a:spLocks noChangeShapeType="1"/>
          </p:cNvSpPr>
          <p:nvPr/>
        </p:nvSpPr>
        <p:spPr bwMode="auto">
          <a:xfrm>
            <a:off x="12192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112646" name="Line 4"/>
          <p:cNvSpPr>
            <a:spLocks noChangeShapeType="1"/>
          </p:cNvSpPr>
          <p:nvPr/>
        </p:nvSpPr>
        <p:spPr bwMode="auto">
          <a:xfrm>
            <a:off x="17526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12647" name="Object 2"/>
          <p:cNvGraphicFramePr>
            <a:graphicFrameLocks noChangeAspect="1"/>
          </p:cNvGraphicFramePr>
          <p:nvPr/>
        </p:nvGraphicFramePr>
        <p:xfrm>
          <a:off x="838200" y="1524000"/>
          <a:ext cx="265113" cy="279400"/>
        </p:xfrm>
        <a:graphic>
          <a:graphicData uri="http://schemas.openxmlformats.org/presentationml/2006/ole">
            <mc:AlternateContent xmlns:mc="http://schemas.openxmlformats.org/markup-compatibility/2006">
              <mc:Choice xmlns:v="urn:schemas-microsoft-com:vml" Requires="v">
                <p:oleObj spid="_x0000_s112667" name="Equation" r:id="rId4" imgW="266584" imgH="279279" progId="Equation.3">
                  <p:embed/>
                </p:oleObj>
              </mc:Choice>
              <mc:Fallback>
                <p:oleObj name="Equation" r:id="rId4" imgW="266584" imgH="27927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15240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648" name="Line 6"/>
          <p:cNvSpPr>
            <a:spLocks noChangeShapeType="1"/>
          </p:cNvSpPr>
          <p:nvPr/>
        </p:nvSpPr>
        <p:spPr bwMode="auto">
          <a:xfrm>
            <a:off x="914400" y="914400"/>
            <a:ext cx="0" cy="457200"/>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12649" name="Object 3"/>
          <p:cNvGraphicFramePr>
            <a:graphicFrameLocks noChangeAspect="1"/>
          </p:cNvGraphicFramePr>
          <p:nvPr/>
        </p:nvGraphicFramePr>
        <p:xfrm>
          <a:off x="1371600" y="1524000"/>
          <a:ext cx="265113" cy="279400"/>
        </p:xfrm>
        <a:graphic>
          <a:graphicData uri="http://schemas.openxmlformats.org/presentationml/2006/ole">
            <mc:AlternateContent xmlns:mc="http://schemas.openxmlformats.org/markup-compatibility/2006">
              <mc:Choice xmlns:v="urn:schemas-microsoft-com:vml" Requires="v">
                <p:oleObj spid="_x0000_s112668" name="Equation" r:id="rId6" imgW="266584" imgH="279279" progId="Equation.3">
                  <p:embed/>
                </p:oleObj>
              </mc:Choice>
              <mc:Fallback>
                <p:oleObj name="Equation" r:id="rId6" imgW="266584" imgH="279279"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1600" y="15240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650" name="Oval 24"/>
          <p:cNvSpPr>
            <a:spLocks noChangeArrowheads="1"/>
          </p:cNvSpPr>
          <p:nvPr/>
        </p:nvSpPr>
        <p:spPr bwMode="auto">
          <a:xfrm>
            <a:off x="3276600" y="4191000"/>
            <a:ext cx="685800" cy="685800"/>
          </a:xfrm>
          <a:prstGeom prst="ellipse">
            <a:avLst/>
          </a:prstGeom>
          <a:solidFill>
            <a:srgbClr val="FF0000">
              <a:alpha val="50195"/>
            </a:srgbClr>
          </a:solidFill>
          <a:ln w="38100">
            <a:solidFill>
              <a:srgbClr val="FF0000"/>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12651" name="Oval 25"/>
          <p:cNvSpPr>
            <a:spLocks noChangeArrowheads="1"/>
          </p:cNvSpPr>
          <p:nvPr/>
        </p:nvSpPr>
        <p:spPr bwMode="auto">
          <a:xfrm>
            <a:off x="1524000" y="41910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12652" name="Line 26"/>
          <p:cNvSpPr>
            <a:spLocks noChangeShapeType="1"/>
          </p:cNvSpPr>
          <p:nvPr/>
        </p:nvSpPr>
        <p:spPr bwMode="auto">
          <a:xfrm>
            <a:off x="990600" y="4572000"/>
            <a:ext cx="533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sp>
        <p:nvSpPr>
          <p:cNvPr id="112653" name="Oval 27"/>
          <p:cNvSpPr>
            <a:spLocks noChangeArrowheads="1"/>
          </p:cNvSpPr>
          <p:nvPr/>
        </p:nvSpPr>
        <p:spPr bwMode="auto">
          <a:xfrm>
            <a:off x="6934200" y="41910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12654" name="Line 28"/>
          <p:cNvSpPr>
            <a:spLocks noChangeShapeType="1"/>
          </p:cNvSpPr>
          <p:nvPr/>
        </p:nvSpPr>
        <p:spPr bwMode="auto">
          <a:xfrm>
            <a:off x="3962400" y="4572000"/>
            <a:ext cx="1066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graphicFrame>
        <p:nvGraphicFramePr>
          <p:cNvPr id="112655" name="Object 4"/>
          <p:cNvGraphicFramePr>
            <a:graphicFrameLocks noChangeAspect="1"/>
          </p:cNvGraphicFramePr>
          <p:nvPr/>
        </p:nvGraphicFramePr>
        <p:xfrm>
          <a:off x="3429000" y="4191000"/>
          <a:ext cx="406400" cy="571500"/>
        </p:xfrm>
        <a:graphic>
          <a:graphicData uri="http://schemas.openxmlformats.org/presentationml/2006/ole">
            <mc:AlternateContent xmlns:mc="http://schemas.openxmlformats.org/markup-compatibility/2006">
              <mc:Choice xmlns:v="urn:schemas-microsoft-com:vml" Requires="v">
                <p:oleObj spid="_x0000_s112669" name="Equation" r:id="rId7" imgW="406224" imgH="571252" progId="Equation.3">
                  <p:embed/>
                </p:oleObj>
              </mc:Choice>
              <mc:Fallback>
                <p:oleObj name="Equation" r:id="rId7" imgW="406224" imgH="571252"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29000" y="4191000"/>
                        <a:ext cx="4064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656" name="Oval 30"/>
          <p:cNvSpPr>
            <a:spLocks noChangeArrowheads="1"/>
          </p:cNvSpPr>
          <p:nvPr/>
        </p:nvSpPr>
        <p:spPr bwMode="auto">
          <a:xfrm>
            <a:off x="6781800" y="4038600"/>
            <a:ext cx="990600" cy="990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aphicFrame>
        <p:nvGraphicFramePr>
          <p:cNvPr id="112657" name="Object 5"/>
          <p:cNvGraphicFramePr>
            <a:graphicFrameLocks noChangeAspect="1"/>
          </p:cNvGraphicFramePr>
          <p:nvPr/>
        </p:nvGraphicFramePr>
        <p:xfrm>
          <a:off x="7023100" y="4184650"/>
          <a:ext cx="457200" cy="584200"/>
        </p:xfrm>
        <a:graphic>
          <a:graphicData uri="http://schemas.openxmlformats.org/presentationml/2006/ole">
            <mc:AlternateContent xmlns:mc="http://schemas.openxmlformats.org/markup-compatibility/2006">
              <mc:Choice xmlns:v="urn:schemas-microsoft-com:vml" Requires="v">
                <p:oleObj spid="_x0000_s112670" name="Equation" r:id="rId9" imgW="457002" imgH="583947" progId="Equation.3">
                  <p:embed/>
                </p:oleObj>
              </mc:Choice>
              <mc:Fallback>
                <p:oleObj name="Equation" r:id="rId9" imgW="457002" imgH="583947"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23100" y="4184650"/>
                        <a:ext cx="457200"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658" name="Object 6"/>
          <p:cNvGraphicFramePr>
            <a:graphicFrameLocks noChangeAspect="1"/>
          </p:cNvGraphicFramePr>
          <p:nvPr/>
        </p:nvGraphicFramePr>
        <p:xfrm>
          <a:off x="2514600" y="4267200"/>
          <a:ext cx="265113" cy="279400"/>
        </p:xfrm>
        <a:graphic>
          <a:graphicData uri="http://schemas.openxmlformats.org/presentationml/2006/ole">
            <mc:AlternateContent xmlns:mc="http://schemas.openxmlformats.org/markup-compatibility/2006">
              <mc:Choice xmlns:v="urn:schemas-microsoft-com:vml" Requires="v">
                <p:oleObj spid="_x0000_s112671" name="Equation" r:id="rId11" imgW="266584" imgH="279279" progId="Equation.3">
                  <p:embed/>
                </p:oleObj>
              </mc:Choice>
              <mc:Fallback>
                <p:oleObj name="Equation" r:id="rId11" imgW="266584" imgH="279279"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4600" y="42672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659" name="Object 7"/>
          <p:cNvGraphicFramePr>
            <a:graphicFrameLocks noChangeAspect="1"/>
          </p:cNvGraphicFramePr>
          <p:nvPr/>
        </p:nvGraphicFramePr>
        <p:xfrm>
          <a:off x="1600200" y="4191000"/>
          <a:ext cx="482600" cy="584200"/>
        </p:xfrm>
        <a:graphic>
          <a:graphicData uri="http://schemas.openxmlformats.org/presentationml/2006/ole">
            <mc:AlternateContent xmlns:mc="http://schemas.openxmlformats.org/markup-compatibility/2006">
              <mc:Choice xmlns:v="urn:schemas-microsoft-com:vml" Requires="v">
                <p:oleObj spid="_x0000_s112672" name="Equation" r:id="rId12" imgW="482391" imgH="583947" progId="Equation.3">
                  <p:embed/>
                </p:oleObj>
              </mc:Choice>
              <mc:Fallback>
                <p:oleObj name="Equation" r:id="rId12" imgW="482391" imgH="583947" progId="Equation.3">
                  <p:embed/>
                  <p:pic>
                    <p:nvPicPr>
                      <p:cNvPr id="0"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00200" y="4191000"/>
                        <a:ext cx="482600"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660" name="Object 8"/>
          <p:cNvGraphicFramePr>
            <a:graphicFrameLocks noChangeAspect="1"/>
          </p:cNvGraphicFramePr>
          <p:nvPr/>
        </p:nvGraphicFramePr>
        <p:xfrm>
          <a:off x="4267200" y="4114800"/>
          <a:ext cx="330200" cy="419100"/>
        </p:xfrm>
        <a:graphic>
          <a:graphicData uri="http://schemas.openxmlformats.org/presentationml/2006/ole">
            <mc:AlternateContent xmlns:mc="http://schemas.openxmlformats.org/markup-compatibility/2006">
              <mc:Choice xmlns:v="urn:schemas-microsoft-com:vml" Requires="v">
                <p:oleObj spid="_x0000_s112673" name="Equation" r:id="rId14" imgW="330200" imgH="419100" progId="Equation.3">
                  <p:embed/>
                </p:oleObj>
              </mc:Choice>
              <mc:Fallback>
                <p:oleObj name="Equation" r:id="rId14" imgW="330200" imgH="419100" progId="Equation.3">
                  <p:embed/>
                  <p:pic>
                    <p:nvPicPr>
                      <p:cNvPr id="0" name="Object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267200" y="4114800"/>
                        <a:ext cx="3302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661" name="Line 35"/>
          <p:cNvSpPr>
            <a:spLocks noChangeShapeType="1"/>
          </p:cNvSpPr>
          <p:nvPr/>
        </p:nvSpPr>
        <p:spPr bwMode="auto">
          <a:xfrm>
            <a:off x="2209800" y="4572000"/>
            <a:ext cx="1066800" cy="0"/>
          </a:xfrm>
          <a:prstGeom prst="line">
            <a:avLst/>
          </a:prstGeom>
          <a:noFill/>
          <a:ln w="38100">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sp>
        <p:nvSpPr>
          <p:cNvPr id="112662" name="Oval 36"/>
          <p:cNvSpPr>
            <a:spLocks noChangeArrowheads="1"/>
          </p:cNvSpPr>
          <p:nvPr/>
        </p:nvSpPr>
        <p:spPr bwMode="auto">
          <a:xfrm>
            <a:off x="5029200" y="41910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aphicFrame>
        <p:nvGraphicFramePr>
          <p:cNvPr id="112663" name="Object 9"/>
          <p:cNvGraphicFramePr>
            <a:graphicFrameLocks noChangeAspect="1"/>
          </p:cNvGraphicFramePr>
          <p:nvPr/>
        </p:nvGraphicFramePr>
        <p:xfrm>
          <a:off x="5143500" y="4191000"/>
          <a:ext cx="482600" cy="571500"/>
        </p:xfrm>
        <a:graphic>
          <a:graphicData uri="http://schemas.openxmlformats.org/presentationml/2006/ole">
            <mc:AlternateContent xmlns:mc="http://schemas.openxmlformats.org/markup-compatibility/2006">
              <mc:Choice xmlns:v="urn:schemas-microsoft-com:vml" Requires="v">
                <p:oleObj spid="_x0000_s112674" name="Equation" r:id="rId16" imgW="482391" imgH="571252" progId="Equation.3">
                  <p:embed/>
                </p:oleObj>
              </mc:Choice>
              <mc:Fallback>
                <p:oleObj name="Equation" r:id="rId16" imgW="482391" imgH="571252" progId="Equation.3">
                  <p:embed/>
                  <p:pic>
                    <p:nvPicPr>
                      <p:cNvPr id="0" name="Object 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143500" y="4191000"/>
                        <a:ext cx="4826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664" name="Line 38"/>
          <p:cNvSpPr>
            <a:spLocks noChangeShapeType="1"/>
          </p:cNvSpPr>
          <p:nvPr/>
        </p:nvSpPr>
        <p:spPr bwMode="auto">
          <a:xfrm>
            <a:off x="5715000" y="4572000"/>
            <a:ext cx="1066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graphicFrame>
        <p:nvGraphicFramePr>
          <p:cNvPr id="112665" name="Object 10"/>
          <p:cNvGraphicFramePr>
            <a:graphicFrameLocks noChangeAspect="1"/>
          </p:cNvGraphicFramePr>
          <p:nvPr/>
        </p:nvGraphicFramePr>
        <p:xfrm>
          <a:off x="6096000" y="4267200"/>
          <a:ext cx="265113" cy="279400"/>
        </p:xfrm>
        <a:graphic>
          <a:graphicData uri="http://schemas.openxmlformats.org/presentationml/2006/ole">
            <mc:AlternateContent xmlns:mc="http://schemas.openxmlformats.org/markup-compatibility/2006">
              <mc:Choice xmlns:v="urn:schemas-microsoft-com:vml" Requires="v">
                <p:oleObj spid="_x0000_s112675" name="Equation" r:id="rId18" imgW="266584" imgH="279279" progId="Equation.3">
                  <p:embed/>
                </p:oleObj>
              </mc:Choice>
              <mc:Fallback>
                <p:oleObj name="Equation" r:id="rId18" imgW="266584" imgH="279279" progId="Equation.3">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42672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666" name="Line 40"/>
          <p:cNvSpPr>
            <a:spLocks noChangeShapeType="1"/>
          </p:cNvSpPr>
          <p:nvPr/>
        </p:nvSpPr>
        <p:spPr bwMode="auto">
          <a:xfrm>
            <a:off x="3200400" y="5029200"/>
            <a:ext cx="914400" cy="0"/>
          </a:xfrm>
          <a:prstGeom prst="line">
            <a:avLst/>
          </a:prstGeom>
          <a:noFill/>
          <a:ln w="6350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en-GB"/>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95"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14691" name="Slide Number Placeholder 27"/>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2A225AB-F0D8-4E05-AA5E-6B05868FB854}" type="slidenum">
              <a:rPr lang="en-US" altLang="en-US" sz="1200">
                <a:solidFill>
                  <a:srgbClr val="898989"/>
                </a:solidFill>
                <a:latin typeface="Arial" panose="020B0604020202020204" pitchFamily="34" charset="0"/>
              </a:rPr>
              <a:pPr>
                <a:spcBef>
                  <a:spcPct val="0"/>
                </a:spcBef>
                <a:buFontTx/>
                <a:buNone/>
              </a:pPr>
              <a:t>58</a:t>
            </a:fld>
            <a:endParaRPr lang="en-US" altLang="en-US" sz="1200">
              <a:solidFill>
                <a:srgbClr val="898989"/>
              </a:solidFill>
              <a:latin typeface="Arial" panose="020B0604020202020204" pitchFamily="34" charset="0"/>
            </a:endParaRPr>
          </a:p>
        </p:txBody>
      </p:sp>
      <p:sp>
        <p:nvSpPr>
          <p:cNvPr id="114692" name="Rectangle 2"/>
          <p:cNvSpPr>
            <a:spLocks noChangeArrowheads="1"/>
          </p:cNvSpPr>
          <p:nvPr/>
        </p:nvSpPr>
        <p:spPr bwMode="auto">
          <a:xfrm>
            <a:off x="685800" y="1371600"/>
            <a:ext cx="7696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14693" name="Line 3"/>
          <p:cNvSpPr>
            <a:spLocks noChangeShapeType="1"/>
          </p:cNvSpPr>
          <p:nvPr/>
        </p:nvSpPr>
        <p:spPr bwMode="auto">
          <a:xfrm>
            <a:off x="12192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114694" name="Line 4"/>
          <p:cNvSpPr>
            <a:spLocks noChangeShapeType="1"/>
          </p:cNvSpPr>
          <p:nvPr/>
        </p:nvSpPr>
        <p:spPr bwMode="auto">
          <a:xfrm>
            <a:off x="17526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14695" name="Object 2"/>
          <p:cNvGraphicFramePr>
            <a:graphicFrameLocks noChangeAspect="1"/>
          </p:cNvGraphicFramePr>
          <p:nvPr/>
        </p:nvGraphicFramePr>
        <p:xfrm>
          <a:off x="838200" y="1524000"/>
          <a:ext cx="265113" cy="279400"/>
        </p:xfrm>
        <a:graphic>
          <a:graphicData uri="http://schemas.openxmlformats.org/presentationml/2006/ole">
            <mc:AlternateContent xmlns:mc="http://schemas.openxmlformats.org/markup-compatibility/2006">
              <mc:Choice xmlns:v="urn:schemas-microsoft-com:vml" Requires="v">
                <p:oleObj spid="_x0000_s114716" name="Equation" r:id="rId4" imgW="266584" imgH="279279" progId="Equation.3">
                  <p:embed/>
                </p:oleObj>
              </mc:Choice>
              <mc:Fallback>
                <p:oleObj name="Equation" r:id="rId4" imgW="266584" imgH="27927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15240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4696" name="Line 6"/>
          <p:cNvSpPr>
            <a:spLocks noChangeShapeType="1"/>
          </p:cNvSpPr>
          <p:nvPr/>
        </p:nvSpPr>
        <p:spPr bwMode="auto">
          <a:xfrm>
            <a:off x="914400" y="914400"/>
            <a:ext cx="0" cy="457200"/>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14697" name="Object 3"/>
          <p:cNvGraphicFramePr>
            <a:graphicFrameLocks noChangeAspect="1"/>
          </p:cNvGraphicFramePr>
          <p:nvPr/>
        </p:nvGraphicFramePr>
        <p:xfrm>
          <a:off x="1371600" y="1524000"/>
          <a:ext cx="265113" cy="279400"/>
        </p:xfrm>
        <a:graphic>
          <a:graphicData uri="http://schemas.openxmlformats.org/presentationml/2006/ole">
            <mc:AlternateContent xmlns:mc="http://schemas.openxmlformats.org/markup-compatibility/2006">
              <mc:Choice xmlns:v="urn:schemas-microsoft-com:vml" Requires="v">
                <p:oleObj spid="_x0000_s114717" name="Equation" r:id="rId6" imgW="266584" imgH="279279" progId="Equation.3">
                  <p:embed/>
                </p:oleObj>
              </mc:Choice>
              <mc:Fallback>
                <p:oleObj name="Equation" r:id="rId6" imgW="266584" imgH="279279"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1600" y="15240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4698" name="Oval 8"/>
          <p:cNvSpPr>
            <a:spLocks noChangeArrowheads="1"/>
          </p:cNvSpPr>
          <p:nvPr/>
        </p:nvSpPr>
        <p:spPr bwMode="auto">
          <a:xfrm>
            <a:off x="3276600" y="41910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14699" name="Oval 9"/>
          <p:cNvSpPr>
            <a:spLocks noChangeArrowheads="1"/>
          </p:cNvSpPr>
          <p:nvPr/>
        </p:nvSpPr>
        <p:spPr bwMode="auto">
          <a:xfrm>
            <a:off x="1524000" y="41910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14700" name="Line 10"/>
          <p:cNvSpPr>
            <a:spLocks noChangeShapeType="1"/>
          </p:cNvSpPr>
          <p:nvPr/>
        </p:nvSpPr>
        <p:spPr bwMode="auto">
          <a:xfrm>
            <a:off x="990600" y="4572000"/>
            <a:ext cx="533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sp>
        <p:nvSpPr>
          <p:cNvPr id="114701" name="Oval 11"/>
          <p:cNvSpPr>
            <a:spLocks noChangeArrowheads="1"/>
          </p:cNvSpPr>
          <p:nvPr/>
        </p:nvSpPr>
        <p:spPr bwMode="auto">
          <a:xfrm>
            <a:off x="6934200" y="41910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14702" name="Line 12"/>
          <p:cNvSpPr>
            <a:spLocks noChangeShapeType="1"/>
          </p:cNvSpPr>
          <p:nvPr/>
        </p:nvSpPr>
        <p:spPr bwMode="auto">
          <a:xfrm>
            <a:off x="3962400" y="4572000"/>
            <a:ext cx="1066800" cy="0"/>
          </a:xfrm>
          <a:prstGeom prst="line">
            <a:avLst/>
          </a:prstGeom>
          <a:noFill/>
          <a:ln w="38100">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graphicFrame>
        <p:nvGraphicFramePr>
          <p:cNvPr id="114703" name="Object 4"/>
          <p:cNvGraphicFramePr>
            <a:graphicFrameLocks noChangeAspect="1"/>
          </p:cNvGraphicFramePr>
          <p:nvPr/>
        </p:nvGraphicFramePr>
        <p:xfrm>
          <a:off x="3429000" y="4191000"/>
          <a:ext cx="406400" cy="571500"/>
        </p:xfrm>
        <a:graphic>
          <a:graphicData uri="http://schemas.openxmlformats.org/presentationml/2006/ole">
            <mc:AlternateContent xmlns:mc="http://schemas.openxmlformats.org/markup-compatibility/2006">
              <mc:Choice xmlns:v="urn:schemas-microsoft-com:vml" Requires="v">
                <p:oleObj spid="_x0000_s114718" name="Equation" r:id="rId7" imgW="406224" imgH="571252" progId="Equation.3">
                  <p:embed/>
                </p:oleObj>
              </mc:Choice>
              <mc:Fallback>
                <p:oleObj name="Equation" r:id="rId7" imgW="406224" imgH="571252"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29000" y="4191000"/>
                        <a:ext cx="4064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4704" name="Oval 14"/>
          <p:cNvSpPr>
            <a:spLocks noChangeArrowheads="1"/>
          </p:cNvSpPr>
          <p:nvPr/>
        </p:nvSpPr>
        <p:spPr bwMode="auto">
          <a:xfrm>
            <a:off x="6781800" y="4038600"/>
            <a:ext cx="990600" cy="990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aphicFrame>
        <p:nvGraphicFramePr>
          <p:cNvPr id="114705" name="Object 5"/>
          <p:cNvGraphicFramePr>
            <a:graphicFrameLocks noChangeAspect="1"/>
          </p:cNvGraphicFramePr>
          <p:nvPr/>
        </p:nvGraphicFramePr>
        <p:xfrm>
          <a:off x="7023100" y="4184650"/>
          <a:ext cx="457200" cy="584200"/>
        </p:xfrm>
        <a:graphic>
          <a:graphicData uri="http://schemas.openxmlformats.org/presentationml/2006/ole">
            <mc:AlternateContent xmlns:mc="http://schemas.openxmlformats.org/markup-compatibility/2006">
              <mc:Choice xmlns:v="urn:schemas-microsoft-com:vml" Requires="v">
                <p:oleObj spid="_x0000_s114719" name="Equation" r:id="rId9" imgW="457002" imgH="583947" progId="Equation.3">
                  <p:embed/>
                </p:oleObj>
              </mc:Choice>
              <mc:Fallback>
                <p:oleObj name="Equation" r:id="rId9" imgW="457002" imgH="583947"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23100" y="4184650"/>
                        <a:ext cx="457200"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4706" name="Object 6"/>
          <p:cNvGraphicFramePr>
            <a:graphicFrameLocks noChangeAspect="1"/>
          </p:cNvGraphicFramePr>
          <p:nvPr/>
        </p:nvGraphicFramePr>
        <p:xfrm>
          <a:off x="2514600" y="4267200"/>
          <a:ext cx="265113" cy="279400"/>
        </p:xfrm>
        <a:graphic>
          <a:graphicData uri="http://schemas.openxmlformats.org/presentationml/2006/ole">
            <mc:AlternateContent xmlns:mc="http://schemas.openxmlformats.org/markup-compatibility/2006">
              <mc:Choice xmlns:v="urn:schemas-microsoft-com:vml" Requires="v">
                <p:oleObj spid="_x0000_s114720" name="Equation" r:id="rId11" imgW="266584" imgH="279279" progId="Equation.3">
                  <p:embed/>
                </p:oleObj>
              </mc:Choice>
              <mc:Fallback>
                <p:oleObj name="Equation" r:id="rId11" imgW="266584" imgH="279279"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4600" y="42672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4707" name="Object 7"/>
          <p:cNvGraphicFramePr>
            <a:graphicFrameLocks noChangeAspect="1"/>
          </p:cNvGraphicFramePr>
          <p:nvPr/>
        </p:nvGraphicFramePr>
        <p:xfrm>
          <a:off x="1600200" y="4191000"/>
          <a:ext cx="482600" cy="584200"/>
        </p:xfrm>
        <a:graphic>
          <a:graphicData uri="http://schemas.openxmlformats.org/presentationml/2006/ole">
            <mc:AlternateContent xmlns:mc="http://schemas.openxmlformats.org/markup-compatibility/2006">
              <mc:Choice xmlns:v="urn:schemas-microsoft-com:vml" Requires="v">
                <p:oleObj spid="_x0000_s114721" name="Equation" r:id="rId12" imgW="482391" imgH="583947" progId="Equation.3">
                  <p:embed/>
                </p:oleObj>
              </mc:Choice>
              <mc:Fallback>
                <p:oleObj name="Equation" r:id="rId12" imgW="482391" imgH="583947" progId="Equation.3">
                  <p:embed/>
                  <p:pic>
                    <p:nvPicPr>
                      <p:cNvPr id="0"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00200" y="4191000"/>
                        <a:ext cx="482600"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4708" name="Object 8"/>
          <p:cNvGraphicFramePr>
            <a:graphicFrameLocks noChangeAspect="1"/>
          </p:cNvGraphicFramePr>
          <p:nvPr/>
        </p:nvGraphicFramePr>
        <p:xfrm>
          <a:off x="4267200" y="4114800"/>
          <a:ext cx="330200" cy="419100"/>
        </p:xfrm>
        <a:graphic>
          <a:graphicData uri="http://schemas.openxmlformats.org/presentationml/2006/ole">
            <mc:AlternateContent xmlns:mc="http://schemas.openxmlformats.org/markup-compatibility/2006">
              <mc:Choice xmlns:v="urn:schemas-microsoft-com:vml" Requires="v">
                <p:oleObj spid="_x0000_s114722" name="Equation" r:id="rId14" imgW="330200" imgH="419100" progId="Equation.3">
                  <p:embed/>
                </p:oleObj>
              </mc:Choice>
              <mc:Fallback>
                <p:oleObj name="Equation" r:id="rId14" imgW="330200" imgH="419100" progId="Equation.3">
                  <p:embed/>
                  <p:pic>
                    <p:nvPicPr>
                      <p:cNvPr id="0" name="Object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267200" y="4114800"/>
                        <a:ext cx="3302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4709" name="Line 19"/>
          <p:cNvSpPr>
            <a:spLocks noChangeShapeType="1"/>
          </p:cNvSpPr>
          <p:nvPr/>
        </p:nvSpPr>
        <p:spPr bwMode="auto">
          <a:xfrm>
            <a:off x="2209800" y="4572000"/>
            <a:ext cx="1066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sp>
        <p:nvSpPr>
          <p:cNvPr id="114710" name="Oval 20"/>
          <p:cNvSpPr>
            <a:spLocks noChangeArrowheads="1"/>
          </p:cNvSpPr>
          <p:nvPr/>
        </p:nvSpPr>
        <p:spPr bwMode="auto">
          <a:xfrm>
            <a:off x="5029200" y="4191000"/>
            <a:ext cx="685800" cy="685800"/>
          </a:xfrm>
          <a:prstGeom prst="ellipse">
            <a:avLst/>
          </a:prstGeom>
          <a:solidFill>
            <a:srgbClr val="FF0000">
              <a:alpha val="50195"/>
            </a:srgbClr>
          </a:solidFill>
          <a:ln w="38100">
            <a:solidFill>
              <a:srgbClr val="FF0000"/>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aphicFrame>
        <p:nvGraphicFramePr>
          <p:cNvPr id="114711" name="Object 9"/>
          <p:cNvGraphicFramePr>
            <a:graphicFrameLocks noChangeAspect="1"/>
          </p:cNvGraphicFramePr>
          <p:nvPr/>
        </p:nvGraphicFramePr>
        <p:xfrm>
          <a:off x="5143500" y="4191000"/>
          <a:ext cx="482600" cy="571500"/>
        </p:xfrm>
        <a:graphic>
          <a:graphicData uri="http://schemas.openxmlformats.org/presentationml/2006/ole">
            <mc:AlternateContent xmlns:mc="http://schemas.openxmlformats.org/markup-compatibility/2006">
              <mc:Choice xmlns:v="urn:schemas-microsoft-com:vml" Requires="v">
                <p:oleObj spid="_x0000_s114723" name="Equation" r:id="rId16" imgW="482391" imgH="571252" progId="Equation.3">
                  <p:embed/>
                </p:oleObj>
              </mc:Choice>
              <mc:Fallback>
                <p:oleObj name="Equation" r:id="rId16" imgW="482391" imgH="571252" progId="Equation.3">
                  <p:embed/>
                  <p:pic>
                    <p:nvPicPr>
                      <p:cNvPr id="0" name="Object 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143500" y="4191000"/>
                        <a:ext cx="4826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4712" name="Line 22"/>
          <p:cNvSpPr>
            <a:spLocks noChangeShapeType="1"/>
          </p:cNvSpPr>
          <p:nvPr/>
        </p:nvSpPr>
        <p:spPr bwMode="auto">
          <a:xfrm>
            <a:off x="5715000" y="4572000"/>
            <a:ext cx="1066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graphicFrame>
        <p:nvGraphicFramePr>
          <p:cNvPr id="114713" name="Object 10"/>
          <p:cNvGraphicFramePr>
            <a:graphicFrameLocks noChangeAspect="1"/>
          </p:cNvGraphicFramePr>
          <p:nvPr/>
        </p:nvGraphicFramePr>
        <p:xfrm>
          <a:off x="6096000" y="4267200"/>
          <a:ext cx="265113" cy="279400"/>
        </p:xfrm>
        <a:graphic>
          <a:graphicData uri="http://schemas.openxmlformats.org/presentationml/2006/ole">
            <mc:AlternateContent xmlns:mc="http://schemas.openxmlformats.org/markup-compatibility/2006">
              <mc:Choice xmlns:v="urn:schemas-microsoft-com:vml" Requires="v">
                <p:oleObj spid="_x0000_s114724" name="Equation" r:id="rId18" imgW="266584" imgH="279279" progId="Equation.3">
                  <p:embed/>
                </p:oleObj>
              </mc:Choice>
              <mc:Fallback>
                <p:oleObj name="Equation" r:id="rId18" imgW="266584" imgH="279279" progId="Equation.3">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42672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4714" name="Line 24"/>
          <p:cNvSpPr>
            <a:spLocks noChangeShapeType="1"/>
          </p:cNvSpPr>
          <p:nvPr/>
        </p:nvSpPr>
        <p:spPr bwMode="auto">
          <a:xfrm>
            <a:off x="4953000" y="5029200"/>
            <a:ext cx="914400" cy="0"/>
          </a:xfrm>
          <a:prstGeom prst="line">
            <a:avLst/>
          </a:prstGeom>
          <a:noFill/>
          <a:ln w="6350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en-GB"/>
          </a:p>
        </p:txBody>
      </p:sp>
      <p:sp>
        <p:nvSpPr>
          <p:cNvPr id="114715" name="Text Box 25"/>
          <p:cNvSpPr txBox="1">
            <a:spLocks noChangeArrowheads="1"/>
          </p:cNvSpPr>
          <p:nvPr/>
        </p:nvSpPr>
        <p:spPr bwMode="auto">
          <a:xfrm>
            <a:off x="2133600" y="228600"/>
            <a:ext cx="49180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1800" b="1">
                <a:latin typeface="Arial" panose="020B0604020202020204" pitchFamily="34" charset="0"/>
                <a:cs typeface="Arial" panose="020B0604020202020204" pitchFamily="34" charset="0"/>
              </a:rPr>
              <a:t>(read head doesn’t move)</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9"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16739" name="Slide Number Placeholder 26"/>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B90E1C2-764B-440E-BB7B-D8BFC5B9B1B5}" type="slidenum">
              <a:rPr lang="en-US" altLang="en-US" sz="1200">
                <a:solidFill>
                  <a:srgbClr val="898989"/>
                </a:solidFill>
                <a:latin typeface="Arial" panose="020B0604020202020204" pitchFamily="34" charset="0"/>
              </a:rPr>
              <a:pPr>
                <a:spcBef>
                  <a:spcPct val="0"/>
                </a:spcBef>
                <a:buFontTx/>
                <a:buNone/>
              </a:pPr>
              <a:t>59</a:t>
            </a:fld>
            <a:endParaRPr lang="en-US" altLang="en-US" sz="1200">
              <a:solidFill>
                <a:srgbClr val="898989"/>
              </a:solidFill>
              <a:latin typeface="Arial" panose="020B0604020202020204" pitchFamily="34" charset="0"/>
            </a:endParaRPr>
          </a:p>
        </p:txBody>
      </p:sp>
      <p:sp>
        <p:nvSpPr>
          <p:cNvPr id="116740" name="Rectangle 2"/>
          <p:cNvSpPr>
            <a:spLocks noChangeArrowheads="1"/>
          </p:cNvSpPr>
          <p:nvPr/>
        </p:nvSpPr>
        <p:spPr bwMode="auto">
          <a:xfrm>
            <a:off x="685800" y="1371600"/>
            <a:ext cx="7696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16741" name="Line 3"/>
          <p:cNvSpPr>
            <a:spLocks noChangeShapeType="1"/>
          </p:cNvSpPr>
          <p:nvPr/>
        </p:nvSpPr>
        <p:spPr bwMode="auto">
          <a:xfrm>
            <a:off x="12192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116742" name="Line 4"/>
          <p:cNvSpPr>
            <a:spLocks noChangeShapeType="1"/>
          </p:cNvSpPr>
          <p:nvPr/>
        </p:nvSpPr>
        <p:spPr bwMode="auto">
          <a:xfrm>
            <a:off x="17526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16743" name="Object 2"/>
          <p:cNvGraphicFramePr>
            <a:graphicFrameLocks noChangeAspect="1"/>
          </p:cNvGraphicFramePr>
          <p:nvPr/>
        </p:nvGraphicFramePr>
        <p:xfrm>
          <a:off x="838200" y="1524000"/>
          <a:ext cx="265113" cy="279400"/>
        </p:xfrm>
        <a:graphic>
          <a:graphicData uri="http://schemas.openxmlformats.org/presentationml/2006/ole">
            <mc:AlternateContent xmlns:mc="http://schemas.openxmlformats.org/markup-compatibility/2006">
              <mc:Choice xmlns:v="urn:schemas-microsoft-com:vml" Requires="v">
                <p:oleObj spid="_x0000_s116763" name="Equation" r:id="rId4" imgW="266584" imgH="279279" progId="Equation.3">
                  <p:embed/>
                </p:oleObj>
              </mc:Choice>
              <mc:Fallback>
                <p:oleObj name="Equation" r:id="rId4" imgW="266584" imgH="27927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15240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6744" name="Line 6"/>
          <p:cNvSpPr>
            <a:spLocks noChangeShapeType="1"/>
          </p:cNvSpPr>
          <p:nvPr/>
        </p:nvSpPr>
        <p:spPr bwMode="auto">
          <a:xfrm>
            <a:off x="1447800" y="914400"/>
            <a:ext cx="0" cy="457200"/>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16745" name="Object 3"/>
          <p:cNvGraphicFramePr>
            <a:graphicFrameLocks noChangeAspect="1"/>
          </p:cNvGraphicFramePr>
          <p:nvPr/>
        </p:nvGraphicFramePr>
        <p:xfrm>
          <a:off x="1371600" y="1524000"/>
          <a:ext cx="265113" cy="279400"/>
        </p:xfrm>
        <a:graphic>
          <a:graphicData uri="http://schemas.openxmlformats.org/presentationml/2006/ole">
            <mc:AlternateContent xmlns:mc="http://schemas.openxmlformats.org/markup-compatibility/2006">
              <mc:Choice xmlns:v="urn:schemas-microsoft-com:vml" Requires="v">
                <p:oleObj spid="_x0000_s116764" name="Equation" r:id="rId6" imgW="266584" imgH="279279" progId="Equation.3">
                  <p:embed/>
                </p:oleObj>
              </mc:Choice>
              <mc:Fallback>
                <p:oleObj name="Equation" r:id="rId6" imgW="266584" imgH="279279"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1600" y="15240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6746" name="Oval 8"/>
          <p:cNvSpPr>
            <a:spLocks noChangeArrowheads="1"/>
          </p:cNvSpPr>
          <p:nvPr/>
        </p:nvSpPr>
        <p:spPr bwMode="auto">
          <a:xfrm>
            <a:off x="3276600" y="41910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16747" name="Oval 9"/>
          <p:cNvSpPr>
            <a:spLocks noChangeArrowheads="1"/>
          </p:cNvSpPr>
          <p:nvPr/>
        </p:nvSpPr>
        <p:spPr bwMode="auto">
          <a:xfrm>
            <a:off x="1524000" y="41910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16748" name="Line 10"/>
          <p:cNvSpPr>
            <a:spLocks noChangeShapeType="1"/>
          </p:cNvSpPr>
          <p:nvPr/>
        </p:nvSpPr>
        <p:spPr bwMode="auto">
          <a:xfrm>
            <a:off x="990600" y="4572000"/>
            <a:ext cx="533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sp>
        <p:nvSpPr>
          <p:cNvPr id="116749" name="Oval 11"/>
          <p:cNvSpPr>
            <a:spLocks noChangeArrowheads="1"/>
          </p:cNvSpPr>
          <p:nvPr/>
        </p:nvSpPr>
        <p:spPr bwMode="auto">
          <a:xfrm>
            <a:off x="6934200" y="4191000"/>
            <a:ext cx="685800" cy="685800"/>
          </a:xfrm>
          <a:prstGeom prst="ellipse">
            <a:avLst/>
          </a:prstGeom>
          <a:solidFill>
            <a:srgbClr val="FF0000">
              <a:alpha val="50195"/>
            </a:srgbClr>
          </a:solidFill>
          <a:ln w="38100">
            <a:solidFill>
              <a:srgbClr val="FF0000"/>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16750" name="Line 12"/>
          <p:cNvSpPr>
            <a:spLocks noChangeShapeType="1"/>
          </p:cNvSpPr>
          <p:nvPr/>
        </p:nvSpPr>
        <p:spPr bwMode="auto">
          <a:xfrm>
            <a:off x="3962400" y="4572000"/>
            <a:ext cx="1066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graphicFrame>
        <p:nvGraphicFramePr>
          <p:cNvPr id="116751" name="Object 4"/>
          <p:cNvGraphicFramePr>
            <a:graphicFrameLocks noChangeAspect="1"/>
          </p:cNvGraphicFramePr>
          <p:nvPr/>
        </p:nvGraphicFramePr>
        <p:xfrm>
          <a:off x="3429000" y="4191000"/>
          <a:ext cx="406400" cy="571500"/>
        </p:xfrm>
        <a:graphic>
          <a:graphicData uri="http://schemas.openxmlformats.org/presentationml/2006/ole">
            <mc:AlternateContent xmlns:mc="http://schemas.openxmlformats.org/markup-compatibility/2006">
              <mc:Choice xmlns:v="urn:schemas-microsoft-com:vml" Requires="v">
                <p:oleObj spid="_x0000_s116765" name="Equation" r:id="rId7" imgW="406224" imgH="571252" progId="Equation.3">
                  <p:embed/>
                </p:oleObj>
              </mc:Choice>
              <mc:Fallback>
                <p:oleObj name="Equation" r:id="rId7" imgW="406224" imgH="571252"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29000" y="4191000"/>
                        <a:ext cx="4064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6752" name="Oval 14"/>
          <p:cNvSpPr>
            <a:spLocks noChangeArrowheads="1"/>
          </p:cNvSpPr>
          <p:nvPr/>
        </p:nvSpPr>
        <p:spPr bwMode="auto">
          <a:xfrm>
            <a:off x="6781800" y="4038600"/>
            <a:ext cx="990600" cy="99060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aphicFrame>
        <p:nvGraphicFramePr>
          <p:cNvPr id="116753" name="Object 5"/>
          <p:cNvGraphicFramePr>
            <a:graphicFrameLocks noChangeAspect="1"/>
          </p:cNvGraphicFramePr>
          <p:nvPr/>
        </p:nvGraphicFramePr>
        <p:xfrm>
          <a:off x="7023100" y="4184650"/>
          <a:ext cx="457200" cy="584200"/>
        </p:xfrm>
        <a:graphic>
          <a:graphicData uri="http://schemas.openxmlformats.org/presentationml/2006/ole">
            <mc:AlternateContent xmlns:mc="http://schemas.openxmlformats.org/markup-compatibility/2006">
              <mc:Choice xmlns:v="urn:schemas-microsoft-com:vml" Requires="v">
                <p:oleObj spid="_x0000_s116766" name="Equation" r:id="rId9" imgW="457002" imgH="583947" progId="Equation.3">
                  <p:embed/>
                </p:oleObj>
              </mc:Choice>
              <mc:Fallback>
                <p:oleObj name="Equation" r:id="rId9" imgW="457002" imgH="583947"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23100" y="4184650"/>
                        <a:ext cx="457200"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6754" name="Object 6"/>
          <p:cNvGraphicFramePr>
            <a:graphicFrameLocks noChangeAspect="1"/>
          </p:cNvGraphicFramePr>
          <p:nvPr/>
        </p:nvGraphicFramePr>
        <p:xfrm>
          <a:off x="2514600" y="4267200"/>
          <a:ext cx="265113" cy="279400"/>
        </p:xfrm>
        <a:graphic>
          <a:graphicData uri="http://schemas.openxmlformats.org/presentationml/2006/ole">
            <mc:AlternateContent xmlns:mc="http://schemas.openxmlformats.org/markup-compatibility/2006">
              <mc:Choice xmlns:v="urn:schemas-microsoft-com:vml" Requires="v">
                <p:oleObj spid="_x0000_s116767" name="Equation" r:id="rId11" imgW="266584" imgH="279279" progId="Equation.3">
                  <p:embed/>
                </p:oleObj>
              </mc:Choice>
              <mc:Fallback>
                <p:oleObj name="Equation" r:id="rId11" imgW="266584" imgH="279279"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4600" y="42672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6755" name="Object 7"/>
          <p:cNvGraphicFramePr>
            <a:graphicFrameLocks noChangeAspect="1"/>
          </p:cNvGraphicFramePr>
          <p:nvPr/>
        </p:nvGraphicFramePr>
        <p:xfrm>
          <a:off x="1600200" y="4191000"/>
          <a:ext cx="482600" cy="584200"/>
        </p:xfrm>
        <a:graphic>
          <a:graphicData uri="http://schemas.openxmlformats.org/presentationml/2006/ole">
            <mc:AlternateContent xmlns:mc="http://schemas.openxmlformats.org/markup-compatibility/2006">
              <mc:Choice xmlns:v="urn:schemas-microsoft-com:vml" Requires="v">
                <p:oleObj spid="_x0000_s116768" name="Equation" r:id="rId12" imgW="482391" imgH="583947" progId="Equation.3">
                  <p:embed/>
                </p:oleObj>
              </mc:Choice>
              <mc:Fallback>
                <p:oleObj name="Equation" r:id="rId12" imgW="482391" imgH="583947" progId="Equation.3">
                  <p:embed/>
                  <p:pic>
                    <p:nvPicPr>
                      <p:cNvPr id="0"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00200" y="4191000"/>
                        <a:ext cx="482600"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6756" name="Object 8"/>
          <p:cNvGraphicFramePr>
            <a:graphicFrameLocks noChangeAspect="1"/>
          </p:cNvGraphicFramePr>
          <p:nvPr/>
        </p:nvGraphicFramePr>
        <p:xfrm>
          <a:off x="4267200" y="4114800"/>
          <a:ext cx="330200" cy="419100"/>
        </p:xfrm>
        <a:graphic>
          <a:graphicData uri="http://schemas.openxmlformats.org/presentationml/2006/ole">
            <mc:AlternateContent xmlns:mc="http://schemas.openxmlformats.org/markup-compatibility/2006">
              <mc:Choice xmlns:v="urn:schemas-microsoft-com:vml" Requires="v">
                <p:oleObj spid="_x0000_s116769" name="Equation" r:id="rId14" imgW="330200" imgH="419100" progId="Equation.3">
                  <p:embed/>
                </p:oleObj>
              </mc:Choice>
              <mc:Fallback>
                <p:oleObj name="Equation" r:id="rId14" imgW="330200" imgH="419100" progId="Equation.3">
                  <p:embed/>
                  <p:pic>
                    <p:nvPicPr>
                      <p:cNvPr id="0" name="Object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267200" y="4114800"/>
                        <a:ext cx="3302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6757" name="Line 19"/>
          <p:cNvSpPr>
            <a:spLocks noChangeShapeType="1"/>
          </p:cNvSpPr>
          <p:nvPr/>
        </p:nvSpPr>
        <p:spPr bwMode="auto">
          <a:xfrm>
            <a:off x="2209800" y="4572000"/>
            <a:ext cx="1066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sp>
        <p:nvSpPr>
          <p:cNvPr id="116758" name="Oval 20"/>
          <p:cNvSpPr>
            <a:spLocks noChangeArrowheads="1"/>
          </p:cNvSpPr>
          <p:nvPr/>
        </p:nvSpPr>
        <p:spPr bwMode="auto">
          <a:xfrm>
            <a:off x="5029200" y="41910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aphicFrame>
        <p:nvGraphicFramePr>
          <p:cNvPr id="116759" name="Object 9"/>
          <p:cNvGraphicFramePr>
            <a:graphicFrameLocks noChangeAspect="1"/>
          </p:cNvGraphicFramePr>
          <p:nvPr/>
        </p:nvGraphicFramePr>
        <p:xfrm>
          <a:off x="5143500" y="4191000"/>
          <a:ext cx="482600" cy="571500"/>
        </p:xfrm>
        <a:graphic>
          <a:graphicData uri="http://schemas.openxmlformats.org/presentationml/2006/ole">
            <mc:AlternateContent xmlns:mc="http://schemas.openxmlformats.org/markup-compatibility/2006">
              <mc:Choice xmlns:v="urn:schemas-microsoft-com:vml" Requires="v">
                <p:oleObj spid="_x0000_s116770" name="Equation" r:id="rId16" imgW="482391" imgH="571252" progId="Equation.3">
                  <p:embed/>
                </p:oleObj>
              </mc:Choice>
              <mc:Fallback>
                <p:oleObj name="Equation" r:id="rId16" imgW="482391" imgH="571252" progId="Equation.3">
                  <p:embed/>
                  <p:pic>
                    <p:nvPicPr>
                      <p:cNvPr id="0" name="Object 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143500" y="4191000"/>
                        <a:ext cx="4826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6760" name="Line 22"/>
          <p:cNvSpPr>
            <a:spLocks noChangeShapeType="1"/>
          </p:cNvSpPr>
          <p:nvPr/>
        </p:nvSpPr>
        <p:spPr bwMode="auto">
          <a:xfrm>
            <a:off x="5715000" y="4572000"/>
            <a:ext cx="1066800" cy="0"/>
          </a:xfrm>
          <a:prstGeom prst="line">
            <a:avLst/>
          </a:prstGeom>
          <a:noFill/>
          <a:ln w="38100">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graphicFrame>
        <p:nvGraphicFramePr>
          <p:cNvPr id="116761" name="Object 10"/>
          <p:cNvGraphicFramePr>
            <a:graphicFrameLocks noChangeAspect="1"/>
          </p:cNvGraphicFramePr>
          <p:nvPr/>
        </p:nvGraphicFramePr>
        <p:xfrm>
          <a:off x="6096000" y="4267200"/>
          <a:ext cx="265113" cy="279400"/>
        </p:xfrm>
        <a:graphic>
          <a:graphicData uri="http://schemas.openxmlformats.org/presentationml/2006/ole">
            <mc:AlternateContent xmlns:mc="http://schemas.openxmlformats.org/markup-compatibility/2006">
              <mc:Choice xmlns:v="urn:schemas-microsoft-com:vml" Requires="v">
                <p:oleObj spid="_x0000_s116771" name="Equation" r:id="rId18" imgW="266584" imgH="279279" progId="Equation.3">
                  <p:embed/>
                </p:oleObj>
              </mc:Choice>
              <mc:Fallback>
                <p:oleObj name="Equation" r:id="rId18" imgW="266584" imgH="279279" progId="Equation.3">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42672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6762" name="Line 24"/>
          <p:cNvSpPr>
            <a:spLocks noChangeShapeType="1"/>
          </p:cNvSpPr>
          <p:nvPr/>
        </p:nvSpPr>
        <p:spPr bwMode="auto">
          <a:xfrm>
            <a:off x="6858000" y="5181600"/>
            <a:ext cx="914400" cy="0"/>
          </a:xfrm>
          <a:prstGeom prst="line">
            <a:avLst/>
          </a:prstGeom>
          <a:noFill/>
          <a:ln w="6350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en-GB"/>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44"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18787" name="Slide Number Placeholder 29"/>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079F624-0FD4-48C9-9D88-18ADBE44B817}" type="slidenum">
              <a:rPr lang="en-US" altLang="en-US" sz="1200">
                <a:solidFill>
                  <a:srgbClr val="898989"/>
                </a:solidFill>
                <a:latin typeface="Arial" panose="020B0604020202020204" pitchFamily="34" charset="0"/>
              </a:rPr>
              <a:pPr>
                <a:spcBef>
                  <a:spcPct val="0"/>
                </a:spcBef>
                <a:buFontTx/>
                <a:buNone/>
              </a:pPr>
              <a:t>60</a:t>
            </a:fld>
            <a:endParaRPr lang="en-US" altLang="en-US" sz="1200">
              <a:solidFill>
                <a:srgbClr val="898989"/>
              </a:solidFill>
              <a:latin typeface="Arial" panose="020B0604020202020204" pitchFamily="34" charset="0"/>
            </a:endParaRPr>
          </a:p>
        </p:txBody>
      </p:sp>
      <p:sp>
        <p:nvSpPr>
          <p:cNvPr id="118788" name="Rectangle 2"/>
          <p:cNvSpPr>
            <a:spLocks noChangeArrowheads="1"/>
          </p:cNvSpPr>
          <p:nvPr/>
        </p:nvSpPr>
        <p:spPr bwMode="auto">
          <a:xfrm>
            <a:off x="685800" y="1371600"/>
            <a:ext cx="7696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18789" name="Line 3"/>
          <p:cNvSpPr>
            <a:spLocks noChangeShapeType="1"/>
          </p:cNvSpPr>
          <p:nvPr/>
        </p:nvSpPr>
        <p:spPr bwMode="auto">
          <a:xfrm>
            <a:off x="12192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118790" name="Line 4"/>
          <p:cNvSpPr>
            <a:spLocks noChangeShapeType="1"/>
          </p:cNvSpPr>
          <p:nvPr/>
        </p:nvSpPr>
        <p:spPr bwMode="auto">
          <a:xfrm>
            <a:off x="17526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18791" name="Object 2"/>
          <p:cNvGraphicFramePr>
            <a:graphicFrameLocks noChangeAspect="1"/>
          </p:cNvGraphicFramePr>
          <p:nvPr/>
        </p:nvGraphicFramePr>
        <p:xfrm>
          <a:off x="838200" y="1524000"/>
          <a:ext cx="265113" cy="279400"/>
        </p:xfrm>
        <a:graphic>
          <a:graphicData uri="http://schemas.openxmlformats.org/presentationml/2006/ole">
            <mc:AlternateContent xmlns:mc="http://schemas.openxmlformats.org/markup-compatibility/2006">
              <mc:Choice xmlns:v="urn:schemas-microsoft-com:vml" Requires="v">
                <p:oleObj spid="_x0000_s118814" name="Equation" r:id="rId4" imgW="266584" imgH="279279" progId="Equation.3">
                  <p:embed/>
                </p:oleObj>
              </mc:Choice>
              <mc:Fallback>
                <p:oleObj name="Equation" r:id="rId4" imgW="266584" imgH="27927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15240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8792" name="Line 6"/>
          <p:cNvSpPr>
            <a:spLocks noChangeShapeType="1"/>
          </p:cNvSpPr>
          <p:nvPr/>
        </p:nvSpPr>
        <p:spPr bwMode="auto">
          <a:xfrm>
            <a:off x="1905000" y="914400"/>
            <a:ext cx="0" cy="457200"/>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18793" name="Object 3"/>
          <p:cNvGraphicFramePr>
            <a:graphicFrameLocks noChangeAspect="1"/>
          </p:cNvGraphicFramePr>
          <p:nvPr/>
        </p:nvGraphicFramePr>
        <p:xfrm>
          <a:off x="1371600" y="1524000"/>
          <a:ext cx="265113" cy="279400"/>
        </p:xfrm>
        <a:graphic>
          <a:graphicData uri="http://schemas.openxmlformats.org/presentationml/2006/ole">
            <mc:AlternateContent xmlns:mc="http://schemas.openxmlformats.org/markup-compatibility/2006">
              <mc:Choice xmlns:v="urn:schemas-microsoft-com:vml" Requires="v">
                <p:oleObj spid="_x0000_s118815" name="Equation" r:id="rId6" imgW="266584" imgH="279279" progId="Equation.3">
                  <p:embed/>
                </p:oleObj>
              </mc:Choice>
              <mc:Fallback>
                <p:oleObj name="Equation" r:id="rId6" imgW="266584" imgH="279279"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1600" y="15240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8794" name="Oval 8"/>
          <p:cNvSpPr>
            <a:spLocks noChangeArrowheads="1"/>
          </p:cNvSpPr>
          <p:nvPr/>
        </p:nvSpPr>
        <p:spPr bwMode="auto">
          <a:xfrm>
            <a:off x="3276600" y="41910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18795" name="Oval 9"/>
          <p:cNvSpPr>
            <a:spLocks noChangeArrowheads="1"/>
          </p:cNvSpPr>
          <p:nvPr/>
        </p:nvSpPr>
        <p:spPr bwMode="auto">
          <a:xfrm>
            <a:off x="1524000" y="41910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18796" name="Line 10"/>
          <p:cNvSpPr>
            <a:spLocks noChangeShapeType="1"/>
          </p:cNvSpPr>
          <p:nvPr/>
        </p:nvSpPr>
        <p:spPr bwMode="auto">
          <a:xfrm>
            <a:off x="990600" y="4572000"/>
            <a:ext cx="533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sp>
        <p:nvSpPr>
          <p:cNvPr id="118797" name="Oval 11"/>
          <p:cNvSpPr>
            <a:spLocks noChangeArrowheads="1"/>
          </p:cNvSpPr>
          <p:nvPr/>
        </p:nvSpPr>
        <p:spPr bwMode="auto">
          <a:xfrm>
            <a:off x="6934200" y="4191000"/>
            <a:ext cx="685800" cy="685800"/>
          </a:xfrm>
          <a:prstGeom prst="ellipse">
            <a:avLst/>
          </a:prstGeom>
          <a:solidFill>
            <a:srgbClr val="FF0000">
              <a:alpha val="50195"/>
            </a:srgbClr>
          </a:solidFill>
          <a:ln w="38100">
            <a:solidFill>
              <a:srgbClr val="FF0000"/>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18798" name="Line 12"/>
          <p:cNvSpPr>
            <a:spLocks noChangeShapeType="1"/>
          </p:cNvSpPr>
          <p:nvPr/>
        </p:nvSpPr>
        <p:spPr bwMode="auto">
          <a:xfrm>
            <a:off x="3962400" y="4572000"/>
            <a:ext cx="1066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graphicFrame>
        <p:nvGraphicFramePr>
          <p:cNvPr id="118799" name="Object 4"/>
          <p:cNvGraphicFramePr>
            <a:graphicFrameLocks noChangeAspect="1"/>
          </p:cNvGraphicFramePr>
          <p:nvPr/>
        </p:nvGraphicFramePr>
        <p:xfrm>
          <a:off x="3429000" y="4191000"/>
          <a:ext cx="406400" cy="571500"/>
        </p:xfrm>
        <a:graphic>
          <a:graphicData uri="http://schemas.openxmlformats.org/presentationml/2006/ole">
            <mc:AlternateContent xmlns:mc="http://schemas.openxmlformats.org/markup-compatibility/2006">
              <mc:Choice xmlns:v="urn:schemas-microsoft-com:vml" Requires="v">
                <p:oleObj spid="_x0000_s118816" name="Equation" r:id="rId7" imgW="406224" imgH="571252" progId="Equation.3">
                  <p:embed/>
                </p:oleObj>
              </mc:Choice>
              <mc:Fallback>
                <p:oleObj name="Equation" r:id="rId7" imgW="406224" imgH="571252"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29000" y="4191000"/>
                        <a:ext cx="4064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8800" name="Oval 14"/>
          <p:cNvSpPr>
            <a:spLocks noChangeArrowheads="1"/>
          </p:cNvSpPr>
          <p:nvPr/>
        </p:nvSpPr>
        <p:spPr bwMode="auto">
          <a:xfrm>
            <a:off x="6781800" y="4038600"/>
            <a:ext cx="990600" cy="99060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aphicFrame>
        <p:nvGraphicFramePr>
          <p:cNvPr id="118801" name="Object 5"/>
          <p:cNvGraphicFramePr>
            <a:graphicFrameLocks noChangeAspect="1"/>
          </p:cNvGraphicFramePr>
          <p:nvPr/>
        </p:nvGraphicFramePr>
        <p:xfrm>
          <a:off x="7023100" y="4184650"/>
          <a:ext cx="457200" cy="584200"/>
        </p:xfrm>
        <a:graphic>
          <a:graphicData uri="http://schemas.openxmlformats.org/presentationml/2006/ole">
            <mc:AlternateContent xmlns:mc="http://schemas.openxmlformats.org/markup-compatibility/2006">
              <mc:Choice xmlns:v="urn:schemas-microsoft-com:vml" Requires="v">
                <p:oleObj spid="_x0000_s118817" name="Equation" r:id="rId9" imgW="457002" imgH="583947" progId="Equation.3">
                  <p:embed/>
                </p:oleObj>
              </mc:Choice>
              <mc:Fallback>
                <p:oleObj name="Equation" r:id="rId9" imgW="457002" imgH="583947"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23100" y="4184650"/>
                        <a:ext cx="457200"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8802" name="Object 6"/>
          <p:cNvGraphicFramePr>
            <a:graphicFrameLocks noChangeAspect="1"/>
          </p:cNvGraphicFramePr>
          <p:nvPr/>
        </p:nvGraphicFramePr>
        <p:xfrm>
          <a:off x="2514600" y="4267200"/>
          <a:ext cx="265113" cy="279400"/>
        </p:xfrm>
        <a:graphic>
          <a:graphicData uri="http://schemas.openxmlformats.org/presentationml/2006/ole">
            <mc:AlternateContent xmlns:mc="http://schemas.openxmlformats.org/markup-compatibility/2006">
              <mc:Choice xmlns:v="urn:schemas-microsoft-com:vml" Requires="v">
                <p:oleObj spid="_x0000_s118818" name="Equation" r:id="rId11" imgW="266584" imgH="279279" progId="Equation.3">
                  <p:embed/>
                </p:oleObj>
              </mc:Choice>
              <mc:Fallback>
                <p:oleObj name="Equation" r:id="rId11" imgW="266584" imgH="279279"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4600" y="42672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8803" name="Object 7"/>
          <p:cNvGraphicFramePr>
            <a:graphicFrameLocks noChangeAspect="1"/>
          </p:cNvGraphicFramePr>
          <p:nvPr/>
        </p:nvGraphicFramePr>
        <p:xfrm>
          <a:off x="1600200" y="4191000"/>
          <a:ext cx="482600" cy="584200"/>
        </p:xfrm>
        <a:graphic>
          <a:graphicData uri="http://schemas.openxmlformats.org/presentationml/2006/ole">
            <mc:AlternateContent xmlns:mc="http://schemas.openxmlformats.org/markup-compatibility/2006">
              <mc:Choice xmlns:v="urn:schemas-microsoft-com:vml" Requires="v">
                <p:oleObj spid="_x0000_s118819" name="Equation" r:id="rId12" imgW="482391" imgH="583947" progId="Equation.3">
                  <p:embed/>
                </p:oleObj>
              </mc:Choice>
              <mc:Fallback>
                <p:oleObj name="Equation" r:id="rId12" imgW="482391" imgH="583947" progId="Equation.3">
                  <p:embed/>
                  <p:pic>
                    <p:nvPicPr>
                      <p:cNvPr id="0"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00200" y="4191000"/>
                        <a:ext cx="482600"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8804" name="Object 8"/>
          <p:cNvGraphicFramePr>
            <a:graphicFrameLocks noChangeAspect="1"/>
          </p:cNvGraphicFramePr>
          <p:nvPr/>
        </p:nvGraphicFramePr>
        <p:xfrm>
          <a:off x="4267200" y="4114800"/>
          <a:ext cx="330200" cy="419100"/>
        </p:xfrm>
        <a:graphic>
          <a:graphicData uri="http://schemas.openxmlformats.org/presentationml/2006/ole">
            <mc:AlternateContent xmlns:mc="http://schemas.openxmlformats.org/markup-compatibility/2006">
              <mc:Choice xmlns:v="urn:schemas-microsoft-com:vml" Requires="v">
                <p:oleObj spid="_x0000_s118820" name="Equation" r:id="rId14" imgW="330200" imgH="419100" progId="Equation.3">
                  <p:embed/>
                </p:oleObj>
              </mc:Choice>
              <mc:Fallback>
                <p:oleObj name="Equation" r:id="rId14" imgW="330200" imgH="419100" progId="Equation.3">
                  <p:embed/>
                  <p:pic>
                    <p:nvPicPr>
                      <p:cNvPr id="0" name="Object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267200" y="4114800"/>
                        <a:ext cx="3302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8805" name="Line 19"/>
          <p:cNvSpPr>
            <a:spLocks noChangeShapeType="1"/>
          </p:cNvSpPr>
          <p:nvPr/>
        </p:nvSpPr>
        <p:spPr bwMode="auto">
          <a:xfrm>
            <a:off x="2209800" y="4572000"/>
            <a:ext cx="1066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sp>
        <p:nvSpPr>
          <p:cNvPr id="118806" name="Oval 20"/>
          <p:cNvSpPr>
            <a:spLocks noChangeArrowheads="1"/>
          </p:cNvSpPr>
          <p:nvPr/>
        </p:nvSpPr>
        <p:spPr bwMode="auto">
          <a:xfrm>
            <a:off x="5029200" y="41910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aphicFrame>
        <p:nvGraphicFramePr>
          <p:cNvPr id="118807" name="Object 9"/>
          <p:cNvGraphicFramePr>
            <a:graphicFrameLocks noChangeAspect="1"/>
          </p:cNvGraphicFramePr>
          <p:nvPr/>
        </p:nvGraphicFramePr>
        <p:xfrm>
          <a:off x="5143500" y="4191000"/>
          <a:ext cx="482600" cy="571500"/>
        </p:xfrm>
        <a:graphic>
          <a:graphicData uri="http://schemas.openxmlformats.org/presentationml/2006/ole">
            <mc:AlternateContent xmlns:mc="http://schemas.openxmlformats.org/markup-compatibility/2006">
              <mc:Choice xmlns:v="urn:schemas-microsoft-com:vml" Requires="v">
                <p:oleObj spid="_x0000_s118821" name="Equation" r:id="rId16" imgW="482391" imgH="571252" progId="Equation.3">
                  <p:embed/>
                </p:oleObj>
              </mc:Choice>
              <mc:Fallback>
                <p:oleObj name="Equation" r:id="rId16" imgW="482391" imgH="571252" progId="Equation.3">
                  <p:embed/>
                  <p:pic>
                    <p:nvPicPr>
                      <p:cNvPr id="0" name="Object 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143500" y="4191000"/>
                        <a:ext cx="4826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8808" name="Line 22"/>
          <p:cNvSpPr>
            <a:spLocks noChangeShapeType="1"/>
          </p:cNvSpPr>
          <p:nvPr/>
        </p:nvSpPr>
        <p:spPr bwMode="auto">
          <a:xfrm>
            <a:off x="5715000" y="4572000"/>
            <a:ext cx="1066800" cy="0"/>
          </a:xfrm>
          <a:prstGeom prst="line">
            <a:avLst/>
          </a:prstGeom>
          <a:noFill/>
          <a:ln w="38100">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graphicFrame>
        <p:nvGraphicFramePr>
          <p:cNvPr id="118809" name="Object 10"/>
          <p:cNvGraphicFramePr>
            <a:graphicFrameLocks noChangeAspect="1"/>
          </p:cNvGraphicFramePr>
          <p:nvPr/>
        </p:nvGraphicFramePr>
        <p:xfrm>
          <a:off x="6096000" y="4267200"/>
          <a:ext cx="265113" cy="279400"/>
        </p:xfrm>
        <a:graphic>
          <a:graphicData uri="http://schemas.openxmlformats.org/presentationml/2006/ole">
            <mc:AlternateContent xmlns:mc="http://schemas.openxmlformats.org/markup-compatibility/2006">
              <mc:Choice xmlns:v="urn:schemas-microsoft-com:vml" Requires="v">
                <p:oleObj spid="_x0000_s118822" name="Equation" r:id="rId18" imgW="266584" imgH="279279" progId="Equation.3">
                  <p:embed/>
                </p:oleObj>
              </mc:Choice>
              <mc:Fallback>
                <p:oleObj name="Equation" r:id="rId18" imgW="266584" imgH="279279" progId="Equation.3">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42672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8810" name="Line 24"/>
          <p:cNvSpPr>
            <a:spLocks noChangeShapeType="1"/>
          </p:cNvSpPr>
          <p:nvPr/>
        </p:nvSpPr>
        <p:spPr bwMode="auto">
          <a:xfrm>
            <a:off x="6858000" y="5181600"/>
            <a:ext cx="914400" cy="0"/>
          </a:xfrm>
          <a:prstGeom prst="line">
            <a:avLst/>
          </a:prstGeom>
          <a:noFill/>
          <a:ln w="6350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en-GB"/>
          </a:p>
        </p:txBody>
      </p:sp>
      <p:sp>
        <p:nvSpPr>
          <p:cNvPr id="118811" name="Text Box 25"/>
          <p:cNvSpPr txBox="1">
            <a:spLocks noChangeArrowheads="1"/>
          </p:cNvSpPr>
          <p:nvPr/>
        </p:nvSpPr>
        <p:spPr bwMode="auto">
          <a:xfrm>
            <a:off x="6400800" y="3276600"/>
            <a:ext cx="17637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1800" b="1">
                <a:latin typeface="Arial" panose="020B0604020202020204" pitchFamily="34" charset="0"/>
                <a:cs typeface="Arial" panose="020B0604020202020204" pitchFamily="34" charset="0"/>
              </a:rPr>
              <a:t>“accept”</a:t>
            </a:r>
          </a:p>
        </p:txBody>
      </p:sp>
      <p:sp>
        <p:nvSpPr>
          <p:cNvPr id="118812" name="Text Box 26"/>
          <p:cNvSpPr txBox="1">
            <a:spLocks noChangeArrowheads="1"/>
          </p:cNvSpPr>
          <p:nvPr/>
        </p:nvSpPr>
        <p:spPr bwMode="auto">
          <a:xfrm>
            <a:off x="441325" y="5334000"/>
            <a:ext cx="2749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1800" b="1">
                <a:latin typeface="Arial" panose="020B0604020202020204" pitchFamily="34" charset="0"/>
                <a:cs typeface="Arial" panose="020B0604020202020204" pitchFamily="34" charset="0"/>
              </a:rPr>
              <a:t>String          is accepted</a:t>
            </a:r>
          </a:p>
        </p:txBody>
      </p:sp>
      <p:graphicFrame>
        <p:nvGraphicFramePr>
          <p:cNvPr id="118813" name="Object 11"/>
          <p:cNvGraphicFramePr>
            <a:graphicFrameLocks noChangeAspect="1"/>
          </p:cNvGraphicFramePr>
          <p:nvPr/>
        </p:nvGraphicFramePr>
        <p:xfrm>
          <a:off x="1219200" y="5410200"/>
          <a:ext cx="546100" cy="304800"/>
        </p:xfrm>
        <a:graphic>
          <a:graphicData uri="http://schemas.openxmlformats.org/presentationml/2006/ole">
            <mc:AlternateContent xmlns:mc="http://schemas.openxmlformats.org/markup-compatibility/2006">
              <mc:Choice xmlns:v="urn:schemas-microsoft-com:vml" Requires="v">
                <p:oleObj spid="_x0000_s118823" name="Equation" r:id="rId19" imgW="545626" imgH="304536" progId="Equation.3">
                  <p:embed/>
                </p:oleObj>
              </mc:Choice>
              <mc:Fallback>
                <p:oleObj name="Equation" r:id="rId19" imgW="545626" imgH="304536" progId="Equation.3">
                  <p:embed/>
                  <p:pic>
                    <p:nvPicPr>
                      <p:cNvPr id="0" name="Object 1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219200" y="5410200"/>
                        <a:ext cx="5461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6"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20835" name="Slide Number Placeholder 2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CD0DB83-A2F5-4ED1-BA9B-94B275009701}" type="slidenum">
              <a:rPr lang="en-US" altLang="en-US" sz="1200">
                <a:solidFill>
                  <a:srgbClr val="898989"/>
                </a:solidFill>
                <a:latin typeface="Arial" panose="020B0604020202020204" pitchFamily="34" charset="0"/>
              </a:rPr>
              <a:pPr>
                <a:spcBef>
                  <a:spcPct val="0"/>
                </a:spcBef>
                <a:buFontTx/>
                <a:buNone/>
              </a:pPr>
              <a:t>61</a:t>
            </a:fld>
            <a:endParaRPr lang="en-US" altLang="en-US" sz="1200">
              <a:solidFill>
                <a:srgbClr val="898989"/>
              </a:solidFill>
              <a:latin typeface="Arial" panose="020B0604020202020204" pitchFamily="34" charset="0"/>
            </a:endParaRPr>
          </a:p>
        </p:txBody>
      </p:sp>
      <p:sp>
        <p:nvSpPr>
          <p:cNvPr id="120836" name="Text Box 2"/>
          <p:cNvSpPr txBox="1">
            <a:spLocks noChangeArrowheads="1"/>
          </p:cNvSpPr>
          <p:nvPr/>
        </p:nvSpPr>
        <p:spPr bwMode="auto">
          <a:xfrm>
            <a:off x="1127125" y="2082800"/>
            <a:ext cx="38655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1800" b="1">
                <a:latin typeface="Arial" panose="020B0604020202020204" pitchFamily="34" charset="0"/>
                <a:cs typeface="Arial" panose="020B0604020202020204" pitchFamily="34" charset="0"/>
              </a:rPr>
              <a:t>Language accepted:</a:t>
            </a:r>
          </a:p>
        </p:txBody>
      </p:sp>
      <p:graphicFrame>
        <p:nvGraphicFramePr>
          <p:cNvPr id="120837" name="Object 2"/>
          <p:cNvGraphicFramePr>
            <a:graphicFrameLocks noChangeAspect="1"/>
          </p:cNvGraphicFramePr>
          <p:nvPr/>
        </p:nvGraphicFramePr>
        <p:xfrm>
          <a:off x="5181600" y="2057400"/>
          <a:ext cx="1727200" cy="533400"/>
        </p:xfrm>
        <a:graphic>
          <a:graphicData uri="http://schemas.openxmlformats.org/presentationml/2006/ole">
            <mc:AlternateContent xmlns:mc="http://schemas.openxmlformats.org/markup-compatibility/2006">
              <mc:Choice xmlns:v="urn:schemas-microsoft-com:vml" Requires="v">
                <p:oleObj spid="_x0000_s120854" name="Equation" r:id="rId4" imgW="1726451" imgH="533169" progId="Equation.3">
                  <p:embed/>
                </p:oleObj>
              </mc:Choice>
              <mc:Fallback>
                <p:oleObj name="Equation" r:id="rId4" imgW="1726451" imgH="53316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81600" y="2057400"/>
                        <a:ext cx="17272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0838" name="Oval 4"/>
          <p:cNvSpPr>
            <a:spLocks noChangeArrowheads="1"/>
          </p:cNvSpPr>
          <p:nvPr/>
        </p:nvSpPr>
        <p:spPr bwMode="auto">
          <a:xfrm>
            <a:off x="3276600" y="41910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20839" name="Oval 5"/>
          <p:cNvSpPr>
            <a:spLocks noChangeArrowheads="1"/>
          </p:cNvSpPr>
          <p:nvPr/>
        </p:nvSpPr>
        <p:spPr bwMode="auto">
          <a:xfrm>
            <a:off x="1524000" y="41910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20840" name="Line 6"/>
          <p:cNvSpPr>
            <a:spLocks noChangeShapeType="1"/>
          </p:cNvSpPr>
          <p:nvPr/>
        </p:nvSpPr>
        <p:spPr bwMode="auto">
          <a:xfrm>
            <a:off x="990600" y="4572000"/>
            <a:ext cx="533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sp>
        <p:nvSpPr>
          <p:cNvPr id="120841" name="Oval 7"/>
          <p:cNvSpPr>
            <a:spLocks noChangeArrowheads="1"/>
          </p:cNvSpPr>
          <p:nvPr/>
        </p:nvSpPr>
        <p:spPr bwMode="auto">
          <a:xfrm>
            <a:off x="6934200" y="41910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20842" name="Line 8"/>
          <p:cNvSpPr>
            <a:spLocks noChangeShapeType="1"/>
          </p:cNvSpPr>
          <p:nvPr/>
        </p:nvSpPr>
        <p:spPr bwMode="auto">
          <a:xfrm>
            <a:off x="3962400" y="4572000"/>
            <a:ext cx="1066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graphicFrame>
        <p:nvGraphicFramePr>
          <p:cNvPr id="120843" name="Object 3"/>
          <p:cNvGraphicFramePr>
            <a:graphicFrameLocks noChangeAspect="1"/>
          </p:cNvGraphicFramePr>
          <p:nvPr/>
        </p:nvGraphicFramePr>
        <p:xfrm>
          <a:off x="3429000" y="4191000"/>
          <a:ext cx="406400" cy="571500"/>
        </p:xfrm>
        <a:graphic>
          <a:graphicData uri="http://schemas.openxmlformats.org/presentationml/2006/ole">
            <mc:AlternateContent xmlns:mc="http://schemas.openxmlformats.org/markup-compatibility/2006">
              <mc:Choice xmlns:v="urn:schemas-microsoft-com:vml" Requires="v">
                <p:oleObj spid="_x0000_s120855" name="Equation" r:id="rId6" imgW="406224" imgH="571252" progId="Equation.3">
                  <p:embed/>
                </p:oleObj>
              </mc:Choice>
              <mc:Fallback>
                <p:oleObj name="Equation" r:id="rId6" imgW="406224" imgH="571252"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29000" y="4191000"/>
                        <a:ext cx="4064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0844" name="Oval 10"/>
          <p:cNvSpPr>
            <a:spLocks noChangeArrowheads="1"/>
          </p:cNvSpPr>
          <p:nvPr/>
        </p:nvSpPr>
        <p:spPr bwMode="auto">
          <a:xfrm>
            <a:off x="6781800" y="4038600"/>
            <a:ext cx="990600" cy="990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aphicFrame>
        <p:nvGraphicFramePr>
          <p:cNvPr id="120845" name="Object 4"/>
          <p:cNvGraphicFramePr>
            <a:graphicFrameLocks noChangeAspect="1"/>
          </p:cNvGraphicFramePr>
          <p:nvPr/>
        </p:nvGraphicFramePr>
        <p:xfrm>
          <a:off x="7023100" y="4184650"/>
          <a:ext cx="457200" cy="584200"/>
        </p:xfrm>
        <a:graphic>
          <a:graphicData uri="http://schemas.openxmlformats.org/presentationml/2006/ole">
            <mc:AlternateContent xmlns:mc="http://schemas.openxmlformats.org/markup-compatibility/2006">
              <mc:Choice xmlns:v="urn:schemas-microsoft-com:vml" Requires="v">
                <p:oleObj spid="_x0000_s120856" name="Equation" r:id="rId8" imgW="457002" imgH="583947" progId="Equation.3">
                  <p:embed/>
                </p:oleObj>
              </mc:Choice>
              <mc:Fallback>
                <p:oleObj name="Equation" r:id="rId8" imgW="457002" imgH="583947"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23100" y="4184650"/>
                        <a:ext cx="457200"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0846" name="Object 5"/>
          <p:cNvGraphicFramePr>
            <a:graphicFrameLocks noChangeAspect="1"/>
          </p:cNvGraphicFramePr>
          <p:nvPr/>
        </p:nvGraphicFramePr>
        <p:xfrm>
          <a:off x="2514600" y="4267200"/>
          <a:ext cx="265113" cy="279400"/>
        </p:xfrm>
        <a:graphic>
          <a:graphicData uri="http://schemas.openxmlformats.org/presentationml/2006/ole">
            <mc:AlternateContent xmlns:mc="http://schemas.openxmlformats.org/markup-compatibility/2006">
              <mc:Choice xmlns:v="urn:schemas-microsoft-com:vml" Requires="v">
                <p:oleObj spid="_x0000_s120857" name="Equation" r:id="rId10" imgW="266584" imgH="279279" progId="Equation.3">
                  <p:embed/>
                </p:oleObj>
              </mc:Choice>
              <mc:Fallback>
                <p:oleObj name="Equation" r:id="rId10" imgW="266584" imgH="279279" progId="Equation.3">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14600" y="42672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0847" name="Object 6"/>
          <p:cNvGraphicFramePr>
            <a:graphicFrameLocks noChangeAspect="1"/>
          </p:cNvGraphicFramePr>
          <p:nvPr/>
        </p:nvGraphicFramePr>
        <p:xfrm>
          <a:off x="1600200" y="4191000"/>
          <a:ext cx="482600" cy="584200"/>
        </p:xfrm>
        <a:graphic>
          <a:graphicData uri="http://schemas.openxmlformats.org/presentationml/2006/ole">
            <mc:AlternateContent xmlns:mc="http://schemas.openxmlformats.org/markup-compatibility/2006">
              <mc:Choice xmlns:v="urn:schemas-microsoft-com:vml" Requires="v">
                <p:oleObj spid="_x0000_s120858" name="Equation" r:id="rId12" imgW="482391" imgH="583947" progId="Equation.3">
                  <p:embed/>
                </p:oleObj>
              </mc:Choice>
              <mc:Fallback>
                <p:oleObj name="Equation" r:id="rId12" imgW="482391" imgH="583947" progId="Equation.3">
                  <p:embed/>
                  <p:pic>
                    <p:nvPicPr>
                      <p:cNvPr id="0" name="Object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00200" y="4191000"/>
                        <a:ext cx="482600"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0848" name="Object 7"/>
          <p:cNvGraphicFramePr>
            <a:graphicFrameLocks noChangeAspect="1"/>
          </p:cNvGraphicFramePr>
          <p:nvPr/>
        </p:nvGraphicFramePr>
        <p:xfrm>
          <a:off x="4267200" y="4114800"/>
          <a:ext cx="330200" cy="419100"/>
        </p:xfrm>
        <a:graphic>
          <a:graphicData uri="http://schemas.openxmlformats.org/presentationml/2006/ole">
            <mc:AlternateContent xmlns:mc="http://schemas.openxmlformats.org/markup-compatibility/2006">
              <mc:Choice xmlns:v="urn:schemas-microsoft-com:vml" Requires="v">
                <p:oleObj spid="_x0000_s120859" name="Equation" r:id="rId14" imgW="330200" imgH="419100" progId="Equation.3">
                  <p:embed/>
                </p:oleObj>
              </mc:Choice>
              <mc:Fallback>
                <p:oleObj name="Equation" r:id="rId14" imgW="330200" imgH="419100" progId="Equation.3">
                  <p:embed/>
                  <p:pic>
                    <p:nvPicPr>
                      <p:cNvPr id="0" name="Object 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267200" y="4114800"/>
                        <a:ext cx="3302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0849" name="Line 15"/>
          <p:cNvSpPr>
            <a:spLocks noChangeShapeType="1"/>
          </p:cNvSpPr>
          <p:nvPr/>
        </p:nvSpPr>
        <p:spPr bwMode="auto">
          <a:xfrm>
            <a:off x="2209800" y="4572000"/>
            <a:ext cx="1066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sp>
        <p:nvSpPr>
          <p:cNvPr id="120850" name="Oval 16"/>
          <p:cNvSpPr>
            <a:spLocks noChangeArrowheads="1"/>
          </p:cNvSpPr>
          <p:nvPr/>
        </p:nvSpPr>
        <p:spPr bwMode="auto">
          <a:xfrm>
            <a:off x="5029200" y="41910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aphicFrame>
        <p:nvGraphicFramePr>
          <p:cNvPr id="120851" name="Object 8"/>
          <p:cNvGraphicFramePr>
            <a:graphicFrameLocks noChangeAspect="1"/>
          </p:cNvGraphicFramePr>
          <p:nvPr/>
        </p:nvGraphicFramePr>
        <p:xfrm>
          <a:off x="5143500" y="4191000"/>
          <a:ext cx="482600" cy="571500"/>
        </p:xfrm>
        <a:graphic>
          <a:graphicData uri="http://schemas.openxmlformats.org/presentationml/2006/ole">
            <mc:AlternateContent xmlns:mc="http://schemas.openxmlformats.org/markup-compatibility/2006">
              <mc:Choice xmlns:v="urn:schemas-microsoft-com:vml" Requires="v">
                <p:oleObj spid="_x0000_s120860" name="Equation" r:id="rId16" imgW="482391" imgH="571252" progId="Equation.3">
                  <p:embed/>
                </p:oleObj>
              </mc:Choice>
              <mc:Fallback>
                <p:oleObj name="Equation" r:id="rId16" imgW="482391" imgH="571252" progId="Equation.3">
                  <p:embed/>
                  <p:pic>
                    <p:nvPicPr>
                      <p:cNvPr id="0" name="Object 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143500" y="4191000"/>
                        <a:ext cx="4826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0852" name="Line 18"/>
          <p:cNvSpPr>
            <a:spLocks noChangeShapeType="1"/>
          </p:cNvSpPr>
          <p:nvPr/>
        </p:nvSpPr>
        <p:spPr bwMode="auto">
          <a:xfrm>
            <a:off x="5715000" y="4572000"/>
            <a:ext cx="1066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GB"/>
          </a:p>
        </p:txBody>
      </p:sp>
      <p:graphicFrame>
        <p:nvGraphicFramePr>
          <p:cNvPr id="120853" name="Object 9"/>
          <p:cNvGraphicFramePr>
            <a:graphicFrameLocks noChangeAspect="1"/>
          </p:cNvGraphicFramePr>
          <p:nvPr/>
        </p:nvGraphicFramePr>
        <p:xfrm>
          <a:off x="6096000" y="4267200"/>
          <a:ext cx="265113" cy="279400"/>
        </p:xfrm>
        <a:graphic>
          <a:graphicData uri="http://schemas.openxmlformats.org/presentationml/2006/ole">
            <mc:AlternateContent xmlns:mc="http://schemas.openxmlformats.org/markup-compatibility/2006">
              <mc:Choice xmlns:v="urn:schemas-microsoft-com:vml" Requires="v">
                <p:oleObj spid="_x0000_s120861" name="Equation" r:id="rId18" imgW="266584" imgH="279279" progId="Equation.3">
                  <p:embed/>
                </p:oleObj>
              </mc:Choice>
              <mc:Fallback>
                <p:oleObj name="Equation" r:id="rId18" imgW="266584" imgH="279279" progId="Equation.3">
                  <p:embed/>
                  <p:pic>
                    <p:nvPicPr>
                      <p:cNvPr id="0"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96000" y="42672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90"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22883" name="Slide Number Placeholder 2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21D5870-259B-422A-808D-F378EE8D2BAB}" type="slidenum">
              <a:rPr lang="en-US" altLang="en-US" sz="1200">
                <a:solidFill>
                  <a:srgbClr val="898989"/>
                </a:solidFill>
                <a:latin typeface="Arial" panose="020B0604020202020204" pitchFamily="34" charset="0"/>
              </a:rPr>
              <a:pPr>
                <a:spcBef>
                  <a:spcPct val="0"/>
                </a:spcBef>
                <a:buFontTx/>
                <a:buNone/>
              </a:pPr>
              <a:t>62</a:t>
            </a:fld>
            <a:endParaRPr lang="en-US" altLang="en-US" sz="1200">
              <a:solidFill>
                <a:srgbClr val="898989"/>
              </a:solidFill>
              <a:latin typeface="Arial" panose="020B0604020202020204" pitchFamily="34" charset="0"/>
            </a:endParaRPr>
          </a:p>
        </p:txBody>
      </p:sp>
      <p:sp>
        <p:nvSpPr>
          <p:cNvPr id="122884" name="Rectangle 2"/>
          <p:cNvSpPr>
            <a:spLocks noChangeArrowheads="1"/>
          </p:cNvSpPr>
          <p:nvPr/>
        </p:nvSpPr>
        <p:spPr bwMode="auto">
          <a:xfrm>
            <a:off x="152400" y="457200"/>
            <a:ext cx="88392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GB" sz="2000" b="1">
                <a:solidFill>
                  <a:schemeClr val="tx2"/>
                </a:solidFill>
                <a:latin typeface="Arial" panose="020B0604020202020204" pitchFamily="34" charset="0"/>
                <a:cs typeface="Arial" panose="020B0604020202020204" pitchFamily="34" charset="0"/>
              </a:rPr>
              <a:t>Another NFA Example</a:t>
            </a:r>
          </a:p>
        </p:txBody>
      </p:sp>
      <p:sp>
        <p:nvSpPr>
          <p:cNvPr id="122885" name="Oval 3"/>
          <p:cNvSpPr>
            <a:spLocks noChangeArrowheads="1"/>
          </p:cNvSpPr>
          <p:nvPr/>
        </p:nvSpPr>
        <p:spPr bwMode="auto">
          <a:xfrm>
            <a:off x="1150938" y="4219575"/>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aphicFrame>
        <p:nvGraphicFramePr>
          <p:cNvPr id="122886" name="Object 2"/>
          <p:cNvGraphicFramePr>
            <a:graphicFrameLocks noChangeAspect="1"/>
          </p:cNvGraphicFramePr>
          <p:nvPr/>
        </p:nvGraphicFramePr>
        <p:xfrm>
          <a:off x="1277938" y="4270375"/>
          <a:ext cx="481012" cy="582613"/>
        </p:xfrm>
        <a:graphic>
          <a:graphicData uri="http://schemas.openxmlformats.org/presentationml/2006/ole">
            <mc:AlternateContent xmlns:mc="http://schemas.openxmlformats.org/markup-compatibility/2006">
              <mc:Choice xmlns:v="urn:schemas-microsoft-com:vml" Requires="v">
                <p:oleObj spid="_x0000_s122903" name="Equation" r:id="rId4" imgW="482391" imgH="583947" progId="Equation.3">
                  <p:embed/>
                </p:oleObj>
              </mc:Choice>
              <mc:Fallback>
                <p:oleObj name="Equation" r:id="rId4" imgW="482391" imgH="583947"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77938" y="4270375"/>
                        <a:ext cx="481012" cy="582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887" name="Object 3"/>
          <p:cNvGraphicFramePr>
            <a:graphicFrameLocks noChangeAspect="1"/>
          </p:cNvGraphicFramePr>
          <p:nvPr/>
        </p:nvGraphicFramePr>
        <p:xfrm>
          <a:off x="3417888" y="4194175"/>
          <a:ext cx="406400" cy="571500"/>
        </p:xfrm>
        <a:graphic>
          <a:graphicData uri="http://schemas.openxmlformats.org/presentationml/2006/ole">
            <mc:AlternateContent xmlns:mc="http://schemas.openxmlformats.org/markup-compatibility/2006">
              <mc:Choice xmlns:v="urn:schemas-microsoft-com:vml" Requires="v">
                <p:oleObj spid="_x0000_s122904" name="Equation" r:id="rId6" imgW="406224" imgH="571252" progId="Equation.3">
                  <p:embed/>
                </p:oleObj>
              </mc:Choice>
              <mc:Fallback>
                <p:oleObj name="Equation" r:id="rId6" imgW="406224" imgH="571252"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17888" y="4194175"/>
                        <a:ext cx="4064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888" name="Object 4"/>
          <p:cNvGraphicFramePr>
            <a:graphicFrameLocks noChangeAspect="1"/>
          </p:cNvGraphicFramePr>
          <p:nvPr/>
        </p:nvGraphicFramePr>
        <p:xfrm>
          <a:off x="5551488" y="4194175"/>
          <a:ext cx="481012" cy="571500"/>
        </p:xfrm>
        <a:graphic>
          <a:graphicData uri="http://schemas.openxmlformats.org/presentationml/2006/ole">
            <mc:AlternateContent xmlns:mc="http://schemas.openxmlformats.org/markup-compatibility/2006">
              <mc:Choice xmlns:v="urn:schemas-microsoft-com:vml" Requires="v">
                <p:oleObj spid="_x0000_s122905" name="Equation" r:id="rId8" imgW="482391" imgH="571252" progId="Equation.3">
                  <p:embed/>
                </p:oleObj>
              </mc:Choice>
              <mc:Fallback>
                <p:oleObj name="Equation" r:id="rId8" imgW="482391" imgH="571252"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51488" y="4194175"/>
                        <a:ext cx="481012"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2889" name="Oval 7"/>
          <p:cNvSpPr>
            <a:spLocks noChangeArrowheads="1"/>
          </p:cNvSpPr>
          <p:nvPr/>
        </p:nvSpPr>
        <p:spPr bwMode="auto">
          <a:xfrm>
            <a:off x="5418138" y="4219575"/>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22890" name="Oval 8"/>
          <p:cNvSpPr>
            <a:spLocks noChangeArrowheads="1"/>
          </p:cNvSpPr>
          <p:nvPr/>
        </p:nvSpPr>
        <p:spPr bwMode="auto">
          <a:xfrm>
            <a:off x="3284538" y="4219575"/>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22891" name="Line 9"/>
          <p:cNvSpPr>
            <a:spLocks noChangeShapeType="1"/>
          </p:cNvSpPr>
          <p:nvPr/>
        </p:nvSpPr>
        <p:spPr bwMode="auto">
          <a:xfrm>
            <a:off x="1836738" y="4600575"/>
            <a:ext cx="1447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22892" name="Line 10"/>
          <p:cNvSpPr>
            <a:spLocks noChangeShapeType="1"/>
          </p:cNvSpPr>
          <p:nvPr/>
        </p:nvSpPr>
        <p:spPr bwMode="auto">
          <a:xfrm>
            <a:off x="3970338" y="4600575"/>
            <a:ext cx="1295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22893" name="Line 11"/>
          <p:cNvSpPr>
            <a:spLocks noChangeShapeType="1"/>
          </p:cNvSpPr>
          <p:nvPr/>
        </p:nvSpPr>
        <p:spPr bwMode="auto">
          <a:xfrm>
            <a:off x="617538" y="4600575"/>
            <a:ext cx="533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22894" name="Oval 12"/>
          <p:cNvSpPr>
            <a:spLocks noChangeArrowheads="1"/>
          </p:cNvSpPr>
          <p:nvPr/>
        </p:nvSpPr>
        <p:spPr bwMode="auto">
          <a:xfrm>
            <a:off x="7551738" y="4219575"/>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22895" name="Line 13"/>
          <p:cNvSpPr>
            <a:spLocks noChangeShapeType="1"/>
          </p:cNvSpPr>
          <p:nvPr/>
        </p:nvSpPr>
        <p:spPr bwMode="auto">
          <a:xfrm>
            <a:off x="6256338" y="4600575"/>
            <a:ext cx="1295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22896" name="Object 5"/>
          <p:cNvGraphicFramePr>
            <a:graphicFrameLocks noChangeAspect="1"/>
          </p:cNvGraphicFramePr>
          <p:nvPr/>
        </p:nvGraphicFramePr>
        <p:xfrm>
          <a:off x="2446338" y="4219575"/>
          <a:ext cx="290512" cy="304800"/>
        </p:xfrm>
        <a:graphic>
          <a:graphicData uri="http://schemas.openxmlformats.org/presentationml/2006/ole">
            <mc:AlternateContent xmlns:mc="http://schemas.openxmlformats.org/markup-compatibility/2006">
              <mc:Choice xmlns:v="urn:schemas-microsoft-com:vml" Requires="v">
                <p:oleObj spid="_x0000_s122906" name="Equation" r:id="rId10" imgW="291973" imgH="304668" progId="Equation.3">
                  <p:embed/>
                </p:oleObj>
              </mc:Choice>
              <mc:Fallback>
                <p:oleObj name="Equation" r:id="rId10" imgW="291973" imgH="304668" progId="Equation.3">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46338" y="4219575"/>
                        <a:ext cx="290512"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897" name="Object 6"/>
          <p:cNvGraphicFramePr>
            <a:graphicFrameLocks noChangeAspect="1"/>
          </p:cNvGraphicFramePr>
          <p:nvPr/>
        </p:nvGraphicFramePr>
        <p:xfrm>
          <a:off x="4503738" y="4143375"/>
          <a:ext cx="265112" cy="430213"/>
        </p:xfrm>
        <a:graphic>
          <a:graphicData uri="http://schemas.openxmlformats.org/presentationml/2006/ole">
            <mc:AlternateContent xmlns:mc="http://schemas.openxmlformats.org/markup-compatibility/2006">
              <mc:Choice xmlns:v="urn:schemas-microsoft-com:vml" Requires="v">
                <p:oleObj spid="_x0000_s122907" name="Equation" r:id="rId12" imgW="266469" imgH="431425" progId="Equation.3">
                  <p:embed/>
                </p:oleObj>
              </mc:Choice>
              <mc:Fallback>
                <p:oleObj name="Equation" r:id="rId12" imgW="266469" imgH="431425" progId="Equation.3">
                  <p:embed/>
                  <p:pic>
                    <p:nvPicPr>
                      <p:cNvPr id="0" name="Object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503738" y="4143375"/>
                        <a:ext cx="265112" cy="430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898" name="Object 7"/>
          <p:cNvGraphicFramePr>
            <a:graphicFrameLocks noChangeAspect="1"/>
          </p:cNvGraphicFramePr>
          <p:nvPr/>
        </p:nvGraphicFramePr>
        <p:xfrm>
          <a:off x="6713538" y="4143375"/>
          <a:ext cx="328612" cy="419100"/>
        </p:xfrm>
        <a:graphic>
          <a:graphicData uri="http://schemas.openxmlformats.org/presentationml/2006/ole">
            <mc:AlternateContent xmlns:mc="http://schemas.openxmlformats.org/markup-compatibility/2006">
              <mc:Choice xmlns:v="urn:schemas-microsoft-com:vml" Requires="v">
                <p:oleObj spid="_x0000_s122908" name="Equation" r:id="rId14" imgW="330200" imgH="419100" progId="Equation.3">
                  <p:embed/>
                </p:oleObj>
              </mc:Choice>
              <mc:Fallback>
                <p:oleObj name="Equation" r:id="rId14" imgW="330200" imgH="419100" progId="Equation.3">
                  <p:embed/>
                  <p:pic>
                    <p:nvPicPr>
                      <p:cNvPr id="0" name="Object 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713538" y="4143375"/>
                        <a:ext cx="328612"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899" name="Object 8"/>
          <p:cNvGraphicFramePr>
            <a:graphicFrameLocks noChangeAspect="1"/>
          </p:cNvGraphicFramePr>
          <p:nvPr/>
        </p:nvGraphicFramePr>
        <p:xfrm>
          <a:off x="3970338" y="5667375"/>
          <a:ext cx="328612" cy="419100"/>
        </p:xfrm>
        <a:graphic>
          <a:graphicData uri="http://schemas.openxmlformats.org/presentationml/2006/ole">
            <mc:AlternateContent xmlns:mc="http://schemas.openxmlformats.org/markup-compatibility/2006">
              <mc:Choice xmlns:v="urn:schemas-microsoft-com:vml" Requires="v">
                <p:oleObj spid="_x0000_s122909" name="Equation" r:id="rId16" imgW="330200" imgH="419100" progId="Equation.3">
                  <p:embed/>
                </p:oleObj>
              </mc:Choice>
              <mc:Fallback>
                <p:oleObj name="Equation" r:id="rId16" imgW="330200" imgH="419100" progId="Equation.3">
                  <p:embed/>
                  <p:pic>
                    <p:nvPicPr>
                      <p:cNvPr id="0" name="Object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970338" y="5667375"/>
                        <a:ext cx="328612"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2900" name="Oval 18"/>
          <p:cNvSpPr>
            <a:spLocks noChangeArrowheads="1"/>
          </p:cNvSpPr>
          <p:nvPr/>
        </p:nvSpPr>
        <p:spPr bwMode="auto">
          <a:xfrm>
            <a:off x="5265738" y="4067175"/>
            <a:ext cx="990600" cy="990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aphicFrame>
        <p:nvGraphicFramePr>
          <p:cNvPr id="122901" name="Object 9"/>
          <p:cNvGraphicFramePr>
            <a:graphicFrameLocks noChangeAspect="1"/>
          </p:cNvGraphicFramePr>
          <p:nvPr/>
        </p:nvGraphicFramePr>
        <p:xfrm>
          <a:off x="7620000" y="4191000"/>
          <a:ext cx="457200" cy="581025"/>
        </p:xfrm>
        <a:graphic>
          <a:graphicData uri="http://schemas.openxmlformats.org/presentationml/2006/ole">
            <mc:AlternateContent xmlns:mc="http://schemas.openxmlformats.org/markup-compatibility/2006">
              <mc:Choice xmlns:v="urn:schemas-microsoft-com:vml" Requires="v">
                <p:oleObj spid="_x0000_s122910" name="Equation" r:id="rId17" imgW="457002" imgH="583947" progId="Equation.3">
                  <p:embed/>
                </p:oleObj>
              </mc:Choice>
              <mc:Fallback>
                <p:oleObj name="Equation" r:id="rId17" imgW="457002" imgH="583947" progId="Equation.3">
                  <p:embed/>
                  <p:pic>
                    <p:nvPicPr>
                      <p:cNvPr id="0" name="Object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620000" y="4191000"/>
                        <a:ext cx="457200"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2902" name="Freeform 21"/>
          <p:cNvSpPr>
            <a:spLocks/>
          </p:cNvSpPr>
          <p:nvPr/>
        </p:nvSpPr>
        <p:spPr bwMode="auto">
          <a:xfrm>
            <a:off x="1455738" y="4905375"/>
            <a:ext cx="6324600" cy="1231900"/>
          </a:xfrm>
          <a:custGeom>
            <a:avLst/>
            <a:gdLst>
              <a:gd name="T0" fmla="*/ 2147483646 w 3984"/>
              <a:gd name="T1" fmla="*/ 0 h 776"/>
              <a:gd name="T2" fmla="*/ 2147483646 w 3984"/>
              <a:gd name="T3" fmla="*/ 2147483646 h 776"/>
              <a:gd name="T4" fmla="*/ 2147483646 w 3984"/>
              <a:gd name="T5" fmla="*/ 2147483646 h 776"/>
              <a:gd name="T6" fmla="*/ 0 w 3984"/>
              <a:gd name="T7" fmla="*/ 0 h 776"/>
              <a:gd name="T8" fmla="*/ 0 60000 65536"/>
              <a:gd name="T9" fmla="*/ 0 60000 65536"/>
              <a:gd name="T10" fmla="*/ 0 60000 65536"/>
              <a:gd name="T11" fmla="*/ 0 60000 65536"/>
              <a:gd name="T12" fmla="*/ 0 w 3984"/>
              <a:gd name="T13" fmla="*/ 0 h 776"/>
              <a:gd name="T14" fmla="*/ 3984 w 3984"/>
              <a:gd name="T15" fmla="*/ 776 h 776"/>
            </a:gdLst>
            <a:ahLst/>
            <a:cxnLst>
              <a:cxn ang="T8">
                <a:pos x="T0" y="T1"/>
              </a:cxn>
              <a:cxn ang="T9">
                <a:pos x="T2" y="T3"/>
              </a:cxn>
              <a:cxn ang="T10">
                <a:pos x="T4" y="T5"/>
              </a:cxn>
              <a:cxn ang="T11">
                <a:pos x="T6" y="T7"/>
              </a:cxn>
            </a:cxnLst>
            <a:rect l="T12" t="T13" r="T14" b="T15"/>
            <a:pathLst>
              <a:path w="3984" h="776">
                <a:moveTo>
                  <a:pt x="3984" y="0"/>
                </a:moveTo>
                <a:cubicBezTo>
                  <a:pt x="3820" y="256"/>
                  <a:pt x="3656" y="512"/>
                  <a:pt x="3120" y="624"/>
                </a:cubicBezTo>
                <a:cubicBezTo>
                  <a:pt x="2584" y="736"/>
                  <a:pt x="1288" y="776"/>
                  <a:pt x="768" y="672"/>
                </a:cubicBezTo>
                <a:cubicBezTo>
                  <a:pt x="248" y="568"/>
                  <a:pt x="124" y="284"/>
                  <a:pt x="0" y="0"/>
                </a:cubicBezTo>
              </a:path>
            </a:pathLst>
          </a:custGeom>
          <a:noFill/>
          <a:ln w="9525" cap="flat" cmpd="sng">
            <a:solidFill>
              <a:schemeClr val="tx1"/>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GB"/>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16"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24931" name="Slide Number Placeholder 28"/>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0A85F0B-3BF7-457C-8CD6-2B2B92BF19E3}" type="slidenum">
              <a:rPr lang="en-US" altLang="en-US" sz="1200">
                <a:solidFill>
                  <a:srgbClr val="898989"/>
                </a:solidFill>
                <a:latin typeface="Arial" panose="020B0604020202020204" pitchFamily="34" charset="0"/>
              </a:rPr>
              <a:pPr>
                <a:spcBef>
                  <a:spcPct val="0"/>
                </a:spcBef>
                <a:buFontTx/>
                <a:buNone/>
              </a:pPr>
              <a:t>63</a:t>
            </a:fld>
            <a:endParaRPr lang="en-US" altLang="en-US" sz="1200">
              <a:solidFill>
                <a:srgbClr val="898989"/>
              </a:solidFill>
              <a:latin typeface="Arial" panose="020B0604020202020204" pitchFamily="34" charset="0"/>
            </a:endParaRPr>
          </a:p>
        </p:txBody>
      </p:sp>
      <p:sp>
        <p:nvSpPr>
          <p:cNvPr id="124932" name="Rectangle 1026"/>
          <p:cNvSpPr>
            <a:spLocks noChangeArrowheads="1"/>
          </p:cNvSpPr>
          <p:nvPr/>
        </p:nvSpPr>
        <p:spPr bwMode="auto">
          <a:xfrm>
            <a:off x="685800" y="1371600"/>
            <a:ext cx="7696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24933" name="Line 1027"/>
          <p:cNvSpPr>
            <a:spLocks noChangeShapeType="1"/>
          </p:cNvSpPr>
          <p:nvPr/>
        </p:nvSpPr>
        <p:spPr bwMode="auto">
          <a:xfrm>
            <a:off x="12192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124934" name="Line 1028"/>
          <p:cNvSpPr>
            <a:spLocks noChangeShapeType="1"/>
          </p:cNvSpPr>
          <p:nvPr/>
        </p:nvSpPr>
        <p:spPr bwMode="auto">
          <a:xfrm>
            <a:off x="17526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24935" name="Object 2"/>
          <p:cNvGraphicFramePr>
            <a:graphicFrameLocks noChangeAspect="1"/>
          </p:cNvGraphicFramePr>
          <p:nvPr/>
        </p:nvGraphicFramePr>
        <p:xfrm>
          <a:off x="825500" y="1511300"/>
          <a:ext cx="290513" cy="304800"/>
        </p:xfrm>
        <a:graphic>
          <a:graphicData uri="http://schemas.openxmlformats.org/presentationml/2006/ole">
            <mc:AlternateContent xmlns:mc="http://schemas.openxmlformats.org/markup-compatibility/2006">
              <mc:Choice xmlns:v="urn:schemas-microsoft-com:vml" Requires="v">
                <p:oleObj spid="_x0000_s124957" name="Equation" r:id="rId4" imgW="291973" imgH="304668" progId="Equation.3">
                  <p:embed/>
                </p:oleObj>
              </mc:Choice>
              <mc:Fallback>
                <p:oleObj name="Equation" r:id="rId4" imgW="291973" imgH="304668"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5500" y="1511300"/>
                        <a:ext cx="290513"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4936" name="Line 1030"/>
          <p:cNvSpPr>
            <a:spLocks noChangeShapeType="1"/>
          </p:cNvSpPr>
          <p:nvPr/>
        </p:nvSpPr>
        <p:spPr bwMode="auto">
          <a:xfrm>
            <a:off x="609600" y="914400"/>
            <a:ext cx="0" cy="457200"/>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24937" name="Object 3"/>
          <p:cNvGraphicFramePr>
            <a:graphicFrameLocks noChangeAspect="1"/>
          </p:cNvGraphicFramePr>
          <p:nvPr/>
        </p:nvGraphicFramePr>
        <p:xfrm>
          <a:off x="1371600" y="1447800"/>
          <a:ext cx="265113" cy="431800"/>
        </p:xfrm>
        <a:graphic>
          <a:graphicData uri="http://schemas.openxmlformats.org/presentationml/2006/ole">
            <mc:AlternateContent xmlns:mc="http://schemas.openxmlformats.org/markup-compatibility/2006">
              <mc:Choice xmlns:v="urn:schemas-microsoft-com:vml" Requires="v">
                <p:oleObj spid="_x0000_s124958" name="Equation" r:id="rId6" imgW="266469" imgH="431425" progId="Equation.3">
                  <p:embed/>
                </p:oleObj>
              </mc:Choice>
              <mc:Fallback>
                <p:oleObj name="Equation" r:id="rId6" imgW="266469" imgH="431425"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71600" y="1447800"/>
                        <a:ext cx="265113"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4938" name="Oval 1032"/>
          <p:cNvSpPr>
            <a:spLocks noChangeArrowheads="1"/>
          </p:cNvSpPr>
          <p:nvPr/>
        </p:nvSpPr>
        <p:spPr bwMode="auto">
          <a:xfrm>
            <a:off x="1150938" y="4219575"/>
            <a:ext cx="685800" cy="685800"/>
          </a:xfrm>
          <a:prstGeom prst="ellipse">
            <a:avLst/>
          </a:prstGeom>
          <a:solidFill>
            <a:srgbClr val="FF0000">
              <a:alpha val="50195"/>
            </a:srgbClr>
          </a:solidFill>
          <a:ln w="38100">
            <a:solidFill>
              <a:srgbClr val="FF0000"/>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aphicFrame>
        <p:nvGraphicFramePr>
          <p:cNvPr id="124939" name="Object 4"/>
          <p:cNvGraphicFramePr>
            <a:graphicFrameLocks noChangeAspect="1"/>
          </p:cNvGraphicFramePr>
          <p:nvPr/>
        </p:nvGraphicFramePr>
        <p:xfrm>
          <a:off x="1277938" y="4270375"/>
          <a:ext cx="481012" cy="582613"/>
        </p:xfrm>
        <a:graphic>
          <a:graphicData uri="http://schemas.openxmlformats.org/presentationml/2006/ole">
            <mc:AlternateContent xmlns:mc="http://schemas.openxmlformats.org/markup-compatibility/2006">
              <mc:Choice xmlns:v="urn:schemas-microsoft-com:vml" Requires="v">
                <p:oleObj spid="_x0000_s124959" name="Equation" r:id="rId8" imgW="482391" imgH="583947" progId="Equation.3">
                  <p:embed/>
                </p:oleObj>
              </mc:Choice>
              <mc:Fallback>
                <p:oleObj name="Equation" r:id="rId8" imgW="482391" imgH="583947"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77938" y="4270375"/>
                        <a:ext cx="481012" cy="582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4940" name="Object 5"/>
          <p:cNvGraphicFramePr>
            <a:graphicFrameLocks noChangeAspect="1"/>
          </p:cNvGraphicFramePr>
          <p:nvPr/>
        </p:nvGraphicFramePr>
        <p:xfrm>
          <a:off x="3417888" y="4194175"/>
          <a:ext cx="406400" cy="571500"/>
        </p:xfrm>
        <a:graphic>
          <a:graphicData uri="http://schemas.openxmlformats.org/presentationml/2006/ole">
            <mc:AlternateContent xmlns:mc="http://schemas.openxmlformats.org/markup-compatibility/2006">
              <mc:Choice xmlns:v="urn:schemas-microsoft-com:vml" Requires="v">
                <p:oleObj spid="_x0000_s124960" name="Equation" r:id="rId10" imgW="406224" imgH="571252" progId="Equation.3">
                  <p:embed/>
                </p:oleObj>
              </mc:Choice>
              <mc:Fallback>
                <p:oleObj name="Equation" r:id="rId10" imgW="406224" imgH="571252" progId="Equation.3">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417888" y="4194175"/>
                        <a:ext cx="4064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4941" name="Object 6"/>
          <p:cNvGraphicFramePr>
            <a:graphicFrameLocks noChangeAspect="1"/>
          </p:cNvGraphicFramePr>
          <p:nvPr/>
        </p:nvGraphicFramePr>
        <p:xfrm>
          <a:off x="5551488" y="4194175"/>
          <a:ext cx="481012" cy="571500"/>
        </p:xfrm>
        <a:graphic>
          <a:graphicData uri="http://schemas.openxmlformats.org/presentationml/2006/ole">
            <mc:AlternateContent xmlns:mc="http://schemas.openxmlformats.org/markup-compatibility/2006">
              <mc:Choice xmlns:v="urn:schemas-microsoft-com:vml" Requires="v">
                <p:oleObj spid="_x0000_s124961" name="Equation" r:id="rId12" imgW="482391" imgH="571252" progId="Equation.3">
                  <p:embed/>
                </p:oleObj>
              </mc:Choice>
              <mc:Fallback>
                <p:oleObj name="Equation" r:id="rId12" imgW="482391" imgH="571252" progId="Equation.3">
                  <p:embed/>
                  <p:pic>
                    <p:nvPicPr>
                      <p:cNvPr id="0" name="Object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551488" y="4194175"/>
                        <a:ext cx="481012"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4942" name="Oval 1036"/>
          <p:cNvSpPr>
            <a:spLocks noChangeArrowheads="1"/>
          </p:cNvSpPr>
          <p:nvPr/>
        </p:nvSpPr>
        <p:spPr bwMode="auto">
          <a:xfrm>
            <a:off x="5418138" y="4219575"/>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24943" name="Oval 1037"/>
          <p:cNvSpPr>
            <a:spLocks noChangeArrowheads="1"/>
          </p:cNvSpPr>
          <p:nvPr/>
        </p:nvSpPr>
        <p:spPr bwMode="auto">
          <a:xfrm>
            <a:off x="3284538" y="4219575"/>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24944" name="Line 1038"/>
          <p:cNvSpPr>
            <a:spLocks noChangeShapeType="1"/>
          </p:cNvSpPr>
          <p:nvPr/>
        </p:nvSpPr>
        <p:spPr bwMode="auto">
          <a:xfrm>
            <a:off x="1836738" y="4600575"/>
            <a:ext cx="1447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24945" name="Line 1039"/>
          <p:cNvSpPr>
            <a:spLocks noChangeShapeType="1"/>
          </p:cNvSpPr>
          <p:nvPr/>
        </p:nvSpPr>
        <p:spPr bwMode="auto">
          <a:xfrm>
            <a:off x="3970338" y="4600575"/>
            <a:ext cx="1295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24946" name="Line 1040"/>
          <p:cNvSpPr>
            <a:spLocks noChangeShapeType="1"/>
          </p:cNvSpPr>
          <p:nvPr/>
        </p:nvSpPr>
        <p:spPr bwMode="auto">
          <a:xfrm>
            <a:off x="617538" y="4600575"/>
            <a:ext cx="533400" cy="0"/>
          </a:xfrm>
          <a:prstGeom prst="line">
            <a:avLst/>
          </a:prstGeom>
          <a:noFill/>
          <a:ln w="3810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24947" name="Oval 1041"/>
          <p:cNvSpPr>
            <a:spLocks noChangeArrowheads="1"/>
          </p:cNvSpPr>
          <p:nvPr/>
        </p:nvSpPr>
        <p:spPr bwMode="auto">
          <a:xfrm>
            <a:off x="7551738" y="4219575"/>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24948" name="Line 1042"/>
          <p:cNvSpPr>
            <a:spLocks noChangeShapeType="1"/>
          </p:cNvSpPr>
          <p:nvPr/>
        </p:nvSpPr>
        <p:spPr bwMode="auto">
          <a:xfrm>
            <a:off x="6256338" y="4600575"/>
            <a:ext cx="1295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24949" name="Object 7"/>
          <p:cNvGraphicFramePr>
            <a:graphicFrameLocks noChangeAspect="1"/>
          </p:cNvGraphicFramePr>
          <p:nvPr/>
        </p:nvGraphicFramePr>
        <p:xfrm>
          <a:off x="2446338" y="4219575"/>
          <a:ext cx="290512" cy="304800"/>
        </p:xfrm>
        <a:graphic>
          <a:graphicData uri="http://schemas.openxmlformats.org/presentationml/2006/ole">
            <mc:AlternateContent xmlns:mc="http://schemas.openxmlformats.org/markup-compatibility/2006">
              <mc:Choice xmlns:v="urn:schemas-microsoft-com:vml" Requires="v">
                <p:oleObj spid="_x0000_s124962" name="Equation" r:id="rId14" imgW="291973" imgH="304668" progId="Equation.3">
                  <p:embed/>
                </p:oleObj>
              </mc:Choice>
              <mc:Fallback>
                <p:oleObj name="Equation" r:id="rId14" imgW="291973" imgH="304668" progId="Equation.3">
                  <p:embed/>
                  <p:pic>
                    <p:nvPicPr>
                      <p:cNvPr id="0" name="Object 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446338" y="4219575"/>
                        <a:ext cx="290512"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4950" name="Object 8"/>
          <p:cNvGraphicFramePr>
            <a:graphicFrameLocks noChangeAspect="1"/>
          </p:cNvGraphicFramePr>
          <p:nvPr/>
        </p:nvGraphicFramePr>
        <p:xfrm>
          <a:off x="4503738" y="4143375"/>
          <a:ext cx="265112" cy="430213"/>
        </p:xfrm>
        <a:graphic>
          <a:graphicData uri="http://schemas.openxmlformats.org/presentationml/2006/ole">
            <mc:AlternateContent xmlns:mc="http://schemas.openxmlformats.org/markup-compatibility/2006">
              <mc:Choice xmlns:v="urn:schemas-microsoft-com:vml" Requires="v">
                <p:oleObj spid="_x0000_s124963" name="Equation" r:id="rId16" imgW="266469" imgH="431425" progId="Equation.3">
                  <p:embed/>
                </p:oleObj>
              </mc:Choice>
              <mc:Fallback>
                <p:oleObj name="Equation" r:id="rId16" imgW="266469" imgH="431425" progId="Equation.3">
                  <p:embed/>
                  <p:pic>
                    <p:nvPicPr>
                      <p:cNvPr id="0" name="Object 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503738" y="4143375"/>
                        <a:ext cx="265112" cy="430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4951" name="Object 9"/>
          <p:cNvGraphicFramePr>
            <a:graphicFrameLocks noChangeAspect="1"/>
          </p:cNvGraphicFramePr>
          <p:nvPr/>
        </p:nvGraphicFramePr>
        <p:xfrm>
          <a:off x="6713538" y="4143375"/>
          <a:ext cx="328612" cy="419100"/>
        </p:xfrm>
        <a:graphic>
          <a:graphicData uri="http://schemas.openxmlformats.org/presentationml/2006/ole">
            <mc:AlternateContent xmlns:mc="http://schemas.openxmlformats.org/markup-compatibility/2006">
              <mc:Choice xmlns:v="urn:schemas-microsoft-com:vml" Requires="v">
                <p:oleObj spid="_x0000_s124964" name="Equation" r:id="rId18" imgW="330200" imgH="419100" progId="Equation.3">
                  <p:embed/>
                </p:oleObj>
              </mc:Choice>
              <mc:Fallback>
                <p:oleObj name="Equation" r:id="rId18" imgW="330200" imgH="419100" progId="Equation.3">
                  <p:embed/>
                  <p:pic>
                    <p:nvPicPr>
                      <p:cNvPr id="0" name="Object 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713538" y="4143375"/>
                        <a:ext cx="328612"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4952" name="Object 10"/>
          <p:cNvGraphicFramePr>
            <a:graphicFrameLocks noChangeAspect="1"/>
          </p:cNvGraphicFramePr>
          <p:nvPr/>
        </p:nvGraphicFramePr>
        <p:xfrm>
          <a:off x="3970338" y="5667375"/>
          <a:ext cx="328612" cy="419100"/>
        </p:xfrm>
        <a:graphic>
          <a:graphicData uri="http://schemas.openxmlformats.org/presentationml/2006/ole">
            <mc:AlternateContent xmlns:mc="http://schemas.openxmlformats.org/markup-compatibility/2006">
              <mc:Choice xmlns:v="urn:schemas-microsoft-com:vml" Requires="v">
                <p:oleObj spid="_x0000_s124965" name="Equation" r:id="rId20" imgW="330200" imgH="419100" progId="Equation.3">
                  <p:embed/>
                </p:oleObj>
              </mc:Choice>
              <mc:Fallback>
                <p:oleObj name="Equation" r:id="rId20" imgW="330200" imgH="419100" progId="Equation.3">
                  <p:embed/>
                  <p:pic>
                    <p:nvPicPr>
                      <p:cNvPr id="0" name="Object 1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970338" y="5667375"/>
                        <a:ext cx="328612"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4953" name="Oval 1047"/>
          <p:cNvSpPr>
            <a:spLocks noChangeArrowheads="1"/>
          </p:cNvSpPr>
          <p:nvPr/>
        </p:nvSpPr>
        <p:spPr bwMode="auto">
          <a:xfrm>
            <a:off x="5265738" y="4067175"/>
            <a:ext cx="990600" cy="990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aphicFrame>
        <p:nvGraphicFramePr>
          <p:cNvPr id="124954" name="Object 11"/>
          <p:cNvGraphicFramePr>
            <a:graphicFrameLocks noChangeAspect="1"/>
          </p:cNvGraphicFramePr>
          <p:nvPr/>
        </p:nvGraphicFramePr>
        <p:xfrm>
          <a:off x="7620000" y="4191000"/>
          <a:ext cx="457200" cy="581025"/>
        </p:xfrm>
        <a:graphic>
          <a:graphicData uri="http://schemas.openxmlformats.org/presentationml/2006/ole">
            <mc:AlternateContent xmlns:mc="http://schemas.openxmlformats.org/markup-compatibility/2006">
              <mc:Choice xmlns:v="urn:schemas-microsoft-com:vml" Requires="v">
                <p:oleObj spid="_x0000_s124966" name="Equation" r:id="rId21" imgW="457002" imgH="583947" progId="Equation.3">
                  <p:embed/>
                </p:oleObj>
              </mc:Choice>
              <mc:Fallback>
                <p:oleObj name="Equation" r:id="rId21" imgW="457002" imgH="583947" progId="Equation.3">
                  <p:embed/>
                  <p:pic>
                    <p:nvPicPr>
                      <p:cNvPr id="0" name="Object 1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620000" y="4191000"/>
                        <a:ext cx="457200"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4955" name="Freeform 1049"/>
          <p:cNvSpPr>
            <a:spLocks/>
          </p:cNvSpPr>
          <p:nvPr/>
        </p:nvSpPr>
        <p:spPr bwMode="auto">
          <a:xfrm>
            <a:off x="1455738" y="4905375"/>
            <a:ext cx="6324600" cy="1231900"/>
          </a:xfrm>
          <a:custGeom>
            <a:avLst/>
            <a:gdLst>
              <a:gd name="T0" fmla="*/ 2147483646 w 3984"/>
              <a:gd name="T1" fmla="*/ 0 h 776"/>
              <a:gd name="T2" fmla="*/ 2147483646 w 3984"/>
              <a:gd name="T3" fmla="*/ 2147483646 h 776"/>
              <a:gd name="T4" fmla="*/ 2147483646 w 3984"/>
              <a:gd name="T5" fmla="*/ 2147483646 h 776"/>
              <a:gd name="T6" fmla="*/ 0 w 3984"/>
              <a:gd name="T7" fmla="*/ 0 h 776"/>
              <a:gd name="T8" fmla="*/ 0 60000 65536"/>
              <a:gd name="T9" fmla="*/ 0 60000 65536"/>
              <a:gd name="T10" fmla="*/ 0 60000 65536"/>
              <a:gd name="T11" fmla="*/ 0 60000 65536"/>
              <a:gd name="T12" fmla="*/ 0 w 3984"/>
              <a:gd name="T13" fmla="*/ 0 h 776"/>
              <a:gd name="T14" fmla="*/ 3984 w 3984"/>
              <a:gd name="T15" fmla="*/ 776 h 776"/>
            </a:gdLst>
            <a:ahLst/>
            <a:cxnLst>
              <a:cxn ang="T8">
                <a:pos x="T0" y="T1"/>
              </a:cxn>
              <a:cxn ang="T9">
                <a:pos x="T2" y="T3"/>
              </a:cxn>
              <a:cxn ang="T10">
                <a:pos x="T4" y="T5"/>
              </a:cxn>
              <a:cxn ang="T11">
                <a:pos x="T6" y="T7"/>
              </a:cxn>
            </a:cxnLst>
            <a:rect l="T12" t="T13" r="T14" b="T15"/>
            <a:pathLst>
              <a:path w="3984" h="776">
                <a:moveTo>
                  <a:pt x="3984" y="0"/>
                </a:moveTo>
                <a:cubicBezTo>
                  <a:pt x="3820" y="256"/>
                  <a:pt x="3656" y="512"/>
                  <a:pt x="3120" y="624"/>
                </a:cubicBezTo>
                <a:cubicBezTo>
                  <a:pt x="2584" y="736"/>
                  <a:pt x="1288" y="776"/>
                  <a:pt x="768" y="672"/>
                </a:cubicBezTo>
                <a:cubicBezTo>
                  <a:pt x="248" y="568"/>
                  <a:pt x="124" y="284"/>
                  <a:pt x="0" y="0"/>
                </a:cubicBezTo>
              </a:path>
            </a:pathLst>
          </a:custGeom>
          <a:noFill/>
          <a:ln w="9525" cap="flat" cmpd="sng">
            <a:solidFill>
              <a:schemeClr val="tx1"/>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GB"/>
          </a:p>
        </p:txBody>
      </p:sp>
      <p:sp>
        <p:nvSpPr>
          <p:cNvPr id="124956" name="Line 1050"/>
          <p:cNvSpPr>
            <a:spLocks noChangeShapeType="1"/>
          </p:cNvSpPr>
          <p:nvPr/>
        </p:nvSpPr>
        <p:spPr bwMode="auto">
          <a:xfrm>
            <a:off x="1143000" y="5105400"/>
            <a:ext cx="914400" cy="0"/>
          </a:xfrm>
          <a:prstGeom prst="line">
            <a:avLst/>
          </a:prstGeom>
          <a:noFill/>
          <a:ln w="6350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en-GB"/>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40"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26979" name="Slide Number Placeholder 28"/>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4AE22D9-D70A-4BCD-92E2-F98530E06E52}" type="slidenum">
              <a:rPr lang="en-US" altLang="en-US" sz="1200">
                <a:solidFill>
                  <a:srgbClr val="898989"/>
                </a:solidFill>
                <a:latin typeface="Arial" panose="020B0604020202020204" pitchFamily="34" charset="0"/>
              </a:rPr>
              <a:pPr>
                <a:spcBef>
                  <a:spcPct val="0"/>
                </a:spcBef>
                <a:buFontTx/>
                <a:buNone/>
              </a:pPr>
              <a:t>64</a:t>
            </a:fld>
            <a:endParaRPr lang="en-US" altLang="en-US" sz="1200">
              <a:solidFill>
                <a:srgbClr val="898989"/>
              </a:solidFill>
              <a:latin typeface="Arial" panose="020B0604020202020204" pitchFamily="34" charset="0"/>
            </a:endParaRPr>
          </a:p>
        </p:txBody>
      </p:sp>
      <p:sp>
        <p:nvSpPr>
          <p:cNvPr id="126980" name="Oval 1026"/>
          <p:cNvSpPr>
            <a:spLocks noChangeArrowheads="1"/>
          </p:cNvSpPr>
          <p:nvPr/>
        </p:nvSpPr>
        <p:spPr bwMode="auto">
          <a:xfrm>
            <a:off x="1150938" y="4219575"/>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aphicFrame>
        <p:nvGraphicFramePr>
          <p:cNvPr id="126981" name="Object 2"/>
          <p:cNvGraphicFramePr>
            <a:graphicFrameLocks noChangeAspect="1"/>
          </p:cNvGraphicFramePr>
          <p:nvPr/>
        </p:nvGraphicFramePr>
        <p:xfrm>
          <a:off x="1277938" y="4270375"/>
          <a:ext cx="481012" cy="582613"/>
        </p:xfrm>
        <a:graphic>
          <a:graphicData uri="http://schemas.openxmlformats.org/presentationml/2006/ole">
            <mc:AlternateContent xmlns:mc="http://schemas.openxmlformats.org/markup-compatibility/2006">
              <mc:Choice xmlns:v="urn:schemas-microsoft-com:vml" Requires="v">
                <p:oleObj spid="_x0000_s127005" name="Equation" r:id="rId4" imgW="482391" imgH="583947" progId="Equation.3">
                  <p:embed/>
                </p:oleObj>
              </mc:Choice>
              <mc:Fallback>
                <p:oleObj name="Equation" r:id="rId4" imgW="482391" imgH="583947"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77938" y="4270375"/>
                        <a:ext cx="481012" cy="582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6982" name="Object 3"/>
          <p:cNvGraphicFramePr>
            <a:graphicFrameLocks noChangeAspect="1"/>
          </p:cNvGraphicFramePr>
          <p:nvPr/>
        </p:nvGraphicFramePr>
        <p:xfrm>
          <a:off x="5551488" y="4194175"/>
          <a:ext cx="481012" cy="571500"/>
        </p:xfrm>
        <a:graphic>
          <a:graphicData uri="http://schemas.openxmlformats.org/presentationml/2006/ole">
            <mc:AlternateContent xmlns:mc="http://schemas.openxmlformats.org/markup-compatibility/2006">
              <mc:Choice xmlns:v="urn:schemas-microsoft-com:vml" Requires="v">
                <p:oleObj spid="_x0000_s127006" name="Equation" r:id="rId6" imgW="482391" imgH="571252" progId="Equation.3">
                  <p:embed/>
                </p:oleObj>
              </mc:Choice>
              <mc:Fallback>
                <p:oleObj name="Equation" r:id="rId6" imgW="482391" imgH="571252"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51488" y="4194175"/>
                        <a:ext cx="481012"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6983" name="Oval 1030"/>
          <p:cNvSpPr>
            <a:spLocks noChangeArrowheads="1"/>
          </p:cNvSpPr>
          <p:nvPr/>
        </p:nvSpPr>
        <p:spPr bwMode="auto">
          <a:xfrm>
            <a:off x="5418138" y="4219575"/>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26984" name="Line 1032"/>
          <p:cNvSpPr>
            <a:spLocks noChangeShapeType="1"/>
          </p:cNvSpPr>
          <p:nvPr/>
        </p:nvSpPr>
        <p:spPr bwMode="auto">
          <a:xfrm>
            <a:off x="1836738" y="4600575"/>
            <a:ext cx="1447800" cy="0"/>
          </a:xfrm>
          <a:prstGeom prst="line">
            <a:avLst/>
          </a:prstGeom>
          <a:noFill/>
          <a:ln w="3810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26985" name="Line 1033"/>
          <p:cNvSpPr>
            <a:spLocks noChangeShapeType="1"/>
          </p:cNvSpPr>
          <p:nvPr/>
        </p:nvSpPr>
        <p:spPr bwMode="auto">
          <a:xfrm>
            <a:off x="3970338" y="4600575"/>
            <a:ext cx="1295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26986" name="Line 1034"/>
          <p:cNvSpPr>
            <a:spLocks noChangeShapeType="1"/>
          </p:cNvSpPr>
          <p:nvPr/>
        </p:nvSpPr>
        <p:spPr bwMode="auto">
          <a:xfrm>
            <a:off x="617538" y="4600575"/>
            <a:ext cx="533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26987" name="Oval 1035"/>
          <p:cNvSpPr>
            <a:spLocks noChangeArrowheads="1"/>
          </p:cNvSpPr>
          <p:nvPr/>
        </p:nvSpPr>
        <p:spPr bwMode="auto">
          <a:xfrm>
            <a:off x="7551738" y="4219575"/>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26988" name="Line 1036"/>
          <p:cNvSpPr>
            <a:spLocks noChangeShapeType="1"/>
          </p:cNvSpPr>
          <p:nvPr/>
        </p:nvSpPr>
        <p:spPr bwMode="auto">
          <a:xfrm>
            <a:off x="6256338" y="4600575"/>
            <a:ext cx="1295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26989" name="Object 4"/>
          <p:cNvGraphicFramePr>
            <a:graphicFrameLocks noChangeAspect="1"/>
          </p:cNvGraphicFramePr>
          <p:nvPr/>
        </p:nvGraphicFramePr>
        <p:xfrm>
          <a:off x="2446338" y="4219575"/>
          <a:ext cx="290512" cy="304800"/>
        </p:xfrm>
        <a:graphic>
          <a:graphicData uri="http://schemas.openxmlformats.org/presentationml/2006/ole">
            <mc:AlternateContent xmlns:mc="http://schemas.openxmlformats.org/markup-compatibility/2006">
              <mc:Choice xmlns:v="urn:schemas-microsoft-com:vml" Requires="v">
                <p:oleObj spid="_x0000_s127007" name="Equation" r:id="rId8" imgW="291973" imgH="304668" progId="Equation.3">
                  <p:embed/>
                </p:oleObj>
              </mc:Choice>
              <mc:Fallback>
                <p:oleObj name="Equation" r:id="rId8" imgW="291973" imgH="304668"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46338" y="4219575"/>
                        <a:ext cx="290512"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6990" name="Object 5"/>
          <p:cNvGraphicFramePr>
            <a:graphicFrameLocks noChangeAspect="1"/>
          </p:cNvGraphicFramePr>
          <p:nvPr/>
        </p:nvGraphicFramePr>
        <p:xfrm>
          <a:off x="4503738" y="4143375"/>
          <a:ext cx="265112" cy="430213"/>
        </p:xfrm>
        <a:graphic>
          <a:graphicData uri="http://schemas.openxmlformats.org/presentationml/2006/ole">
            <mc:AlternateContent xmlns:mc="http://schemas.openxmlformats.org/markup-compatibility/2006">
              <mc:Choice xmlns:v="urn:schemas-microsoft-com:vml" Requires="v">
                <p:oleObj spid="_x0000_s127008" name="Equation" r:id="rId10" imgW="266469" imgH="431425" progId="Equation.3">
                  <p:embed/>
                </p:oleObj>
              </mc:Choice>
              <mc:Fallback>
                <p:oleObj name="Equation" r:id="rId10" imgW="266469" imgH="431425" progId="Equation.3">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03738" y="4143375"/>
                        <a:ext cx="265112" cy="430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6991" name="Object 6"/>
          <p:cNvGraphicFramePr>
            <a:graphicFrameLocks noChangeAspect="1"/>
          </p:cNvGraphicFramePr>
          <p:nvPr/>
        </p:nvGraphicFramePr>
        <p:xfrm>
          <a:off x="6713538" y="4143375"/>
          <a:ext cx="328612" cy="419100"/>
        </p:xfrm>
        <a:graphic>
          <a:graphicData uri="http://schemas.openxmlformats.org/presentationml/2006/ole">
            <mc:AlternateContent xmlns:mc="http://schemas.openxmlformats.org/markup-compatibility/2006">
              <mc:Choice xmlns:v="urn:schemas-microsoft-com:vml" Requires="v">
                <p:oleObj spid="_x0000_s127009" name="Equation" r:id="rId12" imgW="330200" imgH="419100" progId="Equation.3">
                  <p:embed/>
                </p:oleObj>
              </mc:Choice>
              <mc:Fallback>
                <p:oleObj name="Equation" r:id="rId12" imgW="330200" imgH="419100" progId="Equation.3">
                  <p:embed/>
                  <p:pic>
                    <p:nvPicPr>
                      <p:cNvPr id="0" name="Object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713538" y="4143375"/>
                        <a:ext cx="328612"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6992" name="Object 7"/>
          <p:cNvGraphicFramePr>
            <a:graphicFrameLocks noChangeAspect="1"/>
          </p:cNvGraphicFramePr>
          <p:nvPr/>
        </p:nvGraphicFramePr>
        <p:xfrm>
          <a:off x="3970338" y="5667375"/>
          <a:ext cx="328612" cy="419100"/>
        </p:xfrm>
        <a:graphic>
          <a:graphicData uri="http://schemas.openxmlformats.org/presentationml/2006/ole">
            <mc:AlternateContent xmlns:mc="http://schemas.openxmlformats.org/markup-compatibility/2006">
              <mc:Choice xmlns:v="urn:schemas-microsoft-com:vml" Requires="v">
                <p:oleObj spid="_x0000_s127010" name="Equation" r:id="rId14" imgW="330200" imgH="419100" progId="Equation.3">
                  <p:embed/>
                </p:oleObj>
              </mc:Choice>
              <mc:Fallback>
                <p:oleObj name="Equation" r:id="rId14" imgW="330200" imgH="419100" progId="Equation.3">
                  <p:embed/>
                  <p:pic>
                    <p:nvPicPr>
                      <p:cNvPr id="0"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70338" y="5667375"/>
                        <a:ext cx="328612"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6993" name="Oval 1041"/>
          <p:cNvSpPr>
            <a:spLocks noChangeArrowheads="1"/>
          </p:cNvSpPr>
          <p:nvPr/>
        </p:nvSpPr>
        <p:spPr bwMode="auto">
          <a:xfrm>
            <a:off x="5265738" y="4067175"/>
            <a:ext cx="990600" cy="990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aphicFrame>
        <p:nvGraphicFramePr>
          <p:cNvPr id="126994" name="Object 8"/>
          <p:cNvGraphicFramePr>
            <a:graphicFrameLocks noChangeAspect="1"/>
          </p:cNvGraphicFramePr>
          <p:nvPr/>
        </p:nvGraphicFramePr>
        <p:xfrm>
          <a:off x="7620000" y="4191000"/>
          <a:ext cx="457200" cy="581025"/>
        </p:xfrm>
        <a:graphic>
          <a:graphicData uri="http://schemas.openxmlformats.org/presentationml/2006/ole">
            <mc:AlternateContent xmlns:mc="http://schemas.openxmlformats.org/markup-compatibility/2006">
              <mc:Choice xmlns:v="urn:schemas-microsoft-com:vml" Requires="v">
                <p:oleObj spid="_x0000_s127011" name="Equation" r:id="rId15" imgW="457002" imgH="583947" progId="Equation.3">
                  <p:embed/>
                </p:oleObj>
              </mc:Choice>
              <mc:Fallback>
                <p:oleObj name="Equation" r:id="rId15" imgW="457002" imgH="583947" progId="Equation.3">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620000" y="4191000"/>
                        <a:ext cx="457200"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6995" name="Freeform 1043"/>
          <p:cNvSpPr>
            <a:spLocks/>
          </p:cNvSpPr>
          <p:nvPr/>
        </p:nvSpPr>
        <p:spPr bwMode="auto">
          <a:xfrm>
            <a:off x="1455738" y="4905375"/>
            <a:ext cx="6324600" cy="1231900"/>
          </a:xfrm>
          <a:custGeom>
            <a:avLst/>
            <a:gdLst>
              <a:gd name="T0" fmla="*/ 2147483646 w 3984"/>
              <a:gd name="T1" fmla="*/ 0 h 776"/>
              <a:gd name="T2" fmla="*/ 2147483646 w 3984"/>
              <a:gd name="T3" fmla="*/ 2147483646 h 776"/>
              <a:gd name="T4" fmla="*/ 2147483646 w 3984"/>
              <a:gd name="T5" fmla="*/ 2147483646 h 776"/>
              <a:gd name="T6" fmla="*/ 0 w 3984"/>
              <a:gd name="T7" fmla="*/ 0 h 776"/>
              <a:gd name="T8" fmla="*/ 0 60000 65536"/>
              <a:gd name="T9" fmla="*/ 0 60000 65536"/>
              <a:gd name="T10" fmla="*/ 0 60000 65536"/>
              <a:gd name="T11" fmla="*/ 0 60000 65536"/>
              <a:gd name="T12" fmla="*/ 0 w 3984"/>
              <a:gd name="T13" fmla="*/ 0 h 776"/>
              <a:gd name="T14" fmla="*/ 3984 w 3984"/>
              <a:gd name="T15" fmla="*/ 776 h 776"/>
            </a:gdLst>
            <a:ahLst/>
            <a:cxnLst>
              <a:cxn ang="T8">
                <a:pos x="T0" y="T1"/>
              </a:cxn>
              <a:cxn ang="T9">
                <a:pos x="T2" y="T3"/>
              </a:cxn>
              <a:cxn ang="T10">
                <a:pos x="T4" y="T5"/>
              </a:cxn>
              <a:cxn ang="T11">
                <a:pos x="T6" y="T7"/>
              </a:cxn>
            </a:cxnLst>
            <a:rect l="T12" t="T13" r="T14" b="T15"/>
            <a:pathLst>
              <a:path w="3984" h="776">
                <a:moveTo>
                  <a:pt x="3984" y="0"/>
                </a:moveTo>
                <a:cubicBezTo>
                  <a:pt x="3820" y="256"/>
                  <a:pt x="3656" y="512"/>
                  <a:pt x="3120" y="624"/>
                </a:cubicBezTo>
                <a:cubicBezTo>
                  <a:pt x="2584" y="736"/>
                  <a:pt x="1288" y="776"/>
                  <a:pt x="768" y="672"/>
                </a:cubicBezTo>
                <a:cubicBezTo>
                  <a:pt x="248" y="568"/>
                  <a:pt x="124" y="284"/>
                  <a:pt x="0" y="0"/>
                </a:cubicBezTo>
              </a:path>
            </a:pathLst>
          </a:custGeom>
          <a:noFill/>
          <a:ln w="9525" cap="flat" cmpd="sng">
            <a:solidFill>
              <a:schemeClr val="tx1"/>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GB"/>
          </a:p>
        </p:txBody>
      </p:sp>
      <p:sp>
        <p:nvSpPr>
          <p:cNvPr id="126996" name="Rectangle 1044"/>
          <p:cNvSpPr>
            <a:spLocks noChangeArrowheads="1"/>
          </p:cNvSpPr>
          <p:nvPr/>
        </p:nvSpPr>
        <p:spPr bwMode="auto">
          <a:xfrm>
            <a:off x="685800" y="1371600"/>
            <a:ext cx="7696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26997" name="Line 1045"/>
          <p:cNvSpPr>
            <a:spLocks noChangeShapeType="1"/>
          </p:cNvSpPr>
          <p:nvPr/>
        </p:nvSpPr>
        <p:spPr bwMode="auto">
          <a:xfrm>
            <a:off x="12192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126998" name="Line 1046"/>
          <p:cNvSpPr>
            <a:spLocks noChangeShapeType="1"/>
          </p:cNvSpPr>
          <p:nvPr/>
        </p:nvSpPr>
        <p:spPr bwMode="auto">
          <a:xfrm>
            <a:off x="17526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26999" name="Object 9"/>
          <p:cNvGraphicFramePr>
            <a:graphicFrameLocks noChangeAspect="1"/>
          </p:cNvGraphicFramePr>
          <p:nvPr/>
        </p:nvGraphicFramePr>
        <p:xfrm>
          <a:off x="825500" y="1511300"/>
          <a:ext cx="290513" cy="304800"/>
        </p:xfrm>
        <a:graphic>
          <a:graphicData uri="http://schemas.openxmlformats.org/presentationml/2006/ole">
            <mc:AlternateContent xmlns:mc="http://schemas.openxmlformats.org/markup-compatibility/2006">
              <mc:Choice xmlns:v="urn:schemas-microsoft-com:vml" Requires="v">
                <p:oleObj spid="_x0000_s127012" name="Equation" r:id="rId17" imgW="291973" imgH="304668" progId="Equation.3">
                  <p:embed/>
                </p:oleObj>
              </mc:Choice>
              <mc:Fallback>
                <p:oleObj name="Equation" r:id="rId17" imgW="291973" imgH="304668" progId="Equation.3">
                  <p:embed/>
                  <p:pic>
                    <p:nvPicPr>
                      <p:cNvPr id="0" name="Object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25500" y="1511300"/>
                        <a:ext cx="290513"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7000" name="Line 1048"/>
          <p:cNvSpPr>
            <a:spLocks noChangeShapeType="1"/>
          </p:cNvSpPr>
          <p:nvPr/>
        </p:nvSpPr>
        <p:spPr bwMode="auto">
          <a:xfrm>
            <a:off x="914400" y="914400"/>
            <a:ext cx="0" cy="457200"/>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27001" name="Object 10"/>
          <p:cNvGraphicFramePr>
            <a:graphicFrameLocks noChangeAspect="1"/>
          </p:cNvGraphicFramePr>
          <p:nvPr/>
        </p:nvGraphicFramePr>
        <p:xfrm>
          <a:off x="1371600" y="1447800"/>
          <a:ext cx="265113" cy="431800"/>
        </p:xfrm>
        <a:graphic>
          <a:graphicData uri="http://schemas.openxmlformats.org/presentationml/2006/ole">
            <mc:AlternateContent xmlns:mc="http://schemas.openxmlformats.org/markup-compatibility/2006">
              <mc:Choice xmlns:v="urn:schemas-microsoft-com:vml" Requires="v">
                <p:oleObj spid="_x0000_s127013" name="Equation" r:id="rId19" imgW="266469" imgH="431425" progId="Equation.3">
                  <p:embed/>
                </p:oleObj>
              </mc:Choice>
              <mc:Fallback>
                <p:oleObj name="Equation" r:id="rId19" imgW="266469" imgH="431425" progId="Equation.3">
                  <p:embed/>
                  <p:pic>
                    <p:nvPicPr>
                      <p:cNvPr id="0" name="Object 1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371600" y="1447800"/>
                        <a:ext cx="265113"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7002" name="Oval 1050"/>
          <p:cNvSpPr>
            <a:spLocks noChangeArrowheads="1"/>
          </p:cNvSpPr>
          <p:nvPr/>
        </p:nvSpPr>
        <p:spPr bwMode="auto">
          <a:xfrm>
            <a:off x="3276600" y="4191000"/>
            <a:ext cx="685800" cy="685800"/>
          </a:xfrm>
          <a:prstGeom prst="ellipse">
            <a:avLst/>
          </a:prstGeom>
          <a:solidFill>
            <a:srgbClr val="FF0000">
              <a:alpha val="50195"/>
            </a:srgbClr>
          </a:solidFill>
          <a:ln w="38100">
            <a:solidFill>
              <a:srgbClr val="FF0000"/>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aphicFrame>
        <p:nvGraphicFramePr>
          <p:cNvPr id="127003" name="Object 11"/>
          <p:cNvGraphicFramePr>
            <a:graphicFrameLocks noChangeAspect="1"/>
          </p:cNvGraphicFramePr>
          <p:nvPr/>
        </p:nvGraphicFramePr>
        <p:xfrm>
          <a:off x="3390900" y="4197350"/>
          <a:ext cx="404813" cy="569913"/>
        </p:xfrm>
        <a:graphic>
          <a:graphicData uri="http://schemas.openxmlformats.org/presentationml/2006/ole">
            <mc:AlternateContent xmlns:mc="http://schemas.openxmlformats.org/markup-compatibility/2006">
              <mc:Choice xmlns:v="urn:schemas-microsoft-com:vml" Requires="v">
                <p:oleObj spid="_x0000_s127014" name="Equation" r:id="rId21" imgW="406224" imgH="571252" progId="Equation.3">
                  <p:embed/>
                </p:oleObj>
              </mc:Choice>
              <mc:Fallback>
                <p:oleObj name="Equation" r:id="rId21" imgW="406224" imgH="571252" progId="Equation.3">
                  <p:embed/>
                  <p:pic>
                    <p:nvPicPr>
                      <p:cNvPr id="0" name="Object 1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390900" y="4197350"/>
                        <a:ext cx="404813" cy="569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7004" name="Line 1052"/>
          <p:cNvSpPr>
            <a:spLocks noChangeShapeType="1"/>
          </p:cNvSpPr>
          <p:nvPr/>
        </p:nvSpPr>
        <p:spPr bwMode="auto">
          <a:xfrm>
            <a:off x="3200400" y="5029200"/>
            <a:ext cx="914400" cy="0"/>
          </a:xfrm>
          <a:prstGeom prst="line">
            <a:avLst/>
          </a:prstGeom>
          <a:noFill/>
          <a:ln w="6350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en-GB"/>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64"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29027" name="Slide Number Placeholder 28"/>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1734B9F-A9A6-42BC-AA65-C9BB9B941687}" type="slidenum">
              <a:rPr lang="en-US" altLang="en-US" sz="1200">
                <a:solidFill>
                  <a:srgbClr val="898989"/>
                </a:solidFill>
                <a:latin typeface="Arial" panose="020B0604020202020204" pitchFamily="34" charset="0"/>
              </a:rPr>
              <a:pPr>
                <a:spcBef>
                  <a:spcPct val="0"/>
                </a:spcBef>
                <a:buFontTx/>
                <a:buNone/>
              </a:pPr>
              <a:t>65</a:t>
            </a:fld>
            <a:endParaRPr lang="en-US" altLang="en-US" sz="1200">
              <a:solidFill>
                <a:srgbClr val="898989"/>
              </a:solidFill>
              <a:latin typeface="Arial" panose="020B0604020202020204" pitchFamily="34" charset="0"/>
            </a:endParaRPr>
          </a:p>
        </p:txBody>
      </p:sp>
      <p:sp>
        <p:nvSpPr>
          <p:cNvPr id="129028" name="Rectangle 1026"/>
          <p:cNvSpPr>
            <a:spLocks noChangeArrowheads="1"/>
          </p:cNvSpPr>
          <p:nvPr/>
        </p:nvSpPr>
        <p:spPr bwMode="auto">
          <a:xfrm>
            <a:off x="685800" y="1371600"/>
            <a:ext cx="7696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29029" name="Line 1027"/>
          <p:cNvSpPr>
            <a:spLocks noChangeShapeType="1"/>
          </p:cNvSpPr>
          <p:nvPr/>
        </p:nvSpPr>
        <p:spPr bwMode="auto">
          <a:xfrm>
            <a:off x="12192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129030" name="Line 1028"/>
          <p:cNvSpPr>
            <a:spLocks noChangeShapeType="1"/>
          </p:cNvSpPr>
          <p:nvPr/>
        </p:nvSpPr>
        <p:spPr bwMode="auto">
          <a:xfrm>
            <a:off x="17526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29031" name="Object 2"/>
          <p:cNvGraphicFramePr>
            <a:graphicFrameLocks noChangeAspect="1"/>
          </p:cNvGraphicFramePr>
          <p:nvPr/>
        </p:nvGraphicFramePr>
        <p:xfrm>
          <a:off x="825500" y="1511300"/>
          <a:ext cx="290513" cy="304800"/>
        </p:xfrm>
        <a:graphic>
          <a:graphicData uri="http://schemas.openxmlformats.org/presentationml/2006/ole">
            <mc:AlternateContent xmlns:mc="http://schemas.openxmlformats.org/markup-compatibility/2006">
              <mc:Choice xmlns:v="urn:schemas-microsoft-com:vml" Requires="v">
                <p:oleObj spid="_x0000_s129053" name="Equation" r:id="rId4" imgW="291973" imgH="304668" progId="Equation.3">
                  <p:embed/>
                </p:oleObj>
              </mc:Choice>
              <mc:Fallback>
                <p:oleObj name="Equation" r:id="rId4" imgW="291973" imgH="304668"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5500" y="1511300"/>
                        <a:ext cx="290513"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9032" name="Line 1030"/>
          <p:cNvSpPr>
            <a:spLocks noChangeShapeType="1"/>
          </p:cNvSpPr>
          <p:nvPr/>
        </p:nvSpPr>
        <p:spPr bwMode="auto">
          <a:xfrm>
            <a:off x="1447800" y="914400"/>
            <a:ext cx="0" cy="457200"/>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29033" name="Object 3"/>
          <p:cNvGraphicFramePr>
            <a:graphicFrameLocks noChangeAspect="1"/>
          </p:cNvGraphicFramePr>
          <p:nvPr/>
        </p:nvGraphicFramePr>
        <p:xfrm>
          <a:off x="1371600" y="1447800"/>
          <a:ext cx="265113" cy="431800"/>
        </p:xfrm>
        <a:graphic>
          <a:graphicData uri="http://schemas.openxmlformats.org/presentationml/2006/ole">
            <mc:AlternateContent xmlns:mc="http://schemas.openxmlformats.org/markup-compatibility/2006">
              <mc:Choice xmlns:v="urn:schemas-microsoft-com:vml" Requires="v">
                <p:oleObj spid="_x0000_s129054" name="Equation" r:id="rId6" imgW="266469" imgH="431425" progId="Equation.3">
                  <p:embed/>
                </p:oleObj>
              </mc:Choice>
              <mc:Fallback>
                <p:oleObj name="Equation" r:id="rId6" imgW="266469" imgH="431425"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71600" y="1447800"/>
                        <a:ext cx="265113"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9034" name="Oval 1032"/>
          <p:cNvSpPr>
            <a:spLocks noChangeArrowheads="1"/>
          </p:cNvSpPr>
          <p:nvPr/>
        </p:nvSpPr>
        <p:spPr bwMode="auto">
          <a:xfrm>
            <a:off x="1150938" y="4219575"/>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aphicFrame>
        <p:nvGraphicFramePr>
          <p:cNvPr id="129035" name="Object 4"/>
          <p:cNvGraphicFramePr>
            <a:graphicFrameLocks noChangeAspect="1"/>
          </p:cNvGraphicFramePr>
          <p:nvPr/>
        </p:nvGraphicFramePr>
        <p:xfrm>
          <a:off x="1277938" y="4270375"/>
          <a:ext cx="481012" cy="582613"/>
        </p:xfrm>
        <a:graphic>
          <a:graphicData uri="http://schemas.openxmlformats.org/presentationml/2006/ole">
            <mc:AlternateContent xmlns:mc="http://schemas.openxmlformats.org/markup-compatibility/2006">
              <mc:Choice xmlns:v="urn:schemas-microsoft-com:vml" Requires="v">
                <p:oleObj spid="_x0000_s129055" name="Equation" r:id="rId8" imgW="482391" imgH="583947" progId="Equation.3">
                  <p:embed/>
                </p:oleObj>
              </mc:Choice>
              <mc:Fallback>
                <p:oleObj name="Equation" r:id="rId8" imgW="482391" imgH="583947"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77938" y="4270375"/>
                        <a:ext cx="481012" cy="582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9036" name="Object 5"/>
          <p:cNvGraphicFramePr>
            <a:graphicFrameLocks noChangeAspect="1"/>
          </p:cNvGraphicFramePr>
          <p:nvPr/>
        </p:nvGraphicFramePr>
        <p:xfrm>
          <a:off x="3417888" y="4194175"/>
          <a:ext cx="406400" cy="571500"/>
        </p:xfrm>
        <a:graphic>
          <a:graphicData uri="http://schemas.openxmlformats.org/presentationml/2006/ole">
            <mc:AlternateContent xmlns:mc="http://schemas.openxmlformats.org/markup-compatibility/2006">
              <mc:Choice xmlns:v="urn:schemas-microsoft-com:vml" Requires="v">
                <p:oleObj spid="_x0000_s129056" name="Equation" r:id="rId10" imgW="406224" imgH="571252" progId="Equation.3">
                  <p:embed/>
                </p:oleObj>
              </mc:Choice>
              <mc:Fallback>
                <p:oleObj name="Equation" r:id="rId10" imgW="406224" imgH="571252" progId="Equation.3">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417888" y="4194175"/>
                        <a:ext cx="4064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9037" name="Oval 1036"/>
          <p:cNvSpPr>
            <a:spLocks noChangeArrowheads="1"/>
          </p:cNvSpPr>
          <p:nvPr/>
        </p:nvSpPr>
        <p:spPr bwMode="auto">
          <a:xfrm>
            <a:off x="5410200" y="4191000"/>
            <a:ext cx="685800" cy="685800"/>
          </a:xfrm>
          <a:prstGeom prst="ellipse">
            <a:avLst/>
          </a:prstGeom>
          <a:solidFill>
            <a:srgbClr val="FF0000">
              <a:alpha val="50195"/>
            </a:srgbClr>
          </a:solidFill>
          <a:ln w="38100">
            <a:solidFill>
              <a:srgbClr val="FF0000"/>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29038" name="Oval 1037"/>
          <p:cNvSpPr>
            <a:spLocks noChangeArrowheads="1"/>
          </p:cNvSpPr>
          <p:nvPr/>
        </p:nvSpPr>
        <p:spPr bwMode="auto">
          <a:xfrm>
            <a:off x="3284538" y="4219575"/>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29039" name="Line 1038"/>
          <p:cNvSpPr>
            <a:spLocks noChangeShapeType="1"/>
          </p:cNvSpPr>
          <p:nvPr/>
        </p:nvSpPr>
        <p:spPr bwMode="auto">
          <a:xfrm>
            <a:off x="1836738" y="4600575"/>
            <a:ext cx="1447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29040" name="Line 1039"/>
          <p:cNvSpPr>
            <a:spLocks noChangeShapeType="1"/>
          </p:cNvSpPr>
          <p:nvPr/>
        </p:nvSpPr>
        <p:spPr bwMode="auto">
          <a:xfrm>
            <a:off x="3970338" y="4600575"/>
            <a:ext cx="1295400" cy="0"/>
          </a:xfrm>
          <a:prstGeom prst="line">
            <a:avLst/>
          </a:prstGeom>
          <a:noFill/>
          <a:ln w="3810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29041" name="Line 1040"/>
          <p:cNvSpPr>
            <a:spLocks noChangeShapeType="1"/>
          </p:cNvSpPr>
          <p:nvPr/>
        </p:nvSpPr>
        <p:spPr bwMode="auto">
          <a:xfrm>
            <a:off x="617538" y="4600575"/>
            <a:ext cx="533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29042" name="Oval 1041"/>
          <p:cNvSpPr>
            <a:spLocks noChangeArrowheads="1"/>
          </p:cNvSpPr>
          <p:nvPr/>
        </p:nvSpPr>
        <p:spPr bwMode="auto">
          <a:xfrm>
            <a:off x="7551738" y="4219575"/>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29043" name="Line 1042"/>
          <p:cNvSpPr>
            <a:spLocks noChangeShapeType="1"/>
          </p:cNvSpPr>
          <p:nvPr/>
        </p:nvSpPr>
        <p:spPr bwMode="auto">
          <a:xfrm>
            <a:off x="6256338" y="4600575"/>
            <a:ext cx="1295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29044" name="Object 6"/>
          <p:cNvGraphicFramePr>
            <a:graphicFrameLocks noChangeAspect="1"/>
          </p:cNvGraphicFramePr>
          <p:nvPr/>
        </p:nvGraphicFramePr>
        <p:xfrm>
          <a:off x="2446338" y="4219575"/>
          <a:ext cx="290512" cy="304800"/>
        </p:xfrm>
        <a:graphic>
          <a:graphicData uri="http://schemas.openxmlformats.org/presentationml/2006/ole">
            <mc:AlternateContent xmlns:mc="http://schemas.openxmlformats.org/markup-compatibility/2006">
              <mc:Choice xmlns:v="urn:schemas-microsoft-com:vml" Requires="v">
                <p:oleObj spid="_x0000_s129057" name="Equation" r:id="rId12" imgW="291973" imgH="304668" progId="Equation.3">
                  <p:embed/>
                </p:oleObj>
              </mc:Choice>
              <mc:Fallback>
                <p:oleObj name="Equation" r:id="rId12" imgW="291973" imgH="304668" progId="Equation.3">
                  <p:embed/>
                  <p:pic>
                    <p:nvPicPr>
                      <p:cNvPr id="0" name="Object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446338" y="4219575"/>
                        <a:ext cx="290512"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9045" name="Object 7"/>
          <p:cNvGraphicFramePr>
            <a:graphicFrameLocks noChangeAspect="1"/>
          </p:cNvGraphicFramePr>
          <p:nvPr/>
        </p:nvGraphicFramePr>
        <p:xfrm>
          <a:off x="4503738" y="4143375"/>
          <a:ext cx="265112" cy="430213"/>
        </p:xfrm>
        <a:graphic>
          <a:graphicData uri="http://schemas.openxmlformats.org/presentationml/2006/ole">
            <mc:AlternateContent xmlns:mc="http://schemas.openxmlformats.org/markup-compatibility/2006">
              <mc:Choice xmlns:v="urn:schemas-microsoft-com:vml" Requires="v">
                <p:oleObj spid="_x0000_s129058" name="Equation" r:id="rId14" imgW="266469" imgH="431425" progId="Equation.3">
                  <p:embed/>
                </p:oleObj>
              </mc:Choice>
              <mc:Fallback>
                <p:oleObj name="Equation" r:id="rId14" imgW="266469" imgH="431425" progId="Equation.3">
                  <p:embed/>
                  <p:pic>
                    <p:nvPicPr>
                      <p:cNvPr id="0" name="Object 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503738" y="4143375"/>
                        <a:ext cx="265112" cy="430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9046" name="Object 8"/>
          <p:cNvGraphicFramePr>
            <a:graphicFrameLocks noChangeAspect="1"/>
          </p:cNvGraphicFramePr>
          <p:nvPr/>
        </p:nvGraphicFramePr>
        <p:xfrm>
          <a:off x="6713538" y="4143375"/>
          <a:ext cx="328612" cy="419100"/>
        </p:xfrm>
        <a:graphic>
          <a:graphicData uri="http://schemas.openxmlformats.org/presentationml/2006/ole">
            <mc:AlternateContent xmlns:mc="http://schemas.openxmlformats.org/markup-compatibility/2006">
              <mc:Choice xmlns:v="urn:schemas-microsoft-com:vml" Requires="v">
                <p:oleObj spid="_x0000_s129059" name="Equation" r:id="rId16" imgW="330200" imgH="419100" progId="Equation.3">
                  <p:embed/>
                </p:oleObj>
              </mc:Choice>
              <mc:Fallback>
                <p:oleObj name="Equation" r:id="rId16" imgW="330200" imgH="419100" progId="Equation.3">
                  <p:embed/>
                  <p:pic>
                    <p:nvPicPr>
                      <p:cNvPr id="0" name="Object 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713538" y="4143375"/>
                        <a:ext cx="328612"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9047" name="Object 9"/>
          <p:cNvGraphicFramePr>
            <a:graphicFrameLocks noChangeAspect="1"/>
          </p:cNvGraphicFramePr>
          <p:nvPr/>
        </p:nvGraphicFramePr>
        <p:xfrm>
          <a:off x="3970338" y="5667375"/>
          <a:ext cx="328612" cy="419100"/>
        </p:xfrm>
        <a:graphic>
          <a:graphicData uri="http://schemas.openxmlformats.org/presentationml/2006/ole">
            <mc:AlternateContent xmlns:mc="http://schemas.openxmlformats.org/markup-compatibility/2006">
              <mc:Choice xmlns:v="urn:schemas-microsoft-com:vml" Requires="v">
                <p:oleObj spid="_x0000_s129060" name="Equation" r:id="rId18" imgW="330200" imgH="419100" progId="Equation.3">
                  <p:embed/>
                </p:oleObj>
              </mc:Choice>
              <mc:Fallback>
                <p:oleObj name="Equation" r:id="rId18" imgW="330200" imgH="419100" progId="Equation.3">
                  <p:embed/>
                  <p:pic>
                    <p:nvPicPr>
                      <p:cNvPr id="0" name="Object 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970338" y="5667375"/>
                        <a:ext cx="328612"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9048" name="Oval 1047"/>
          <p:cNvSpPr>
            <a:spLocks noChangeArrowheads="1"/>
          </p:cNvSpPr>
          <p:nvPr/>
        </p:nvSpPr>
        <p:spPr bwMode="auto">
          <a:xfrm>
            <a:off x="5265738" y="4067175"/>
            <a:ext cx="990600" cy="99060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aphicFrame>
        <p:nvGraphicFramePr>
          <p:cNvPr id="129049" name="Object 10"/>
          <p:cNvGraphicFramePr>
            <a:graphicFrameLocks noChangeAspect="1"/>
          </p:cNvGraphicFramePr>
          <p:nvPr/>
        </p:nvGraphicFramePr>
        <p:xfrm>
          <a:off x="7620000" y="4191000"/>
          <a:ext cx="457200" cy="581025"/>
        </p:xfrm>
        <a:graphic>
          <a:graphicData uri="http://schemas.openxmlformats.org/presentationml/2006/ole">
            <mc:AlternateContent xmlns:mc="http://schemas.openxmlformats.org/markup-compatibility/2006">
              <mc:Choice xmlns:v="urn:schemas-microsoft-com:vml" Requires="v">
                <p:oleObj spid="_x0000_s129061" name="Equation" r:id="rId19" imgW="457002" imgH="583947" progId="Equation.3">
                  <p:embed/>
                </p:oleObj>
              </mc:Choice>
              <mc:Fallback>
                <p:oleObj name="Equation" r:id="rId19" imgW="457002" imgH="583947" progId="Equation.3">
                  <p:embed/>
                  <p:pic>
                    <p:nvPicPr>
                      <p:cNvPr id="0" name="Object 1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620000" y="4191000"/>
                        <a:ext cx="457200"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9050" name="Freeform 1049"/>
          <p:cNvSpPr>
            <a:spLocks/>
          </p:cNvSpPr>
          <p:nvPr/>
        </p:nvSpPr>
        <p:spPr bwMode="auto">
          <a:xfrm>
            <a:off x="1455738" y="4905375"/>
            <a:ext cx="6324600" cy="1231900"/>
          </a:xfrm>
          <a:custGeom>
            <a:avLst/>
            <a:gdLst>
              <a:gd name="T0" fmla="*/ 2147483646 w 3984"/>
              <a:gd name="T1" fmla="*/ 0 h 776"/>
              <a:gd name="T2" fmla="*/ 2147483646 w 3984"/>
              <a:gd name="T3" fmla="*/ 2147483646 h 776"/>
              <a:gd name="T4" fmla="*/ 2147483646 w 3984"/>
              <a:gd name="T5" fmla="*/ 2147483646 h 776"/>
              <a:gd name="T6" fmla="*/ 0 w 3984"/>
              <a:gd name="T7" fmla="*/ 0 h 776"/>
              <a:gd name="T8" fmla="*/ 0 60000 65536"/>
              <a:gd name="T9" fmla="*/ 0 60000 65536"/>
              <a:gd name="T10" fmla="*/ 0 60000 65536"/>
              <a:gd name="T11" fmla="*/ 0 60000 65536"/>
              <a:gd name="T12" fmla="*/ 0 w 3984"/>
              <a:gd name="T13" fmla="*/ 0 h 776"/>
              <a:gd name="T14" fmla="*/ 3984 w 3984"/>
              <a:gd name="T15" fmla="*/ 776 h 776"/>
            </a:gdLst>
            <a:ahLst/>
            <a:cxnLst>
              <a:cxn ang="T8">
                <a:pos x="T0" y="T1"/>
              </a:cxn>
              <a:cxn ang="T9">
                <a:pos x="T2" y="T3"/>
              </a:cxn>
              <a:cxn ang="T10">
                <a:pos x="T4" y="T5"/>
              </a:cxn>
              <a:cxn ang="T11">
                <a:pos x="T6" y="T7"/>
              </a:cxn>
            </a:cxnLst>
            <a:rect l="T12" t="T13" r="T14" b="T15"/>
            <a:pathLst>
              <a:path w="3984" h="776">
                <a:moveTo>
                  <a:pt x="3984" y="0"/>
                </a:moveTo>
                <a:cubicBezTo>
                  <a:pt x="3820" y="256"/>
                  <a:pt x="3656" y="512"/>
                  <a:pt x="3120" y="624"/>
                </a:cubicBezTo>
                <a:cubicBezTo>
                  <a:pt x="2584" y="736"/>
                  <a:pt x="1288" y="776"/>
                  <a:pt x="768" y="672"/>
                </a:cubicBezTo>
                <a:cubicBezTo>
                  <a:pt x="248" y="568"/>
                  <a:pt x="124" y="284"/>
                  <a:pt x="0" y="0"/>
                </a:cubicBezTo>
              </a:path>
            </a:pathLst>
          </a:custGeom>
          <a:noFill/>
          <a:ln w="9525" cap="flat" cmpd="sng">
            <a:solidFill>
              <a:schemeClr val="tx1"/>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GB"/>
          </a:p>
        </p:txBody>
      </p:sp>
      <p:graphicFrame>
        <p:nvGraphicFramePr>
          <p:cNvPr id="129051" name="Object 11"/>
          <p:cNvGraphicFramePr>
            <a:graphicFrameLocks noChangeAspect="1"/>
          </p:cNvGraphicFramePr>
          <p:nvPr/>
        </p:nvGraphicFramePr>
        <p:xfrm>
          <a:off x="5562600" y="4197350"/>
          <a:ext cx="481013" cy="569913"/>
        </p:xfrm>
        <a:graphic>
          <a:graphicData uri="http://schemas.openxmlformats.org/presentationml/2006/ole">
            <mc:AlternateContent xmlns:mc="http://schemas.openxmlformats.org/markup-compatibility/2006">
              <mc:Choice xmlns:v="urn:schemas-microsoft-com:vml" Requires="v">
                <p:oleObj spid="_x0000_s129062" name="Equation" r:id="rId21" imgW="482391" imgH="571252" progId="Equation.3">
                  <p:embed/>
                </p:oleObj>
              </mc:Choice>
              <mc:Fallback>
                <p:oleObj name="Equation" r:id="rId21" imgW="482391" imgH="571252" progId="Equation.3">
                  <p:embed/>
                  <p:pic>
                    <p:nvPicPr>
                      <p:cNvPr id="0" name="Object 1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562600" y="4197350"/>
                        <a:ext cx="481013" cy="569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9052" name="Line 1051"/>
          <p:cNvSpPr>
            <a:spLocks noChangeShapeType="1"/>
          </p:cNvSpPr>
          <p:nvPr/>
        </p:nvSpPr>
        <p:spPr bwMode="auto">
          <a:xfrm>
            <a:off x="5334000" y="5181600"/>
            <a:ext cx="914400" cy="0"/>
          </a:xfrm>
          <a:prstGeom prst="line">
            <a:avLst/>
          </a:prstGeom>
          <a:noFill/>
          <a:ln w="6350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en-GB"/>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8"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31075" name="Slide Number Placeholder 29"/>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1864738-13D3-4361-8B9D-04A5CB1D3069}" type="slidenum">
              <a:rPr lang="en-US" altLang="en-US" sz="1200">
                <a:solidFill>
                  <a:srgbClr val="898989"/>
                </a:solidFill>
                <a:latin typeface="Arial" panose="020B0604020202020204" pitchFamily="34" charset="0"/>
              </a:rPr>
              <a:pPr>
                <a:spcBef>
                  <a:spcPct val="0"/>
                </a:spcBef>
                <a:buFontTx/>
                <a:buNone/>
              </a:pPr>
              <a:t>66</a:t>
            </a:fld>
            <a:endParaRPr lang="en-US" altLang="en-US" sz="1200">
              <a:solidFill>
                <a:srgbClr val="898989"/>
              </a:solidFill>
              <a:latin typeface="Arial" panose="020B0604020202020204" pitchFamily="34" charset="0"/>
            </a:endParaRPr>
          </a:p>
        </p:txBody>
      </p:sp>
      <p:sp>
        <p:nvSpPr>
          <p:cNvPr id="131076" name="Rectangle 1044"/>
          <p:cNvSpPr>
            <a:spLocks noChangeArrowheads="1"/>
          </p:cNvSpPr>
          <p:nvPr/>
        </p:nvSpPr>
        <p:spPr bwMode="auto">
          <a:xfrm>
            <a:off x="685800" y="1371600"/>
            <a:ext cx="7696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31077" name="Line 1045"/>
          <p:cNvSpPr>
            <a:spLocks noChangeShapeType="1"/>
          </p:cNvSpPr>
          <p:nvPr/>
        </p:nvSpPr>
        <p:spPr bwMode="auto">
          <a:xfrm>
            <a:off x="12192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131078" name="Line 1046"/>
          <p:cNvSpPr>
            <a:spLocks noChangeShapeType="1"/>
          </p:cNvSpPr>
          <p:nvPr/>
        </p:nvSpPr>
        <p:spPr bwMode="auto">
          <a:xfrm>
            <a:off x="17526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31079" name="Object 2"/>
          <p:cNvGraphicFramePr>
            <a:graphicFrameLocks noChangeAspect="1"/>
          </p:cNvGraphicFramePr>
          <p:nvPr/>
        </p:nvGraphicFramePr>
        <p:xfrm>
          <a:off x="825500" y="1511300"/>
          <a:ext cx="290513" cy="304800"/>
        </p:xfrm>
        <a:graphic>
          <a:graphicData uri="http://schemas.openxmlformats.org/presentationml/2006/ole">
            <mc:AlternateContent xmlns:mc="http://schemas.openxmlformats.org/markup-compatibility/2006">
              <mc:Choice xmlns:v="urn:schemas-microsoft-com:vml" Requires="v">
                <p:oleObj spid="_x0000_s131102" name="Equation" r:id="rId4" imgW="291973" imgH="304668" progId="Equation.3">
                  <p:embed/>
                </p:oleObj>
              </mc:Choice>
              <mc:Fallback>
                <p:oleObj name="Equation" r:id="rId4" imgW="291973" imgH="304668"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5500" y="1511300"/>
                        <a:ext cx="290513"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1080" name="Line 1048"/>
          <p:cNvSpPr>
            <a:spLocks noChangeShapeType="1"/>
          </p:cNvSpPr>
          <p:nvPr/>
        </p:nvSpPr>
        <p:spPr bwMode="auto">
          <a:xfrm>
            <a:off x="1905000" y="914400"/>
            <a:ext cx="0" cy="457200"/>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31081" name="Object 3"/>
          <p:cNvGraphicFramePr>
            <a:graphicFrameLocks noChangeAspect="1"/>
          </p:cNvGraphicFramePr>
          <p:nvPr/>
        </p:nvGraphicFramePr>
        <p:xfrm>
          <a:off x="1371600" y="1447800"/>
          <a:ext cx="265113" cy="431800"/>
        </p:xfrm>
        <a:graphic>
          <a:graphicData uri="http://schemas.openxmlformats.org/presentationml/2006/ole">
            <mc:AlternateContent xmlns:mc="http://schemas.openxmlformats.org/markup-compatibility/2006">
              <mc:Choice xmlns:v="urn:schemas-microsoft-com:vml" Requires="v">
                <p:oleObj spid="_x0000_s131103" name="Equation" r:id="rId6" imgW="266469" imgH="431425" progId="Equation.3">
                  <p:embed/>
                </p:oleObj>
              </mc:Choice>
              <mc:Fallback>
                <p:oleObj name="Equation" r:id="rId6" imgW="266469" imgH="431425"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71600" y="1447800"/>
                        <a:ext cx="265113"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1082" name="Oval 1050"/>
          <p:cNvSpPr>
            <a:spLocks noChangeArrowheads="1"/>
          </p:cNvSpPr>
          <p:nvPr/>
        </p:nvSpPr>
        <p:spPr bwMode="auto">
          <a:xfrm>
            <a:off x="1150938" y="4219575"/>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aphicFrame>
        <p:nvGraphicFramePr>
          <p:cNvPr id="131083" name="Object 4"/>
          <p:cNvGraphicFramePr>
            <a:graphicFrameLocks noChangeAspect="1"/>
          </p:cNvGraphicFramePr>
          <p:nvPr/>
        </p:nvGraphicFramePr>
        <p:xfrm>
          <a:off x="1277938" y="4270375"/>
          <a:ext cx="481012" cy="582613"/>
        </p:xfrm>
        <a:graphic>
          <a:graphicData uri="http://schemas.openxmlformats.org/presentationml/2006/ole">
            <mc:AlternateContent xmlns:mc="http://schemas.openxmlformats.org/markup-compatibility/2006">
              <mc:Choice xmlns:v="urn:schemas-microsoft-com:vml" Requires="v">
                <p:oleObj spid="_x0000_s131104" name="Equation" r:id="rId8" imgW="482391" imgH="583947" progId="Equation.3">
                  <p:embed/>
                </p:oleObj>
              </mc:Choice>
              <mc:Fallback>
                <p:oleObj name="Equation" r:id="rId8" imgW="482391" imgH="583947"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77938" y="4270375"/>
                        <a:ext cx="481012" cy="582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1084" name="Object 5"/>
          <p:cNvGraphicFramePr>
            <a:graphicFrameLocks noChangeAspect="1"/>
          </p:cNvGraphicFramePr>
          <p:nvPr/>
        </p:nvGraphicFramePr>
        <p:xfrm>
          <a:off x="3417888" y="4194175"/>
          <a:ext cx="406400" cy="571500"/>
        </p:xfrm>
        <a:graphic>
          <a:graphicData uri="http://schemas.openxmlformats.org/presentationml/2006/ole">
            <mc:AlternateContent xmlns:mc="http://schemas.openxmlformats.org/markup-compatibility/2006">
              <mc:Choice xmlns:v="urn:schemas-microsoft-com:vml" Requires="v">
                <p:oleObj spid="_x0000_s131105" name="Equation" r:id="rId10" imgW="406224" imgH="571252" progId="Equation.3">
                  <p:embed/>
                </p:oleObj>
              </mc:Choice>
              <mc:Fallback>
                <p:oleObj name="Equation" r:id="rId10" imgW="406224" imgH="571252" progId="Equation.3">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417888" y="4194175"/>
                        <a:ext cx="4064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1085" name="Oval 1053"/>
          <p:cNvSpPr>
            <a:spLocks noChangeArrowheads="1"/>
          </p:cNvSpPr>
          <p:nvPr/>
        </p:nvSpPr>
        <p:spPr bwMode="auto">
          <a:xfrm>
            <a:off x="5410200" y="4191000"/>
            <a:ext cx="685800" cy="685800"/>
          </a:xfrm>
          <a:prstGeom prst="ellipse">
            <a:avLst/>
          </a:prstGeom>
          <a:solidFill>
            <a:srgbClr val="FF0000">
              <a:alpha val="50195"/>
            </a:srgbClr>
          </a:solidFill>
          <a:ln w="38100">
            <a:solidFill>
              <a:srgbClr val="FF0000"/>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31086" name="Oval 1054"/>
          <p:cNvSpPr>
            <a:spLocks noChangeArrowheads="1"/>
          </p:cNvSpPr>
          <p:nvPr/>
        </p:nvSpPr>
        <p:spPr bwMode="auto">
          <a:xfrm>
            <a:off x="3284538" y="4219575"/>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31087" name="Line 1055"/>
          <p:cNvSpPr>
            <a:spLocks noChangeShapeType="1"/>
          </p:cNvSpPr>
          <p:nvPr/>
        </p:nvSpPr>
        <p:spPr bwMode="auto">
          <a:xfrm>
            <a:off x="1836738" y="4600575"/>
            <a:ext cx="1447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31088" name="Line 1056"/>
          <p:cNvSpPr>
            <a:spLocks noChangeShapeType="1"/>
          </p:cNvSpPr>
          <p:nvPr/>
        </p:nvSpPr>
        <p:spPr bwMode="auto">
          <a:xfrm>
            <a:off x="3970338" y="4600575"/>
            <a:ext cx="1295400" cy="0"/>
          </a:xfrm>
          <a:prstGeom prst="line">
            <a:avLst/>
          </a:prstGeom>
          <a:noFill/>
          <a:ln w="3810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31089" name="Line 1057"/>
          <p:cNvSpPr>
            <a:spLocks noChangeShapeType="1"/>
          </p:cNvSpPr>
          <p:nvPr/>
        </p:nvSpPr>
        <p:spPr bwMode="auto">
          <a:xfrm>
            <a:off x="617538" y="4600575"/>
            <a:ext cx="533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31090" name="Oval 1058"/>
          <p:cNvSpPr>
            <a:spLocks noChangeArrowheads="1"/>
          </p:cNvSpPr>
          <p:nvPr/>
        </p:nvSpPr>
        <p:spPr bwMode="auto">
          <a:xfrm>
            <a:off x="7551738" y="4219575"/>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31091" name="Line 1059"/>
          <p:cNvSpPr>
            <a:spLocks noChangeShapeType="1"/>
          </p:cNvSpPr>
          <p:nvPr/>
        </p:nvSpPr>
        <p:spPr bwMode="auto">
          <a:xfrm>
            <a:off x="6256338" y="4600575"/>
            <a:ext cx="1295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31092" name="Object 6"/>
          <p:cNvGraphicFramePr>
            <a:graphicFrameLocks noChangeAspect="1"/>
          </p:cNvGraphicFramePr>
          <p:nvPr/>
        </p:nvGraphicFramePr>
        <p:xfrm>
          <a:off x="2446338" y="4219575"/>
          <a:ext cx="290512" cy="304800"/>
        </p:xfrm>
        <a:graphic>
          <a:graphicData uri="http://schemas.openxmlformats.org/presentationml/2006/ole">
            <mc:AlternateContent xmlns:mc="http://schemas.openxmlformats.org/markup-compatibility/2006">
              <mc:Choice xmlns:v="urn:schemas-microsoft-com:vml" Requires="v">
                <p:oleObj spid="_x0000_s131106" name="Equation" r:id="rId12" imgW="291973" imgH="304668" progId="Equation.3">
                  <p:embed/>
                </p:oleObj>
              </mc:Choice>
              <mc:Fallback>
                <p:oleObj name="Equation" r:id="rId12" imgW="291973" imgH="304668" progId="Equation.3">
                  <p:embed/>
                  <p:pic>
                    <p:nvPicPr>
                      <p:cNvPr id="0" name="Object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446338" y="4219575"/>
                        <a:ext cx="290512"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1093" name="Object 7"/>
          <p:cNvGraphicFramePr>
            <a:graphicFrameLocks noChangeAspect="1"/>
          </p:cNvGraphicFramePr>
          <p:nvPr/>
        </p:nvGraphicFramePr>
        <p:xfrm>
          <a:off x="4503738" y="4143375"/>
          <a:ext cx="265112" cy="430213"/>
        </p:xfrm>
        <a:graphic>
          <a:graphicData uri="http://schemas.openxmlformats.org/presentationml/2006/ole">
            <mc:AlternateContent xmlns:mc="http://schemas.openxmlformats.org/markup-compatibility/2006">
              <mc:Choice xmlns:v="urn:schemas-microsoft-com:vml" Requires="v">
                <p:oleObj spid="_x0000_s131107" name="Equation" r:id="rId14" imgW="266469" imgH="431425" progId="Equation.3">
                  <p:embed/>
                </p:oleObj>
              </mc:Choice>
              <mc:Fallback>
                <p:oleObj name="Equation" r:id="rId14" imgW="266469" imgH="431425" progId="Equation.3">
                  <p:embed/>
                  <p:pic>
                    <p:nvPicPr>
                      <p:cNvPr id="0" name="Object 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503738" y="4143375"/>
                        <a:ext cx="265112" cy="430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1094" name="Object 8"/>
          <p:cNvGraphicFramePr>
            <a:graphicFrameLocks noChangeAspect="1"/>
          </p:cNvGraphicFramePr>
          <p:nvPr/>
        </p:nvGraphicFramePr>
        <p:xfrm>
          <a:off x="6713538" y="4143375"/>
          <a:ext cx="328612" cy="419100"/>
        </p:xfrm>
        <a:graphic>
          <a:graphicData uri="http://schemas.openxmlformats.org/presentationml/2006/ole">
            <mc:AlternateContent xmlns:mc="http://schemas.openxmlformats.org/markup-compatibility/2006">
              <mc:Choice xmlns:v="urn:schemas-microsoft-com:vml" Requires="v">
                <p:oleObj spid="_x0000_s131108" name="Equation" r:id="rId16" imgW="330200" imgH="419100" progId="Equation.3">
                  <p:embed/>
                </p:oleObj>
              </mc:Choice>
              <mc:Fallback>
                <p:oleObj name="Equation" r:id="rId16" imgW="330200" imgH="419100" progId="Equation.3">
                  <p:embed/>
                  <p:pic>
                    <p:nvPicPr>
                      <p:cNvPr id="0" name="Object 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713538" y="4143375"/>
                        <a:ext cx="328612"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1095" name="Object 9"/>
          <p:cNvGraphicFramePr>
            <a:graphicFrameLocks noChangeAspect="1"/>
          </p:cNvGraphicFramePr>
          <p:nvPr/>
        </p:nvGraphicFramePr>
        <p:xfrm>
          <a:off x="3970338" y="5667375"/>
          <a:ext cx="328612" cy="419100"/>
        </p:xfrm>
        <a:graphic>
          <a:graphicData uri="http://schemas.openxmlformats.org/presentationml/2006/ole">
            <mc:AlternateContent xmlns:mc="http://schemas.openxmlformats.org/markup-compatibility/2006">
              <mc:Choice xmlns:v="urn:schemas-microsoft-com:vml" Requires="v">
                <p:oleObj spid="_x0000_s131109" name="Equation" r:id="rId18" imgW="330200" imgH="419100" progId="Equation.3">
                  <p:embed/>
                </p:oleObj>
              </mc:Choice>
              <mc:Fallback>
                <p:oleObj name="Equation" r:id="rId18" imgW="330200" imgH="419100" progId="Equation.3">
                  <p:embed/>
                  <p:pic>
                    <p:nvPicPr>
                      <p:cNvPr id="0" name="Object 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970338" y="5667375"/>
                        <a:ext cx="328612"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1096" name="Oval 1064"/>
          <p:cNvSpPr>
            <a:spLocks noChangeArrowheads="1"/>
          </p:cNvSpPr>
          <p:nvPr/>
        </p:nvSpPr>
        <p:spPr bwMode="auto">
          <a:xfrm>
            <a:off x="5265738" y="4067175"/>
            <a:ext cx="990600" cy="99060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aphicFrame>
        <p:nvGraphicFramePr>
          <p:cNvPr id="131097" name="Object 10"/>
          <p:cNvGraphicFramePr>
            <a:graphicFrameLocks noChangeAspect="1"/>
          </p:cNvGraphicFramePr>
          <p:nvPr/>
        </p:nvGraphicFramePr>
        <p:xfrm>
          <a:off x="7620000" y="4191000"/>
          <a:ext cx="457200" cy="581025"/>
        </p:xfrm>
        <a:graphic>
          <a:graphicData uri="http://schemas.openxmlformats.org/presentationml/2006/ole">
            <mc:AlternateContent xmlns:mc="http://schemas.openxmlformats.org/markup-compatibility/2006">
              <mc:Choice xmlns:v="urn:schemas-microsoft-com:vml" Requires="v">
                <p:oleObj spid="_x0000_s131110" name="Equation" r:id="rId19" imgW="457002" imgH="583947" progId="Equation.3">
                  <p:embed/>
                </p:oleObj>
              </mc:Choice>
              <mc:Fallback>
                <p:oleObj name="Equation" r:id="rId19" imgW="457002" imgH="583947" progId="Equation.3">
                  <p:embed/>
                  <p:pic>
                    <p:nvPicPr>
                      <p:cNvPr id="0" name="Object 1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620000" y="4191000"/>
                        <a:ext cx="457200"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1098" name="Freeform 1066"/>
          <p:cNvSpPr>
            <a:spLocks/>
          </p:cNvSpPr>
          <p:nvPr/>
        </p:nvSpPr>
        <p:spPr bwMode="auto">
          <a:xfrm>
            <a:off x="1455738" y="4905375"/>
            <a:ext cx="6324600" cy="1231900"/>
          </a:xfrm>
          <a:custGeom>
            <a:avLst/>
            <a:gdLst>
              <a:gd name="T0" fmla="*/ 2147483646 w 3984"/>
              <a:gd name="T1" fmla="*/ 0 h 776"/>
              <a:gd name="T2" fmla="*/ 2147483646 w 3984"/>
              <a:gd name="T3" fmla="*/ 2147483646 h 776"/>
              <a:gd name="T4" fmla="*/ 2147483646 w 3984"/>
              <a:gd name="T5" fmla="*/ 2147483646 h 776"/>
              <a:gd name="T6" fmla="*/ 0 w 3984"/>
              <a:gd name="T7" fmla="*/ 0 h 776"/>
              <a:gd name="T8" fmla="*/ 0 60000 65536"/>
              <a:gd name="T9" fmla="*/ 0 60000 65536"/>
              <a:gd name="T10" fmla="*/ 0 60000 65536"/>
              <a:gd name="T11" fmla="*/ 0 60000 65536"/>
              <a:gd name="T12" fmla="*/ 0 w 3984"/>
              <a:gd name="T13" fmla="*/ 0 h 776"/>
              <a:gd name="T14" fmla="*/ 3984 w 3984"/>
              <a:gd name="T15" fmla="*/ 776 h 776"/>
            </a:gdLst>
            <a:ahLst/>
            <a:cxnLst>
              <a:cxn ang="T8">
                <a:pos x="T0" y="T1"/>
              </a:cxn>
              <a:cxn ang="T9">
                <a:pos x="T2" y="T3"/>
              </a:cxn>
              <a:cxn ang="T10">
                <a:pos x="T4" y="T5"/>
              </a:cxn>
              <a:cxn ang="T11">
                <a:pos x="T6" y="T7"/>
              </a:cxn>
            </a:cxnLst>
            <a:rect l="T12" t="T13" r="T14" b="T15"/>
            <a:pathLst>
              <a:path w="3984" h="776">
                <a:moveTo>
                  <a:pt x="3984" y="0"/>
                </a:moveTo>
                <a:cubicBezTo>
                  <a:pt x="3820" y="256"/>
                  <a:pt x="3656" y="512"/>
                  <a:pt x="3120" y="624"/>
                </a:cubicBezTo>
                <a:cubicBezTo>
                  <a:pt x="2584" y="736"/>
                  <a:pt x="1288" y="776"/>
                  <a:pt x="768" y="672"/>
                </a:cubicBezTo>
                <a:cubicBezTo>
                  <a:pt x="248" y="568"/>
                  <a:pt x="124" y="284"/>
                  <a:pt x="0" y="0"/>
                </a:cubicBezTo>
              </a:path>
            </a:pathLst>
          </a:custGeom>
          <a:noFill/>
          <a:ln w="9525" cap="flat" cmpd="sng">
            <a:solidFill>
              <a:schemeClr val="tx1"/>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GB"/>
          </a:p>
        </p:txBody>
      </p:sp>
      <p:graphicFrame>
        <p:nvGraphicFramePr>
          <p:cNvPr id="131099" name="Object 11"/>
          <p:cNvGraphicFramePr>
            <a:graphicFrameLocks noChangeAspect="1"/>
          </p:cNvGraphicFramePr>
          <p:nvPr/>
        </p:nvGraphicFramePr>
        <p:xfrm>
          <a:off x="5562600" y="4197350"/>
          <a:ext cx="481013" cy="569913"/>
        </p:xfrm>
        <a:graphic>
          <a:graphicData uri="http://schemas.openxmlformats.org/presentationml/2006/ole">
            <mc:AlternateContent xmlns:mc="http://schemas.openxmlformats.org/markup-compatibility/2006">
              <mc:Choice xmlns:v="urn:schemas-microsoft-com:vml" Requires="v">
                <p:oleObj spid="_x0000_s131111" name="Equation" r:id="rId21" imgW="482391" imgH="571252" progId="Equation.3">
                  <p:embed/>
                </p:oleObj>
              </mc:Choice>
              <mc:Fallback>
                <p:oleObj name="Equation" r:id="rId21" imgW="482391" imgH="571252" progId="Equation.3">
                  <p:embed/>
                  <p:pic>
                    <p:nvPicPr>
                      <p:cNvPr id="0" name="Object 1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562600" y="4197350"/>
                        <a:ext cx="481013" cy="569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1100" name="Line 1068"/>
          <p:cNvSpPr>
            <a:spLocks noChangeShapeType="1"/>
          </p:cNvSpPr>
          <p:nvPr/>
        </p:nvSpPr>
        <p:spPr bwMode="auto">
          <a:xfrm>
            <a:off x="5334000" y="5181600"/>
            <a:ext cx="914400" cy="0"/>
          </a:xfrm>
          <a:prstGeom prst="line">
            <a:avLst/>
          </a:prstGeom>
          <a:noFill/>
          <a:ln w="6350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en-GB"/>
          </a:p>
        </p:txBody>
      </p:sp>
      <p:sp>
        <p:nvSpPr>
          <p:cNvPr id="131101" name="Text Box 1069"/>
          <p:cNvSpPr txBox="1">
            <a:spLocks noChangeArrowheads="1"/>
          </p:cNvSpPr>
          <p:nvPr/>
        </p:nvSpPr>
        <p:spPr bwMode="auto">
          <a:xfrm>
            <a:off x="4876800" y="3429000"/>
            <a:ext cx="17637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1800" b="1">
                <a:latin typeface="Arial" panose="020B0604020202020204" pitchFamily="34" charset="0"/>
                <a:cs typeface="Arial" panose="020B0604020202020204" pitchFamily="34" charset="0"/>
              </a:rPr>
              <a:t>“accept”</a:t>
            </a: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14"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33123" name="Slide Number Placeholder 3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069AFB4-439F-483E-A7B0-750C8E26CD16}" type="slidenum">
              <a:rPr lang="en-US" altLang="en-US" sz="1200">
                <a:solidFill>
                  <a:srgbClr val="898989"/>
                </a:solidFill>
                <a:latin typeface="Arial" panose="020B0604020202020204" pitchFamily="34" charset="0"/>
              </a:rPr>
              <a:pPr>
                <a:spcBef>
                  <a:spcPct val="0"/>
                </a:spcBef>
                <a:buFontTx/>
                <a:buNone/>
              </a:pPr>
              <a:t>67</a:t>
            </a:fld>
            <a:endParaRPr lang="en-US" altLang="en-US" sz="1200">
              <a:solidFill>
                <a:srgbClr val="898989"/>
              </a:solidFill>
              <a:latin typeface="Arial" panose="020B0604020202020204" pitchFamily="34" charset="0"/>
            </a:endParaRPr>
          </a:p>
        </p:txBody>
      </p:sp>
      <p:sp>
        <p:nvSpPr>
          <p:cNvPr id="133124" name="Oval 1026"/>
          <p:cNvSpPr>
            <a:spLocks noChangeArrowheads="1"/>
          </p:cNvSpPr>
          <p:nvPr/>
        </p:nvSpPr>
        <p:spPr bwMode="auto">
          <a:xfrm>
            <a:off x="1150938" y="4219575"/>
            <a:ext cx="685800" cy="685800"/>
          </a:xfrm>
          <a:prstGeom prst="ellipse">
            <a:avLst/>
          </a:prstGeom>
          <a:solidFill>
            <a:srgbClr val="FF0000">
              <a:alpha val="50195"/>
            </a:srgbClr>
          </a:solidFill>
          <a:ln w="38100">
            <a:solidFill>
              <a:srgbClr val="FF0000"/>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aphicFrame>
        <p:nvGraphicFramePr>
          <p:cNvPr id="133125" name="Object 2"/>
          <p:cNvGraphicFramePr>
            <a:graphicFrameLocks noChangeAspect="1"/>
          </p:cNvGraphicFramePr>
          <p:nvPr/>
        </p:nvGraphicFramePr>
        <p:xfrm>
          <a:off x="1277938" y="4270375"/>
          <a:ext cx="481012" cy="582613"/>
        </p:xfrm>
        <a:graphic>
          <a:graphicData uri="http://schemas.openxmlformats.org/presentationml/2006/ole">
            <mc:AlternateContent xmlns:mc="http://schemas.openxmlformats.org/markup-compatibility/2006">
              <mc:Choice xmlns:v="urn:schemas-microsoft-com:vml" Requires="v">
                <p:oleObj spid="_x0000_s133154" name="Equation" r:id="rId4" imgW="482391" imgH="583947" progId="Equation.3">
                  <p:embed/>
                </p:oleObj>
              </mc:Choice>
              <mc:Fallback>
                <p:oleObj name="Equation" r:id="rId4" imgW="482391" imgH="583947"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77938" y="4270375"/>
                        <a:ext cx="481012" cy="582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126" name="Oval 1030"/>
          <p:cNvSpPr>
            <a:spLocks noChangeArrowheads="1"/>
          </p:cNvSpPr>
          <p:nvPr/>
        </p:nvSpPr>
        <p:spPr bwMode="auto">
          <a:xfrm>
            <a:off x="5418138" y="4219575"/>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33127" name="Oval 1031"/>
          <p:cNvSpPr>
            <a:spLocks noChangeArrowheads="1"/>
          </p:cNvSpPr>
          <p:nvPr/>
        </p:nvSpPr>
        <p:spPr bwMode="auto">
          <a:xfrm>
            <a:off x="3284538" y="4219575"/>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33128" name="Line 1032"/>
          <p:cNvSpPr>
            <a:spLocks noChangeShapeType="1"/>
          </p:cNvSpPr>
          <p:nvPr/>
        </p:nvSpPr>
        <p:spPr bwMode="auto">
          <a:xfrm>
            <a:off x="1836738" y="4600575"/>
            <a:ext cx="1447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33129" name="Line 1033"/>
          <p:cNvSpPr>
            <a:spLocks noChangeShapeType="1"/>
          </p:cNvSpPr>
          <p:nvPr/>
        </p:nvSpPr>
        <p:spPr bwMode="auto">
          <a:xfrm>
            <a:off x="3970338" y="4600575"/>
            <a:ext cx="1295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33130" name="Line 1034"/>
          <p:cNvSpPr>
            <a:spLocks noChangeShapeType="1"/>
          </p:cNvSpPr>
          <p:nvPr/>
        </p:nvSpPr>
        <p:spPr bwMode="auto">
          <a:xfrm>
            <a:off x="617538" y="4600575"/>
            <a:ext cx="533400" cy="0"/>
          </a:xfrm>
          <a:prstGeom prst="line">
            <a:avLst/>
          </a:prstGeom>
          <a:noFill/>
          <a:ln w="3810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33131" name="Oval 1035"/>
          <p:cNvSpPr>
            <a:spLocks noChangeArrowheads="1"/>
          </p:cNvSpPr>
          <p:nvPr/>
        </p:nvSpPr>
        <p:spPr bwMode="auto">
          <a:xfrm>
            <a:off x="7551738" y="4219575"/>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33132" name="Line 1036"/>
          <p:cNvSpPr>
            <a:spLocks noChangeShapeType="1"/>
          </p:cNvSpPr>
          <p:nvPr/>
        </p:nvSpPr>
        <p:spPr bwMode="auto">
          <a:xfrm>
            <a:off x="6256338" y="4600575"/>
            <a:ext cx="1295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33133" name="Object 3"/>
          <p:cNvGraphicFramePr>
            <a:graphicFrameLocks noChangeAspect="1"/>
          </p:cNvGraphicFramePr>
          <p:nvPr/>
        </p:nvGraphicFramePr>
        <p:xfrm>
          <a:off x="2446338" y="4219575"/>
          <a:ext cx="290512" cy="304800"/>
        </p:xfrm>
        <a:graphic>
          <a:graphicData uri="http://schemas.openxmlformats.org/presentationml/2006/ole">
            <mc:AlternateContent xmlns:mc="http://schemas.openxmlformats.org/markup-compatibility/2006">
              <mc:Choice xmlns:v="urn:schemas-microsoft-com:vml" Requires="v">
                <p:oleObj spid="_x0000_s133155" name="Equation" r:id="rId6" imgW="291973" imgH="304668" progId="Equation.3">
                  <p:embed/>
                </p:oleObj>
              </mc:Choice>
              <mc:Fallback>
                <p:oleObj name="Equation" r:id="rId6" imgW="291973" imgH="304668"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46338" y="4219575"/>
                        <a:ext cx="290512"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34" name="Object 4"/>
          <p:cNvGraphicFramePr>
            <a:graphicFrameLocks noChangeAspect="1"/>
          </p:cNvGraphicFramePr>
          <p:nvPr/>
        </p:nvGraphicFramePr>
        <p:xfrm>
          <a:off x="4503738" y="4143375"/>
          <a:ext cx="265112" cy="430213"/>
        </p:xfrm>
        <a:graphic>
          <a:graphicData uri="http://schemas.openxmlformats.org/presentationml/2006/ole">
            <mc:AlternateContent xmlns:mc="http://schemas.openxmlformats.org/markup-compatibility/2006">
              <mc:Choice xmlns:v="urn:schemas-microsoft-com:vml" Requires="v">
                <p:oleObj spid="_x0000_s133156" name="Equation" r:id="rId8" imgW="266469" imgH="431425" progId="Equation.3">
                  <p:embed/>
                </p:oleObj>
              </mc:Choice>
              <mc:Fallback>
                <p:oleObj name="Equation" r:id="rId8" imgW="266469" imgH="431425"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03738" y="4143375"/>
                        <a:ext cx="265112" cy="430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35" name="Object 5"/>
          <p:cNvGraphicFramePr>
            <a:graphicFrameLocks noChangeAspect="1"/>
          </p:cNvGraphicFramePr>
          <p:nvPr/>
        </p:nvGraphicFramePr>
        <p:xfrm>
          <a:off x="6713538" y="4143375"/>
          <a:ext cx="328612" cy="419100"/>
        </p:xfrm>
        <a:graphic>
          <a:graphicData uri="http://schemas.openxmlformats.org/presentationml/2006/ole">
            <mc:AlternateContent xmlns:mc="http://schemas.openxmlformats.org/markup-compatibility/2006">
              <mc:Choice xmlns:v="urn:schemas-microsoft-com:vml" Requires="v">
                <p:oleObj spid="_x0000_s133157" name="Equation" r:id="rId10" imgW="330200" imgH="419100" progId="Equation.3">
                  <p:embed/>
                </p:oleObj>
              </mc:Choice>
              <mc:Fallback>
                <p:oleObj name="Equation" r:id="rId10" imgW="330200" imgH="419100" progId="Equation.3">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713538" y="4143375"/>
                        <a:ext cx="328612"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36" name="Object 6"/>
          <p:cNvGraphicFramePr>
            <a:graphicFrameLocks noChangeAspect="1"/>
          </p:cNvGraphicFramePr>
          <p:nvPr/>
        </p:nvGraphicFramePr>
        <p:xfrm>
          <a:off x="3970338" y="5667375"/>
          <a:ext cx="328612" cy="419100"/>
        </p:xfrm>
        <a:graphic>
          <a:graphicData uri="http://schemas.openxmlformats.org/presentationml/2006/ole">
            <mc:AlternateContent xmlns:mc="http://schemas.openxmlformats.org/markup-compatibility/2006">
              <mc:Choice xmlns:v="urn:schemas-microsoft-com:vml" Requires="v">
                <p:oleObj spid="_x0000_s133158" name="Equation" r:id="rId12" imgW="330200" imgH="419100" progId="Equation.3">
                  <p:embed/>
                </p:oleObj>
              </mc:Choice>
              <mc:Fallback>
                <p:oleObj name="Equation" r:id="rId12" imgW="330200" imgH="419100" progId="Equation.3">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70338" y="5667375"/>
                        <a:ext cx="328612"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137" name="Oval 1041"/>
          <p:cNvSpPr>
            <a:spLocks noChangeArrowheads="1"/>
          </p:cNvSpPr>
          <p:nvPr/>
        </p:nvSpPr>
        <p:spPr bwMode="auto">
          <a:xfrm>
            <a:off x="5265738" y="4067175"/>
            <a:ext cx="990600" cy="990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33138" name="Freeform 1043"/>
          <p:cNvSpPr>
            <a:spLocks/>
          </p:cNvSpPr>
          <p:nvPr/>
        </p:nvSpPr>
        <p:spPr bwMode="auto">
          <a:xfrm>
            <a:off x="1455738" y="4905375"/>
            <a:ext cx="6324600" cy="1231900"/>
          </a:xfrm>
          <a:custGeom>
            <a:avLst/>
            <a:gdLst>
              <a:gd name="T0" fmla="*/ 2147483646 w 3984"/>
              <a:gd name="T1" fmla="*/ 0 h 776"/>
              <a:gd name="T2" fmla="*/ 2147483646 w 3984"/>
              <a:gd name="T3" fmla="*/ 2147483646 h 776"/>
              <a:gd name="T4" fmla="*/ 2147483646 w 3984"/>
              <a:gd name="T5" fmla="*/ 2147483646 h 776"/>
              <a:gd name="T6" fmla="*/ 0 w 3984"/>
              <a:gd name="T7" fmla="*/ 0 h 776"/>
              <a:gd name="T8" fmla="*/ 0 60000 65536"/>
              <a:gd name="T9" fmla="*/ 0 60000 65536"/>
              <a:gd name="T10" fmla="*/ 0 60000 65536"/>
              <a:gd name="T11" fmla="*/ 0 60000 65536"/>
              <a:gd name="T12" fmla="*/ 0 w 3984"/>
              <a:gd name="T13" fmla="*/ 0 h 776"/>
              <a:gd name="T14" fmla="*/ 3984 w 3984"/>
              <a:gd name="T15" fmla="*/ 776 h 776"/>
            </a:gdLst>
            <a:ahLst/>
            <a:cxnLst>
              <a:cxn ang="T8">
                <a:pos x="T0" y="T1"/>
              </a:cxn>
              <a:cxn ang="T9">
                <a:pos x="T2" y="T3"/>
              </a:cxn>
              <a:cxn ang="T10">
                <a:pos x="T4" y="T5"/>
              </a:cxn>
              <a:cxn ang="T11">
                <a:pos x="T6" y="T7"/>
              </a:cxn>
            </a:cxnLst>
            <a:rect l="T12" t="T13" r="T14" b="T15"/>
            <a:pathLst>
              <a:path w="3984" h="776">
                <a:moveTo>
                  <a:pt x="3984" y="0"/>
                </a:moveTo>
                <a:cubicBezTo>
                  <a:pt x="3820" y="256"/>
                  <a:pt x="3656" y="512"/>
                  <a:pt x="3120" y="624"/>
                </a:cubicBezTo>
                <a:cubicBezTo>
                  <a:pt x="2584" y="736"/>
                  <a:pt x="1288" y="776"/>
                  <a:pt x="768" y="672"/>
                </a:cubicBezTo>
                <a:cubicBezTo>
                  <a:pt x="248" y="568"/>
                  <a:pt x="124" y="284"/>
                  <a:pt x="0" y="0"/>
                </a:cubicBezTo>
              </a:path>
            </a:pathLst>
          </a:custGeom>
          <a:noFill/>
          <a:ln w="9525" cap="flat" cmpd="sng">
            <a:solidFill>
              <a:schemeClr val="tx1"/>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GB"/>
          </a:p>
        </p:txBody>
      </p:sp>
      <p:sp>
        <p:nvSpPr>
          <p:cNvPr id="133139" name="Rectangle 1044"/>
          <p:cNvSpPr>
            <a:spLocks noChangeArrowheads="1"/>
          </p:cNvSpPr>
          <p:nvPr/>
        </p:nvSpPr>
        <p:spPr bwMode="auto">
          <a:xfrm>
            <a:off x="685800" y="1371600"/>
            <a:ext cx="7696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33140" name="Line 1045"/>
          <p:cNvSpPr>
            <a:spLocks noChangeShapeType="1"/>
          </p:cNvSpPr>
          <p:nvPr/>
        </p:nvSpPr>
        <p:spPr bwMode="auto">
          <a:xfrm>
            <a:off x="12192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133141" name="Line 1046"/>
          <p:cNvSpPr>
            <a:spLocks noChangeShapeType="1"/>
          </p:cNvSpPr>
          <p:nvPr/>
        </p:nvSpPr>
        <p:spPr bwMode="auto">
          <a:xfrm>
            <a:off x="17526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33142" name="Object 7"/>
          <p:cNvGraphicFramePr>
            <a:graphicFrameLocks noChangeAspect="1"/>
          </p:cNvGraphicFramePr>
          <p:nvPr/>
        </p:nvGraphicFramePr>
        <p:xfrm>
          <a:off x="825500" y="1511300"/>
          <a:ext cx="290513" cy="304800"/>
        </p:xfrm>
        <a:graphic>
          <a:graphicData uri="http://schemas.openxmlformats.org/presentationml/2006/ole">
            <mc:AlternateContent xmlns:mc="http://schemas.openxmlformats.org/markup-compatibility/2006">
              <mc:Choice xmlns:v="urn:schemas-microsoft-com:vml" Requires="v">
                <p:oleObj spid="_x0000_s133159" name="Equation" r:id="rId13" imgW="291973" imgH="304668" progId="Equation.3">
                  <p:embed/>
                </p:oleObj>
              </mc:Choice>
              <mc:Fallback>
                <p:oleObj name="Equation" r:id="rId13" imgW="291973" imgH="304668"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25500" y="1511300"/>
                        <a:ext cx="290513"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143" name="Line 1048"/>
          <p:cNvSpPr>
            <a:spLocks noChangeShapeType="1"/>
          </p:cNvSpPr>
          <p:nvPr/>
        </p:nvSpPr>
        <p:spPr bwMode="auto">
          <a:xfrm>
            <a:off x="609600" y="914400"/>
            <a:ext cx="0" cy="457200"/>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33144" name="Object 8"/>
          <p:cNvGraphicFramePr>
            <a:graphicFrameLocks noChangeAspect="1"/>
          </p:cNvGraphicFramePr>
          <p:nvPr/>
        </p:nvGraphicFramePr>
        <p:xfrm>
          <a:off x="1371600" y="1447800"/>
          <a:ext cx="265113" cy="431800"/>
        </p:xfrm>
        <a:graphic>
          <a:graphicData uri="http://schemas.openxmlformats.org/presentationml/2006/ole">
            <mc:AlternateContent xmlns:mc="http://schemas.openxmlformats.org/markup-compatibility/2006">
              <mc:Choice xmlns:v="urn:schemas-microsoft-com:vml" Requires="v">
                <p:oleObj spid="_x0000_s133160" name="Equation" r:id="rId15" imgW="266469" imgH="431425" progId="Equation.3">
                  <p:embed/>
                </p:oleObj>
              </mc:Choice>
              <mc:Fallback>
                <p:oleObj name="Equation" r:id="rId15" imgW="266469" imgH="431425" progId="Equation.3">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371600" y="1447800"/>
                        <a:ext cx="265113"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145" name="Text Box 1050"/>
          <p:cNvSpPr txBox="1">
            <a:spLocks noChangeArrowheads="1"/>
          </p:cNvSpPr>
          <p:nvPr/>
        </p:nvSpPr>
        <p:spPr bwMode="auto">
          <a:xfrm>
            <a:off x="2971800" y="381000"/>
            <a:ext cx="30876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1800" b="1">
                <a:latin typeface="Arial" panose="020B0604020202020204" pitchFamily="34" charset="0"/>
                <a:cs typeface="Arial" panose="020B0604020202020204" pitchFamily="34" charset="0"/>
              </a:rPr>
              <a:t>Another String</a:t>
            </a:r>
          </a:p>
        </p:txBody>
      </p:sp>
      <p:sp>
        <p:nvSpPr>
          <p:cNvPr id="133146" name="Line 1051"/>
          <p:cNvSpPr>
            <a:spLocks noChangeShapeType="1"/>
          </p:cNvSpPr>
          <p:nvPr/>
        </p:nvSpPr>
        <p:spPr bwMode="auto">
          <a:xfrm>
            <a:off x="22860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133147" name="Line 1052"/>
          <p:cNvSpPr>
            <a:spLocks noChangeShapeType="1"/>
          </p:cNvSpPr>
          <p:nvPr/>
        </p:nvSpPr>
        <p:spPr bwMode="auto">
          <a:xfrm>
            <a:off x="28194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33148" name="Object 9"/>
          <p:cNvGraphicFramePr>
            <a:graphicFrameLocks noChangeAspect="1"/>
          </p:cNvGraphicFramePr>
          <p:nvPr/>
        </p:nvGraphicFramePr>
        <p:xfrm>
          <a:off x="1892300" y="1511300"/>
          <a:ext cx="290513" cy="304800"/>
        </p:xfrm>
        <a:graphic>
          <a:graphicData uri="http://schemas.openxmlformats.org/presentationml/2006/ole">
            <mc:AlternateContent xmlns:mc="http://schemas.openxmlformats.org/markup-compatibility/2006">
              <mc:Choice xmlns:v="urn:schemas-microsoft-com:vml" Requires="v">
                <p:oleObj spid="_x0000_s133161" name="Equation" r:id="rId17" imgW="291973" imgH="304668" progId="Equation.3">
                  <p:embed/>
                </p:oleObj>
              </mc:Choice>
              <mc:Fallback>
                <p:oleObj name="Equation" r:id="rId17" imgW="291973" imgH="304668" progId="Equation.3">
                  <p:embed/>
                  <p:pic>
                    <p:nvPicPr>
                      <p:cNvPr id="0" name="Object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92300" y="1511300"/>
                        <a:ext cx="290513"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49" name="Object 10"/>
          <p:cNvGraphicFramePr>
            <a:graphicFrameLocks noChangeAspect="1"/>
          </p:cNvGraphicFramePr>
          <p:nvPr/>
        </p:nvGraphicFramePr>
        <p:xfrm>
          <a:off x="2438400" y="1447800"/>
          <a:ext cx="265113" cy="431800"/>
        </p:xfrm>
        <a:graphic>
          <a:graphicData uri="http://schemas.openxmlformats.org/presentationml/2006/ole">
            <mc:AlternateContent xmlns:mc="http://schemas.openxmlformats.org/markup-compatibility/2006">
              <mc:Choice xmlns:v="urn:schemas-microsoft-com:vml" Requires="v">
                <p:oleObj spid="_x0000_s133162" name="Equation" r:id="rId18" imgW="266469" imgH="431425" progId="Equation.3">
                  <p:embed/>
                </p:oleObj>
              </mc:Choice>
              <mc:Fallback>
                <p:oleObj name="Equation" r:id="rId18" imgW="266469" imgH="431425" progId="Equation.3">
                  <p:embed/>
                  <p:pic>
                    <p:nvPicPr>
                      <p:cNvPr id="0" name="Object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438400" y="1447800"/>
                        <a:ext cx="265113"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50" name="Object 11"/>
          <p:cNvGraphicFramePr>
            <a:graphicFrameLocks noChangeAspect="1"/>
          </p:cNvGraphicFramePr>
          <p:nvPr/>
        </p:nvGraphicFramePr>
        <p:xfrm>
          <a:off x="3467100" y="4273550"/>
          <a:ext cx="404813" cy="569913"/>
        </p:xfrm>
        <a:graphic>
          <a:graphicData uri="http://schemas.openxmlformats.org/presentationml/2006/ole">
            <mc:AlternateContent xmlns:mc="http://schemas.openxmlformats.org/markup-compatibility/2006">
              <mc:Choice xmlns:v="urn:schemas-microsoft-com:vml" Requires="v">
                <p:oleObj spid="_x0000_s133163" name="Equation" r:id="rId19" imgW="406224" imgH="571252" progId="Equation.3">
                  <p:embed/>
                </p:oleObj>
              </mc:Choice>
              <mc:Fallback>
                <p:oleObj name="Equation" r:id="rId19" imgW="406224" imgH="571252" progId="Equation.3">
                  <p:embed/>
                  <p:pic>
                    <p:nvPicPr>
                      <p:cNvPr id="0" name="Object 1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467100" y="4273550"/>
                        <a:ext cx="404813" cy="569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51" name="Object 12"/>
          <p:cNvGraphicFramePr>
            <a:graphicFrameLocks noChangeAspect="1"/>
          </p:cNvGraphicFramePr>
          <p:nvPr/>
        </p:nvGraphicFramePr>
        <p:xfrm>
          <a:off x="5562600" y="4273550"/>
          <a:ext cx="481013" cy="569913"/>
        </p:xfrm>
        <a:graphic>
          <a:graphicData uri="http://schemas.openxmlformats.org/presentationml/2006/ole">
            <mc:AlternateContent xmlns:mc="http://schemas.openxmlformats.org/markup-compatibility/2006">
              <mc:Choice xmlns:v="urn:schemas-microsoft-com:vml" Requires="v">
                <p:oleObj spid="_x0000_s133164" name="Equation" r:id="rId21" imgW="482391" imgH="571252" progId="Equation.3">
                  <p:embed/>
                </p:oleObj>
              </mc:Choice>
              <mc:Fallback>
                <p:oleObj name="Equation" r:id="rId21" imgW="482391" imgH="571252" progId="Equation.3">
                  <p:embed/>
                  <p:pic>
                    <p:nvPicPr>
                      <p:cNvPr id="0" name="Object 1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562600" y="4273550"/>
                        <a:ext cx="481013" cy="569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52" name="Object 13"/>
          <p:cNvGraphicFramePr>
            <a:graphicFrameLocks noChangeAspect="1"/>
          </p:cNvGraphicFramePr>
          <p:nvPr/>
        </p:nvGraphicFramePr>
        <p:xfrm>
          <a:off x="7632700" y="4267200"/>
          <a:ext cx="455613" cy="582613"/>
        </p:xfrm>
        <a:graphic>
          <a:graphicData uri="http://schemas.openxmlformats.org/presentationml/2006/ole">
            <mc:AlternateContent xmlns:mc="http://schemas.openxmlformats.org/markup-compatibility/2006">
              <mc:Choice xmlns:v="urn:schemas-microsoft-com:vml" Requires="v">
                <p:oleObj spid="_x0000_s133165" name="Equation" r:id="rId23" imgW="457002" imgH="583947" progId="Equation.3">
                  <p:embed/>
                </p:oleObj>
              </mc:Choice>
              <mc:Fallback>
                <p:oleObj name="Equation" r:id="rId23" imgW="457002" imgH="583947" progId="Equation.3">
                  <p:embed/>
                  <p:pic>
                    <p:nvPicPr>
                      <p:cNvPr id="0" name="Object 1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632700" y="4267200"/>
                        <a:ext cx="455613" cy="582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153" name="Line 1058"/>
          <p:cNvSpPr>
            <a:spLocks noChangeShapeType="1"/>
          </p:cNvSpPr>
          <p:nvPr/>
        </p:nvSpPr>
        <p:spPr bwMode="auto">
          <a:xfrm>
            <a:off x="1066800" y="5105400"/>
            <a:ext cx="914400" cy="0"/>
          </a:xfrm>
          <a:prstGeom prst="line">
            <a:avLst/>
          </a:prstGeom>
          <a:noFill/>
          <a:ln w="6350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en-GB"/>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8"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35171" name="Slide Number Placeholder 3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7C37BE1-E28A-41DC-BDDC-2C5260C0CE17}" type="slidenum">
              <a:rPr lang="en-US" altLang="en-US" sz="1200">
                <a:solidFill>
                  <a:srgbClr val="898989"/>
                </a:solidFill>
                <a:latin typeface="Arial" panose="020B0604020202020204" pitchFamily="34" charset="0"/>
              </a:rPr>
              <a:pPr>
                <a:spcBef>
                  <a:spcPct val="0"/>
                </a:spcBef>
                <a:buFontTx/>
                <a:buNone/>
              </a:pPr>
              <a:t>68</a:t>
            </a:fld>
            <a:endParaRPr lang="en-US" altLang="en-US" sz="1200">
              <a:solidFill>
                <a:srgbClr val="898989"/>
              </a:solidFill>
              <a:latin typeface="Arial" panose="020B0604020202020204" pitchFamily="34" charset="0"/>
            </a:endParaRPr>
          </a:p>
        </p:txBody>
      </p:sp>
      <p:sp>
        <p:nvSpPr>
          <p:cNvPr id="135172" name="Oval 1026"/>
          <p:cNvSpPr>
            <a:spLocks noChangeArrowheads="1"/>
          </p:cNvSpPr>
          <p:nvPr/>
        </p:nvSpPr>
        <p:spPr bwMode="auto">
          <a:xfrm>
            <a:off x="1150938" y="4219575"/>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aphicFrame>
        <p:nvGraphicFramePr>
          <p:cNvPr id="135173" name="Object 2"/>
          <p:cNvGraphicFramePr>
            <a:graphicFrameLocks noChangeAspect="1"/>
          </p:cNvGraphicFramePr>
          <p:nvPr/>
        </p:nvGraphicFramePr>
        <p:xfrm>
          <a:off x="1277938" y="4270375"/>
          <a:ext cx="481012" cy="582613"/>
        </p:xfrm>
        <a:graphic>
          <a:graphicData uri="http://schemas.openxmlformats.org/presentationml/2006/ole">
            <mc:AlternateContent xmlns:mc="http://schemas.openxmlformats.org/markup-compatibility/2006">
              <mc:Choice xmlns:v="urn:schemas-microsoft-com:vml" Requires="v">
                <p:oleObj spid="_x0000_s135201" name="Equation" r:id="rId4" imgW="482391" imgH="583947" progId="Equation.3">
                  <p:embed/>
                </p:oleObj>
              </mc:Choice>
              <mc:Fallback>
                <p:oleObj name="Equation" r:id="rId4" imgW="482391" imgH="583947"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77938" y="4270375"/>
                        <a:ext cx="481012" cy="582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5174" name="Oval 1028"/>
          <p:cNvSpPr>
            <a:spLocks noChangeArrowheads="1"/>
          </p:cNvSpPr>
          <p:nvPr/>
        </p:nvSpPr>
        <p:spPr bwMode="auto">
          <a:xfrm>
            <a:off x="5418138" y="4219575"/>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35175" name="Oval 1029"/>
          <p:cNvSpPr>
            <a:spLocks noChangeArrowheads="1"/>
          </p:cNvSpPr>
          <p:nvPr/>
        </p:nvSpPr>
        <p:spPr bwMode="auto">
          <a:xfrm>
            <a:off x="3284538" y="4219575"/>
            <a:ext cx="685800" cy="685800"/>
          </a:xfrm>
          <a:prstGeom prst="ellipse">
            <a:avLst/>
          </a:prstGeom>
          <a:solidFill>
            <a:srgbClr val="FF0000">
              <a:alpha val="50195"/>
            </a:srgbClr>
          </a:solidFill>
          <a:ln w="38100">
            <a:solidFill>
              <a:srgbClr val="FF0000"/>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35176" name="Line 1030"/>
          <p:cNvSpPr>
            <a:spLocks noChangeShapeType="1"/>
          </p:cNvSpPr>
          <p:nvPr/>
        </p:nvSpPr>
        <p:spPr bwMode="auto">
          <a:xfrm>
            <a:off x="1836738" y="4600575"/>
            <a:ext cx="1447800" cy="0"/>
          </a:xfrm>
          <a:prstGeom prst="line">
            <a:avLst/>
          </a:prstGeom>
          <a:noFill/>
          <a:ln w="3810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35177" name="Line 1031"/>
          <p:cNvSpPr>
            <a:spLocks noChangeShapeType="1"/>
          </p:cNvSpPr>
          <p:nvPr/>
        </p:nvSpPr>
        <p:spPr bwMode="auto">
          <a:xfrm>
            <a:off x="3970338" y="4600575"/>
            <a:ext cx="1295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35178" name="Line 1032"/>
          <p:cNvSpPr>
            <a:spLocks noChangeShapeType="1"/>
          </p:cNvSpPr>
          <p:nvPr/>
        </p:nvSpPr>
        <p:spPr bwMode="auto">
          <a:xfrm>
            <a:off x="617538" y="4600575"/>
            <a:ext cx="533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35179" name="Oval 1033"/>
          <p:cNvSpPr>
            <a:spLocks noChangeArrowheads="1"/>
          </p:cNvSpPr>
          <p:nvPr/>
        </p:nvSpPr>
        <p:spPr bwMode="auto">
          <a:xfrm>
            <a:off x="7551738" y="4219575"/>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35180" name="Line 1034"/>
          <p:cNvSpPr>
            <a:spLocks noChangeShapeType="1"/>
          </p:cNvSpPr>
          <p:nvPr/>
        </p:nvSpPr>
        <p:spPr bwMode="auto">
          <a:xfrm>
            <a:off x="6256338" y="4600575"/>
            <a:ext cx="1295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35181" name="Object 3"/>
          <p:cNvGraphicFramePr>
            <a:graphicFrameLocks noChangeAspect="1"/>
          </p:cNvGraphicFramePr>
          <p:nvPr/>
        </p:nvGraphicFramePr>
        <p:xfrm>
          <a:off x="2446338" y="4219575"/>
          <a:ext cx="290512" cy="304800"/>
        </p:xfrm>
        <a:graphic>
          <a:graphicData uri="http://schemas.openxmlformats.org/presentationml/2006/ole">
            <mc:AlternateContent xmlns:mc="http://schemas.openxmlformats.org/markup-compatibility/2006">
              <mc:Choice xmlns:v="urn:schemas-microsoft-com:vml" Requires="v">
                <p:oleObj spid="_x0000_s135202" name="Equation" r:id="rId6" imgW="291973" imgH="304668" progId="Equation.3">
                  <p:embed/>
                </p:oleObj>
              </mc:Choice>
              <mc:Fallback>
                <p:oleObj name="Equation" r:id="rId6" imgW="291973" imgH="304668"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46338" y="4219575"/>
                        <a:ext cx="290512"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5182" name="Object 4"/>
          <p:cNvGraphicFramePr>
            <a:graphicFrameLocks noChangeAspect="1"/>
          </p:cNvGraphicFramePr>
          <p:nvPr/>
        </p:nvGraphicFramePr>
        <p:xfrm>
          <a:off x="4503738" y="4143375"/>
          <a:ext cx="265112" cy="430213"/>
        </p:xfrm>
        <a:graphic>
          <a:graphicData uri="http://schemas.openxmlformats.org/presentationml/2006/ole">
            <mc:AlternateContent xmlns:mc="http://schemas.openxmlformats.org/markup-compatibility/2006">
              <mc:Choice xmlns:v="urn:schemas-microsoft-com:vml" Requires="v">
                <p:oleObj spid="_x0000_s135203" name="Equation" r:id="rId8" imgW="266469" imgH="431425" progId="Equation.3">
                  <p:embed/>
                </p:oleObj>
              </mc:Choice>
              <mc:Fallback>
                <p:oleObj name="Equation" r:id="rId8" imgW="266469" imgH="431425"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03738" y="4143375"/>
                        <a:ext cx="265112" cy="430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5183" name="Object 5"/>
          <p:cNvGraphicFramePr>
            <a:graphicFrameLocks noChangeAspect="1"/>
          </p:cNvGraphicFramePr>
          <p:nvPr/>
        </p:nvGraphicFramePr>
        <p:xfrm>
          <a:off x="6713538" y="4143375"/>
          <a:ext cx="328612" cy="419100"/>
        </p:xfrm>
        <a:graphic>
          <a:graphicData uri="http://schemas.openxmlformats.org/presentationml/2006/ole">
            <mc:AlternateContent xmlns:mc="http://schemas.openxmlformats.org/markup-compatibility/2006">
              <mc:Choice xmlns:v="urn:schemas-microsoft-com:vml" Requires="v">
                <p:oleObj spid="_x0000_s135204" name="Equation" r:id="rId10" imgW="330200" imgH="419100" progId="Equation.3">
                  <p:embed/>
                </p:oleObj>
              </mc:Choice>
              <mc:Fallback>
                <p:oleObj name="Equation" r:id="rId10" imgW="330200" imgH="419100" progId="Equation.3">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713538" y="4143375"/>
                        <a:ext cx="328612"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5184" name="Object 6"/>
          <p:cNvGraphicFramePr>
            <a:graphicFrameLocks noChangeAspect="1"/>
          </p:cNvGraphicFramePr>
          <p:nvPr/>
        </p:nvGraphicFramePr>
        <p:xfrm>
          <a:off x="3970338" y="5667375"/>
          <a:ext cx="328612" cy="419100"/>
        </p:xfrm>
        <a:graphic>
          <a:graphicData uri="http://schemas.openxmlformats.org/presentationml/2006/ole">
            <mc:AlternateContent xmlns:mc="http://schemas.openxmlformats.org/markup-compatibility/2006">
              <mc:Choice xmlns:v="urn:schemas-microsoft-com:vml" Requires="v">
                <p:oleObj spid="_x0000_s135205" name="Equation" r:id="rId12" imgW="330200" imgH="419100" progId="Equation.3">
                  <p:embed/>
                </p:oleObj>
              </mc:Choice>
              <mc:Fallback>
                <p:oleObj name="Equation" r:id="rId12" imgW="330200" imgH="419100" progId="Equation.3">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70338" y="5667375"/>
                        <a:ext cx="328612"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5185" name="Oval 1039"/>
          <p:cNvSpPr>
            <a:spLocks noChangeArrowheads="1"/>
          </p:cNvSpPr>
          <p:nvPr/>
        </p:nvSpPr>
        <p:spPr bwMode="auto">
          <a:xfrm>
            <a:off x="5265738" y="4067175"/>
            <a:ext cx="990600" cy="990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35186" name="Freeform 1040"/>
          <p:cNvSpPr>
            <a:spLocks/>
          </p:cNvSpPr>
          <p:nvPr/>
        </p:nvSpPr>
        <p:spPr bwMode="auto">
          <a:xfrm>
            <a:off x="1455738" y="4905375"/>
            <a:ext cx="6324600" cy="1231900"/>
          </a:xfrm>
          <a:custGeom>
            <a:avLst/>
            <a:gdLst>
              <a:gd name="T0" fmla="*/ 2147483646 w 3984"/>
              <a:gd name="T1" fmla="*/ 0 h 776"/>
              <a:gd name="T2" fmla="*/ 2147483646 w 3984"/>
              <a:gd name="T3" fmla="*/ 2147483646 h 776"/>
              <a:gd name="T4" fmla="*/ 2147483646 w 3984"/>
              <a:gd name="T5" fmla="*/ 2147483646 h 776"/>
              <a:gd name="T6" fmla="*/ 0 w 3984"/>
              <a:gd name="T7" fmla="*/ 0 h 776"/>
              <a:gd name="T8" fmla="*/ 0 60000 65536"/>
              <a:gd name="T9" fmla="*/ 0 60000 65536"/>
              <a:gd name="T10" fmla="*/ 0 60000 65536"/>
              <a:gd name="T11" fmla="*/ 0 60000 65536"/>
              <a:gd name="T12" fmla="*/ 0 w 3984"/>
              <a:gd name="T13" fmla="*/ 0 h 776"/>
              <a:gd name="T14" fmla="*/ 3984 w 3984"/>
              <a:gd name="T15" fmla="*/ 776 h 776"/>
            </a:gdLst>
            <a:ahLst/>
            <a:cxnLst>
              <a:cxn ang="T8">
                <a:pos x="T0" y="T1"/>
              </a:cxn>
              <a:cxn ang="T9">
                <a:pos x="T2" y="T3"/>
              </a:cxn>
              <a:cxn ang="T10">
                <a:pos x="T4" y="T5"/>
              </a:cxn>
              <a:cxn ang="T11">
                <a:pos x="T6" y="T7"/>
              </a:cxn>
            </a:cxnLst>
            <a:rect l="T12" t="T13" r="T14" b="T15"/>
            <a:pathLst>
              <a:path w="3984" h="776">
                <a:moveTo>
                  <a:pt x="3984" y="0"/>
                </a:moveTo>
                <a:cubicBezTo>
                  <a:pt x="3820" y="256"/>
                  <a:pt x="3656" y="512"/>
                  <a:pt x="3120" y="624"/>
                </a:cubicBezTo>
                <a:cubicBezTo>
                  <a:pt x="2584" y="736"/>
                  <a:pt x="1288" y="776"/>
                  <a:pt x="768" y="672"/>
                </a:cubicBezTo>
                <a:cubicBezTo>
                  <a:pt x="248" y="568"/>
                  <a:pt x="124" y="284"/>
                  <a:pt x="0" y="0"/>
                </a:cubicBezTo>
              </a:path>
            </a:pathLst>
          </a:custGeom>
          <a:noFill/>
          <a:ln w="9525" cap="flat" cmpd="sng">
            <a:solidFill>
              <a:schemeClr val="tx1"/>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GB"/>
          </a:p>
        </p:txBody>
      </p:sp>
      <p:sp>
        <p:nvSpPr>
          <p:cNvPr id="135187" name="Rectangle 1041"/>
          <p:cNvSpPr>
            <a:spLocks noChangeArrowheads="1"/>
          </p:cNvSpPr>
          <p:nvPr/>
        </p:nvSpPr>
        <p:spPr bwMode="auto">
          <a:xfrm>
            <a:off x="685800" y="1371600"/>
            <a:ext cx="7696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35188" name="Line 1042"/>
          <p:cNvSpPr>
            <a:spLocks noChangeShapeType="1"/>
          </p:cNvSpPr>
          <p:nvPr/>
        </p:nvSpPr>
        <p:spPr bwMode="auto">
          <a:xfrm>
            <a:off x="12192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135189" name="Line 1043"/>
          <p:cNvSpPr>
            <a:spLocks noChangeShapeType="1"/>
          </p:cNvSpPr>
          <p:nvPr/>
        </p:nvSpPr>
        <p:spPr bwMode="auto">
          <a:xfrm>
            <a:off x="17526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35190" name="Object 7"/>
          <p:cNvGraphicFramePr>
            <a:graphicFrameLocks noChangeAspect="1"/>
          </p:cNvGraphicFramePr>
          <p:nvPr/>
        </p:nvGraphicFramePr>
        <p:xfrm>
          <a:off x="825500" y="1511300"/>
          <a:ext cx="290513" cy="304800"/>
        </p:xfrm>
        <a:graphic>
          <a:graphicData uri="http://schemas.openxmlformats.org/presentationml/2006/ole">
            <mc:AlternateContent xmlns:mc="http://schemas.openxmlformats.org/markup-compatibility/2006">
              <mc:Choice xmlns:v="urn:schemas-microsoft-com:vml" Requires="v">
                <p:oleObj spid="_x0000_s135206" name="Equation" r:id="rId13" imgW="291973" imgH="304668" progId="Equation.3">
                  <p:embed/>
                </p:oleObj>
              </mc:Choice>
              <mc:Fallback>
                <p:oleObj name="Equation" r:id="rId13" imgW="291973" imgH="304668"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25500" y="1511300"/>
                        <a:ext cx="290513"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5191" name="Line 1045"/>
          <p:cNvSpPr>
            <a:spLocks noChangeShapeType="1"/>
          </p:cNvSpPr>
          <p:nvPr/>
        </p:nvSpPr>
        <p:spPr bwMode="auto">
          <a:xfrm>
            <a:off x="914400" y="914400"/>
            <a:ext cx="0" cy="457200"/>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35192" name="Object 8"/>
          <p:cNvGraphicFramePr>
            <a:graphicFrameLocks noChangeAspect="1"/>
          </p:cNvGraphicFramePr>
          <p:nvPr/>
        </p:nvGraphicFramePr>
        <p:xfrm>
          <a:off x="1371600" y="1447800"/>
          <a:ext cx="265113" cy="431800"/>
        </p:xfrm>
        <a:graphic>
          <a:graphicData uri="http://schemas.openxmlformats.org/presentationml/2006/ole">
            <mc:AlternateContent xmlns:mc="http://schemas.openxmlformats.org/markup-compatibility/2006">
              <mc:Choice xmlns:v="urn:schemas-microsoft-com:vml" Requires="v">
                <p:oleObj spid="_x0000_s135207" name="Equation" r:id="rId15" imgW="266469" imgH="431425" progId="Equation.3">
                  <p:embed/>
                </p:oleObj>
              </mc:Choice>
              <mc:Fallback>
                <p:oleObj name="Equation" r:id="rId15" imgW="266469" imgH="431425" progId="Equation.3">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371600" y="1447800"/>
                        <a:ext cx="265113"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5193" name="Line 1047"/>
          <p:cNvSpPr>
            <a:spLocks noChangeShapeType="1"/>
          </p:cNvSpPr>
          <p:nvPr/>
        </p:nvSpPr>
        <p:spPr bwMode="auto">
          <a:xfrm>
            <a:off x="22860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135194" name="Line 1048"/>
          <p:cNvSpPr>
            <a:spLocks noChangeShapeType="1"/>
          </p:cNvSpPr>
          <p:nvPr/>
        </p:nvSpPr>
        <p:spPr bwMode="auto">
          <a:xfrm>
            <a:off x="28194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35195" name="Object 9"/>
          <p:cNvGraphicFramePr>
            <a:graphicFrameLocks noChangeAspect="1"/>
          </p:cNvGraphicFramePr>
          <p:nvPr/>
        </p:nvGraphicFramePr>
        <p:xfrm>
          <a:off x="1892300" y="1511300"/>
          <a:ext cx="290513" cy="304800"/>
        </p:xfrm>
        <a:graphic>
          <a:graphicData uri="http://schemas.openxmlformats.org/presentationml/2006/ole">
            <mc:AlternateContent xmlns:mc="http://schemas.openxmlformats.org/markup-compatibility/2006">
              <mc:Choice xmlns:v="urn:schemas-microsoft-com:vml" Requires="v">
                <p:oleObj spid="_x0000_s135208" name="Equation" r:id="rId17" imgW="291973" imgH="304668" progId="Equation.3">
                  <p:embed/>
                </p:oleObj>
              </mc:Choice>
              <mc:Fallback>
                <p:oleObj name="Equation" r:id="rId17" imgW="291973" imgH="304668" progId="Equation.3">
                  <p:embed/>
                  <p:pic>
                    <p:nvPicPr>
                      <p:cNvPr id="0" name="Object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92300" y="1511300"/>
                        <a:ext cx="290513"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5196" name="Object 10"/>
          <p:cNvGraphicFramePr>
            <a:graphicFrameLocks noChangeAspect="1"/>
          </p:cNvGraphicFramePr>
          <p:nvPr/>
        </p:nvGraphicFramePr>
        <p:xfrm>
          <a:off x="2438400" y="1447800"/>
          <a:ext cx="265113" cy="431800"/>
        </p:xfrm>
        <a:graphic>
          <a:graphicData uri="http://schemas.openxmlformats.org/presentationml/2006/ole">
            <mc:AlternateContent xmlns:mc="http://schemas.openxmlformats.org/markup-compatibility/2006">
              <mc:Choice xmlns:v="urn:schemas-microsoft-com:vml" Requires="v">
                <p:oleObj spid="_x0000_s135209" name="Equation" r:id="rId18" imgW="266469" imgH="431425" progId="Equation.3">
                  <p:embed/>
                </p:oleObj>
              </mc:Choice>
              <mc:Fallback>
                <p:oleObj name="Equation" r:id="rId18" imgW="266469" imgH="431425" progId="Equation.3">
                  <p:embed/>
                  <p:pic>
                    <p:nvPicPr>
                      <p:cNvPr id="0" name="Object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438400" y="1447800"/>
                        <a:ext cx="265113"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5197" name="Object 11"/>
          <p:cNvGraphicFramePr>
            <a:graphicFrameLocks noChangeAspect="1"/>
          </p:cNvGraphicFramePr>
          <p:nvPr/>
        </p:nvGraphicFramePr>
        <p:xfrm>
          <a:off x="3467100" y="4273550"/>
          <a:ext cx="404813" cy="569913"/>
        </p:xfrm>
        <a:graphic>
          <a:graphicData uri="http://schemas.openxmlformats.org/presentationml/2006/ole">
            <mc:AlternateContent xmlns:mc="http://schemas.openxmlformats.org/markup-compatibility/2006">
              <mc:Choice xmlns:v="urn:schemas-microsoft-com:vml" Requires="v">
                <p:oleObj spid="_x0000_s135210" name="Equation" r:id="rId19" imgW="406224" imgH="571252" progId="Equation.3">
                  <p:embed/>
                </p:oleObj>
              </mc:Choice>
              <mc:Fallback>
                <p:oleObj name="Equation" r:id="rId19" imgW="406224" imgH="571252" progId="Equation.3">
                  <p:embed/>
                  <p:pic>
                    <p:nvPicPr>
                      <p:cNvPr id="0" name="Object 1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467100" y="4273550"/>
                        <a:ext cx="404813" cy="569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5198" name="Object 12"/>
          <p:cNvGraphicFramePr>
            <a:graphicFrameLocks noChangeAspect="1"/>
          </p:cNvGraphicFramePr>
          <p:nvPr/>
        </p:nvGraphicFramePr>
        <p:xfrm>
          <a:off x="5562600" y="4273550"/>
          <a:ext cx="481013" cy="569913"/>
        </p:xfrm>
        <a:graphic>
          <a:graphicData uri="http://schemas.openxmlformats.org/presentationml/2006/ole">
            <mc:AlternateContent xmlns:mc="http://schemas.openxmlformats.org/markup-compatibility/2006">
              <mc:Choice xmlns:v="urn:schemas-microsoft-com:vml" Requires="v">
                <p:oleObj spid="_x0000_s135211" name="Equation" r:id="rId21" imgW="482391" imgH="571252" progId="Equation.3">
                  <p:embed/>
                </p:oleObj>
              </mc:Choice>
              <mc:Fallback>
                <p:oleObj name="Equation" r:id="rId21" imgW="482391" imgH="571252" progId="Equation.3">
                  <p:embed/>
                  <p:pic>
                    <p:nvPicPr>
                      <p:cNvPr id="0" name="Object 1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562600" y="4273550"/>
                        <a:ext cx="481013" cy="569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5199" name="Object 13"/>
          <p:cNvGraphicFramePr>
            <a:graphicFrameLocks noChangeAspect="1"/>
          </p:cNvGraphicFramePr>
          <p:nvPr/>
        </p:nvGraphicFramePr>
        <p:xfrm>
          <a:off x="7632700" y="4267200"/>
          <a:ext cx="455613" cy="582613"/>
        </p:xfrm>
        <a:graphic>
          <a:graphicData uri="http://schemas.openxmlformats.org/presentationml/2006/ole">
            <mc:AlternateContent xmlns:mc="http://schemas.openxmlformats.org/markup-compatibility/2006">
              <mc:Choice xmlns:v="urn:schemas-microsoft-com:vml" Requires="v">
                <p:oleObj spid="_x0000_s135212" name="Equation" r:id="rId23" imgW="457002" imgH="583947" progId="Equation.3">
                  <p:embed/>
                </p:oleObj>
              </mc:Choice>
              <mc:Fallback>
                <p:oleObj name="Equation" r:id="rId23" imgW="457002" imgH="583947" progId="Equation.3">
                  <p:embed/>
                  <p:pic>
                    <p:nvPicPr>
                      <p:cNvPr id="0" name="Object 1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632700" y="4267200"/>
                        <a:ext cx="455613" cy="582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5200" name="Line 1054"/>
          <p:cNvSpPr>
            <a:spLocks noChangeShapeType="1"/>
          </p:cNvSpPr>
          <p:nvPr/>
        </p:nvSpPr>
        <p:spPr bwMode="auto">
          <a:xfrm>
            <a:off x="3200400" y="5029200"/>
            <a:ext cx="914400" cy="0"/>
          </a:xfrm>
          <a:prstGeom prst="line">
            <a:avLst/>
          </a:prstGeom>
          <a:noFill/>
          <a:ln w="6350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en-GB"/>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62"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37219" name="Slide Number Placeholder 3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44BC493-FDBF-448D-B0D1-6C2FDB61553F}" type="slidenum">
              <a:rPr lang="en-US" altLang="en-US" sz="1200">
                <a:solidFill>
                  <a:srgbClr val="898989"/>
                </a:solidFill>
                <a:latin typeface="Arial" panose="020B0604020202020204" pitchFamily="34" charset="0"/>
              </a:rPr>
              <a:pPr>
                <a:spcBef>
                  <a:spcPct val="0"/>
                </a:spcBef>
                <a:buFontTx/>
                <a:buNone/>
              </a:pPr>
              <a:t>69</a:t>
            </a:fld>
            <a:endParaRPr lang="en-US" altLang="en-US" sz="1200">
              <a:solidFill>
                <a:srgbClr val="898989"/>
              </a:solidFill>
              <a:latin typeface="Arial" panose="020B0604020202020204" pitchFamily="34" charset="0"/>
            </a:endParaRPr>
          </a:p>
        </p:txBody>
      </p:sp>
      <p:sp>
        <p:nvSpPr>
          <p:cNvPr id="137220" name="Oval 1026"/>
          <p:cNvSpPr>
            <a:spLocks noChangeArrowheads="1"/>
          </p:cNvSpPr>
          <p:nvPr/>
        </p:nvSpPr>
        <p:spPr bwMode="auto">
          <a:xfrm>
            <a:off x="1150938" y="4219575"/>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aphicFrame>
        <p:nvGraphicFramePr>
          <p:cNvPr id="137221" name="Object 2"/>
          <p:cNvGraphicFramePr>
            <a:graphicFrameLocks noChangeAspect="1"/>
          </p:cNvGraphicFramePr>
          <p:nvPr/>
        </p:nvGraphicFramePr>
        <p:xfrm>
          <a:off x="1277938" y="4270375"/>
          <a:ext cx="481012" cy="582613"/>
        </p:xfrm>
        <a:graphic>
          <a:graphicData uri="http://schemas.openxmlformats.org/presentationml/2006/ole">
            <mc:AlternateContent xmlns:mc="http://schemas.openxmlformats.org/markup-compatibility/2006">
              <mc:Choice xmlns:v="urn:schemas-microsoft-com:vml" Requires="v">
                <p:oleObj spid="_x0000_s137249" name="Equation" r:id="rId4" imgW="482391" imgH="583947" progId="Equation.3">
                  <p:embed/>
                </p:oleObj>
              </mc:Choice>
              <mc:Fallback>
                <p:oleObj name="Equation" r:id="rId4" imgW="482391" imgH="583947"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77938" y="4270375"/>
                        <a:ext cx="481012" cy="582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7222" name="Oval 1028"/>
          <p:cNvSpPr>
            <a:spLocks noChangeArrowheads="1"/>
          </p:cNvSpPr>
          <p:nvPr/>
        </p:nvSpPr>
        <p:spPr bwMode="auto">
          <a:xfrm>
            <a:off x="5418138" y="4219575"/>
            <a:ext cx="685800" cy="685800"/>
          </a:xfrm>
          <a:prstGeom prst="ellipse">
            <a:avLst/>
          </a:prstGeom>
          <a:solidFill>
            <a:srgbClr val="FF0000">
              <a:alpha val="50195"/>
            </a:srgbClr>
          </a:solidFill>
          <a:ln w="38100">
            <a:solidFill>
              <a:srgbClr val="FF0000"/>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37223" name="Oval 1029"/>
          <p:cNvSpPr>
            <a:spLocks noChangeArrowheads="1"/>
          </p:cNvSpPr>
          <p:nvPr/>
        </p:nvSpPr>
        <p:spPr bwMode="auto">
          <a:xfrm>
            <a:off x="3284538" y="4219575"/>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37224" name="Line 1030"/>
          <p:cNvSpPr>
            <a:spLocks noChangeShapeType="1"/>
          </p:cNvSpPr>
          <p:nvPr/>
        </p:nvSpPr>
        <p:spPr bwMode="auto">
          <a:xfrm>
            <a:off x="1836738" y="4600575"/>
            <a:ext cx="1447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37225" name="Line 1031"/>
          <p:cNvSpPr>
            <a:spLocks noChangeShapeType="1"/>
          </p:cNvSpPr>
          <p:nvPr/>
        </p:nvSpPr>
        <p:spPr bwMode="auto">
          <a:xfrm>
            <a:off x="3970338" y="4600575"/>
            <a:ext cx="1295400" cy="0"/>
          </a:xfrm>
          <a:prstGeom prst="line">
            <a:avLst/>
          </a:prstGeom>
          <a:noFill/>
          <a:ln w="3810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37226" name="Line 1032"/>
          <p:cNvSpPr>
            <a:spLocks noChangeShapeType="1"/>
          </p:cNvSpPr>
          <p:nvPr/>
        </p:nvSpPr>
        <p:spPr bwMode="auto">
          <a:xfrm>
            <a:off x="617538" y="4600575"/>
            <a:ext cx="533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37227" name="Oval 1033"/>
          <p:cNvSpPr>
            <a:spLocks noChangeArrowheads="1"/>
          </p:cNvSpPr>
          <p:nvPr/>
        </p:nvSpPr>
        <p:spPr bwMode="auto">
          <a:xfrm>
            <a:off x="7551738" y="4219575"/>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37228" name="Line 1034"/>
          <p:cNvSpPr>
            <a:spLocks noChangeShapeType="1"/>
          </p:cNvSpPr>
          <p:nvPr/>
        </p:nvSpPr>
        <p:spPr bwMode="auto">
          <a:xfrm>
            <a:off x="6256338" y="4600575"/>
            <a:ext cx="1295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37229" name="Object 3"/>
          <p:cNvGraphicFramePr>
            <a:graphicFrameLocks noChangeAspect="1"/>
          </p:cNvGraphicFramePr>
          <p:nvPr/>
        </p:nvGraphicFramePr>
        <p:xfrm>
          <a:off x="2446338" y="4219575"/>
          <a:ext cx="290512" cy="304800"/>
        </p:xfrm>
        <a:graphic>
          <a:graphicData uri="http://schemas.openxmlformats.org/presentationml/2006/ole">
            <mc:AlternateContent xmlns:mc="http://schemas.openxmlformats.org/markup-compatibility/2006">
              <mc:Choice xmlns:v="urn:schemas-microsoft-com:vml" Requires="v">
                <p:oleObj spid="_x0000_s137250" name="Equation" r:id="rId6" imgW="291973" imgH="304668" progId="Equation.3">
                  <p:embed/>
                </p:oleObj>
              </mc:Choice>
              <mc:Fallback>
                <p:oleObj name="Equation" r:id="rId6" imgW="291973" imgH="304668"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46338" y="4219575"/>
                        <a:ext cx="290512"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7230" name="Object 4"/>
          <p:cNvGraphicFramePr>
            <a:graphicFrameLocks noChangeAspect="1"/>
          </p:cNvGraphicFramePr>
          <p:nvPr/>
        </p:nvGraphicFramePr>
        <p:xfrm>
          <a:off x="4503738" y="4143375"/>
          <a:ext cx="265112" cy="430213"/>
        </p:xfrm>
        <a:graphic>
          <a:graphicData uri="http://schemas.openxmlformats.org/presentationml/2006/ole">
            <mc:AlternateContent xmlns:mc="http://schemas.openxmlformats.org/markup-compatibility/2006">
              <mc:Choice xmlns:v="urn:schemas-microsoft-com:vml" Requires="v">
                <p:oleObj spid="_x0000_s137251" name="Equation" r:id="rId8" imgW="266469" imgH="431425" progId="Equation.3">
                  <p:embed/>
                </p:oleObj>
              </mc:Choice>
              <mc:Fallback>
                <p:oleObj name="Equation" r:id="rId8" imgW="266469" imgH="431425"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03738" y="4143375"/>
                        <a:ext cx="265112" cy="430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7231" name="Object 5"/>
          <p:cNvGraphicFramePr>
            <a:graphicFrameLocks noChangeAspect="1"/>
          </p:cNvGraphicFramePr>
          <p:nvPr/>
        </p:nvGraphicFramePr>
        <p:xfrm>
          <a:off x="6713538" y="4143375"/>
          <a:ext cx="328612" cy="419100"/>
        </p:xfrm>
        <a:graphic>
          <a:graphicData uri="http://schemas.openxmlformats.org/presentationml/2006/ole">
            <mc:AlternateContent xmlns:mc="http://schemas.openxmlformats.org/markup-compatibility/2006">
              <mc:Choice xmlns:v="urn:schemas-microsoft-com:vml" Requires="v">
                <p:oleObj spid="_x0000_s137252" name="Equation" r:id="rId10" imgW="330200" imgH="419100" progId="Equation.3">
                  <p:embed/>
                </p:oleObj>
              </mc:Choice>
              <mc:Fallback>
                <p:oleObj name="Equation" r:id="rId10" imgW="330200" imgH="419100" progId="Equation.3">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713538" y="4143375"/>
                        <a:ext cx="328612"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7232" name="Object 6"/>
          <p:cNvGraphicFramePr>
            <a:graphicFrameLocks noChangeAspect="1"/>
          </p:cNvGraphicFramePr>
          <p:nvPr/>
        </p:nvGraphicFramePr>
        <p:xfrm>
          <a:off x="3970338" y="5667375"/>
          <a:ext cx="328612" cy="419100"/>
        </p:xfrm>
        <a:graphic>
          <a:graphicData uri="http://schemas.openxmlformats.org/presentationml/2006/ole">
            <mc:AlternateContent xmlns:mc="http://schemas.openxmlformats.org/markup-compatibility/2006">
              <mc:Choice xmlns:v="urn:schemas-microsoft-com:vml" Requires="v">
                <p:oleObj spid="_x0000_s137253" name="Equation" r:id="rId12" imgW="330200" imgH="419100" progId="Equation.3">
                  <p:embed/>
                </p:oleObj>
              </mc:Choice>
              <mc:Fallback>
                <p:oleObj name="Equation" r:id="rId12" imgW="330200" imgH="419100" progId="Equation.3">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70338" y="5667375"/>
                        <a:ext cx="328612"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7233" name="Oval 1039"/>
          <p:cNvSpPr>
            <a:spLocks noChangeArrowheads="1"/>
          </p:cNvSpPr>
          <p:nvPr/>
        </p:nvSpPr>
        <p:spPr bwMode="auto">
          <a:xfrm>
            <a:off x="5265738" y="4067175"/>
            <a:ext cx="990600" cy="99060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37234" name="Freeform 1040"/>
          <p:cNvSpPr>
            <a:spLocks/>
          </p:cNvSpPr>
          <p:nvPr/>
        </p:nvSpPr>
        <p:spPr bwMode="auto">
          <a:xfrm>
            <a:off x="1455738" y="4905375"/>
            <a:ext cx="6324600" cy="1231900"/>
          </a:xfrm>
          <a:custGeom>
            <a:avLst/>
            <a:gdLst>
              <a:gd name="T0" fmla="*/ 2147483646 w 3984"/>
              <a:gd name="T1" fmla="*/ 0 h 776"/>
              <a:gd name="T2" fmla="*/ 2147483646 w 3984"/>
              <a:gd name="T3" fmla="*/ 2147483646 h 776"/>
              <a:gd name="T4" fmla="*/ 2147483646 w 3984"/>
              <a:gd name="T5" fmla="*/ 2147483646 h 776"/>
              <a:gd name="T6" fmla="*/ 0 w 3984"/>
              <a:gd name="T7" fmla="*/ 0 h 776"/>
              <a:gd name="T8" fmla="*/ 0 60000 65536"/>
              <a:gd name="T9" fmla="*/ 0 60000 65536"/>
              <a:gd name="T10" fmla="*/ 0 60000 65536"/>
              <a:gd name="T11" fmla="*/ 0 60000 65536"/>
              <a:gd name="T12" fmla="*/ 0 w 3984"/>
              <a:gd name="T13" fmla="*/ 0 h 776"/>
              <a:gd name="T14" fmla="*/ 3984 w 3984"/>
              <a:gd name="T15" fmla="*/ 776 h 776"/>
            </a:gdLst>
            <a:ahLst/>
            <a:cxnLst>
              <a:cxn ang="T8">
                <a:pos x="T0" y="T1"/>
              </a:cxn>
              <a:cxn ang="T9">
                <a:pos x="T2" y="T3"/>
              </a:cxn>
              <a:cxn ang="T10">
                <a:pos x="T4" y="T5"/>
              </a:cxn>
              <a:cxn ang="T11">
                <a:pos x="T6" y="T7"/>
              </a:cxn>
            </a:cxnLst>
            <a:rect l="T12" t="T13" r="T14" b="T15"/>
            <a:pathLst>
              <a:path w="3984" h="776">
                <a:moveTo>
                  <a:pt x="3984" y="0"/>
                </a:moveTo>
                <a:cubicBezTo>
                  <a:pt x="3820" y="256"/>
                  <a:pt x="3656" y="512"/>
                  <a:pt x="3120" y="624"/>
                </a:cubicBezTo>
                <a:cubicBezTo>
                  <a:pt x="2584" y="736"/>
                  <a:pt x="1288" y="776"/>
                  <a:pt x="768" y="672"/>
                </a:cubicBezTo>
                <a:cubicBezTo>
                  <a:pt x="248" y="568"/>
                  <a:pt x="124" y="284"/>
                  <a:pt x="0" y="0"/>
                </a:cubicBezTo>
              </a:path>
            </a:pathLst>
          </a:custGeom>
          <a:noFill/>
          <a:ln w="9525" cap="flat" cmpd="sng">
            <a:solidFill>
              <a:schemeClr val="tx1"/>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GB"/>
          </a:p>
        </p:txBody>
      </p:sp>
      <p:sp>
        <p:nvSpPr>
          <p:cNvPr id="137235" name="Rectangle 1041"/>
          <p:cNvSpPr>
            <a:spLocks noChangeArrowheads="1"/>
          </p:cNvSpPr>
          <p:nvPr/>
        </p:nvSpPr>
        <p:spPr bwMode="auto">
          <a:xfrm>
            <a:off x="685800" y="1371600"/>
            <a:ext cx="7696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37236" name="Line 1042"/>
          <p:cNvSpPr>
            <a:spLocks noChangeShapeType="1"/>
          </p:cNvSpPr>
          <p:nvPr/>
        </p:nvSpPr>
        <p:spPr bwMode="auto">
          <a:xfrm>
            <a:off x="12192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137237" name="Line 1043"/>
          <p:cNvSpPr>
            <a:spLocks noChangeShapeType="1"/>
          </p:cNvSpPr>
          <p:nvPr/>
        </p:nvSpPr>
        <p:spPr bwMode="auto">
          <a:xfrm>
            <a:off x="17526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37238" name="Object 7"/>
          <p:cNvGraphicFramePr>
            <a:graphicFrameLocks noChangeAspect="1"/>
          </p:cNvGraphicFramePr>
          <p:nvPr/>
        </p:nvGraphicFramePr>
        <p:xfrm>
          <a:off x="825500" y="1511300"/>
          <a:ext cx="290513" cy="304800"/>
        </p:xfrm>
        <a:graphic>
          <a:graphicData uri="http://schemas.openxmlformats.org/presentationml/2006/ole">
            <mc:AlternateContent xmlns:mc="http://schemas.openxmlformats.org/markup-compatibility/2006">
              <mc:Choice xmlns:v="urn:schemas-microsoft-com:vml" Requires="v">
                <p:oleObj spid="_x0000_s137254" name="Equation" r:id="rId13" imgW="291973" imgH="304668" progId="Equation.3">
                  <p:embed/>
                </p:oleObj>
              </mc:Choice>
              <mc:Fallback>
                <p:oleObj name="Equation" r:id="rId13" imgW="291973" imgH="304668"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25500" y="1511300"/>
                        <a:ext cx="290513"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7239" name="Line 1045"/>
          <p:cNvSpPr>
            <a:spLocks noChangeShapeType="1"/>
          </p:cNvSpPr>
          <p:nvPr/>
        </p:nvSpPr>
        <p:spPr bwMode="auto">
          <a:xfrm>
            <a:off x="1447800" y="914400"/>
            <a:ext cx="0" cy="457200"/>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37240" name="Object 8"/>
          <p:cNvGraphicFramePr>
            <a:graphicFrameLocks noChangeAspect="1"/>
          </p:cNvGraphicFramePr>
          <p:nvPr/>
        </p:nvGraphicFramePr>
        <p:xfrm>
          <a:off x="1371600" y="1447800"/>
          <a:ext cx="265113" cy="431800"/>
        </p:xfrm>
        <a:graphic>
          <a:graphicData uri="http://schemas.openxmlformats.org/presentationml/2006/ole">
            <mc:AlternateContent xmlns:mc="http://schemas.openxmlformats.org/markup-compatibility/2006">
              <mc:Choice xmlns:v="urn:schemas-microsoft-com:vml" Requires="v">
                <p:oleObj spid="_x0000_s137255" name="Equation" r:id="rId15" imgW="266469" imgH="431425" progId="Equation.3">
                  <p:embed/>
                </p:oleObj>
              </mc:Choice>
              <mc:Fallback>
                <p:oleObj name="Equation" r:id="rId15" imgW="266469" imgH="431425" progId="Equation.3">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371600" y="1447800"/>
                        <a:ext cx="265113"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7241" name="Line 1047"/>
          <p:cNvSpPr>
            <a:spLocks noChangeShapeType="1"/>
          </p:cNvSpPr>
          <p:nvPr/>
        </p:nvSpPr>
        <p:spPr bwMode="auto">
          <a:xfrm>
            <a:off x="22860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137242" name="Line 1048"/>
          <p:cNvSpPr>
            <a:spLocks noChangeShapeType="1"/>
          </p:cNvSpPr>
          <p:nvPr/>
        </p:nvSpPr>
        <p:spPr bwMode="auto">
          <a:xfrm>
            <a:off x="28194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37243" name="Object 9"/>
          <p:cNvGraphicFramePr>
            <a:graphicFrameLocks noChangeAspect="1"/>
          </p:cNvGraphicFramePr>
          <p:nvPr/>
        </p:nvGraphicFramePr>
        <p:xfrm>
          <a:off x="1892300" y="1511300"/>
          <a:ext cx="290513" cy="304800"/>
        </p:xfrm>
        <a:graphic>
          <a:graphicData uri="http://schemas.openxmlformats.org/presentationml/2006/ole">
            <mc:AlternateContent xmlns:mc="http://schemas.openxmlformats.org/markup-compatibility/2006">
              <mc:Choice xmlns:v="urn:schemas-microsoft-com:vml" Requires="v">
                <p:oleObj spid="_x0000_s137256" name="Equation" r:id="rId17" imgW="291973" imgH="304668" progId="Equation.3">
                  <p:embed/>
                </p:oleObj>
              </mc:Choice>
              <mc:Fallback>
                <p:oleObj name="Equation" r:id="rId17" imgW="291973" imgH="304668" progId="Equation.3">
                  <p:embed/>
                  <p:pic>
                    <p:nvPicPr>
                      <p:cNvPr id="0" name="Object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92300" y="1511300"/>
                        <a:ext cx="290513"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7244" name="Object 10"/>
          <p:cNvGraphicFramePr>
            <a:graphicFrameLocks noChangeAspect="1"/>
          </p:cNvGraphicFramePr>
          <p:nvPr/>
        </p:nvGraphicFramePr>
        <p:xfrm>
          <a:off x="2438400" y="1447800"/>
          <a:ext cx="265113" cy="431800"/>
        </p:xfrm>
        <a:graphic>
          <a:graphicData uri="http://schemas.openxmlformats.org/presentationml/2006/ole">
            <mc:AlternateContent xmlns:mc="http://schemas.openxmlformats.org/markup-compatibility/2006">
              <mc:Choice xmlns:v="urn:schemas-microsoft-com:vml" Requires="v">
                <p:oleObj spid="_x0000_s137257" name="Equation" r:id="rId18" imgW="266469" imgH="431425" progId="Equation.3">
                  <p:embed/>
                </p:oleObj>
              </mc:Choice>
              <mc:Fallback>
                <p:oleObj name="Equation" r:id="rId18" imgW="266469" imgH="431425" progId="Equation.3">
                  <p:embed/>
                  <p:pic>
                    <p:nvPicPr>
                      <p:cNvPr id="0" name="Object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438400" y="1447800"/>
                        <a:ext cx="265113"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7245" name="Object 11"/>
          <p:cNvGraphicFramePr>
            <a:graphicFrameLocks noChangeAspect="1"/>
          </p:cNvGraphicFramePr>
          <p:nvPr/>
        </p:nvGraphicFramePr>
        <p:xfrm>
          <a:off x="3467100" y="4273550"/>
          <a:ext cx="404813" cy="569913"/>
        </p:xfrm>
        <a:graphic>
          <a:graphicData uri="http://schemas.openxmlformats.org/presentationml/2006/ole">
            <mc:AlternateContent xmlns:mc="http://schemas.openxmlformats.org/markup-compatibility/2006">
              <mc:Choice xmlns:v="urn:schemas-microsoft-com:vml" Requires="v">
                <p:oleObj spid="_x0000_s137258" name="Equation" r:id="rId19" imgW="406224" imgH="571252" progId="Equation.3">
                  <p:embed/>
                </p:oleObj>
              </mc:Choice>
              <mc:Fallback>
                <p:oleObj name="Equation" r:id="rId19" imgW="406224" imgH="571252" progId="Equation.3">
                  <p:embed/>
                  <p:pic>
                    <p:nvPicPr>
                      <p:cNvPr id="0" name="Object 1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467100" y="4273550"/>
                        <a:ext cx="404813" cy="569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7246" name="Object 12"/>
          <p:cNvGraphicFramePr>
            <a:graphicFrameLocks noChangeAspect="1"/>
          </p:cNvGraphicFramePr>
          <p:nvPr/>
        </p:nvGraphicFramePr>
        <p:xfrm>
          <a:off x="5562600" y="4273550"/>
          <a:ext cx="481013" cy="569913"/>
        </p:xfrm>
        <a:graphic>
          <a:graphicData uri="http://schemas.openxmlformats.org/presentationml/2006/ole">
            <mc:AlternateContent xmlns:mc="http://schemas.openxmlformats.org/markup-compatibility/2006">
              <mc:Choice xmlns:v="urn:schemas-microsoft-com:vml" Requires="v">
                <p:oleObj spid="_x0000_s137259" name="Equation" r:id="rId21" imgW="482391" imgH="571252" progId="Equation.3">
                  <p:embed/>
                </p:oleObj>
              </mc:Choice>
              <mc:Fallback>
                <p:oleObj name="Equation" r:id="rId21" imgW="482391" imgH="571252" progId="Equation.3">
                  <p:embed/>
                  <p:pic>
                    <p:nvPicPr>
                      <p:cNvPr id="0" name="Object 1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562600" y="4273550"/>
                        <a:ext cx="481013" cy="569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7247" name="Object 13"/>
          <p:cNvGraphicFramePr>
            <a:graphicFrameLocks noChangeAspect="1"/>
          </p:cNvGraphicFramePr>
          <p:nvPr/>
        </p:nvGraphicFramePr>
        <p:xfrm>
          <a:off x="7632700" y="4267200"/>
          <a:ext cx="455613" cy="582613"/>
        </p:xfrm>
        <a:graphic>
          <a:graphicData uri="http://schemas.openxmlformats.org/presentationml/2006/ole">
            <mc:AlternateContent xmlns:mc="http://schemas.openxmlformats.org/markup-compatibility/2006">
              <mc:Choice xmlns:v="urn:schemas-microsoft-com:vml" Requires="v">
                <p:oleObj spid="_x0000_s137260" name="Equation" r:id="rId23" imgW="457002" imgH="583947" progId="Equation.3">
                  <p:embed/>
                </p:oleObj>
              </mc:Choice>
              <mc:Fallback>
                <p:oleObj name="Equation" r:id="rId23" imgW="457002" imgH="583947" progId="Equation.3">
                  <p:embed/>
                  <p:pic>
                    <p:nvPicPr>
                      <p:cNvPr id="0" name="Object 1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632700" y="4267200"/>
                        <a:ext cx="455613" cy="582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7248" name="Line 1054"/>
          <p:cNvSpPr>
            <a:spLocks noChangeShapeType="1"/>
          </p:cNvSpPr>
          <p:nvPr/>
        </p:nvSpPr>
        <p:spPr bwMode="auto">
          <a:xfrm>
            <a:off x="5334000" y="5181600"/>
            <a:ext cx="914400" cy="0"/>
          </a:xfrm>
          <a:prstGeom prst="line">
            <a:avLst/>
          </a:prstGeom>
          <a:noFill/>
          <a:ln w="6350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en-GB"/>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86"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39267" name="Slide Number Placeholder 3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0754661-4E08-48B3-9C3C-641F3D2358A7}" type="slidenum">
              <a:rPr lang="en-US" altLang="en-US" sz="1200">
                <a:solidFill>
                  <a:srgbClr val="898989"/>
                </a:solidFill>
                <a:latin typeface="Arial" panose="020B0604020202020204" pitchFamily="34" charset="0"/>
              </a:rPr>
              <a:pPr>
                <a:spcBef>
                  <a:spcPct val="0"/>
                </a:spcBef>
                <a:buFontTx/>
                <a:buNone/>
              </a:pPr>
              <a:t>70</a:t>
            </a:fld>
            <a:endParaRPr lang="en-US" altLang="en-US" sz="1200">
              <a:solidFill>
                <a:srgbClr val="898989"/>
              </a:solidFill>
              <a:latin typeface="Arial" panose="020B0604020202020204" pitchFamily="34" charset="0"/>
            </a:endParaRPr>
          </a:p>
        </p:txBody>
      </p:sp>
      <p:sp>
        <p:nvSpPr>
          <p:cNvPr id="139268" name="Oval 2"/>
          <p:cNvSpPr>
            <a:spLocks noChangeArrowheads="1"/>
          </p:cNvSpPr>
          <p:nvPr/>
        </p:nvSpPr>
        <p:spPr bwMode="auto">
          <a:xfrm>
            <a:off x="1150938" y="4219575"/>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aphicFrame>
        <p:nvGraphicFramePr>
          <p:cNvPr id="139269" name="Object 2"/>
          <p:cNvGraphicFramePr>
            <a:graphicFrameLocks noChangeAspect="1"/>
          </p:cNvGraphicFramePr>
          <p:nvPr/>
        </p:nvGraphicFramePr>
        <p:xfrm>
          <a:off x="1277938" y="4270375"/>
          <a:ext cx="481012" cy="582613"/>
        </p:xfrm>
        <a:graphic>
          <a:graphicData uri="http://schemas.openxmlformats.org/presentationml/2006/ole">
            <mc:AlternateContent xmlns:mc="http://schemas.openxmlformats.org/markup-compatibility/2006">
              <mc:Choice xmlns:v="urn:schemas-microsoft-com:vml" Requires="v">
                <p:oleObj spid="_x0000_s139297" name="Equation" r:id="rId4" imgW="482391" imgH="583947" progId="Equation.3">
                  <p:embed/>
                </p:oleObj>
              </mc:Choice>
              <mc:Fallback>
                <p:oleObj name="Equation" r:id="rId4" imgW="482391" imgH="583947"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77938" y="4270375"/>
                        <a:ext cx="481012" cy="582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9270" name="Oval 4"/>
          <p:cNvSpPr>
            <a:spLocks noChangeArrowheads="1"/>
          </p:cNvSpPr>
          <p:nvPr/>
        </p:nvSpPr>
        <p:spPr bwMode="auto">
          <a:xfrm>
            <a:off x="5418138" y="4219575"/>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39271" name="Oval 5"/>
          <p:cNvSpPr>
            <a:spLocks noChangeArrowheads="1"/>
          </p:cNvSpPr>
          <p:nvPr/>
        </p:nvSpPr>
        <p:spPr bwMode="auto">
          <a:xfrm>
            <a:off x="3284538" y="4219575"/>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39272" name="Line 6"/>
          <p:cNvSpPr>
            <a:spLocks noChangeShapeType="1"/>
          </p:cNvSpPr>
          <p:nvPr/>
        </p:nvSpPr>
        <p:spPr bwMode="auto">
          <a:xfrm>
            <a:off x="1836738" y="4600575"/>
            <a:ext cx="1447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39273" name="Line 7"/>
          <p:cNvSpPr>
            <a:spLocks noChangeShapeType="1"/>
          </p:cNvSpPr>
          <p:nvPr/>
        </p:nvSpPr>
        <p:spPr bwMode="auto">
          <a:xfrm>
            <a:off x="3970338" y="4600575"/>
            <a:ext cx="1295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39274" name="Line 8"/>
          <p:cNvSpPr>
            <a:spLocks noChangeShapeType="1"/>
          </p:cNvSpPr>
          <p:nvPr/>
        </p:nvSpPr>
        <p:spPr bwMode="auto">
          <a:xfrm>
            <a:off x="617538" y="4600575"/>
            <a:ext cx="533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39275" name="Oval 9"/>
          <p:cNvSpPr>
            <a:spLocks noChangeArrowheads="1"/>
          </p:cNvSpPr>
          <p:nvPr/>
        </p:nvSpPr>
        <p:spPr bwMode="auto">
          <a:xfrm>
            <a:off x="7551738" y="4219575"/>
            <a:ext cx="685800" cy="685800"/>
          </a:xfrm>
          <a:prstGeom prst="ellipse">
            <a:avLst/>
          </a:prstGeom>
          <a:solidFill>
            <a:srgbClr val="FF0000">
              <a:alpha val="50195"/>
            </a:srgbClr>
          </a:solidFill>
          <a:ln w="38100">
            <a:solidFill>
              <a:srgbClr val="FF0000"/>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39276" name="Line 10"/>
          <p:cNvSpPr>
            <a:spLocks noChangeShapeType="1"/>
          </p:cNvSpPr>
          <p:nvPr/>
        </p:nvSpPr>
        <p:spPr bwMode="auto">
          <a:xfrm>
            <a:off x="6256338" y="4600575"/>
            <a:ext cx="1295400" cy="0"/>
          </a:xfrm>
          <a:prstGeom prst="line">
            <a:avLst/>
          </a:prstGeom>
          <a:noFill/>
          <a:ln w="3810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39277" name="Object 3"/>
          <p:cNvGraphicFramePr>
            <a:graphicFrameLocks noChangeAspect="1"/>
          </p:cNvGraphicFramePr>
          <p:nvPr/>
        </p:nvGraphicFramePr>
        <p:xfrm>
          <a:off x="2446338" y="4219575"/>
          <a:ext cx="290512" cy="304800"/>
        </p:xfrm>
        <a:graphic>
          <a:graphicData uri="http://schemas.openxmlformats.org/presentationml/2006/ole">
            <mc:AlternateContent xmlns:mc="http://schemas.openxmlformats.org/markup-compatibility/2006">
              <mc:Choice xmlns:v="urn:schemas-microsoft-com:vml" Requires="v">
                <p:oleObj spid="_x0000_s139298" name="Equation" r:id="rId6" imgW="291973" imgH="304668" progId="Equation.3">
                  <p:embed/>
                </p:oleObj>
              </mc:Choice>
              <mc:Fallback>
                <p:oleObj name="Equation" r:id="rId6" imgW="291973" imgH="304668"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46338" y="4219575"/>
                        <a:ext cx="290512"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9278" name="Object 4"/>
          <p:cNvGraphicFramePr>
            <a:graphicFrameLocks noChangeAspect="1"/>
          </p:cNvGraphicFramePr>
          <p:nvPr/>
        </p:nvGraphicFramePr>
        <p:xfrm>
          <a:off x="4503738" y="4143375"/>
          <a:ext cx="265112" cy="430213"/>
        </p:xfrm>
        <a:graphic>
          <a:graphicData uri="http://schemas.openxmlformats.org/presentationml/2006/ole">
            <mc:AlternateContent xmlns:mc="http://schemas.openxmlformats.org/markup-compatibility/2006">
              <mc:Choice xmlns:v="urn:schemas-microsoft-com:vml" Requires="v">
                <p:oleObj spid="_x0000_s139299" name="Equation" r:id="rId8" imgW="266469" imgH="431425" progId="Equation.3">
                  <p:embed/>
                </p:oleObj>
              </mc:Choice>
              <mc:Fallback>
                <p:oleObj name="Equation" r:id="rId8" imgW="266469" imgH="431425"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03738" y="4143375"/>
                        <a:ext cx="265112" cy="430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9279" name="Object 5"/>
          <p:cNvGraphicFramePr>
            <a:graphicFrameLocks noChangeAspect="1"/>
          </p:cNvGraphicFramePr>
          <p:nvPr/>
        </p:nvGraphicFramePr>
        <p:xfrm>
          <a:off x="6713538" y="4143375"/>
          <a:ext cx="328612" cy="419100"/>
        </p:xfrm>
        <a:graphic>
          <a:graphicData uri="http://schemas.openxmlformats.org/presentationml/2006/ole">
            <mc:AlternateContent xmlns:mc="http://schemas.openxmlformats.org/markup-compatibility/2006">
              <mc:Choice xmlns:v="urn:schemas-microsoft-com:vml" Requires="v">
                <p:oleObj spid="_x0000_s139300" name="Equation" r:id="rId10" imgW="330200" imgH="419100" progId="Equation.3">
                  <p:embed/>
                </p:oleObj>
              </mc:Choice>
              <mc:Fallback>
                <p:oleObj name="Equation" r:id="rId10" imgW="330200" imgH="419100" progId="Equation.3">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713538" y="4143375"/>
                        <a:ext cx="328612"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9280" name="Object 6"/>
          <p:cNvGraphicFramePr>
            <a:graphicFrameLocks noChangeAspect="1"/>
          </p:cNvGraphicFramePr>
          <p:nvPr/>
        </p:nvGraphicFramePr>
        <p:xfrm>
          <a:off x="3970338" y="5667375"/>
          <a:ext cx="328612" cy="419100"/>
        </p:xfrm>
        <a:graphic>
          <a:graphicData uri="http://schemas.openxmlformats.org/presentationml/2006/ole">
            <mc:AlternateContent xmlns:mc="http://schemas.openxmlformats.org/markup-compatibility/2006">
              <mc:Choice xmlns:v="urn:schemas-microsoft-com:vml" Requires="v">
                <p:oleObj spid="_x0000_s139301" name="Equation" r:id="rId12" imgW="330200" imgH="419100" progId="Equation.3">
                  <p:embed/>
                </p:oleObj>
              </mc:Choice>
              <mc:Fallback>
                <p:oleObj name="Equation" r:id="rId12" imgW="330200" imgH="419100" progId="Equation.3">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70338" y="5667375"/>
                        <a:ext cx="328612"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9281" name="Oval 15"/>
          <p:cNvSpPr>
            <a:spLocks noChangeArrowheads="1"/>
          </p:cNvSpPr>
          <p:nvPr/>
        </p:nvSpPr>
        <p:spPr bwMode="auto">
          <a:xfrm>
            <a:off x="5265738" y="4067175"/>
            <a:ext cx="990600" cy="990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39282" name="Freeform 16"/>
          <p:cNvSpPr>
            <a:spLocks/>
          </p:cNvSpPr>
          <p:nvPr/>
        </p:nvSpPr>
        <p:spPr bwMode="auto">
          <a:xfrm>
            <a:off x="1455738" y="4905375"/>
            <a:ext cx="6324600" cy="1231900"/>
          </a:xfrm>
          <a:custGeom>
            <a:avLst/>
            <a:gdLst>
              <a:gd name="T0" fmla="*/ 2147483646 w 3984"/>
              <a:gd name="T1" fmla="*/ 0 h 776"/>
              <a:gd name="T2" fmla="*/ 2147483646 w 3984"/>
              <a:gd name="T3" fmla="*/ 2147483646 h 776"/>
              <a:gd name="T4" fmla="*/ 2147483646 w 3984"/>
              <a:gd name="T5" fmla="*/ 2147483646 h 776"/>
              <a:gd name="T6" fmla="*/ 0 w 3984"/>
              <a:gd name="T7" fmla="*/ 0 h 776"/>
              <a:gd name="T8" fmla="*/ 0 60000 65536"/>
              <a:gd name="T9" fmla="*/ 0 60000 65536"/>
              <a:gd name="T10" fmla="*/ 0 60000 65536"/>
              <a:gd name="T11" fmla="*/ 0 60000 65536"/>
              <a:gd name="T12" fmla="*/ 0 w 3984"/>
              <a:gd name="T13" fmla="*/ 0 h 776"/>
              <a:gd name="T14" fmla="*/ 3984 w 3984"/>
              <a:gd name="T15" fmla="*/ 776 h 776"/>
            </a:gdLst>
            <a:ahLst/>
            <a:cxnLst>
              <a:cxn ang="T8">
                <a:pos x="T0" y="T1"/>
              </a:cxn>
              <a:cxn ang="T9">
                <a:pos x="T2" y="T3"/>
              </a:cxn>
              <a:cxn ang="T10">
                <a:pos x="T4" y="T5"/>
              </a:cxn>
              <a:cxn ang="T11">
                <a:pos x="T6" y="T7"/>
              </a:cxn>
            </a:cxnLst>
            <a:rect l="T12" t="T13" r="T14" b="T15"/>
            <a:pathLst>
              <a:path w="3984" h="776">
                <a:moveTo>
                  <a:pt x="3984" y="0"/>
                </a:moveTo>
                <a:cubicBezTo>
                  <a:pt x="3820" y="256"/>
                  <a:pt x="3656" y="512"/>
                  <a:pt x="3120" y="624"/>
                </a:cubicBezTo>
                <a:cubicBezTo>
                  <a:pt x="2584" y="736"/>
                  <a:pt x="1288" y="776"/>
                  <a:pt x="768" y="672"/>
                </a:cubicBezTo>
                <a:cubicBezTo>
                  <a:pt x="248" y="568"/>
                  <a:pt x="124" y="284"/>
                  <a:pt x="0" y="0"/>
                </a:cubicBezTo>
              </a:path>
            </a:pathLst>
          </a:custGeom>
          <a:noFill/>
          <a:ln w="9525" cap="flat" cmpd="sng">
            <a:solidFill>
              <a:schemeClr val="tx1"/>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GB"/>
          </a:p>
        </p:txBody>
      </p:sp>
      <p:sp>
        <p:nvSpPr>
          <p:cNvPr id="139283" name="Rectangle 17"/>
          <p:cNvSpPr>
            <a:spLocks noChangeArrowheads="1"/>
          </p:cNvSpPr>
          <p:nvPr/>
        </p:nvSpPr>
        <p:spPr bwMode="auto">
          <a:xfrm>
            <a:off x="685800" y="1371600"/>
            <a:ext cx="7696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39284" name="Line 18"/>
          <p:cNvSpPr>
            <a:spLocks noChangeShapeType="1"/>
          </p:cNvSpPr>
          <p:nvPr/>
        </p:nvSpPr>
        <p:spPr bwMode="auto">
          <a:xfrm>
            <a:off x="12192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139285" name="Line 19"/>
          <p:cNvSpPr>
            <a:spLocks noChangeShapeType="1"/>
          </p:cNvSpPr>
          <p:nvPr/>
        </p:nvSpPr>
        <p:spPr bwMode="auto">
          <a:xfrm>
            <a:off x="17526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39286" name="Object 7"/>
          <p:cNvGraphicFramePr>
            <a:graphicFrameLocks noChangeAspect="1"/>
          </p:cNvGraphicFramePr>
          <p:nvPr/>
        </p:nvGraphicFramePr>
        <p:xfrm>
          <a:off x="825500" y="1511300"/>
          <a:ext cx="290513" cy="304800"/>
        </p:xfrm>
        <a:graphic>
          <a:graphicData uri="http://schemas.openxmlformats.org/presentationml/2006/ole">
            <mc:AlternateContent xmlns:mc="http://schemas.openxmlformats.org/markup-compatibility/2006">
              <mc:Choice xmlns:v="urn:schemas-microsoft-com:vml" Requires="v">
                <p:oleObj spid="_x0000_s139302" name="Equation" r:id="rId13" imgW="291973" imgH="304668" progId="Equation.3">
                  <p:embed/>
                </p:oleObj>
              </mc:Choice>
              <mc:Fallback>
                <p:oleObj name="Equation" r:id="rId13" imgW="291973" imgH="304668"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25500" y="1511300"/>
                        <a:ext cx="290513"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9287" name="Line 21"/>
          <p:cNvSpPr>
            <a:spLocks noChangeShapeType="1"/>
          </p:cNvSpPr>
          <p:nvPr/>
        </p:nvSpPr>
        <p:spPr bwMode="auto">
          <a:xfrm>
            <a:off x="1447800" y="914400"/>
            <a:ext cx="0" cy="457200"/>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39288" name="Object 8"/>
          <p:cNvGraphicFramePr>
            <a:graphicFrameLocks noChangeAspect="1"/>
          </p:cNvGraphicFramePr>
          <p:nvPr/>
        </p:nvGraphicFramePr>
        <p:xfrm>
          <a:off x="1371600" y="1447800"/>
          <a:ext cx="265113" cy="431800"/>
        </p:xfrm>
        <a:graphic>
          <a:graphicData uri="http://schemas.openxmlformats.org/presentationml/2006/ole">
            <mc:AlternateContent xmlns:mc="http://schemas.openxmlformats.org/markup-compatibility/2006">
              <mc:Choice xmlns:v="urn:schemas-microsoft-com:vml" Requires="v">
                <p:oleObj spid="_x0000_s139303" name="Equation" r:id="rId15" imgW="266469" imgH="431425" progId="Equation.3">
                  <p:embed/>
                </p:oleObj>
              </mc:Choice>
              <mc:Fallback>
                <p:oleObj name="Equation" r:id="rId15" imgW="266469" imgH="431425" progId="Equation.3">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371600" y="1447800"/>
                        <a:ext cx="265113"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9289" name="Line 23"/>
          <p:cNvSpPr>
            <a:spLocks noChangeShapeType="1"/>
          </p:cNvSpPr>
          <p:nvPr/>
        </p:nvSpPr>
        <p:spPr bwMode="auto">
          <a:xfrm>
            <a:off x="22860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139290" name="Line 24"/>
          <p:cNvSpPr>
            <a:spLocks noChangeShapeType="1"/>
          </p:cNvSpPr>
          <p:nvPr/>
        </p:nvSpPr>
        <p:spPr bwMode="auto">
          <a:xfrm>
            <a:off x="28194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39291" name="Object 9"/>
          <p:cNvGraphicFramePr>
            <a:graphicFrameLocks noChangeAspect="1"/>
          </p:cNvGraphicFramePr>
          <p:nvPr/>
        </p:nvGraphicFramePr>
        <p:xfrm>
          <a:off x="1892300" y="1511300"/>
          <a:ext cx="290513" cy="304800"/>
        </p:xfrm>
        <a:graphic>
          <a:graphicData uri="http://schemas.openxmlformats.org/presentationml/2006/ole">
            <mc:AlternateContent xmlns:mc="http://schemas.openxmlformats.org/markup-compatibility/2006">
              <mc:Choice xmlns:v="urn:schemas-microsoft-com:vml" Requires="v">
                <p:oleObj spid="_x0000_s139304" name="Equation" r:id="rId17" imgW="291973" imgH="304668" progId="Equation.3">
                  <p:embed/>
                </p:oleObj>
              </mc:Choice>
              <mc:Fallback>
                <p:oleObj name="Equation" r:id="rId17" imgW="291973" imgH="304668" progId="Equation.3">
                  <p:embed/>
                  <p:pic>
                    <p:nvPicPr>
                      <p:cNvPr id="0" name="Object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92300" y="1511300"/>
                        <a:ext cx="290513"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9292" name="Object 10"/>
          <p:cNvGraphicFramePr>
            <a:graphicFrameLocks noChangeAspect="1"/>
          </p:cNvGraphicFramePr>
          <p:nvPr/>
        </p:nvGraphicFramePr>
        <p:xfrm>
          <a:off x="2438400" y="1447800"/>
          <a:ext cx="265113" cy="431800"/>
        </p:xfrm>
        <a:graphic>
          <a:graphicData uri="http://schemas.openxmlformats.org/presentationml/2006/ole">
            <mc:AlternateContent xmlns:mc="http://schemas.openxmlformats.org/markup-compatibility/2006">
              <mc:Choice xmlns:v="urn:schemas-microsoft-com:vml" Requires="v">
                <p:oleObj spid="_x0000_s139305" name="Equation" r:id="rId18" imgW="266469" imgH="431425" progId="Equation.3">
                  <p:embed/>
                </p:oleObj>
              </mc:Choice>
              <mc:Fallback>
                <p:oleObj name="Equation" r:id="rId18" imgW="266469" imgH="431425" progId="Equation.3">
                  <p:embed/>
                  <p:pic>
                    <p:nvPicPr>
                      <p:cNvPr id="0" name="Object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438400" y="1447800"/>
                        <a:ext cx="265113"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9293" name="Object 11"/>
          <p:cNvGraphicFramePr>
            <a:graphicFrameLocks noChangeAspect="1"/>
          </p:cNvGraphicFramePr>
          <p:nvPr/>
        </p:nvGraphicFramePr>
        <p:xfrm>
          <a:off x="3467100" y="4273550"/>
          <a:ext cx="404813" cy="569913"/>
        </p:xfrm>
        <a:graphic>
          <a:graphicData uri="http://schemas.openxmlformats.org/presentationml/2006/ole">
            <mc:AlternateContent xmlns:mc="http://schemas.openxmlformats.org/markup-compatibility/2006">
              <mc:Choice xmlns:v="urn:schemas-microsoft-com:vml" Requires="v">
                <p:oleObj spid="_x0000_s139306" name="Equation" r:id="rId19" imgW="406224" imgH="571252" progId="Equation.3">
                  <p:embed/>
                </p:oleObj>
              </mc:Choice>
              <mc:Fallback>
                <p:oleObj name="Equation" r:id="rId19" imgW="406224" imgH="571252" progId="Equation.3">
                  <p:embed/>
                  <p:pic>
                    <p:nvPicPr>
                      <p:cNvPr id="0" name="Object 1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467100" y="4273550"/>
                        <a:ext cx="404813" cy="569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9294" name="Object 12"/>
          <p:cNvGraphicFramePr>
            <a:graphicFrameLocks noChangeAspect="1"/>
          </p:cNvGraphicFramePr>
          <p:nvPr/>
        </p:nvGraphicFramePr>
        <p:xfrm>
          <a:off x="5562600" y="4273550"/>
          <a:ext cx="481013" cy="569913"/>
        </p:xfrm>
        <a:graphic>
          <a:graphicData uri="http://schemas.openxmlformats.org/presentationml/2006/ole">
            <mc:AlternateContent xmlns:mc="http://schemas.openxmlformats.org/markup-compatibility/2006">
              <mc:Choice xmlns:v="urn:schemas-microsoft-com:vml" Requires="v">
                <p:oleObj spid="_x0000_s139307" name="Equation" r:id="rId21" imgW="482391" imgH="571252" progId="Equation.3">
                  <p:embed/>
                </p:oleObj>
              </mc:Choice>
              <mc:Fallback>
                <p:oleObj name="Equation" r:id="rId21" imgW="482391" imgH="571252" progId="Equation.3">
                  <p:embed/>
                  <p:pic>
                    <p:nvPicPr>
                      <p:cNvPr id="0" name="Object 1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562600" y="4273550"/>
                        <a:ext cx="481013" cy="569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9295" name="Object 13"/>
          <p:cNvGraphicFramePr>
            <a:graphicFrameLocks noChangeAspect="1"/>
          </p:cNvGraphicFramePr>
          <p:nvPr/>
        </p:nvGraphicFramePr>
        <p:xfrm>
          <a:off x="7632700" y="4267200"/>
          <a:ext cx="455613" cy="582613"/>
        </p:xfrm>
        <a:graphic>
          <a:graphicData uri="http://schemas.openxmlformats.org/presentationml/2006/ole">
            <mc:AlternateContent xmlns:mc="http://schemas.openxmlformats.org/markup-compatibility/2006">
              <mc:Choice xmlns:v="urn:schemas-microsoft-com:vml" Requires="v">
                <p:oleObj spid="_x0000_s139308" name="Equation" r:id="rId23" imgW="457002" imgH="583947" progId="Equation.3">
                  <p:embed/>
                </p:oleObj>
              </mc:Choice>
              <mc:Fallback>
                <p:oleObj name="Equation" r:id="rId23" imgW="457002" imgH="583947" progId="Equation.3">
                  <p:embed/>
                  <p:pic>
                    <p:nvPicPr>
                      <p:cNvPr id="0" name="Object 1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632700" y="4267200"/>
                        <a:ext cx="455613" cy="582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9296" name="Line 30"/>
          <p:cNvSpPr>
            <a:spLocks noChangeShapeType="1"/>
          </p:cNvSpPr>
          <p:nvPr/>
        </p:nvSpPr>
        <p:spPr bwMode="auto">
          <a:xfrm>
            <a:off x="7467600" y="5029200"/>
            <a:ext cx="914400" cy="0"/>
          </a:xfrm>
          <a:prstGeom prst="line">
            <a:avLst/>
          </a:prstGeom>
          <a:noFill/>
          <a:ln w="6350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en-GB"/>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10"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41315" name="Slide Number Placeholder 3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5277AE2-6804-4E8C-A219-D3D4FDED9239}" type="slidenum">
              <a:rPr lang="en-US" altLang="en-US" sz="1200">
                <a:solidFill>
                  <a:srgbClr val="898989"/>
                </a:solidFill>
                <a:latin typeface="Arial" panose="020B0604020202020204" pitchFamily="34" charset="0"/>
              </a:rPr>
              <a:pPr>
                <a:spcBef>
                  <a:spcPct val="0"/>
                </a:spcBef>
                <a:buFontTx/>
                <a:buNone/>
              </a:pPr>
              <a:t>71</a:t>
            </a:fld>
            <a:endParaRPr lang="en-US" altLang="en-US" sz="1200">
              <a:solidFill>
                <a:srgbClr val="898989"/>
              </a:solidFill>
              <a:latin typeface="Arial" panose="020B0604020202020204" pitchFamily="34" charset="0"/>
            </a:endParaRPr>
          </a:p>
        </p:txBody>
      </p:sp>
      <p:sp>
        <p:nvSpPr>
          <p:cNvPr id="141316" name="Oval 1026"/>
          <p:cNvSpPr>
            <a:spLocks noChangeArrowheads="1"/>
          </p:cNvSpPr>
          <p:nvPr/>
        </p:nvSpPr>
        <p:spPr bwMode="auto">
          <a:xfrm>
            <a:off x="1150938" y="4219575"/>
            <a:ext cx="685800" cy="685800"/>
          </a:xfrm>
          <a:prstGeom prst="ellipse">
            <a:avLst/>
          </a:prstGeom>
          <a:solidFill>
            <a:srgbClr val="FF0000">
              <a:alpha val="50195"/>
            </a:srgbClr>
          </a:solidFill>
          <a:ln w="38100">
            <a:solidFill>
              <a:srgbClr val="FF0000"/>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aphicFrame>
        <p:nvGraphicFramePr>
          <p:cNvPr id="141317" name="Object 2"/>
          <p:cNvGraphicFramePr>
            <a:graphicFrameLocks noChangeAspect="1"/>
          </p:cNvGraphicFramePr>
          <p:nvPr/>
        </p:nvGraphicFramePr>
        <p:xfrm>
          <a:off x="1277938" y="4270375"/>
          <a:ext cx="481012" cy="582613"/>
        </p:xfrm>
        <a:graphic>
          <a:graphicData uri="http://schemas.openxmlformats.org/presentationml/2006/ole">
            <mc:AlternateContent xmlns:mc="http://schemas.openxmlformats.org/markup-compatibility/2006">
              <mc:Choice xmlns:v="urn:schemas-microsoft-com:vml" Requires="v">
                <p:oleObj spid="_x0000_s141345" name="Equation" r:id="rId4" imgW="482391" imgH="583947" progId="Equation.3">
                  <p:embed/>
                </p:oleObj>
              </mc:Choice>
              <mc:Fallback>
                <p:oleObj name="Equation" r:id="rId4" imgW="482391" imgH="583947"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77938" y="4270375"/>
                        <a:ext cx="481012" cy="582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1318" name="Oval 1028"/>
          <p:cNvSpPr>
            <a:spLocks noChangeArrowheads="1"/>
          </p:cNvSpPr>
          <p:nvPr/>
        </p:nvSpPr>
        <p:spPr bwMode="auto">
          <a:xfrm>
            <a:off x="5418138" y="4219575"/>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41319" name="Oval 1029"/>
          <p:cNvSpPr>
            <a:spLocks noChangeArrowheads="1"/>
          </p:cNvSpPr>
          <p:nvPr/>
        </p:nvSpPr>
        <p:spPr bwMode="auto">
          <a:xfrm>
            <a:off x="3284538" y="4219575"/>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41320" name="Line 1030"/>
          <p:cNvSpPr>
            <a:spLocks noChangeShapeType="1"/>
          </p:cNvSpPr>
          <p:nvPr/>
        </p:nvSpPr>
        <p:spPr bwMode="auto">
          <a:xfrm>
            <a:off x="1836738" y="4600575"/>
            <a:ext cx="1447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41321" name="Line 1031"/>
          <p:cNvSpPr>
            <a:spLocks noChangeShapeType="1"/>
          </p:cNvSpPr>
          <p:nvPr/>
        </p:nvSpPr>
        <p:spPr bwMode="auto">
          <a:xfrm>
            <a:off x="3970338" y="4600575"/>
            <a:ext cx="1295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41322" name="Line 1032"/>
          <p:cNvSpPr>
            <a:spLocks noChangeShapeType="1"/>
          </p:cNvSpPr>
          <p:nvPr/>
        </p:nvSpPr>
        <p:spPr bwMode="auto">
          <a:xfrm>
            <a:off x="617538" y="4600575"/>
            <a:ext cx="533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41323" name="Oval 1033"/>
          <p:cNvSpPr>
            <a:spLocks noChangeArrowheads="1"/>
          </p:cNvSpPr>
          <p:nvPr/>
        </p:nvSpPr>
        <p:spPr bwMode="auto">
          <a:xfrm>
            <a:off x="7551738" y="4219575"/>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41324" name="Line 1034"/>
          <p:cNvSpPr>
            <a:spLocks noChangeShapeType="1"/>
          </p:cNvSpPr>
          <p:nvPr/>
        </p:nvSpPr>
        <p:spPr bwMode="auto">
          <a:xfrm>
            <a:off x="6256338" y="4600575"/>
            <a:ext cx="1295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41325" name="Object 3"/>
          <p:cNvGraphicFramePr>
            <a:graphicFrameLocks noChangeAspect="1"/>
          </p:cNvGraphicFramePr>
          <p:nvPr/>
        </p:nvGraphicFramePr>
        <p:xfrm>
          <a:off x="2446338" y="4219575"/>
          <a:ext cx="290512" cy="304800"/>
        </p:xfrm>
        <a:graphic>
          <a:graphicData uri="http://schemas.openxmlformats.org/presentationml/2006/ole">
            <mc:AlternateContent xmlns:mc="http://schemas.openxmlformats.org/markup-compatibility/2006">
              <mc:Choice xmlns:v="urn:schemas-microsoft-com:vml" Requires="v">
                <p:oleObj spid="_x0000_s141346" name="Equation" r:id="rId6" imgW="291973" imgH="304668" progId="Equation.3">
                  <p:embed/>
                </p:oleObj>
              </mc:Choice>
              <mc:Fallback>
                <p:oleObj name="Equation" r:id="rId6" imgW="291973" imgH="304668"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46338" y="4219575"/>
                        <a:ext cx="290512"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1326" name="Object 4"/>
          <p:cNvGraphicFramePr>
            <a:graphicFrameLocks noChangeAspect="1"/>
          </p:cNvGraphicFramePr>
          <p:nvPr/>
        </p:nvGraphicFramePr>
        <p:xfrm>
          <a:off x="4503738" y="4143375"/>
          <a:ext cx="265112" cy="430213"/>
        </p:xfrm>
        <a:graphic>
          <a:graphicData uri="http://schemas.openxmlformats.org/presentationml/2006/ole">
            <mc:AlternateContent xmlns:mc="http://schemas.openxmlformats.org/markup-compatibility/2006">
              <mc:Choice xmlns:v="urn:schemas-microsoft-com:vml" Requires="v">
                <p:oleObj spid="_x0000_s141347" name="Equation" r:id="rId8" imgW="266469" imgH="431425" progId="Equation.3">
                  <p:embed/>
                </p:oleObj>
              </mc:Choice>
              <mc:Fallback>
                <p:oleObj name="Equation" r:id="rId8" imgW="266469" imgH="431425"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03738" y="4143375"/>
                        <a:ext cx="265112" cy="430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1327" name="Object 5"/>
          <p:cNvGraphicFramePr>
            <a:graphicFrameLocks noChangeAspect="1"/>
          </p:cNvGraphicFramePr>
          <p:nvPr/>
        </p:nvGraphicFramePr>
        <p:xfrm>
          <a:off x="6713538" y="4143375"/>
          <a:ext cx="328612" cy="419100"/>
        </p:xfrm>
        <a:graphic>
          <a:graphicData uri="http://schemas.openxmlformats.org/presentationml/2006/ole">
            <mc:AlternateContent xmlns:mc="http://schemas.openxmlformats.org/markup-compatibility/2006">
              <mc:Choice xmlns:v="urn:schemas-microsoft-com:vml" Requires="v">
                <p:oleObj spid="_x0000_s141348" name="Equation" r:id="rId10" imgW="330200" imgH="419100" progId="Equation.3">
                  <p:embed/>
                </p:oleObj>
              </mc:Choice>
              <mc:Fallback>
                <p:oleObj name="Equation" r:id="rId10" imgW="330200" imgH="419100" progId="Equation.3">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713538" y="4143375"/>
                        <a:ext cx="328612"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1328" name="Object 6"/>
          <p:cNvGraphicFramePr>
            <a:graphicFrameLocks noChangeAspect="1"/>
          </p:cNvGraphicFramePr>
          <p:nvPr/>
        </p:nvGraphicFramePr>
        <p:xfrm>
          <a:off x="3970338" y="5667375"/>
          <a:ext cx="328612" cy="419100"/>
        </p:xfrm>
        <a:graphic>
          <a:graphicData uri="http://schemas.openxmlformats.org/presentationml/2006/ole">
            <mc:AlternateContent xmlns:mc="http://schemas.openxmlformats.org/markup-compatibility/2006">
              <mc:Choice xmlns:v="urn:schemas-microsoft-com:vml" Requires="v">
                <p:oleObj spid="_x0000_s141349" name="Equation" r:id="rId12" imgW="330200" imgH="419100" progId="Equation.3">
                  <p:embed/>
                </p:oleObj>
              </mc:Choice>
              <mc:Fallback>
                <p:oleObj name="Equation" r:id="rId12" imgW="330200" imgH="419100" progId="Equation.3">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70338" y="5667375"/>
                        <a:ext cx="328612"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1329" name="Oval 1039"/>
          <p:cNvSpPr>
            <a:spLocks noChangeArrowheads="1"/>
          </p:cNvSpPr>
          <p:nvPr/>
        </p:nvSpPr>
        <p:spPr bwMode="auto">
          <a:xfrm>
            <a:off x="5265738" y="4067175"/>
            <a:ext cx="990600" cy="990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41330" name="Freeform 1040"/>
          <p:cNvSpPr>
            <a:spLocks/>
          </p:cNvSpPr>
          <p:nvPr/>
        </p:nvSpPr>
        <p:spPr bwMode="auto">
          <a:xfrm>
            <a:off x="1455738" y="4905375"/>
            <a:ext cx="6324600" cy="1231900"/>
          </a:xfrm>
          <a:custGeom>
            <a:avLst/>
            <a:gdLst>
              <a:gd name="T0" fmla="*/ 2147483646 w 3984"/>
              <a:gd name="T1" fmla="*/ 0 h 776"/>
              <a:gd name="T2" fmla="*/ 2147483646 w 3984"/>
              <a:gd name="T3" fmla="*/ 2147483646 h 776"/>
              <a:gd name="T4" fmla="*/ 2147483646 w 3984"/>
              <a:gd name="T5" fmla="*/ 2147483646 h 776"/>
              <a:gd name="T6" fmla="*/ 0 w 3984"/>
              <a:gd name="T7" fmla="*/ 0 h 776"/>
              <a:gd name="T8" fmla="*/ 0 60000 65536"/>
              <a:gd name="T9" fmla="*/ 0 60000 65536"/>
              <a:gd name="T10" fmla="*/ 0 60000 65536"/>
              <a:gd name="T11" fmla="*/ 0 60000 65536"/>
              <a:gd name="T12" fmla="*/ 0 w 3984"/>
              <a:gd name="T13" fmla="*/ 0 h 776"/>
              <a:gd name="T14" fmla="*/ 3984 w 3984"/>
              <a:gd name="T15" fmla="*/ 776 h 776"/>
            </a:gdLst>
            <a:ahLst/>
            <a:cxnLst>
              <a:cxn ang="T8">
                <a:pos x="T0" y="T1"/>
              </a:cxn>
              <a:cxn ang="T9">
                <a:pos x="T2" y="T3"/>
              </a:cxn>
              <a:cxn ang="T10">
                <a:pos x="T4" y="T5"/>
              </a:cxn>
              <a:cxn ang="T11">
                <a:pos x="T6" y="T7"/>
              </a:cxn>
            </a:cxnLst>
            <a:rect l="T12" t="T13" r="T14" b="T15"/>
            <a:pathLst>
              <a:path w="3984" h="776">
                <a:moveTo>
                  <a:pt x="3984" y="0"/>
                </a:moveTo>
                <a:cubicBezTo>
                  <a:pt x="3820" y="256"/>
                  <a:pt x="3656" y="512"/>
                  <a:pt x="3120" y="624"/>
                </a:cubicBezTo>
                <a:cubicBezTo>
                  <a:pt x="2584" y="736"/>
                  <a:pt x="1288" y="776"/>
                  <a:pt x="768" y="672"/>
                </a:cubicBezTo>
                <a:cubicBezTo>
                  <a:pt x="248" y="568"/>
                  <a:pt x="124" y="284"/>
                  <a:pt x="0" y="0"/>
                </a:cubicBezTo>
              </a:path>
            </a:pathLst>
          </a:custGeom>
          <a:noFill/>
          <a:ln w="38100" cap="flat" cmpd="sng">
            <a:solidFill>
              <a:srgbClr val="FF0000"/>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GB"/>
          </a:p>
        </p:txBody>
      </p:sp>
      <p:sp>
        <p:nvSpPr>
          <p:cNvPr id="141331" name="Rectangle 1041"/>
          <p:cNvSpPr>
            <a:spLocks noChangeArrowheads="1"/>
          </p:cNvSpPr>
          <p:nvPr/>
        </p:nvSpPr>
        <p:spPr bwMode="auto">
          <a:xfrm>
            <a:off x="685800" y="1371600"/>
            <a:ext cx="7696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41332" name="Line 1042"/>
          <p:cNvSpPr>
            <a:spLocks noChangeShapeType="1"/>
          </p:cNvSpPr>
          <p:nvPr/>
        </p:nvSpPr>
        <p:spPr bwMode="auto">
          <a:xfrm>
            <a:off x="12192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141333" name="Line 1043"/>
          <p:cNvSpPr>
            <a:spLocks noChangeShapeType="1"/>
          </p:cNvSpPr>
          <p:nvPr/>
        </p:nvSpPr>
        <p:spPr bwMode="auto">
          <a:xfrm>
            <a:off x="17526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41334" name="Object 7"/>
          <p:cNvGraphicFramePr>
            <a:graphicFrameLocks noChangeAspect="1"/>
          </p:cNvGraphicFramePr>
          <p:nvPr/>
        </p:nvGraphicFramePr>
        <p:xfrm>
          <a:off x="825500" y="1511300"/>
          <a:ext cx="290513" cy="304800"/>
        </p:xfrm>
        <a:graphic>
          <a:graphicData uri="http://schemas.openxmlformats.org/presentationml/2006/ole">
            <mc:AlternateContent xmlns:mc="http://schemas.openxmlformats.org/markup-compatibility/2006">
              <mc:Choice xmlns:v="urn:schemas-microsoft-com:vml" Requires="v">
                <p:oleObj spid="_x0000_s141350" name="Equation" r:id="rId13" imgW="291973" imgH="304668" progId="Equation.3">
                  <p:embed/>
                </p:oleObj>
              </mc:Choice>
              <mc:Fallback>
                <p:oleObj name="Equation" r:id="rId13" imgW="291973" imgH="304668"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25500" y="1511300"/>
                        <a:ext cx="290513"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1335" name="Line 1045"/>
          <p:cNvSpPr>
            <a:spLocks noChangeShapeType="1"/>
          </p:cNvSpPr>
          <p:nvPr/>
        </p:nvSpPr>
        <p:spPr bwMode="auto">
          <a:xfrm>
            <a:off x="1447800" y="914400"/>
            <a:ext cx="0" cy="457200"/>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41336" name="Object 8"/>
          <p:cNvGraphicFramePr>
            <a:graphicFrameLocks noChangeAspect="1"/>
          </p:cNvGraphicFramePr>
          <p:nvPr/>
        </p:nvGraphicFramePr>
        <p:xfrm>
          <a:off x="1371600" y="1447800"/>
          <a:ext cx="265113" cy="431800"/>
        </p:xfrm>
        <a:graphic>
          <a:graphicData uri="http://schemas.openxmlformats.org/presentationml/2006/ole">
            <mc:AlternateContent xmlns:mc="http://schemas.openxmlformats.org/markup-compatibility/2006">
              <mc:Choice xmlns:v="urn:schemas-microsoft-com:vml" Requires="v">
                <p:oleObj spid="_x0000_s141351" name="Equation" r:id="rId15" imgW="266469" imgH="431425" progId="Equation.3">
                  <p:embed/>
                </p:oleObj>
              </mc:Choice>
              <mc:Fallback>
                <p:oleObj name="Equation" r:id="rId15" imgW="266469" imgH="431425" progId="Equation.3">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371600" y="1447800"/>
                        <a:ext cx="265113"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1337" name="Line 1047"/>
          <p:cNvSpPr>
            <a:spLocks noChangeShapeType="1"/>
          </p:cNvSpPr>
          <p:nvPr/>
        </p:nvSpPr>
        <p:spPr bwMode="auto">
          <a:xfrm>
            <a:off x="22860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141338" name="Line 1048"/>
          <p:cNvSpPr>
            <a:spLocks noChangeShapeType="1"/>
          </p:cNvSpPr>
          <p:nvPr/>
        </p:nvSpPr>
        <p:spPr bwMode="auto">
          <a:xfrm>
            <a:off x="28194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41339" name="Object 9"/>
          <p:cNvGraphicFramePr>
            <a:graphicFrameLocks noChangeAspect="1"/>
          </p:cNvGraphicFramePr>
          <p:nvPr/>
        </p:nvGraphicFramePr>
        <p:xfrm>
          <a:off x="1892300" y="1511300"/>
          <a:ext cx="290513" cy="304800"/>
        </p:xfrm>
        <a:graphic>
          <a:graphicData uri="http://schemas.openxmlformats.org/presentationml/2006/ole">
            <mc:AlternateContent xmlns:mc="http://schemas.openxmlformats.org/markup-compatibility/2006">
              <mc:Choice xmlns:v="urn:schemas-microsoft-com:vml" Requires="v">
                <p:oleObj spid="_x0000_s141352" name="Equation" r:id="rId17" imgW="291973" imgH="304668" progId="Equation.3">
                  <p:embed/>
                </p:oleObj>
              </mc:Choice>
              <mc:Fallback>
                <p:oleObj name="Equation" r:id="rId17" imgW="291973" imgH="304668" progId="Equation.3">
                  <p:embed/>
                  <p:pic>
                    <p:nvPicPr>
                      <p:cNvPr id="0" name="Object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92300" y="1511300"/>
                        <a:ext cx="290513"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1340" name="Object 10"/>
          <p:cNvGraphicFramePr>
            <a:graphicFrameLocks noChangeAspect="1"/>
          </p:cNvGraphicFramePr>
          <p:nvPr/>
        </p:nvGraphicFramePr>
        <p:xfrm>
          <a:off x="2438400" y="1447800"/>
          <a:ext cx="265113" cy="431800"/>
        </p:xfrm>
        <a:graphic>
          <a:graphicData uri="http://schemas.openxmlformats.org/presentationml/2006/ole">
            <mc:AlternateContent xmlns:mc="http://schemas.openxmlformats.org/markup-compatibility/2006">
              <mc:Choice xmlns:v="urn:schemas-microsoft-com:vml" Requires="v">
                <p:oleObj spid="_x0000_s141353" name="Equation" r:id="rId18" imgW="266469" imgH="431425" progId="Equation.3">
                  <p:embed/>
                </p:oleObj>
              </mc:Choice>
              <mc:Fallback>
                <p:oleObj name="Equation" r:id="rId18" imgW="266469" imgH="431425" progId="Equation.3">
                  <p:embed/>
                  <p:pic>
                    <p:nvPicPr>
                      <p:cNvPr id="0" name="Object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438400" y="1447800"/>
                        <a:ext cx="265113"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1341" name="Object 11"/>
          <p:cNvGraphicFramePr>
            <a:graphicFrameLocks noChangeAspect="1"/>
          </p:cNvGraphicFramePr>
          <p:nvPr/>
        </p:nvGraphicFramePr>
        <p:xfrm>
          <a:off x="3467100" y="4273550"/>
          <a:ext cx="404813" cy="569913"/>
        </p:xfrm>
        <a:graphic>
          <a:graphicData uri="http://schemas.openxmlformats.org/presentationml/2006/ole">
            <mc:AlternateContent xmlns:mc="http://schemas.openxmlformats.org/markup-compatibility/2006">
              <mc:Choice xmlns:v="urn:schemas-microsoft-com:vml" Requires="v">
                <p:oleObj spid="_x0000_s141354" name="Equation" r:id="rId19" imgW="406224" imgH="571252" progId="Equation.3">
                  <p:embed/>
                </p:oleObj>
              </mc:Choice>
              <mc:Fallback>
                <p:oleObj name="Equation" r:id="rId19" imgW="406224" imgH="571252" progId="Equation.3">
                  <p:embed/>
                  <p:pic>
                    <p:nvPicPr>
                      <p:cNvPr id="0" name="Object 1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467100" y="4273550"/>
                        <a:ext cx="404813" cy="569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1342" name="Object 12"/>
          <p:cNvGraphicFramePr>
            <a:graphicFrameLocks noChangeAspect="1"/>
          </p:cNvGraphicFramePr>
          <p:nvPr/>
        </p:nvGraphicFramePr>
        <p:xfrm>
          <a:off x="5562600" y="4273550"/>
          <a:ext cx="481013" cy="569913"/>
        </p:xfrm>
        <a:graphic>
          <a:graphicData uri="http://schemas.openxmlformats.org/presentationml/2006/ole">
            <mc:AlternateContent xmlns:mc="http://schemas.openxmlformats.org/markup-compatibility/2006">
              <mc:Choice xmlns:v="urn:schemas-microsoft-com:vml" Requires="v">
                <p:oleObj spid="_x0000_s141355" name="Equation" r:id="rId21" imgW="482391" imgH="571252" progId="Equation.3">
                  <p:embed/>
                </p:oleObj>
              </mc:Choice>
              <mc:Fallback>
                <p:oleObj name="Equation" r:id="rId21" imgW="482391" imgH="571252" progId="Equation.3">
                  <p:embed/>
                  <p:pic>
                    <p:nvPicPr>
                      <p:cNvPr id="0" name="Object 1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562600" y="4273550"/>
                        <a:ext cx="481013" cy="569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1343" name="Object 13"/>
          <p:cNvGraphicFramePr>
            <a:graphicFrameLocks noChangeAspect="1"/>
          </p:cNvGraphicFramePr>
          <p:nvPr/>
        </p:nvGraphicFramePr>
        <p:xfrm>
          <a:off x="7632700" y="4267200"/>
          <a:ext cx="455613" cy="582613"/>
        </p:xfrm>
        <a:graphic>
          <a:graphicData uri="http://schemas.openxmlformats.org/presentationml/2006/ole">
            <mc:AlternateContent xmlns:mc="http://schemas.openxmlformats.org/markup-compatibility/2006">
              <mc:Choice xmlns:v="urn:schemas-microsoft-com:vml" Requires="v">
                <p:oleObj spid="_x0000_s141356" name="Equation" r:id="rId23" imgW="457002" imgH="583947" progId="Equation.3">
                  <p:embed/>
                </p:oleObj>
              </mc:Choice>
              <mc:Fallback>
                <p:oleObj name="Equation" r:id="rId23" imgW="457002" imgH="583947" progId="Equation.3">
                  <p:embed/>
                  <p:pic>
                    <p:nvPicPr>
                      <p:cNvPr id="0" name="Object 1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632700" y="4267200"/>
                        <a:ext cx="455613" cy="582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1344" name="Line 1054"/>
          <p:cNvSpPr>
            <a:spLocks noChangeShapeType="1"/>
          </p:cNvSpPr>
          <p:nvPr/>
        </p:nvSpPr>
        <p:spPr bwMode="auto">
          <a:xfrm>
            <a:off x="1066800" y="5257800"/>
            <a:ext cx="914400" cy="0"/>
          </a:xfrm>
          <a:prstGeom prst="line">
            <a:avLst/>
          </a:prstGeom>
          <a:noFill/>
          <a:ln w="6350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en-GB"/>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4"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43363" name="Slide Number Placeholder 3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B8C0712-1098-4D8B-9D0A-7EE52D1C7B45}" type="slidenum">
              <a:rPr lang="en-US" altLang="en-US" sz="1200">
                <a:solidFill>
                  <a:srgbClr val="898989"/>
                </a:solidFill>
                <a:latin typeface="Arial" panose="020B0604020202020204" pitchFamily="34" charset="0"/>
              </a:rPr>
              <a:pPr>
                <a:spcBef>
                  <a:spcPct val="0"/>
                </a:spcBef>
                <a:buFontTx/>
                <a:buNone/>
              </a:pPr>
              <a:t>72</a:t>
            </a:fld>
            <a:endParaRPr lang="en-US" altLang="en-US" sz="1200">
              <a:solidFill>
                <a:srgbClr val="898989"/>
              </a:solidFill>
              <a:latin typeface="Arial" panose="020B0604020202020204" pitchFamily="34" charset="0"/>
            </a:endParaRPr>
          </a:p>
        </p:txBody>
      </p:sp>
      <p:sp>
        <p:nvSpPr>
          <p:cNvPr id="143364" name="Oval 1026"/>
          <p:cNvSpPr>
            <a:spLocks noChangeArrowheads="1"/>
          </p:cNvSpPr>
          <p:nvPr/>
        </p:nvSpPr>
        <p:spPr bwMode="auto">
          <a:xfrm>
            <a:off x="1150938" y="4219575"/>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aphicFrame>
        <p:nvGraphicFramePr>
          <p:cNvPr id="143365" name="Object 2"/>
          <p:cNvGraphicFramePr>
            <a:graphicFrameLocks noChangeAspect="1"/>
          </p:cNvGraphicFramePr>
          <p:nvPr/>
        </p:nvGraphicFramePr>
        <p:xfrm>
          <a:off x="1277938" y="4270375"/>
          <a:ext cx="481012" cy="582613"/>
        </p:xfrm>
        <a:graphic>
          <a:graphicData uri="http://schemas.openxmlformats.org/presentationml/2006/ole">
            <mc:AlternateContent xmlns:mc="http://schemas.openxmlformats.org/markup-compatibility/2006">
              <mc:Choice xmlns:v="urn:schemas-microsoft-com:vml" Requires="v">
                <p:oleObj spid="_x0000_s143393" name="Equation" r:id="rId4" imgW="482391" imgH="583947" progId="Equation.3">
                  <p:embed/>
                </p:oleObj>
              </mc:Choice>
              <mc:Fallback>
                <p:oleObj name="Equation" r:id="rId4" imgW="482391" imgH="583947"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77938" y="4270375"/>
                        <a:ext cx="481012" cy="582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366" name="Oval 1028"/>
          <p:cNvSpPr>
            <a:spLocks noChangeArrowheads="1"/>
          </p:cNvSpPr>
          <p:nvPr/>
        </p:nvSpPr>
        <p:spPr bwMode="auto">
          <a:xfrm>
            <a:off x="5418138" y="4219575"/>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43367" name="Oval 1029"/>
          <p:cNvSpPr>
            <a:spLocks noChangeArrowheads="1"/>
          </p:cNvSpPr>
          <p:nvPr/>
        </p:nvSpPr>
        <p:spPr bwMode="auto">
          <a:xfrm>
            <a:off x="3284538" y="4219575"/>
            <a:ext cx="685800" cy="685800"/>
          </a:xfrm>
          <a:prstGeom prst="ellipse">
            <a:avLst/>
          </a:prstGeom>
          <a:solidFill>
            <a:srgbClr val="FF0000">
              <a:alpha val="50195"/>
            </a:srgbClr>
          </a:solidFill>
          <a:ln w="38100">
            <a:solidFill>
              <a:srgbClr val="FF0000"/>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43368" name="Line 1030"/>
          <p:cNvSpPr>
            <a:spLocks noChangeShapeType="1"/>
          </p:cNvSpPr>
          <p:nvPr/>
        </p:nvSpPr>
        <p:spPr bwMode="auto">
          <a:xfrm>
            <a:off x="1836738" y="4600575"/>
            <a:ext cx="1447800" cy="0"/>
          </a:xfrm>
          <a:prstGeom prst="line">
            <a:avLst/>
          </a:prstGeom>
          <a:noFill/>
          <a:ln w="3810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43369" name="Line 1031"/>
          <p:cNvSpPr>
            <a:spLocks noChangeShapeType="1"/>
          </p:cNvSpPr>
          <p:nvPr/>
        </p:nvSpPr>
        <p:spPr bwMode="auto">
          <a:xfrm>
            <a:off x="3970338" y="4600575"/>
            <a:ext cx="1295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43370" name="Line 1032"/>
          <p:cNvSpPr>
            <a:spLocks noChangeShapeType="1"/>
          </p:cNvSpPr>
          <p:nvPr/>
        </p:nvSpPr>
        <p:spPr bwMode="auto">
          <a:xfrm>
            <a:off x="617538" y="4600575"/>
            <a:ext cx="533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43371" name="Oval 1033"/>
          <p:cNvSpPr>
            <a:spLocks noChangeArrowheads="1"/>
          </p:cNvSpPr>
          <p:nvPr/>
        </p:nvSpPr>
        <p:spPr bwMode="auto">
          <a:xfrm>
            <a:off x="7551738" y="4219575"/>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43372" name="Line 1034"/>
          <p:cNvSpPr>
            <a:spLocks noChangeShapeType="1"/>
          </p:cNvSpPr>
          <p:nvPr/>
        </p:nvSpPr>
        <p:spPr bwMode="auto">
          <a:xfrm>
            <a:off x="6256338" y="4600575"/>
            <a:ext cx="1295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43373" name="Object 3"/>
          <p:cNvGraphicFramePr>
            <a:graphicFrameLocks noChangeAspect="1"/>
          </p:cNvGraphicFramePr>
          <p:nvPr/>
        </p:nvGraphicFramePr>
        <p:xfrm>
          <a:off x="2446338" y="4219575"/>
          <a:ext cx="290512" cy="304800"/>
        </p:xfrm>
        <a:graphic>
          <a:graphicData uri="http://schemas.openxmlformats.org/presentationml/2006/ole">
            <mc:AlternateContent xmlns:mc="http://schemas.openxmlformats.org/markup-compatibility/2006">
              <mc:Choice xmlns:v="urn:schemas-microsoft-com:vml" Requires="v">
                <p:oleObj spid="_x0000_s143394" name="Equation" r:id="rId6" imgW="291973" imgH="304668" progId="Equation.3">
                  <p:embed/>
                </p:oleObj>
              </mc:Choice>
              <mc:Fallback>
                <p:oleObj name="Equation" r:id="rId6" imgW="291973" imgH="304668"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46338" y="4219575"/>
                        <a:ext cx="290512"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374" name="Object 4"/>
          <p:cNvGraphicFramePr>
            <a:graphicFrameLocks noChangeAspect="1"/>
          </p:cNvGraphicFramePr>
          <p:nvPr/>
        </p:nvGraphicFramePr>
        <p:xfrm>
          <a:off x="4503738" y="4143375"/>
          <a:ext cx="265112" cy="430213"/>
        </p:xfrm>
        <a:graphic>
          <a:graphicData uri="http://schemas.openxmlformats.org/presentationml/2006/ole">
            <mc:AlternateContent xmlns:mc="http://schemas.openxmlformats.org/markup-compatibility/2006">
              <mc:Choice xmlns:v="urn:schemas-microsoft-com:vml" Requires="v">
                <p:oleObj spid="_x0000_s143395" name="Equation" r:id="rId8" imgW="266469" imgH="431425" progId="Equation.3">
                  <p:embed/>
                </p:oleObj>
              </mc:Choice>
              <mc:Fallback>
                <p:oleObj name="Equation" r:id="rId8" imgW="266469" imgH="431425"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03738" y="4143375"/>
                        <a:ext cx="265112" cy="430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375" name="Object 5"/>
          <p:cNvGraphicFramePr>
            <a:graphicFrameLocks noChangeAspect="1"/>
          </p:cNvGraphicFramePr>
          <p:nvPr/>
        </p:nvGraphicFramePr>
        <p:xfrm>
          <a:off x="6713538" y="4143375"/>
          <a:ext cx="328612" cy="419100"/>
        </p:xfrm>
        <a:graphic>
          <a:graphicData uri="http://schemas.openxmlformats.org/presentationml/2006/ole">
            <mc:AlternateContent xmlns:mc="http://schemas.openxmlformats.org/markup-compatibility/2006">
              <mc:Choice xmlns:v="urn:schemas-microsoft-com:vml" Requires="v">
                <p:oleObj spid="_x0000_s143396" name="Equation" r:id="rId10" imgW="330200" imgH="419100" progId="Equation.3">
                  <p:embed/>
                </p:oleObj>
              </mc:Choice>
              <mc:Fallback>
                <p:oleObj name="Equation" r:id="rId10" imgW="330200" imgH="419100" progId="Equation.3">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713538" y="4143375"/>
                        <a:ext cx="328612"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376" name="Object 6"/>
          <p:cNvGraphicFramePr>
            <a:graphicFrameLocks noChangeAspect="1"/>
          </p:cNvGraphicFramePr>
          <p:nvPr/>
        </p:nvGraphicFramePr>
        <p:xfrm>
          <a:off x="3970338" y="5667375"/>
          <a:ext cx="328612" cy="419100"/>
        </p:xfrm>
        <a:graphic>
          <a:graphicData uri="http://schemas.openxmlformats.org/presentationml/2006/ole">
            <mc:AlternateContent xmlns:mc="http://schemas.openxmlformats.org/markup-compatibility/2006">
              <mc:Choice xmlns:v="urn:schemas-microsoft-com:vml" Requires="v">
                <p:oleObj spid="_x0000_s143397" name="Equation" r:id="rId12" imgW="330200" imgH="419100" progId="Equation.3">
                  <p:embed/>
                </p:oleObj>
              </mc:Choice>
              <mc:Fallback>
                <p:oleObj name="Equation" r:id="rId12" imgW="330200" imgH="419100" progId="Equation.3">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70338" y="5667375"/>
                        <a:ext cx="328612"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377" name="Oval 1039"/>
          <p:cNvSpPr>
            <a:spLocks noChangeArrowheads="1"/>
          </p:cNvSpPr>
          <p:nvPr/>
        </p:nvSpPr>
        <p:spPr bwMode="auto">
          <a:xfrm>
            <a:off x="5265738" y="4067175"/>
            <a:ext cx="990600" cy="990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43378" name="Freeform 1040"/>
          <p:cNvSpPr>
            <a:spLocks/>
          </p:cNvSpPr>
          <p:nvPr/>
        </p:nvSpPr>
        <p:spPr bwMode="auto">
          <a:xfrm>
            <a:off x="1455738" y="4905375"/>
            <a:ext cx="6324600" cy="1231900"/>
          </a:xfrm>
          <a:custGeom>
            <a:avLst/>
            <a:gdLst>
              <a:gd name="T0" fmla="*/ 2147483646 w 3984"/>
              <a:gd name="T1" fmla="*/ 0 h 776"/>
              <a:gd name="T2" fmla="*/ 2147483646 w 3984"/>
              <a:gd name="T3" fmla="*/ 2147483646 h 776"/>
              <a:gd name="T4" fmla="*/ 2147483646 w 3984"/>
              <a:gd name="T5" fmla="*/ 2147483646 h 776"/>
              <a:gd name="T6" fmla="*/ 0 w 3984"/>
              <a:gd name="T7" fmla="*/ 0 h 776"/>
              <a:gd name="T8" fmla="*/ 0 60000 65536"/>
              <a:gd name="T9" fmla="*/ 0 60000 65536"/>
              <a:gd name="T10" fmla="*/ 0 60000 65536"/>
              <a:gd name="T11" fmla="*/ 0 60000 65536"/>
              <a:gd name="T12" fmla="*/ 0 w 3984"/>
              <a:gd name="T13" fmla="*/ 0 h 776"/>
              <a:gd name="T14" fmla="*/ 3984 w 3984"/>
              <a:gd name="T15" fmla="*/ 776 h 776"/>
            </a:gdLst>
            <a:ahLst/>
            <a:cxnLst>
              <a:cxn ang="T8">
                <a:pos x="T0" y="T1"/>
              </a:cxn>
              <a:cxn ang="T9">
                <a:pos x="T2" y="T3"/>
              </a:cxn>
              <a:cxn ang="T10">
                <a:pos x="T4" y="T5"/>
              </a:cxn>
              <a:cxn ang="T11">
                <a:pos x="T6" y="T7"/>
              </a:cxn>
            </a:cxnLst>
            <a:rect l="T12" t="T13" r="T14" b="T15"/>
            <a:pathLst>
              <a:path w="3984" h="776">
                <a:moveTo>
                  <a:pt x="3984" y="0"/>
                </a:moveTo>
                <a:cubicBezTo>
                  <a:pt x="3820" y="256"/>
                  <a:pt x="3656" y="512"/>
                  <a:pt x="3120" y="624"/>
                </a:cubicBezTo>
                <a:cubicBezTo>
                  <a:pt x="2584" y="736"/>
                  <a:pt x="1288" y="776"/>
                  <a:pt x="768" y="672"/>
                </a:cubicBezTo>
                <a:cubicBezTo>
                  <a:pt x="248" y="568"/>
                  <a:pt x="124" y="284"/>
                  <a:pt x="0" y="0"/>
                </a:cubicBezTo>
              </a:path>
            </a:pathLst>
          </a:custGeom>
          <a:noFill/>
          <a:ln w="9525" cap="flat" cmpd="sng">
            <a:solidFill>
              <a:schemeClr val="tx1"/>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GB"/>
          </a:p>
        </p:txBody>
      </p:sp>
      <p:sp>
        <p:nvSpPr>
          <p:cNvPr id="143379" name="Rectangle 1041"/>
          <p:cNvSpPr>
            <a:spLocks noChangeArrowheads="1"/>
          </p:cNvSpPr>
          <p:nvPr/>
        </p:nvSpPr>
        <p:spPr bwMode="auto">
          <a:xfrm>
            <a:off x="685800" y="1371600"/>
            <a:ext cx="7696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43380" name="Line 1042"/>
          <p:cNvSpPr>
            <a:spLocks noChangeShapeType="1"/>
          </p:cNvSpPr>
          <p:nvPr/>
        </p:nvSpPr>
        <p:spPr bwMode="auto">
          <a:xfrm>
            <a:off x="12192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143381" name="Line 1043"/>
          <p:cNvSpPr>
            <a:spLocks noChangeShapeType="1"/>
          </p:cNvSpPr>
          <p:nvPr/>
        </p:nvSpPr>
        <p:spPr bwMode="auto">
          <a:xfrm>
            <a:off x="17526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43382" name="Object 7"/>
          <p:cNvGraphicFramePr>
            <a:graphicFrameLocks noChangeAspect="1"/>
          </p:cNvGraphicFramePr>
          <p:nvPr/>
        </p:nvGraphicFramePr>
        <p:xfrm>
          <a:off x="825500" y="1511300"/>
          <a:ext cx="290513" cy="304800"/>
        </p:xfrm>
        <a:graphic>
          <a:graphicData uri="http://schemas.openxmlformats.org/presentationml/2006/ole">
            <mc:AlternateContent xmlns:mc="http://schemas.openxmlformats.org/markup-compatibility/2006">
              <mc:Choice xmlns:v="urn:schemas-microsoft-com:vml" Requires="v">
                <p:oleObj spid="_x0000_s143398" name="Equation" r:id="rId13" imgW="291973" imgH="304668" progId="Equation.3">
                  <p:embed/>
                </p:oleObj>
              </mc:Choice>
              <mc:Fallback>
                <p:oleObj name="Equation" r:id="rId13" imgW="291973" imgH="304668"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25500" y="1511300"/>
                        <a:ext cx="290513"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383" name="Line 1045"/>
          <p:cNvSpPr>
            <a:spLocks noChangeShapeType="1"/>
          </p:cNvSpPr>
          <p:nvPr/>
        </p:nvSpPr>
        <p:spPr bwMode="auto">
          <a:xfrm>
            <a:off x="1981200" y="914400"/>
            <a:ext cx="0" cy="457200"/>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43384" name="Object 8"/>
          <p:cNvGraphicFramePr>
            <a:graphicFrameLocks noChangeAspect="1"/>
          </p:cNvGraphicFramePr>
          <p:nvPr/>
        </p:nvGraphicFramePr>
        <p:xfrm>
          <a:off x="1371600" y="1447800"/>
          <a:ext cx="265113" cy="431800"/>
        </p:xfrm>
        <a:graphic>
          <a:graphicData uri="http://schemas.openxmlformats.org/presentationml/2006/ole">
            <mc:AlternateContent xmlns:mc="http://schemas.openxmlformats.org/markup-compatibility/2006">
              <mc:Choice xmlns:v="urn:schemas-microsoft-com:vml" Requires="v">
                <p:oleObj spid="_x0000_s143399" name="Equation" r:id="rId15" imgW="266469" imgH="431425" progId="Equation.3">
                  <p:embed/>
                </p:oleObj>
              </mc:Choice>
              <mc:Fallback>
                <p:oleObj name="Equation" r:id="rId15" imgW="266469" imgH="431425" progId="Equation.3">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371600" y="1447800"/>
                        <a:ext cx="265113"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385" name="Line 1047"/>
          <p:cNvSpPr>
            <a:spLocks noChangeShapeType="1"/>
          </p:cNvSpPr>
          <p:nvPr/>
        </p:nvSpPr>
        <p:spPr bwMode="auto">
          <a:xfrm>
            <a:off x="22860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143386" name="Line 1048"/>
          <p:cNvSpPr>
            <a:spLocks noChangeShapeType="1"/>
          </p:cNvSpPr>
          <p:nvPr/>
        </p:nvSpPr>
        <p:spPr bwMode="auto">
          <a:xfrm>
            <a:off x="28194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43387" name="Object 9"/>
          <p:cNvGraphicFramePr>
            <a:graphicFrameLocks noChangeAspect="1"/>
          </p:cNvGraphicFramePr>
          <p:nvPr/>
        </p:nvGraphicFramePr>
        <p:xfrm>
          <a:off x="1892300" y="1511300"/>
          <a:ext cx="290513" cy="304800"/>
        </p:xfrm>
        <a:graphic>
          <a:graphicData uri="http://schemas.openxmlformats.org/presentationml/2006/ole">
            <mc:AlternateContent xmlns:mc="http://schemas.openxmlformats.org/markup-compatibility/2006">
              <mc:Choice xmlns:v="urn:schemas-microsoft-com:vml" Requires="v">
                <p:oleObj spid="_x0000_s143400" name="Equation" r:id="rId17" imgW="291973" imgH="304668" progId="Equation.3">
                  <p:embed/>
                </p:oleObj>
              </mc:Choice>
              <mc:Fallback>
                <p:oleObj name="Equation" r:id="rId17" imgW="291973" imgH="304668" progId="Equation.3">
                  <p:embed/>
                  <p:pic>
                    <p:nvPicPr>
                      <p:cNvPr id="0" name="Object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92300" y="1511300"/>
                        <a:ext cx="290513"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388" name="Object 10"/>
          <p:cNvGraphicFramePr>
            <a:graphicFrameLocks noChangeAspect="1"/>
          </p:cNvGraphicFramePr>
          <p:nvPr/>
        </p:nvGraphicFramePr>
        <p:xfrm>
          <a:off x="2438400" y="1447800"/>
          <a:ext cx="265113" cy="431800"/>
        </p:xfrm>
        <a:graphic>
          <a:graphicData uri="http://schemas.openxmlformats.org/presentationml/2006/ole">
            <mc:AlternateContent xmlns:mc="http://schemas.openxmlformats.org/markup-compatibility/2006">
              <mc:Choice xmlns:v="urn:schemas-microsoft-com:vml" Requires="v">
                <p:oleObj spid="_x0000_s143401" name="Equation" r:id="rId18" imgW="266469" imgH="431425" progId="Equation.3">
                  <p:embed/>
                </p:oleObj>
              </mc:Choice>
              <mc:Fallback>
                <p:oleObj name="Equation" r:id="rId18" imgW="266469" imgH="431425" progId="Equation.3">
                  <p:embed/>
                  <p:pic>
                    <p:nvPicPr>
                      <p:cNvPr id="0" name="Object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438400" y="1447800"/>
                        <a:ext cx="265113"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389" name="Object 11"/>
          <p:cNvGraphicFramePr>
            <a:graphicFrameLocks noChangeAspect="1"/>
          </p:cNvGraphicFramePr>
          <p:nvPr/>
        </p:nvGraphicFramePr>
        <p:xfrm>
          <a:off x="3467100" y="4273550"/>
          <a:ext cx="404813" cy="569913"/>
        </p:xfrm>
        <a:graphic>
          <a:graphicData uri="http://schemas.openxmlformats.org/presentationml/2006/ole">
            <mc:AlternateContent xmlns:mc="http://schemas.openxmlformats.org/markup-compatibility/2006">
              <mc:Choice xmlns:v="urn:schemas-microsoft-com:vml" Requires="v">
                <p:oleObj spid="_x0000_s143402" name="Equation" r:id="rId19" imgW="406224" imgH="571252" progId="Equation.3">
                  <p:embed/>
                </p:oleObj>
              </mc:Choice>
              <mc:Fallback>
                <p:oleObj name="Equation" r:id="rId19" imgW="406224" imgH="571252" progId="Equation.3">
                  <p:embed/>
                  <p:pic>
                    <p:nvPicPr>
                      <p:cNvPr id="0" name="Object 1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467100" y="4273550"/>
                        <a:ext cx="404813" cy="569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390" name="Object 12"/>
          <p:cNvGraphicFramePr>
            <a:graphicFrameLocks noChangeAspect="1"/>
          </p:cNvGraphicFramePr>
          <p:nvPr/>
        </p:nvGraphicFramePr>
        <p:xfrm>
          <a:off x="5562600" y="4273550"/>
          <a:ext cx="481013" cy="569913"/>
        </p:xfrm>
        <a:graphic>
          <a:graphicData uri="http://schemas.openxmlformats.org/presentationml/2006/ole">
            <mc:AlternateContent xmlns:mc="http://schemas.openxmlformats.org/markup-compatibility/2006">
              <mc:Choice xmlns:v="urn:schemas-microsoft-com:vml" Requires="v">
                <p:oleObj spid="_x0000_s143403" name="Equation" r:id="rId21" imgW="482391" imgH="571252" progId="Equation.3">
                  <p:embed/>
                </p:oleObj>
              </mc:Choice>
              <mc:Fallback>
                <p:oleObj name="Equation" r:id="rId21" imgW="482391" imgH="571252" progId="Equation.3">
                  <p:embed/>
                  <p:pic>
                    <p:nvPicPr>
                      <p:cNvPr id="0" name="Object 1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562600" y="4273550"/>
                        <a:ext cx="481013" cy="569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391" name="Object 13"/>
          <p:cNvGraphicFramePr>
            <a:graphicFrameLocks noChangeAspect="1"/>
          </p:cNvGraphicFramePr>
          <p:nvPr/>
        </p:nvGraphicFramePr>
        <p:xfrm>
          <a:off x="7632700" y="4267200"/>
          <a:ext cx="455613" cy="582613"/>
        </p:xfrm>
        <a:graphic>
          <a:graphicData uri="http://schemas.openxmlformats.org/presentationml/2006/ole">
            <mc:AlternateContent xmlns:mc="http://schemas.openxmlformats.org/markup-compatibility/2006">
              <mc:Choice xmlns:v="urn:schemas-microsoft-com:vml" Requires="v">
                <p:oleObj spid="_x0000_s143404" name="Equation" r:id="rId23" imgW="457002" imgH="583947" progId="Equation.3">
                  <p:embed/>
                </p:oleObj>
              </mc:Choice>
              <mc:Fallback>
                <p:oleObj name="Equation" r:id="rId23" imgW="457002" imgH="583947" progId="Equation.3">
                  <p:embed/>
                  <p:pic>
                    <p:nvPicPr>
                      <p:cNvPr id="0" name="Object 1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632700" y="4267200"/>
                        <a:ext cx="455613" cy="582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392" name="Line 1054"/>
          <p:cNvSpPr>
            <a:spLocks noChangeShapeType="1"/>
          </p:cNvSpPr>
          <p:nvPr/>
        </p:nvSpPr>
        <p:spPr bwMode="auto">
          <a:xfrm>
            <a:off x="3200400" y="5029200"/>
            <a:ext cx="914400" cy="0"/>
          </a:xfrm>
          <a:prstGeom prst="line">
            <a:avLst/>
          </a:prstGeom>
          <a:noFill/>
          <a:ln w="6350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en-GB"/>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58"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45411" name="Slide Number Placeholder 3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7A83709-433D-4F86-88EA-5DFDEFF5E4F4}" type="slidenum">
              <a:rPr lang="en-US" altLang="en-US" sz="1200">
                <a:solidFill>
                  <a:srgbClr val="898989"/>
                </a:solidFill>
                <a:latin typeface="Arial" panose="020B0604020202020204" pitchFamily="34" charset="0"/>
              </a:rPr>
              <a:pPr>
                <a:spcBef>
                  <a:spcPct val="0"/>
                </a:spcBef>
                <a:buFontTx/>
                <a:buNone/>
              </a:pPr>
              <a:t>73</a:t>
            </a:fld>
            <a:endParaRPr lang="en-US" altLang="en-US" sz="1200">
              <a:solidFill>
                <a:srgbClr val="898989"/>
              </a:solidFill>
              <a:latin typeface="Arial" panose="020B0604020202020204" pitchFamily="34" charset="0"/>
            </a:endParaRPr>
          </a:p>
        </p:txBody>
      </p:sp>
      <p:sp>
        <p:nvSpPr>
          <p:cNvPr id="145412" name="Oval 1026"/>
          <p:cNvSpPr>
            <a:spLocks noChangeArrowheads="1"/>
          </p:cNvSpPr>
          <p:nvPr/>
        </p:nvSpPr>
        <p:spPr bwMode="auto">
          <a:xfrm>
            <a:off x="1150938" y="4219575"/>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aphicFrame>
        <p:nvGraphicFramePr>
          <p:cNvPr id="145413" name="Object 2"/>
          <p:cNvGraphicFramePr>
            <a:graphicFrameLocks noChangeAspect="1"/>
          </p:cNvGraphicFramePr>
          <p:nvPr/>
        </p:nvGraphicFramePr>
        <p:xfrm>
          <a:off x="1277938" y="4270375"/>
          <a:ext cx="481012" cy="582613"/>
        </p:xfrm>
        <a:graphic>
          <a:graphicData uri="http://schemas.openxmlformats.org/presentationml/2006/ole">
            <mc:AlternateContent xmlns:mc="http://schemas.openxmlformats.org/markup-compatibility/2006">
              <mc:Choice xmlns:v="urn:schemas-microsoft-com:vml" Requires="v">
                <p:oleObj spid="_x0000_s145441" name="Equation" r:id="rId4" imgW="482391" imgH="583947" progId="Equation.3">
                  <p:embed/>
                </p:oleObj>
              </mc:Choice>
              <mc:Fallback>
                <p:oleObj name="Equation" r:id="rId4" imgW="482391" imgH="583947"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77938" y="4270375"/>
                        <a:ext cx="481012" cy="582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5414" name="Oval 1028"/>
          <p:cNvSpPr>
            <a:spLocks noChangeArrowheads="1"/>
          </p:cNvSpPr>
          <p:nvPr/>
        </p:nvSpPr>
        <p:spPr bwMode="auto">
          <a:xfrm>
            <a:off x="5418138" y="4219575"/>
            <a:ext cx="685800" cy="685800"/>
          </a:xfrm>
          <a:prstGeom prst="ellipse">
            <a:avLst/>
          </a:prstGeom>
          <a:solidFill>
            <a:srgbClr val="FF0000">
              <a:alpha val="50195"/>
            </a:srgbClr>
          </a:solidFill>
          <a:ln w="38100">
            <a:solidFill>
              <a:srgbClr val="FF0000"/>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45415" name="Oval 1029"/>
          <p:cNvSpPr>
            <a:spLocks noChangeArrowheads="1"/>
          </p:cNvSpPr>
          <p:nvPr/>
        </p:nvSpPr>
        <p:spPr bwMode="auto">
          <a:xfrm>
            <a:off x="3284538" y="4219575"/>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45416" name="Line 1030"/>
          <p:cNvSpPr>
            <a:spLocks noChangeShapeType="1"/>
          </p:cNvSpPr>
          <p:nvPr/>
        </p:nvSpPr>
        <p:spPr bwMode="auto">
          <a:xfrm>
            <a:off x="1836738" y="4600575"/>
            <a:ext cx="1447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45417" name="Line 1031"/>
          <p:cNvSpPr>
            <a:spLocks noChangeShapeType="1"/>
          </p:cNvSpPr>
          <p:nvPr/>
        </p:nvSpPr>
        <p:spPr bwMode="auto">
          <a:xfrm>
            <a:off x="3970338" y="4600575"/>
            <a:ext cx="1295400" cy="0"/>
          </a:xfrm>
          <a:prstGeom prst="line">
            <a:avLst/>
          </a:prstGeom>
          <a:noFill/>
          <a:ln w="3810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45418" name="Line 1032"/>
          <p:cNvSpPr>
            <a:spLocks noChangeShapeType="1"/>
          </p:cNvSpPr>
          <p:nvPr/>
        </p:nvSpPr>
        <p:spPr bwMode="auto">
          <a:xfrm>
            <a:off x="617538" y="4600575"/>
            <a:ext cx="533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45419" name="Oval 1033"/>
          <p:cNvSpPr>
            <a:spLocks noChangeArrowheads="1"/>
          </p:cNvSpPr>
          <p:nvPr/>
        </p:nvSpPr>
        <p:spPr bwMode="auto">
          <a:xfrm>
            <a:off x="7551738" y="4219575"/>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45420" name="Line 1034"/>
          <p:cNvSpPr>
            <a:spLocks noChangeShapeType="1"/>
          </p:cNvSpPr>
          <p:nvPr/>
        </p:nvSpPr>
        <p:spPr bwMode="auto">
          <a:xfrm>
            <a:off x="6256338" y="4600575"/>
            <a:ext cx="1295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45421" name="Object 3"/>
          <p:cNvGraphicFramePr>
            <a:graphicFrameLocks noChangeAspect="1"/>
          </p:cNvGraphicFramePr>
          <p:nvPr/>
        </p:nvGraphicFramePr>
        <p:xfrm>
          <a:off x="2446338" y="4219575"/>
          <a:ext cx="290512" cy="304800"/>
        </p:xfrm>
        <a:graphic>
          <a:graphicData uri="http://schemas.openxmlformats.org/presentationml/2006/ole">
            <mc:AlternateContent xmlns:mc="http://schemas.openxmlformats.org/markup-compatibility/2006">
              <mc:Choice xmlns:v="urn:schemas-microsoft-com:vml" Requires="v">
                <p:oleObj spid="_x0000_s145442" name="Equation" r:id="rId6" imgW="291973" imgH="304668" progId="Equation.3">
                  <p:embed/>
                </p:oleObj>
              </mc:Choice>
              <mc:Fallback>
                <p:oleObj name="Equation" r:id="rId6" imgW="291973" imgH="304668"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46338" y="4219575"/>
                        <a:ext cx="290512"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5422" name="Object 4"/>
          <p:cNvGraphicFramePr>
            <a:graphicFrameLocks noChangeAspect="1"/>
          </p:cNvGraphicFramePr>
          <p:nvPr/>
        </p:nvGraphicFramePr>
        <p:xfrm>
          <a:off x="4503738" y="4143375"/>
          <a:ext cx="265112" cy="430213"/>
        </p:xfrm>
        <a:graphic>
          <a:graphicData uri="http://schemas.openxmlformats.org/presentationml/2006/ole">
            <mc:AlternateContent xmlns:mc="http://schemas.openxmlformats.org/markup-compatibility/2006">
              <mc:Choice xmlns:v="urn:schemas-microsoft-com:vml" Requires="v">
                <p:oleObj spid="_x0000_s145443" name="Equation" r:id="rId8" imgW="266469" imgH="431425" progId="Equation.3">
                  <p:embed/>
                </p:oleObj>
              </mc:Choice>
              <mc:Fallback>
                <p:oleObj name="Equation" r:id="rId8" imgW="266469" imgH="431425"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03738" y="4143375"/>
                        <a:ext cx="265112" cy="430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5423" name="Object 5"/>
          <p:cNvGraphicFramePr>
            <a:graphicFrameLocks noChangeAspect="1"/>
          </p:cNvGraphicFramePr>
          <p:nvPr/>
        </p:nvGraphicFramePr>
        <p:xfrm>
          <a:off x="6713538" y="4143375"/>
          <a:ext cx="328612" cy="419100"/>
        </p:xfrm>
        <a:graphic>
          <a:graphicData uri="http://schemas.openxmlformats.org/presentationml/2006/ole">
            <mc:AlternateContent xmlns:mc="http://schemas.openxmlformats.org/markup-compatibility/2006">
              <mc:Choice xmlns:v="urn:schemas-microsoft-com:vml" Requires="v">
                <p:oleObj spid="_x0000_s145444" name="Equation" r:id="rId10" imgW="330200" imgH="419100" progId="Equation.3">
                  <p:embed/>
                </p:oleObj>
              </mc:Choice>
              <mc:Fallback>
                <p:oleObj name="Equation" r:id="rId10" imgW="330200" imgH="419100" progId="Equation.3">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713538" y="4143375"/>
                        <a:ext cx="328612"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5424" name="Object 6"/>
          <p:cNvGraphicFramePr>
            <a:graphicFrameLocks noChangeAspect="1"/>
          </p:cNvGraphicFramePr>
          <p:nvPr/>
        </p:nvGraphicFramePr>
        <p:xfrm>
          <a:off x="3970338" y="5667375"/>
          <a:ext cx="328612" cy="419100"/>
        </p:xfrm>
        <a:graphic>
          <a:graphicData uri="http://schemas.openxmlformats.org/presentationml/2006/ole">
            <mc:AlternateContent xmlns:mc="http://schemas.openxmlformats.org/markup-compatibility/2006">
              <mc:Choice xmlns:v="urn:schemas-microsoft-com:vml" Requires="v">
                <p:oleObj spid="_x0000_s145445" name="Equation" r:id="rId12" imgW="330200" imgH="419100" progId="Equation.3">
                  <p:embed/>
                </p:oleObj>
              </mc:Choice>
              <mc:Fallback>
                <p:oleObj name="Equation" r:id="rId12" imgW="330200" imgH="419100" progId="Equation.3">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70338" y="5667375"/>
                        <a:ext cx="328612"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5425" name="Oval 1039"/>
          <p:cNvSpPr>
            <a:spLocks noChangeArrowheads="1"/>
          </p:cNvSpPr>
          <p:nvPr/>
        </p:nvSpPr>
        <p:spPr bwMode="auto">
          <a:xfrm>
            <a:off x="5265738" y="4067175"/>
            <a:ext cx="990600" cy="99060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45426" name="Freeform 1040"/>
          <p:cNvSpPr>
            <a:spLocks/>
          </p:cNvSpPr>
          <p:nvPr/>
        </p:nvSpPr>
        <p:spPr bwMode="auto">
          <a:xfrm>
            <a:off x="1455738" y="4905375"/>
            <a:ext cx="6324600" cy="1231900"/>
          </a:xfrm>
          <a:custGeom>
            <a:avLst/>
            <a:gdLst>
              <a:gd name="T0" fmla="*/ 2147483646 w 3984"/>
              <a:gd name="T1" fmla="*/ 0 h 776"/>
              <a:gd name="T2" fmla="*/ 2147483646 w 3984"/>
              <a:gd name="T3" fmla="*/ 2147483646 h 776"/>
              <a:gd name="T4" fmla="*/ 2147483646 w 3984"/>
              <a:gd name="T5" fmla="*/ 2147483646 h 776"/>
              <a:gd name="T6" fmla="*/ 0 w 3984"/>
              <a:gd name="T7" fmla="*/ 0 h 776"/>
              <a:gd name="T8" fmla="*/ 0 60000 65536"/>
              <a:gd name="T9" fmla="*/ 0 60000 65536"/>
              <a:gd name="T10" fmla="*/ 0 60000 65536"/>
              <a:gd name="T11" fmla="*/ 0 60000 65536"/>
              <a:gd name="T12" fmla="*/ 0 w 3984"/>
              <a:gd name="T13" fmla="*/ 0 h 776"/>
              <a:gd name="T14" fmla="*/ 3984 w 3984"/>
              <a:gd name="T15" fmla="*/ 776 h 776"/>
            </a:gdLst>
            <a:ahLst/>
            <a:cxnLst>
              <a:cxn ang="T8">
                <a:pos x="T0" y="T1"/>
              </a:cxn>
              <a:cxn ang="T9">
                <a:pos x="T2" y="T3"/>
              </a:cxn>
              <a:cxn ang="T10">
                <a:pos x="T4" y="T5"/>
              </a:cxn>
              <a:cxn ang="T11">
                <a:pos x="T6" y="T7"/>
              </a:cxn>
            </a:cxnLst>
            <a:rect l="T12" t="T13" r="T14" b="T15"/>
            <a:pathLst>
              <a:path w="3984" h="776">
                <a:moveTo>
                  <a:pt x="3984" y="0"/>
                </a:moveTo>
                <a:cubicBezTo>
                  <a:pt x="3820" y="256"/>
                  <a:pt x="3656" y="512"/>
                  <a:pt x="3120" y="624"/>
                </a:cubicBezTo>
                <a:cubicBezTo>
                  <a:pt x="2584" y="736"/>
                  <a:pt x="1288" y="776"/>
                  <a:pt x="768" y="672"/>
                </a:cubicBezTo>
                <a:cubicBezTo>
                  <a:pt x="248" y="568"/>
                  <a:pt x="124" y="284"/>
                  <a:pt x="0" y="0"/>
                </a:cubicBezTo>
              </a:path>
            </a:pathLst>
          </a:custGeom>
          <a:noFill/>
          <a:ln w="9525" cap="flat" cmpd="sng">
            <a:solidFill>
              <a:schemeClr val="tx1"/>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GB"/>
          </a:p>
        </p:txBody>
      </p:sp>
      <p:sp>
        <p:nvSpPr>
          <p:cNvPr id="145427" name="Rectangle 1041"/>
          <p:cNvSpPr>
            <a:spLocks noChangeArrowheads="1"/>
          </p:cNvSpPr>
          <p:nvPr/>
        </p:nvSpPr>
        <p:spPr bwMode="auto">
          <a:xfrm>
            <a:off x="685800" y="1371600"/>
            <a:ext cx="7696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45428" name="Line 1042"/>
          <p:cNvSpPr>
            <a:spLocks noChangeShapeType="1"/>
          </p:cNvSpPr>
          <p:nvPr/>
        </p:nvSpPr>
        <p:spPr bwMode="auto">
          <a:xfrm>
            <a:off x="12192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145429" name="Line 1043"/>
          <p:cNvSpPr>
            <a:spLocks noChangeShapeType="1"/>
          </p:cNvSpPr>
          <p:nvPr/>
        </p:nvSpPr>
        <p:spPr bwMode="auto">
          <a:xfrm>
            <a:off x="17526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45430" name="Object 7"/>
          <p:cNvGraphicFramePr>
            <a:graphicFrameLocks noChangeAspect="1"/>
          </p:cNvGraphicFramePr>
          <p:nvPr/>
        </p:nvGraphicFramePr>
        <p:xfrm>
          <a:off x="825500" y="1511300"/>
          <a:ext cx="290513" cy="304800"/>
        </p:xfrm>
        <a:graphic>
          <a:graphicData uri="http://schemas.openxmlformats.org/presentationml/2006/ole">
            <mc:AlternateContent xmlns:mc="http://schemas.openxmlformats.org/markup-compatibility/2006">
              <mc:Choice xmlns:v="urn:schemas-microsoft-com:vml" Requires="v">
                <p:oleObj spid="_x0000_s145446" name="Equation" r:id="rId13" imgW="291973" imgH="304668" progId="Equation.3">
                  <p:embed/>
                </p:oleObj>
              </mc:Choice>
              <mc:Fallback>
                <p:oleObj name="Equation" r:id="rId13" imgW="291973" imgH="304668"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25500" y="1511300"/>
                        <a:ext cx="290513"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5431" name="Line 1045"/>
          <p:cNvSpPr>
            <a:spLocks noChangeShapeType="1"/>
          </p:cNvSpPr>
          <p:nvPr/>
        </p:nvSpPr>
        <p:spPr bwMode="auto">
          <a:xfrm>
            <a:off x="2514600" y="914400"/>
            <a:ext cx="0" cy="457200"/>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45432" name="Object 8"/>
          <p:cNvGraphicFramePr>
            <a:graphicFrameLocks noChangeAspect="1"/>
          </p:cNvGraphicFramePr>
          <p:nvPr/>
        </p:nvGraphicFramePr>
        <p:xfrm>
          <a:off x="1371600" y="1447800"/>
          <a:ext cx="265113" cy="431800"/>
        </p:xfrm>
        <a:graphic>
          <a:graphicData uri="http://schemas.openxmlformats.org/presentationml/2006/ole">
            <mc:AlternateContent xmlns:mc="http://schemas.openxmlformats.org/markup-compatibility/2006">
              <mc:Choice xmlns:v="urn:schemas-microsoft-com:vml" Requires="v">
                <p:oleObj spid="_x0000_s145447" name="Equation" r:id="rId15" imgW="266469" imgH="431425" progId="Equation.3">
                  <p:embed/>
                </p:oleObj>
              </mc:Choice>
              <mc:Fallback>
                <p:oleObj name="Equation" r:id="rId15" imgW="266469" imgH="431425" progId="Equation.3">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371600" y="1447800"/>
                        <a:ext cx="265113"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5433" name="Line 1047"/>
          <p:cNvSpPr>
            <a:spLocks noChangeShapeType="1"/>
          </p:cNvSpPr>
          <p:nvPr/>
        </p:nvSpPr>
        <p:spPr bwMode="auto">
          <a:xfrm>
            <a:off x="22860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145434" name="Line 1048"/>
          <p:cNvSpPr>
            <a:spLocks noChangeShapeType="1"/>
          </p:cNvSpPr>
          <p:nvPr/>
        </p:nvSpPr>
        <p:spPr bwMode="auto">
          <a:xfrm>
            <a:off x="28194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45435" name="Object 9"/>
          <p:cNvGraphicFramePr>
            <a:graphicFrameLocks noChangeAspect="1"/>
          </p:cNvGraphicFramePr>
          <p:nvPr/>
        </p:nvGraphicFramePr>
        <p:xfrm>
          <a:off x="1892300" y="1511300"/>
          <a:ext cx="290513" cy="304800"/>
        </p:xfrm>
        <a:graphic>
          <a:graphicData uri="http://schemas.openxmlformats.org/presentationml/2006/ole">
            <mc:AlternateContent xmlns:mc="http://schemas.openxmlformats.org/markup-compatibility/2006">
              <mc:Choice xmlns:v="urn:schemas-microsoft-com:vml" Requires="v">
                <p:oleObj spid="_x0000_s145448" name="Equation" r:id="rId17" imgW="291973" imgH="304668" progId="Equation.3">
                  <p:embed/>
                </p:oleObj>
              </mc:Choice>
              <mc:Fallback>
                <p:oleObj name="Equation" r:id="rId17" imgW="291973" imgH="304668" progId="Equation.3">
                  <p:embed/>
                  <p:pic>
                    <p:nvPicPr>
                      <p:cNvPr id="0" name="Object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92300" y="1511300"/>
                        <a:ext cx="290513"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5436" name="Object 10"/>
          <p:cNvGraphicFramePr>
            <a:graphicFrameLocks noChangeAspect="1"/>
          </p:cNvGraphicFramePr>
          <p:nvPr/>
        </p:nvGraphicFramePr>
        <p:xfrm>
          <a:off x="2438400" y="1447800"/>
          <a:ext cx="265113" cy="431800"/>
        </p:xfrm>
        <a:graphic>
          <a:graphicData uri="http://schemas.openxmlformats.org/presentationml/2006/ole">
            <mc:AlternateContent xmlns:mc="http://schemas.openxmlformats.org/markup-compatibility/2006">
              <mc:Choice xmlns:v="urn:schemas-microsoft-com:vml" Requires="v">
                <p:oleObj spid="_x0000_s145449" name="Equation" r:id="rId18" imgW="266469" imgH="431425" progId="Equation.3">
                  <p:embed/>
                </p:oleObj>
              </mc:Choice>
              <mc:Fallback>
                <p:oleObj name="Equation" r:id="rId18" imgW="266469" imgH="431425" progId="Equation.3">
                  <p:embed/>
                  <p:pic>
                    <p:nvPicPr>
                      <p:cNvPr id="0" name="Object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438400" y="1447800"/>
                        <a:ext cx="265113"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5437" name="Object 11"/>
          <p:cNvGraphicFramePr>
            <a:graphicFrameLocks noChangeAspect="1"/>
          </p:cNvGraphicFramePr>
          <p:nvPr/>
        </p:nvGraphicFramePr>
        <p:xfrm>
          <a:off x="3467100" y="4273550"/>
          <a:ext cx="404813" cy="569913"/>
        </p:xfrm>
        <a:graphic>
          <a:graphicData uri="http://schemas.openxmlformats.org/presentationml/2006/ole">
            <mc:AlternateContent xmlns:mc="http://schemas.openxmlformats.org/markup-compatibility/2006">
              <mc:Choice xmlns:v="urn:schemas-microsoft-com:vml" Requires="v">
                <p:oleObj spid="_x0000_s145450" name="Equation" r:id="rId19" imgW="406224" imgH="571252" progId="Equation.3">
                  <p:embed/>
                </p:oleObj>
              </mc:Choice>
              <mc:Fallback>
                <p:oleObj name="Equation" r:id="rId19" imgW="406224" imgH="571252" progId="Equation.3">
                  <p:embed/>
                  <p:pic>
                    <p:nvPicPr>
                      <p:cNvPr id="0" name="Object 1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467100" y="4273550"/>
                        <a:ext cx="404813" cy="569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5438" name="Object 12"/>
          <p:cNvGraphicFramePr>
            <a:graphicFrameLocks noChangeAspect="1"/>
          </p:cNvGraphicFramePr>
          <p:nvPr/>
        </p:nvGraphicFramePr>
        <p:xfrm>
          <a:off x="5562600" y="4273550"/>
          <a:ext cx="481013" cy="569913"/>
        </p:xfrm>
        <a:graphic>
          <a:graphicData uri="http://schemas.openxmlformats.org/presentationml/2006/ole">
            <mc:AlternateContent xmlns:mc="http://schemas.openxmlformats.org/markup-compatibility/2006">
              <mc:Choice xmlns:v="urn:schemas-microsoft-com:vml" Requires="v">
                <p:oleObj spid="_x0000_s145451" name="Equation" r:id="rId21" imgW="482391" imgH="571252" progId="Equation.3">
                  <p:embed/>
                </p:oleObj>
              </mc:Choice>
              <mc:Fallback>
                <p:oleObj name="Equation" r:id="rId21" imgW="482391" imgH="571252" progId="Equation.3">
                  <p:embed/>
                  <p:pic>
                    <p:nvPicPr>
                      <p:cNvPr id="0" name="Object 1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562600" y="4273550"/>
                        <a:ext cx="481013" cy="569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5439" name="Object 13"/>
          <p:cNvGraphicFramePr>
            <a:graphicFrameLocks noChangeAspect="1"/>
          </p:cNvGraphicFramePr>
          <p:nvPr/>
        </p:nvGraphicFramePr>
        <p:xfrm>
          <a:off x="7632700" y="4267200"/>
          <a:ext cx="455613" cy="582613"/>
        </p:xfrm>
        <a:graphic>
          <a:graphicData uri="http://schemas.openxmlformats.org/presentationml/2006/ole">
            <mc:AlternateContent xmlns:mc="http://schemas.openxmlformats.org/markup-compatibility/2006">
              <mc:Choice xmlns:v="urn:schemas-microsoft-com:vml" Requires="v">
                <p:oleObj spid="_x0000_s145452" name="Equation" r:id="rId23" imgW="457002" imgH="583947" progId="Equation.3">
                  <p:embed/>
                </p:oleObj>
              </mc:Choice>
              <mc:Fallback>
                <p:oleObj name="Equation" r:id="rId23" imgW="457002" imgH="583947" progId="Equation.3">
                  <p:embed/>
                  <p:pic>
                    <p:nvPicPr>
                      <p:cNvPr id="0" name="Object 1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632700" y="4267200"/>
                        <a:ext cx="455613" cy="582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5440" name="Line 1054"/>
          <p:cNvSpPr>
            <a:spLocks noChangeShapeType="1"/>
          </p:cNvSpPr>
          <p:nvPr/>
        </p:nvSpPr>
        <p:spPr bwMode="auto">
          <a:xfrm>
            <a:off x="5334000" y="5181600"/>
            <a:ext cx="914400" cy="0"/>
          </a:xfrm>
          <a:prstGeom prst="line">
            <a:avLst/>
          </a:prstGeom>
          <a:noFill/>
          <a:ln w="6350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en-GB"/>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82"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47459" name="Slide Number Placeholder 3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1F3A058-0F72-4A11-90CF-72816FD8797C}" type="slidenum">
              <a:rPr lang="en-US" altLang="en-US" sz="1200">
                <a:solidFill>
                  <a:srgbClr val="898989"/>
                </a:solidFill>
                <a:latin typeface="Arial" panose="020B0604020202020204" pitchFamily="34" charset="0"/>
              </a:rPr>
              <a:pPr>
                <a:spcBef>
                  <a:spcPct val="0"/>
                </a:spcBef>
                <a:buFontTx/>
                <a:buNone/>
              </a:pPr>
              <a:t>74</a:t>
            </a:fld>
            <a:endParaRPr lang="en-US" altLang="en-US" sz="1200">
              <a:solidFill>
                <a:srgbClr val="898989"/>
              </a:solidFill>
              <a:latin typeface="Arial" panose="020B0604020202020204" pitchFamily="34" charset="0"/>
            </a:endParaRPr>
          </a:p>
        </p:txBody>
      </p:sp>
      <p:sp>
        <p:nvSpPr>
          <p:cNvPr id="147460" name="Rectangle 1041"/>
          <p:cNvSpPr>
            <a:spLocks noChangeArrowheads="1"/>
          </p:cNvSpPr>
          <p:nvPr/>
        </p:nvSpPr>
        <p:spPr bwMode="auto">
          <a:xfrm>
            <a:off x="685800" y="1371600"/>
            <a:ext cx="7696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47461" name="Line 1042"/>
          <p:cNvSpPr>
            <a:spLocks noChangeShapeType="1"/>
          </p:cNvSpPr>
          <p:nvPr/>
        </p:nvSpPr>
        <p:spPr bwMode="auto">
          <a:xfrm>
            <a:off x="12192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147462" name="Line 1043"/>
          <p:cNvSpPr>
            <a:spLocks noChangeShapeType="1"/>
          </p:cNvSpPr>
          <p:nvPr/>
        </p:nvSpPr>
        <p:spPr bwMode="auto">
          <a:xfrm>
            <a:off x="17526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47463" name="Object 2"/>
          <p:cNvGraphicFramePr>
            <a:graphicFrameLocks noChangeAspect="1"/>
          </p:cNvGraphicFramePr>
          <p:nvPr/>
        </p:nvGraphicFramePr>
        <p:xfrm>
          <a:off x="825500" y="1511300"/>
          <a:ext cx="290513" cy="304800"/>
        </p:xfrm>
        <a:graphic>
          <a:graphicData uri="http://schemas.openxmlformats.org/presentationml/2006/ole">
            <mc:AlternateContent xmlns:mc="http://schemas.openxmlformats.org/markup-compatibility/2006">
              <mc:Choice xmlns:v="urn:schemas-microsoft-com:vml" Requires="v">
                <p:oleObj spid="_x0000_s147490" name="Equation" r:id="rId4" imgW="291973" imgH="304668" progId="Equation.3">
                  <p:embed/>
                </p:oleObj>
              </mc:Choice>
              <mc:Fallback>
                <p:oleObj name="Equation" r:id="rId4" imgW="291973" imgH="304668"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5500" y="1511300"/>
                        <a:ext cx="290513"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7464" name="Line 1045"/>
          <p:cNvSpPr>
            <a:spLocks noChangeShapeType="1"/>
          </p:cNvSpPr>
          <p:nvPr/>
        </p:nvSpPr>
        <p:spPr bwMode="auto">
          <a:xfrm>
            <a:off x="2971800" y="914400"/>
            <a:ext cx="0" cy="457200"/>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47465" name="Object 3"/>
          <p:cNvGraphicFramePr>
            <a:graphicFrameLocks noChangeAspect="1"/>
          </p:cNvGraphicFramePr>
          <p:nvPr/>
        </p:nvGraphicFramePr>
        <p:xfrm>
          <a:off x="1371600" y="1447800"/>
          <a:ext cx="265113" cy="431800"/>
        </p:xfrm>
        <a:graphic>
          <a:graphicData uri="http://schemas.openxmlformats.org/presentationml/2006/ole">
            <mc:AlternateContent xmlns:mc="http://schemas.openxmlformats.org/markup-compatibility/2006">
              <mc:Choice xmlns:v="urn:schemas-microsoft-com:vml" Requires="v">
                <p:oleObj spid="_x0000_s147491" name="Equation" r:id="rId6" imgW="266469" imgH="431425" progId="Equation.3">
                  <p:embed/>
                </p:oleObj>
              </mc:Choice>
              <mc:Fallback>
                <p:oleObj name="Equation" r:id="rId6" imgW="266469" imgH="431425"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71600" y="1447800"/>
                        <a:ext cx="265113"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7466" name="Line 1047"/>
          <p:cNvSpPr>
            <a:spLocks noChangeShapeType="1"/>
          </p:cNvSpPr>
          <p:nvPr/>
        </p:nvSpPr>
        <p:spPr bwMode="auto">
          <a:xfrm>
            <a:off x="22860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147467" name="Line 1048"/>
          <p:cNvSpPr>
            <a:spLocks noChangeShapeType="1"/>
          </p:cNvSpPr>
          <p:nvPr/>
        </p:nvSpPr>
        <p:spPr bwMode="auto">
          <a:xfrm>
            <a:off x="2819400" y="1371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47468" name="Object 4"/>
          <p:cNvGraphicFramePr>
            <a:graphicFrameLocks noChangeAspect="1"/>
          </p:cNvGraphicFramePr>
          <p:nvPr/>
        </p:nvGraphicFramePr>
        <p:xfrm>
          <a:off x="1892300" y="1511300"/>
          <a:ext cx="290513" cy="304800"/>
        </p:xfrm>
        <a:graphic>
          <a:graphicData uri="http://schemas.openxmlformats.org/presentationml/2006/ole">
            <mc:AlternateContent xmlns:mc="http://schemas.openxmlformats.org/markup-compatibility/2006">
              <mc:Choice xmlns:v="urn:schemas-microsoft-com:vml" Requires="v">
                <p:oleObj spid="_x0000_s147492" name="Equation" r:id="rId8" imgW="291973" imgH="304668" progId="Equation.3">
                  <p:embed/>
                </p:oleObj>
              </mc:Choice>
              <mc:Fallback>
                <p:oleObj name="Equation" r:id="rId8" imgW="291973" imgH="304668"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92300" y="1511300"/>
                        <a:ext cx="290513"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7469" name="Object 5"/>
          <p:cNvGraphicFramePr>
            <a:graphicFrameLocks noChangeAspect="1"/>
          </p:cNvGraphicFramePr>
          <p:nvPr/>
        </p:nvGraphicFramePr>
        <p:xfrm>
          <a:off x="2438400" y="1447800"/>
          <a:ext cx="265113" cy="431800"/>
        </p:xfrm>
        <a:graphic>
          <a:graphicData uri="http://schemas.openxmlformats.org/presentationml/2006/ole">
            <mc:AlternateContent xmlns:mc="http://schemas.openxmlformats.org/markup-compatibility/2006">
              <mc:Choice xmlns:v="urn:schemas-microsoft-com:vml" Requires="v">
                <p:oleObj spid="_x0000_s147493" name="Equation" r:id="rId9" imgW="266469" imgH="431425" progId="Equation.3">
                  <p:embed/>
                </p:oleObj>
              </mc:Choice>
              <mc:Fallback>
                <p:oleObj name="Equation" r:id="rId9" imgW="266469" imgH="431425"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38400" y="1447800"/>
                        <a:ext cx="265113"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7470" name="Oval 1054"/>
          <p:cNvSpPr>
            <a:spLocks noChangeArrowheads="1"/>
          </p:cNvSpPr>
          <p:nvPr/>
        </p:nvSpPr>
        <p:spPr bwMode="auto">
          <a:xfrm>
            <a:off x="1150938" y="4219575"/>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aphicFrame>
        <p:nvGraphicFramePr>
          <p:cNvPr id="147471" name="Object 6"/>
          <p:cNvGraphicFramePr>
            <a:graphicFrameLocks noChangeAspect="1"/>
          </p:cNvGraphicFramePr>
          <p:nvPr/>
        </p:nvGraphicFramePr>
        <p:xfrm>
          <a:off x="1277938" y="4270375"/>
          <a:ext cx="481012" cy="582613"/>
        </p:xfrm>
        <a:graphic>
          <a:graphicData uri="http://schemas.openxmlformats.org/presentationml/2006/ole">
            <mc:AlternateContent xmlns:mc="http://schemas.openxmlformats.org/markup-compatibility/2006">
              <mc:Choice xmlns:v="urn:schemas-microsoft-com:vml" Requires="v">
                <p:oleObj spid="_x0000_s147494" name="Equation" r:id="rId10" imgW="482391" imgH="583947" progId="Equation.3">
                  <p:embed/>
                </p:oleObj>
              </mc:Choice>
              <mc:Fallback>
                <p:oleObj name="Equation" r:id="rId10" imgW="482391" imgH="583947" progId="Equation.3">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77938" y="4270375"/>
                        <a:ext cx="481012" cy="582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7472" name="Oval 1056"/>
          <p:cNvSpPr>
            <a:spLocks noChangeArrowheads="1"/>
          </p:cNvSpPr>
          <p:nvPr/>
        </p:nvSpPr>
        <p:spPr bwMode="auto">
          <a:xfrm>
            <a:off x="5418138" y="4219575"/>
            <a:ext cx="685800" cy="685800"/>
          </a:xfrm>
          <a:prstGeom prst="ellipse">
            <a:avLst/>
          </a:prstGeom>
          <a:solidFill>
            <a:srgbClr val="FF0000">
              <a:alpha val="50195"/>
            </a:srgbClr>
          </a:solidFill>
          <a:ln w="38100">
            <a:solidFill>
              <a:srgbClr val="FF0000"/>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47473" name="Oval 1057"/>
          <p:cNvSpPr>
            <a:spLocks noChangeArrowheads="1"/>
          </p:cNvSpPr>
          <p:nvPr/>
        </p:nvSpPr>
        <p:spPr bwMode="auto">
          <a:xfrm>
            <a:off x="3284538" y="4219575"/>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47474" name="Line 1058"/>
          <p:cNvSpPr>
            <a:spLocks noChangeShapeType="1"/>
          </p:cNvSpPr>
          <p:nvPr/>
        </p:nvSpPr>
        <p:spPr bwMode="auto">
          <a:xfrm>
            <a:off x="1836738" y="4600575"/>
            <a:ext cx="1447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47475" name="Line 1059"/>
          <p:cNvSpPr>
            <a:spLocks noChangeShapeType="1"/>
          </p:cNvSpPr>
          <p:nvPr/>
        </p:nvSpPr>
        <p:spPr bwMode="auto">
          <a:xfrm>
            <a:off x="3970338" y="4600575"/>
            <a:ext cx="1295400" cy="0"/>
          </a:xfrm>
          <a:prstGeom prst="line">
            <a:avLst/>
          </a:prstGeom>
          <a:noFill/>
          <a:ln w="38100">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47476" name="Line 1060"/>
          <p:cNvSpPr>
            <a:spLocks noChangeShapeType="1"/>
          </p:cNvSpPr>
          <p:nvPr/>
        </p:nvSpPr>
        <p:spPr bwMode="auto">
          <a:xfrm>
            <a:off x="617538" y="4600575"/>
            <a:ext cx="533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47477" name="Oval 1061"/>
          <p:cNvSpPr>
            <a:spLocks noChangeArrowheads="1"/>
          </p:cNvSpPr>
          <p:nvPr/>
        </p:nvSpPr>
        <p:spPr bwMode="auto">
          <a:xfrm>
            <a:off x="7551738" y="4219575"/>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47478" name="Line 1062"/>
          <p:cNvSpPr>
            <a:spLocks noChangeShapeType="1"/>
          </p:cNvSpPr>
          <p:nvPr/>
        </p:nvSpPr>
        <p:spPr bwMode="auto">
          <a:xfrm>
            <a:off x="6256338" y="4600575"/>
            <a:ext cx="1295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47479" name="Object 7"/>
          <p:cNvGraphicFramePr>
            <a:graphicFrameLocks noChangeAspect="1"/>
          </p:cNvGraphicFramePr>
          <p:nvPr/>
        </p:nvGraphicFramePr>
        <p:xfrm>
          <a:off x="2446338" y="4219575"/>
          <a:ext cx="290512" cy="304800"/>
        </p:xfrm>
        <a:graphic>
          <a:graphicData uri="http://schemas.openxmlformats.org/presentationml/2006/ole">
            <mc:AlternateContent xmlns:mc="http://schemas.openxmlformats.org/markup-compatibility/2006">
              <mc:Choice xmlns:v="urn:schemas-microsoft-com:vml" Requires="v">
                <p:oleObj spid="_x0000_s147495" name="Equation" r:id="rId12" imgW="291973" imgH="304668" progId="Equation.3">
                  <p:embed/>
                </p:oleObj>
              </mc:Choice>
              <mc:Fallback>
                <p:oleObj name="Equation" r:id="rId12" imgW="291973" imgH="304668" progId="Equation.3">
                  <p:embed/>
                  <p:pic>
                    <p:nvPicPr>
                      <p:cNvPr id="0"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446338" y="4219575"/>
                        <a:ext cx="290512"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7480" name="Object 8"/>
          <p:cNvGraphicFramePr>
            <a:graphicFrameLocks noChangeAspect="1"/>
          </p:cNvGraphicFramePr>
          <p:nvPr/>
        </p:nvGraphicFramePr>
        <p:xfrm>
          <a:off x="4503738" y="4143375"/>
          <a:ext cx="265112" cy="430213"/>
        </p:xfrm>
        <a:graphic>
          <a:graphicData uri="http://schemas.openxmlformats.org/presentationml/2006/ole">
            <mc:AlternateContent xmlns:mc="http://schemas.openxmlformats.org/markup-compatibility/2006">
              <mc:Choice xmlns:v="urn:schemas-microsoft-com:vml" Requires="v">
                <p:oleObj spid="_x0000_s147496" name="Equation" r:id="rId14" imgW="266469" imgH="431425" progId="Equation.3">
                  <p:embed/>
                </p:oleObj>
              </mc:Choice>
              <mc:Fallback>
                <p:oleObj name="Equation" r:id="rId14" imgW="266469" imgH="431425" progId="Equation.3">
                  <p:embed/>
                  <p:pic>
                    <p:nvPicPr>
                      <p:cNvPr id="0" name="Object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503738" y="4143375"/>
                        <a:ext cx="265112" cy="430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7481" name="Object 9"/>
          <p:cNvGraphicFramePr>
            <a:graphicFrameLocks noChangeAspect="1"/>
          </p:cNvGraphicFramePr>
          <p:nvPr/>
        </p:nvGraphicFramePr>
        <p:xfrm>
          <a:off x="6713538" y="4143375"/>
          <a:ext cx="328612" cy="419100"/>
        </p:xfrm>
        <a:graphic>
          <a:graphicData uri="http://schemas.openxmlformats.org/presentationml/2006/ole">
            <mc:AlternateContent xmlns:mc="http://schemas.openxmlformats.org/markup-compatibility/2006">
              <mc:Choice xmlns:v="urn:schemas-microsoft-com:vml" Requires="v">
                <p:oleObj spid="_x0000_s147497" name="Equation" r:id="rId16" imgW="330200" imgH="419100" progId="Equation.3">
                  <p:embed/>
                </p:oleObj>
              </mc:Choice>
              <mc:Fallback>
                <p:oleObj name="Equation" r:id="rId16" imgW="330200" imgH="419100" progId="Equation.3">
                  <p:embed/>
                  <p:pic>
                    <p:nvPicPr>
                      <p:cNvPr id="0" name="Object 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713538" y="4143375"/>
                        <a:ext cx="328612"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7482" name="Object 10"/>
          <p:cNvGraphicFramePr>
            <a:graphicFrameLocks noChangeAspect="1"/>
          </p:cNvGraphicFramePr>
          <p:nvPr/>
        </p:nvGraphicFramePr>
        <p:xfrm>
          <a:off x="3970338" y="5667375"/>
          <a:ext cx="328612" cy="419100"/>
        </p:xfrm>
        <a:graphic>
          <a:graphicData uri="http://schemas.openxmlformats.org/presentationml/2006/ole">
            <mc:AlternateContent xmlns:mc="http://schemas.openxmlformats.org/markup-compatibility/2006">
              <mc:Choice xmlns:v="urn:schemas-microsoft-com:vml" Requires="v">
                <p:oleObj spid="_x0000_s147498" name="Equation" r:id="rId18" imgW="330200" imgH="419100" progId="Equation.3">
                  <p:embed/>
                </p:oleObj>
              </mc:Choice>
              <mc:Fallback>
                <p:oleObj name="Equation" r:id="rId18" imgW="330200" imgH="419100" progId="Equation.3">
                  <p:embed/>
                  <p:pic>
                    <p:nvPicPr>
                      <p:cNvPr id="0" name="Object 1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970338" y="5667375"/>
                        <a:ext cx="328612"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7483" name="Oval 1067"/>
          <p:cNvSpPr>
            <a:spLocks noChangeArrowheads="1"/>
          </p:cNvSpPr>
          <p:nvPr/>
        </p:nvSpPr>
        <p:spPr bwMode="auto">
          <a:xfrm>
            <a:off x="5265738" y="4067175"/>
            <a:ext cx="990600" cy="99060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47484" name="Freeform 1068"/>
          <p:cNvSpPr>
            <a:spLocks/>
          </p:cNvSpPr>
          <p:nvPr/>
        </p:nvSpPr>
        <p:spPr bwMode="auto">
          <a:xfrm>
            <a:off x="1455738" y="4905375"/>
            <a:ext cx="6324600" cy="1231900"/>
          </a:xfrm>
          <a:custGeom>
            <a:avLst/>
            <a:gdLst>
              <a:gd name="T0" fmla="*/ 2147483646 w 3984"/>
              <a:gd name="T1" fmla="*/ 0 h 776"/>
              <a:gd name="T2" fmla="*/ 2147483646 w 3984"/>
              <a:gd name="T3" fmla="*/ 2147483646 h 776"/>
              <a:gd name="T4" fmla="*/ 2147483646 w 3984"/>
              <a:gd name="T5" fmla="*/ 2147483646 h 776"/>
              <a:gd name="T6" fmla="*/ 0 w 3984"/>
              <a:gd name="T7" fmla="*/ 0 h 776"/>
              <a:gd name="T8" fmla="*/ 0 60000 65536"/>
              <a:gd name="T9" fmla="*/ 0 60000 65536"/>
              <a:gd name="T10" fmla="*/ 0 60000 65536"/>
              <a:gd name="T11" fmla="*/ 0 60000 65536"/>
              <a:gd name="T12" fmla="*/ 0 w 3984"/>
              <a:gd name="T13" fmla="*/ 0 h 776"/>
              <a:gd name="T14" fmla="*/ 3984 w 3984"/>
              <a:gd name="T15" fmla="*/ 776 h 776"/>
            </a:gdLst>
            <a:ahLst/>
            <a:cxnLst>
              <a:cxn ang="T8">
                <a:pos x="T0" y="T1"/>
              </a:cxn>
              <a:cxn ang="T9">
                <a:pos x="T2" y="T3"/>
              </a:cxn>
              <a:cxn ang="T10">
                <a:pos x="T4" y="T5"/>
              </a:cxn>
              <a:cxn ang="T11">
                <a:pos x="T6" y="T7"/>
              </a:cxn>
            </a:cxnLst>
            <a:rect l="T12" t="T13" r="T14" b="T15"/>
            <a:pathLst>
              <a:path w="3984" h="776">
                <a:moveTo>
                  <a:pt x="3984" y="0"/>
                </a:moveTo>
                <a:cubicBezTo>
                  <a:pt x="3820" y="256"/>
                  <a:pt x="3656" y="512"/>
                  <a:pt x="3120" y="624"/>
                </a:cubicBezTo>
                <a:cubicBezTo>
                  <a:pt x="2584" y="736"/>
                  <a:pt x="1288" y="776"/>
                  <a:pt x="768" y="672"/>
                </a:cubicBezTo>
                <a:cubicBezTo>
                  <a:pt x="248" y="568"/>
                  <a:pt x="124" y="284"/>
                  <a:pt x="0" y="0"/>
                </a:cubicBezTo>
              </a:path>
            </a:pathLst>
          </a:custGeom>
          <a:noFill/>
          <a:ln w="9525" cap="flat" cmpd="sng">
            <a:solidFill>
              <a:schemeClr val="tx1"/>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GB"/>
          </a:p>
        </p:txBody>
      </p:sp>
      <p:graphicFrame>
        <p:nvGraphicFramePr>
          <p:cNvPr id="147485" name="Object 11"/>
          <p:cNvGraphicFramePr>
            <a:graphicFrameLocks noChangeAspect="1"/>
          </p:cNvGraphicFramePr>
          <p:nvPr/>
        </p:nvGraphicFramePr>
        <p:xfrm>
          <a:off x="3467100" y="4273550"/>
          <a:ext cx="404813" cy="569913"/>
        </p:xfrm>
        <a:graphic>
          <a:graphicData uri="http://schemas.openxmlformats.org/presentationml/2006/ole">
            <mc:AlternateContent xmlns:mc="http://schemas.openxmlformats.org/markup-compatibility/2006">
              <mc:Choice xmlns:v="urn:schemas-microsoft-com:vml" Requires="v">
                <p:oleObj spid="_x0000_s147499" name="Equation" r:id="rId19" imgW="406224" imgH="571252" progId="Equation.3">
                  <p:embed/>
                </p:oleObj>
              </mc:Choice>
              <mc:Fallback>
                <p:oleObj name="Equation" r:id="rId19" imgW="406224" imgH="571252" progId="Equation.3">
                  <p:embed/>
                  <p:pic>
                    <p:nvPicPr>
                      <p:cNvPr id="0" name="Object 1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467100" y="4273550"/>
                        <a:ext cx="404813" cy="569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7486" name="Object 12"/>
          <p:cNvGraphicFramePr>
            <a:graphicFrameLocks noChangeAspect="1"/>
          </p:cNvGraphicFramePr>
          <p:nvPr/>
        </p:nvGraphicFramePr>
        <p:xfrm>
          <a:off x="5562600" y="4273550"/>
          <a:ext cx="481013" cy="569913"/>
        </p:xfrm>
        <a:graphic>
          <a:graphicData uri="http://schemas.openxmlformats.org/presentationml/2006/ole">
            <mc:AlternateContent xmlns:mc="http://schemas.openxmlformats.org/markup-compatibility/2006">
              <mc:Choice xmlns:v="urn:schemas-microsoft-com:vml" Requires="v">
                <p:oleObj spid="_x0000_s147500" name="Equation" r:id="rId21" imgW="482391" imgH="571252" progId="Equation.3">
                  <p:embed/>
                </p:oleObj>
              </mc:Choice>
              <mc:Fallback>
                <p:oleObj name="Equation" r:id="rId21" imgW="482391" imgH="571252" progId="Equation.3">
                  <p:embed/>
                  <p:pic>
                    <p:nvPicPr>
                      <p:cNvPr id="0" name="Object 1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562600" y="4273550"/>
                        <a:ext cx="481013" cy="569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7487" name="Object 13"/>
          <p:cNvGraphicFramePr>
            <a:graphicFrameLocks noChangeAspect="1"/>
          </p:cNvGraphicFramePr>
          <p:nvPr/>
        </p:nvGraphicFramePr>
        <p:xfrm>
          <a:off x="7632700" y="4267200"/>
          <a:ext cx="455613" cy="582613"/>
        </p:xfrm>
        <a:graphic>
          <a:graphicData uri="http://schemas.openxmlformats.org/presentationml/2006/ole">
            <mc:AlternateContent xmlns:mc="http://schemas.openxmlformats.org/markup-compatibility/2006">
              <mc:Choice xmlns:v="urn:schemas-microsoft-com:vml" Requires="v">
                <p:oleObj spid="_x0000_s147501" name="Equation" r:id="rId23" imgW="457002" imgH="583947" progId="Equation.3">
                  <p:embed/>
                </p:oleObj>
              </mc:Choice>
              <mc:Fallback>
                <p:oleObj name="Equation" r:id="rId23" imgW="457002" imgH="583947" progId="Equation.3">
                  <p:embed/>
                  <p:pic>
                    <p:nvPicPr>
                      <p:cNvPr id="0" name="Object 1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632700" y="4267200"/>
                        <a:ext cx="455613" cy="582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7488" name="Line 1072"/>
          <p:cNvSpPr>
            <a:spLocks noChangeShapeType="1"/>
          </p:cNvSpPr>
          <p:nvPr/>
        </p:nvSpPr>
        <p:spPr bwMode="auto">
          <a:xfrm>
            <a:off x="5334000" y="5181600"/>
            <a:ext cx="914400" cy="0"/>
          </a:xfrm>
          <a:prstGeom prst="line">
            <a:avLst/>
          </a:prstGeom>
          <a:noFill/>
          <a:ln w="6350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en-GB"/>
          </a:p>
        </p:txBody>
      </p:sp>
      <p:sp>
        <p:nvSpPr>
          <p:cNvPr id="147489" name="Text Box 1073"/>
          <p:cNvSpPr txBox="1">
            <a:spLocks noChangeArrowheads="1"/>
          </p:cNvSpPr>
          <p:nvPr/>
        </p:nvSpPr>
        <p:spPr bwMode="auto">
          <a:xfrm>
            <a:off x="4876800" y="3429000"/>
            <a:ext cx="17637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1800" b="1">
                <a:latin typeface="Arial" panose="020B0604020202020204" pitchFamily="34" charset="0"/>
                <a:cs typeface="Arial" panose="020B0604020202020204" pitchFamily="34" charset="0"/>
              </a:rPr>
              <a:t>“accept”</a:t>
            </a: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03"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49507" name="Slide Number Placeholder 2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878CC6E-9177-40A5-A75B-9AB17186227F}" type="slidenum">
              <a:rPr lang="en-US" altLang="en-US" sz="1200">
                <a:solidFill>
                  <a:srgbClr val="898989"/>
                </a:solidFill>
                <a:latin typeface="Arial" panose="020B0604020202020204" pitchFamily="34" charset="0"/>
              </a:rPr>
              <a:pPr>
                <a:spcBef>
                  <a:spcPct val="0"/>
                </a:spcBef>
                <a:buFontTx/>
                <a:buNone/>
              </a:pPr>
              <a:t>75</a:t>
            </a:fld>
            <a:endParaRPr lang="en-US" altLang="en-US" sz="1200">
              <a:solidFill>
                <a:srgbClr val="898989"/>
              </a:solidFill>
              <a:latin typeface="Arial" panose="020B0604020202020204" pitchFamily="34" charset="0"/>
            </a:endParaRPr>
          </a:p>
        </p:txBody>
      </p:sp>
      <p:graphicFrame>
        <p:nvGraphicFramePr>
          <p:cNvPr id="149508" name="Object 2"/>
          <p:cNvGraphicFramePr>
            <a:graphicFrameLocks noChangeAspect="1"/>
          </p:cNvGraphicFramePr>
          <p:nvPr/>
        </p:nvGraphicFramePr>
        <p:xfrm>
          <a:off x="1847850" y="1524000"/>
          <a:ext cx="5664200" cy="1497013"/>
        </p:xfrm>
        <a:graphic>
          <a:graphicData uri="http://schemas.openxmlformats.org/presentationml/2006/ole">
            <mc:AlternateContent xmlns:mc="http://schemas.openxmlformats.org/markup-compatibility/2006">
              <mc:Choice xmlns:v="urn:schemas-microsoft-com:vml" Requires="v">
                <p:oleObj spid="_x0000_s149528" name="Equation" r:id="rId4" imgW="5664200" imgH="1498600" progId="Equation.3">
                  <p:embed/>
                </p:oleObj>
              </mc:Choice>
              <mc:Fallback>
                <p:oleObj name="Equation" r:id="rId4" imgW="5664200" imgH="14986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47850" y="1524000"/>
                        <a:ext cx="5664200" cy="1497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9509" name="Text Box 21"/>
          <p:cNvSpPr txBox="1">
            <a:spLocks noChangeArrowheads="1"/>
          </p:cNvSpPr>
          <p:nvPr/>
        </p:nvSpPr>
        <p:spPr bwMode="auto">
          <a:xfrm>
            <a:off x="2743200" y="457200"/>
            <a:ext cx="37433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1800" b="1">
                <a:latin typeface="Arial" panose="020B0604020202020204" pitchFamily="34" charset="0"/>
                <a:cs typeface="Arial" panose="020B0604020202020204" pitchFamily="34" charset="0"/>
              </a:rPr>
              <a:t>Language accepted</a:t>
            </a:r>
          </a:p>
        </p:txBody>
      </p:sp>
      <p:sp>
        <p:nvSpPr>
          <p:cNvPr id="149510" name="Oval 22"/>
          <p:cNvSpPr>
            <a:spLocks noChangeArrowheads="1"/>
          </p:cNvSpPr>
          <p:nvPr/>
        </p:nvSpPr>
        <p:spPr bwMode="auto">
          <a:xfrm>
            <a:off x="1150938" y="4219575"/>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aphicFrame>
        <p:nvGraphicFramePr>
          <p:cNvPr id="149511" name="Object 3"/>
          <p:cNvGraphicFramePr>
            <a:graphicFrameLocks noChangeAspect="1"/>
          </p:cNvGraphicFramePr>
          <p:nvPr/>
        </p:nvGraphicFramePr>
        <p:xfrm>
          <a:off x="1277938" y="4270375"/>
          <a:ext cx="481012" cy="582613"/>
        </p:xfrm>
        <a:graphic>
          <a:graphicData uri="http://schemas.openxmlformats.org/presentationml/2006/ole">
            <mc:AlternateContent xmlns:mc="http://schemas.openxmlformats.org/markup-compatibility/2006">
              <mc:Choice xmlns:v="urn:schemas-microsoft-com:vml" Requires="v">
                <p:oleObj spid="_x0000_s149529" name="Equation" r:id="rId6" imgW="482391" imgH="583947" progId="Equation.3">
                  <p:embed/>
                </p:oleObj>
              </mc:Choice>
              <mc:Fallback>
                <p:oleObj name="Equation" r:id="rId6" imgW="482391" imgH="583947"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77938" y="4270375"/>
                        <a:ext cx="481012" cy="582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9512" name="Object 4"/>
          <p:cNvGraphicFramePr>
            <a:graphicFrameLocks noChangeAspect="1"/>
          </p:cNvGraphicFramePr>
          <p:nvPr/>
        </p:nvGraphicFramePr>
        <p:xfrm>
          <a:off x="3417888" y="4194175"/>
          <a:ext cx="406400" cy="571500"/>
        </p:xfrm>
        <a:graphic>
          <a:graphicData uri="http://schemas.openxmlformats.org/presentationml/2006/ole">
            <mc:AlternateContent xmlns:mc="http://schemas.openxmlformats.org/markup-compatibility/2006">
              <mc:Choice xmlns:v="urn:schemas-microsoft-com:vml" Requires="v">
                <p:oleObj spid="_x0000_s149530" name="Equation" r:id="rId8" imgW="406224" imgH="571252" progId="Equation.3">
                  <p:embed/>
                </p:oleObj>
              </mc:Choice>
              <mc:Fallback>
                <p:oleObj name="Equation" r:id="rId8" imgW="406224" imgH="571252"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17888" y="4194175"/>
                        <a:ext cx="4064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9513" name="Object 5"/>
          <p:cNvGraphicFramePr>
            <a:graphicFrameLocks noChangeAspect="1"/>
          </p:cNvGraphicFramePr>
          <p:nvPr/>
        </p:nvGraphicFramePr>
        <p:xfrm>
          <a:off x="5551488" y="4194175"/>
          <a:ext cx="481012" cy="571500"/>
        </p:xfrm>
        <a:graphic>
          <a:graphicData uri="http://schemas.openxmlformats.org/presentationml/2006/ole">
            <mc:AlternateContent xmlns:mc="http://schemas.openxmlformats.org/markup-compatibility/2006">
              <mc:Choice xmlns:v="urn:schemas-microsoft-com:vml" Requires="v">
                <p:oleObj spid="_x0000_s149531" name="Equation" r:id="rId10" imgW="482391" imgH="571252" progId="Equation.3">
                  <p:embed/>
                </p:oleObj>
              </mc:Choice>
              <mc:Fallback>
                <p:oleObj name="Equation" r:id="rId10" imgW="482391" imgH="571252" progId="Equation.3">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551488" y="4194175"/>
                        <a:ext cx="481012"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9514" name="Oval 26"/>
          <p:cNvSpPr>
            <a:spLocks noChangeArrowheads="1"/>
          </p:cNvSpPr>
          <p:nvPr/>
        </p:nvSpPr>
        <p:spPr bwMode="auto">
          <a:xfrm>
            <a:off x="5418138" y="4219575"/>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49515" name="Oval 27"/>
          <p:cNvSpPr>
            <a:spLocks noChangeArrowheads="1"/>
          </p:cNvSpPr>
          <p:nvPr/>
        </p:nvSpPr>
        <p:spPr bwMode="auto">
          <a:xfrm>
            <a:off x="3284538" y="4219575"/>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49516" name="Line 28"/>
          <p:cNvSpPr>
            <a:spLocks noChangeShapeType="1"/>
          </p:cNvSpPr>
          <p:nvPr/>
        </p:nvSpPr>
        <p:spPr bwMode="auto">
          <a:xfrm>
            <a:off x="1836738" y="4600575"/>
            <a:ext cx="1447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49517" name="Line 29"/>
          <p:cNvSpPr>
            <a:spLocks noChangeShapeType="1"/>
          </p:cNvSpPr>
          <p:nvPr/>
        </p:nvSpPr>
        <p:spPr bwMode="auto">
          <a:xfrm>
            <a:off x="3970338" y="4600575"/>
            <a:ext cx="1295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49518" name="Line 30"/>
          <p:cNvSpPr>
            <a:spLocks noChangeShapeType="1"/>
          </p:cNvSpPr>
          <p:nvPr/>
        </p:nvSpPr>
        <p:spPr bwMode="auto">
          <a:xfrm>
            <a:off x="617538" y="4600575"/>
            <a:ext cx="533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49519" name="Oval 31"/>
          <p:cNvSpPr>
            <a:spLocks noChangeArrowheads="1"/>
          </p:cNvSpPr>
          <p:nvPr/>
        </p:nvSpPr>
        <p:spPr bwMode="auto">
          <a:xfrm>
            <a:off x="7551738" y="4219575"/>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49520" name="Line 32"/>
          <p:cNvSpPr>
            <a:spLocks noChangeShapeType="1"/>
          </p:cNvSpPr>
          <p:nvPr/>
        </p:nvSpPr>
        <p:spPr bwMode="auto">
          <a:xfrm>
            <a:off x="6256338" y="4600575"/>
            <a:ext cx="1295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49521" name="Object 6"/>
          <p:cNvGraphicFramePr>
            <a:graphicFrameLocks noChangeAspect="1"/>
          </p:cNvGraphicFramePr>
          <p:nvPr/>
        </p:nvGraphicFramePr>
        <p:xfrm>
          <a:off x="2446338" y="4219575"/>
          <a:ext cx="290512" cy="304800"/>
        </p:xfrm>
        <a:graphic>
          <a:graphicData uri="http://schemas.openxmlformats.org/presentationml/2006/ole">
            <mc:AlternateContent xmlns:mc="http://schemas.openxmlformats.org/markup-compatibility/2006">
              <mc:Choice xmlns:v="urn:schemas-microsoft-com:vml" Requires="v">
                <p:oleObj spid="_x0000_s149532" name="Equation" r:id="rId12" imgW="291973" imgH="304668" progId="Equation.3">
                  <p:embed/>
                </p:oleObj>
              </mc:Choice>
              <mc:Fallback>
                <p:oleObj name="Equation" r:id="rId12" imgW="291973" imgH="304668" progId="Equation.3">
                  <p:embed/>
                  <p:pic>
                    <p:nvPicPr>
                      <p:cNvPr id="0" name="Object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446338" y="4219575"/>
                        <a:ext cx="290512"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9522" name="Object 7"/>
          <p:cNvGraphicFramePr>
            <a:graphicFrameLocks noChangeAspect="1"/>
          </p:cNvGraphicFramePr>
          <p:nvPr/>
        </p:nvGraphicFramePr>
        <p:xfrm>
          <a:off x="4503738" y="4143375"/>
          <a:ext cx="265112" cy="430213"/>
        </p:xfrm>
        <a:graphic>
          <a:graphicData uri="http://schemas.openxmlformats.org/presentationml/2006/ole">
            <mc:AlternateContent xmlns:mc="http://schemas.openxmlformats.org/markup-compatibility/2006">
              <mc:Choice xmlns:v="urn:schemas-microsoft-com:vml" Requires="v">
                <p:oleObj spid="_x0000_s149533" name="Equation" r:id="rId14" imgW="266469" imgH="431425" progId="Equation.3">
                  <p:embed/>
                </p:oleObj>
              </mc:Choice>
              <mc:Fallback>
                <p:oleObj name="Equation" r:id="rId14" imgW="266469" imgH="431425" progId="Equation.3">
                  <p:embed/>
                  <p:pic>
                    <p:nvPicPr>
                      <p:cNvPr id="0" name="Object 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503738" y="4143375"/>
                        <a:ext cx="265112" cy="430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9523" name="Object 8"/>
          <p:cNvGraphicFramePr>
            <a:graphicFrameLocks noChangeAspect="1"/>
          </p:cNvGraphicFramePr>
          <p:nvPr/>
        </p:nvGraphicFramePr>
        <p:xfrm>
          <a:off x="6713538" y="4143375"/>
          <a:ext cx="328612" cy="419100"/>
        </p:xfrm>
        <a:graphic>
          <a:graphicData uri="http://schemas.openxmlformats.org/presentationml/2006/ole">
            <mc:AlternateContent xmlns:mc="http://schemas.openxmlformats.org/markup-compatibility/2006">
              <mc:Choice xmlns:v="urn:schemas-microsoft-com:vml" Requires="v">
                <p:oleObj spid="_x0000_s149534" name="Equation" r:id="rId16" imgW="330200" imgH="419100" progId="Equation.3">
                  <p:embed/>
                </p:oleObj>
              </mc:Choice>
              <mc:Fallback>
                <p:oleObj name="Equation" r:id="rId16" imgW="330200" imgH="419100" progId="Equation.3">
                  <p:embed/>
                  <p:pic>
                    <p:nvPicPr>
                      <p:cNvPr id="0" name="Object 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713538" y="4143375"/>
                        <a:ext cx="328612"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9524" name="Object 9"/>
          <p:cNvGraphicFramePr>
            <a:graphicFrameLocks noChangeAspect="1"/>
          </p:cNvGraphicFramePr>
          <p:nvPr/>
        </p:nvGraphicFramePr>
        <p:xfrm>
          <a:off x="3970338" y="5667375"/>
          <a:ext cx="328612" cy="419100"/>
        </p:xfrm>
        <a:graphic>
          <a:graphicData uri="http://schemas.openxmlformats.org/presentationml/2006/ole">
            <mc:AlternateContent xmlns:mc="http://schemas.openxmlformats.org/markup-compatibility/2006">
              <mc:Choice xmlns:v="urn:schemas-microsoft-com:vml" Requires="v">
                <p:oleObj spid="_x0000_s149535" name="Equation" r:id="rId18" imgW="330200" imgH="419100" progId="Equation.3">
                  <p:embed/>
                </p:oleObj>
              </mc:Choice>
              <mc:Fallback>
                <p:oleObj name="Equation" r:id="rId18" imgW="330200" imgH="419100" progId="Equation.3">
                  <p:embed/>
                  <p:pic>
                    <p:nvPicPr>
                      <p:cNvPr id="0" name="Object 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970338" y="5667375"/>
                        <a:ext cx="328612"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9525" name="Oval 37"/>
          <p:cNvSpPr>
            <a:spLocks noChangeArrowheads="1"/>
          </p:cNvSpPr>
          <p:nvPr/>
        </p:nvSpPr>
        <p:spPr bwMode="auto">
          <a:xfrm>
            <a:off x="5265738" y="4067175"/>
            <a:ext cx="990600" cy="990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aphicFrame>
        <p:nvGraphicFramePr>
          <p:cNvPr id="149526" name="Object 10"/>
          <p:cNvGraphicFramePr>
            <a:graphicFrameLocks noChangeAspect="1"/>
          </p:cNvGraphicFramePr>
          <p:nvPr/>
        </p:nvGraphicFramePr>
        <p:xfrm>
          <a:off x="7620000" y="4191000"/>
          <a:ext cx="457200" cy="581025"/>
        </p:xfrm>
        <a:graphic>
          <a:graphicData uri="http://schemas.openxmlformats.org/presentationml/2006/ole">
            <mc:AlternateContent xmlns:mc="http://schemas.openxmlformats.org/markup-compatibility/2006">
              <mc:Choice xmlns:v="urn:schemas-microsoft-com:vml" Requires="v">
                <p:oleObj spid="_x0000_s149536" name="Equation" r:id="rId19" imgW="457002" imgH="583947" progId="Equation.3">
                  <p:embed/>
                </p:oleObj>
              </mc:Choice>
              <mc:Fallback>
                <p:oleObj name="Equation" r:id="rId19" imgW="457002" imgH="583947" progId="Equation.3">
                  <p:embed/>
                  <p:pic>
                    <p:nvPicPr>
                      <p:cNvPr id="0" name="Object 1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620000" y="4191000"/>
                        <a:ext cx="457200"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9527" name="Freeform 39"/>
          <p:cNvSpPr>
            <a:spLocks/>
          </p:cNvSpPr>
          <p:nvPr/>
        </p:nvSpPr>
        <p:spPr bwMode="auto">
          <a:xfrm>
            <a:off x="1455738" y="4905375"/>
            <a:ext cx="6324600" cy="1231900"/>
          </a:xfrm>
          <a:custGeom>
            <a:avLst/>
            <a:gdLst>
              <a:gd name="T0" fmla="*/ 2147483646 w 3984"/>
              <a:gd name="T1" fmla="*/ 0 h 776"/>
              <a:gd name="T2" fmla="*/ 2147483646 w 3984"/>
              <a:gd name="T3" fmla="*/ 2147483646 h 776"/>
              <a:gd name="T4" fmla="*/ 2147483646 w 3984"/>
              <a:gd name="T5" fmla="*/ 2147483646 h 776"/>
              <a:gd name="T6" fmla="*/ 0 w 3984"/>
              <a:gd name="T7" fmla="*/ 0 h 776"/>
              <a:gd name="T8" fmla="*/ 0 60000 65536"/>
              <a:gd name="T9" fmla="*/ 0 60000 65536"/>
              <a:gd name="T10" fmla="*/ 0 60000 65536"/>
              <a:gd name="T11" fmla="*/ 0 60000 65536"/>
              <a:gd name="T12" fmla="*/ 0 w 3984"/>
              <a:gd name="T13" fmla="*/ 0 h 776"/>
              <a:gd name="T14" fmla="*/ 3984 w 3984"/>
              <a:gd name="T15" fmla="*/ 776 h 776"/>
            </a:gdLst>
            <a:ahLst/>
            <a:cxnLst>
              <a:cxn ang="T8">
                <a:pos x="T0" y="T1"/>
              </a:cxn>
              <a:cxn ang="T9">
                <a:pos x="T2" y="T3"/>
              </a:cxn>
              <a:cxn ang="T10">
                <a:pos x="T4" y="T5"/>
              </a:cxn>
              <a:cxn ang="T11">
                <a:pos x="T6" y="T7"/>
              </a:cxn>
            </a:cxnLst>
            <a:rect l="T12" t="T13" r="T14" b="T15"/>
            <a:pathLst>
              <a:path w="3984" h="776">
                <a:moveTo>
                  <a:pt x="3984" y="0"/>
                </a:moveTo>
                <a:cubicBezTo>
                  <a:pt x="3820" y="256"/>
                  <a:pt x="3656" y="512"/>
                  <a:pt x="3120" y="624"/>
                </a:cubicBezTo>
                <a:cubicBezTo>
                  <a:pt x="2584" y="736"/>
                  <a:pt x="1288" y="776"/>
                  <a:pt x="768" y="672"/>
                </a:cubicBezTo>
                <a:cubicBezTo>
                  <a:pt x="248" y="568"/>
                  <a:pt x="124" y="284"/>
                  <a:pt x="0" y="0"/>
                </a:cubicBezTo>
              </a:path>
            </a:pathLst>
          </a:custGeom>
          <a:noFill/>
          <a:ln w="9525" cap="flat" cmpd="sng">
            <a:solidFill>
              <a:schemeClr val="tx1"/>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GB"/>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5"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51555" name="Slide Number Placeholder 2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C7B540E-42F8-4E63-9A0C-963091CD42D0}" type="slidenum">
              <a:rPr lang="en-US" altLang="en-US" sz="1200">
                <a:solidFill>
                  <a:srgbClr val="898989"/>
                </a:solidFill>
                <a:latin typeface="Arial" panose="020B0604020202020204" pitchFamily="34" charset="0"/>
              </a:rPr>
              <a:pPr>
                <a:spcBef>
                  <a:spcPct val="0"/>
                </a:spcBef>
                <a:buFontTx/>
                <a:buNone/>
              </a:pPr>
              <a:t>76</a:t>
            </a:fld>
            <a:endParaRPr lang="en-US" altLang="en-US" sz="1200">
              <a:solidFill>
                <a:srgbClr val="898989"/>
              </a:solidFill>
              <a:latin typeface="Arial" panose="020B0604020202020204" pitchFamily="34" charset="0"/>
            </a:endParaRPr>
          </a:p>
        </p:txBody>
      </p:sp>
      <p:sp>
        <p:nvSpPr>
          <p:cNvPr id="151556" name="Rectangle 2"/>
          <p:cNvSpPr>
            <a:spLocks noGrp="1"/>
          </p:cNvSpPr>
          <p:nvPr>
            <p:ph type="title" idx="4294967295"/>
          </p:nvPr>
        </p:nvSpPr>
        <p:spPr>
          <a:xfrm>
            <a:off x="0" y="274638"/>
            <a:ext cx="8229600" cy="1143000"/>
          </a:xfrm>
        </p:spPr>
        <p:txBody>
          <a:bodyPr/>
          <a:lstStyle/>
          <a:p>
            <a:pPr eaLnBrk="1" hangingPunct="1"/>
            <a:r>
              <a:rPr lang="en-US" altLang="en-GB" smtClean="0"/>
              <a:t>Another NFA Example</a:t>
            </a:r>
          </a:p>
        </p:txBody>
      </p:sp>
      <p:sp>
        <p:nvSpPr>
          <p:cNvPr id="151557" name="Rectangle 3"/>
          <p:cNvSpPr>
            <a:spLocks noGrp="1"/>
          </p:cNvSpPr>
          <p:nvPr>
            <p:ph type="body" idx="4294967295"/>
          </p:nvPr>
        </p:nvSpPr>
        <p:spPr>
          <a:xfrm>
            <a:off x="0" y="1481138"/>
            <a:ext cx="8229600" cy="4525962"/>
          </a:xfrm>
        </p:spPr>
        <p:txBody>
          <a:bodyPr/>
          <a:lstStyle/>
          <a:p>
            <a:pPr eaLnBrk="1" hangingPunct="1"/>
            <a:endParaRPr lang="en-US" altLang="en-GB" smtClean="0"/>
          </a:p>
          <a:p>
            <a:pPr eaLnBrk="1" hangingPunct="1"/>
            <a:endParaRPr lang="en-US" altLang="en-GB" smtClean="0"/>
          </a:p>
        </p:txBody>
      </p:sp>
      <p:sp>
        <p:nvSpPr>
          <p:cNvPr id="151558" name="Oval 5"/>
          <p:cNvSpPr>
            <a:spLocks noChangeArrowheads="1"/>
          </p:cNvSpPr>
          <p:nvPr/>
        </p:nvSpPr>
        <p:spPr bwMode="auto">
          <a:xfrm>
            <a:off x="1828800" y="40386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51559" name="Oval 6"/>
          <p:cNvSpPr>
            <a:spLocks noChangeArrowheads="1"/>
          </p:cNvSpPr>
          <p:nvPr/>
        </p:nvSpPr>
        <p:spPr bwMode="auto">
          <a:xfrm>
            <a:off x="1676400" y="3886200"/>
            <a:ext cx="990600" cy="990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aphicFrame>
        <p:nvGraphicFramePr>
          <p:cNvPr id="151560" name="Object 2"/>
          <p:cNvGraphicFramePr>
            <a:graphicFrameLocks noChangeAspect="1"/>
          </p:cNvGraphicFramePr>
          <p:nvPr/>
        </p:nvGraphicFramePr>
        <p:xfrm>
          <a:off x="1955800" y="4089400"/>
          <a:ext cx="481013" cy="582613"/>
        </p:xfrm>
        <a:graphic>
          <a:graphicData uri="http://schemas.openxmlformats.org/presentationml/2006/ole">
            <mc:AlternateContent xmlns:mc="http://schemas.openxmlformats.org/markup-compatibility/2006">
              <mc:Choice xmlns:v="urn:schemas-microsoft-com:vml" Requires="v">
                <p:oleObj spid="_x0000_s151574" name="Equation" r:id="rId4" imgW="482391" imgH="583947" progId="Equation.3">
                  <p:embed/>
                </p:oleObj>
              </mc:Choice>
              <mc:Fallback>
                <p:oleObj name="Equation" r:id="rId4" imgW="482391" imgH="583947"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55800" y="4089400"/>
                        <a:ext cx="481013" cy="582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1561" name="Object 3"/>
          <p:cNvGraphicFramePr>
            <a:graphicFrameLocks noChangeAspect="1"/>
          </p:cNvGraphicFramePr>
          <p:nvPr/>
        </p:nvGraphicFramePr>
        <p:xfrm>
          <a:off x="4095750" y="4013200"/>
          <a:ext cx="406400" cy="571500"/>
        </p:xfrm>
        <a:graphic>
          <a:graphicData uri="http://schemas.openxmlformats.org/presentationml/2006/ole">
            <mc:AlternateContent xmlns:mc="http://schemas.openxmlformats.org/markup-compatibility/2006">
              <mc:Choice xmlns:v="urn:schemas-microsoft-com:vml" Requires="v">
                <p:oleObj spid="_x0000_s151575" name="Equation" r:id="rId6" imgW="406224" imgH="571252" progId="Equation.3">
                  <p:embed/>
                </p:oleObj>
              </mc:Choice>
              <mc:Fallback>
                <p:oleObj name="Equation" r:id="rId6" imgW="406224" imgH="571252"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95750" y="4013200"/>
                        <a:ext cx="4064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1562" name="Object 4"/>
          <p:cNvGraphicFramePr>
            <a:graphicFrameLocks noChangeAspect="1"/>
          </p:cNvGraphicFramePr>
          <p:nvPr/>
        </p:nvGraphicFramePr>
        <p:xfrm>
          <a:off x="6229350" y="4013200"/>
          <a:ext cx="481013" cy="571500"/>
        </p:xfrm>
        <a:graphic>
          <a:graphicData uri="http://schemas.openxmlformats.org/presentationml/2006/ole">
            <mc:AlternateContent xmlns:mc="http://schemas.openxmlformats.org/markup-compatibility/2006">
              <mc:Choice xmlns:v="urn:schemas-microsoft-com:vml" Requires="v">
                <p:oleObj spid="_x0000_s151576" name="Equation" r:id="rId8" imgW="482391" imgH="571252" progId="Equation.3">
                  <p:embed/>
                </p:oleObj>
              </mc:Choice>
              <mc:Fallback>
                <p:oleObj name="Equation" r:id="rId8" imgW="482391" imgH="571252"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229350" y="4013200"/>
                        <a:ext cx="481013"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1563" name="Oval 12"/>
          <p:cNvSpPr>
            <a:spLocks noChangeArrowheads="1"/>
          </p:cNvSpPr>
          <p:nvPr/>
        </p:nvSpPr>
        <p:spPr bwMode="auto">
          <a:xfrm>
            <a:off x="6096000" y="40386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51564" name="Oval 13"/>
          <p:cNvSpPr>
            <a:spLocks noChangeArrowheads="1"/>
          </p:cNvSpPr>
          <p:nvPr/>
        </p:nvSpPr>
        <p:spPr bwMode="auto">
          <a:xfrm>
            <a:off x="3962400" y="40386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51565" name="Line 18"/>
          <p:cNvSpPr>
            <a:spLocks noChangeShapeType="1"/>
          </p:cNvSpPr>
          <p:nvPr/>
        </p:nvSpPr>
        <p:spPr bwMode="auto">
          <a:xfrm>
            <a:off x="2667000" y="4419600"/>
            <a:ext cx="1295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51566" name="Line 19"/>
          <p:cNvSpPr>
            <a:spLocks noChangeShapeType="1"/>
          </p:cNvSpPr>
          <p:nvPr/>
        </p:nvSpPr>
        <p:spPr bwMode="auto">
          <a:xfrm>
            <a:off x="4648200" y="4419600"/>
            <a:ext cx="1447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51567" name="Freeform 20"/>
          <p:cNvSpPr>
            <a:spLocks/>
          </p:cNvSpPr>
          <p:nvPr/>
        </p:nvSpPr>
        <p:spPr bwMode="auto">
          <a:xfrm>
            <a:off x="2590800" y="3886200"/>
            <a:ext cx="1524000" cy="228600"/>
          </a:xfrm>
          <a:custGeom>
            <a:avLst/>
            <a:gdLst>
              <a:gd name="T0" fmla="*/ 2147483646 w 960"/>
              <a:gd name="T1" fmla="*/ 2147483646 h 144"/>
              <a:gd name="T2" fmla="*/ 2147483646 w 960"/>
              <a:gd name="T3" fmla="*/ 0 h 144"/>
              <a:gd name="T4" fmla="*/ 0 w 960"/>
              <a:gd name="T5" fmla="*/ 2147483646 h 144"/>
              <a:gd name="T6" fmla="*/ 0 60000 65536"/>
              <a:gd name="T7" fmla="*/ 0 60000 65536"/>
              <a:gd name="T8" fmla="*/ 0 60000 65536"/>
              <a:gd name="T9" fmla="*/ 0 w 960"/>
              <a:gd name="T10" fmla="*/ 0 h 144"/>
              <a:gd name="T11" fmla="*/ 960 w 960"/>
              <a:gd name="T12" fmla="*/ 144 h 144"/>
            </a:gdLst>
            <a:ahLst/>
            <a:cxnLst>
              <a:cxn ang="T6">
                <a:pos x="T0" y="T1"/>
              </a:cxn>
              <a:cxn ang="T7">
                <a:pos x="T2" y="T3"/>
              </a:cxn>
              <a:cxn ang="T8">
                <a:pos x="T4" y="T5"/>
              </a:cxn>
            </a:cxnLst>
            <a:rect l="T9" t="T10" r="T11" b="T12"/>
            <a:pathLst>
              <a:path w="960" h="144">
                <a:moveTo>
                  <a:pt x="960" y="144"/>
                </a:moveTo>
                <a:cubicBezTo>
                  <a:pt x="824" y="72"/>
                  <a:pt x="688" y="0"/>
                  <a:pt x="528" y="0"/>
                </a:cubicBezTo>
                <a:cubicBezTo>
                  <a:pt x="368" y="0"/>
                  <a:pt x="184" y="72"/>
                  <a:pt x="0" y="144"/>
                </a:cubicBezTo>
              </a:path>
            </a:pathLst>
          </a:custGeom>
          <a:noFill/>
          <a:ln w="9525" cap="flat" cmpd="sng">
            <a:solidFill>
              <a:schemeClr val="tx1"/>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GB"/>
          </a:p>
        </p:txBody>
      </p:sp>
      <p:sp>
        <p:nvSpPr>
          <p:cNvPr id="151568" name="Freeform 21"/>
          <p:cNvSpPr>
            <a:spLocks/>
          </p:cNvSpPr>
          <p:nvPr/>
        </p:nvSpPr>
        <p:spPr bwMode="auto">
          <a:xfrm>
            <a:off x="2362200" y="4724400"/>
            <a:ext cx="3962400" cy="1168400"/>
          </a:xfrm>
          <a:custGeom>
            <a:avLst/>
            <a:gdLst>
              <a:gd name="T0" fmla="*/ 0 w 2496"/>
              <a:gd name="T1" fmla="*/ 2147483646 h 736"/>
              <a:gd name="T2" fmla="*/ 2147483646 w 2496"/>
              <a:gd name="T3" fmla="*/ 2147483646 h 736"/>
              <a:gd name="T4" fmla="*/ 2147483646 w 2496"/>
              <a:gd name="T5" fmla="*/ 0 h 736"/>
              <a:gd name="T6" fmla="*/ 0 60000 65536"/>
              <a:gd name="T7" fmla="*/ 0 60000 65536"/>
              <a:gd name="T8" fmla="*/ 0 60000 65536"/>
              <a:gd name="T9" fmla="*/ 0 w 2496"/>
              <a:gd name="T10" fmla="*/ 0 h 736"/>
              <a:gd name="T11" fmla="*/ 2496 w 2496"/>
              <a:gd name="T12" fmla="*/ 736 h 736"/>
            </a:gdLst>
            <a:ahLst/>
            <a:cxnLst>
              <a:cxn ang="T6">
                <a:pos x="T0" y="T1"/>
              </a:cxn>
              <a:cxn ang="T7">
                <a:pos x="T2" y="T3"/>
              </a:cxn>
              <a:cxn ang="T8">
                <a:pos x="T4" y="T5"/>
              </a:cxn>
            </a:cxnLst>
            <a:rect l="T9" t="T10" r="T11" b="T12"/>
            <a:pathLst>
              <a:path w="2496" h="736">
                <a:moveTo>
                  <a:pt x="0" y="96"/>
                </a:moveTo>
                <a:cubicBezTo>
                  <a:pt x="368" y="416"/>
                  <a:pt x="736" y="736"/>
                  <a:pt x="1152" y="720"/>
                </a:cubicBezTo>
                <a:cubicBezTo>
                  <a:pt x="1568" y="704"/>
                  <a:pt x="2032" y="352"/>
                  <a:pt x="2496" y="0"/>
                </a:cubicBezTo>
              </a:path>
            </a:pathLst>
          </a:custGeom>
          <a:noFill/>
          <a:ln w="9525" cap="flat" cmpd="sng">
            <a:solidFill>
              <a:schemeClr val="tx1"/>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GB"/>
          </a:p>
        </p:txBody>
      </p:sp>
      <p:sp>
        <p:nvSpPr>
          <p:cNvPr id="151569" name="Line 22"/>
          <p:cNvSpPr>
            <a:spLocks noChangeShapeType="1"/>
          </p:cNvSpPr>
          <p:nvPr/>
        </p:nvSpPr>
        <p:spPr bwMode="auto">
          <a:xfrm>
            <a:off x="1143000" y="4419600"/>
            <a:ext cx="533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51570" name="Object 5"/>
          <p:cNvGraphicFramePr>
            <a:graphicFrameLocks noChangeAspect="1"/>
          </p:cNvGraphicFramePr>
          <p:nvPr/>
        </p:nvGraphicFramePr>
        <p:xfrm>
          <a:off x="3270250" y="3409950"/>
          <a:ext cx="265113" cy="419100"/>
        </p:xfrm>
        <a:graphic>
          <a:graphicData uri="http://schemas.openxmlformats.org/presentationml/2006/ole">
            <mc:AlternateContent xmlns:mc="http://schemas.openxmlformats.org/markup-compatibility/2006">
              <mc:Choice xmlns:v="urn:schemas-microsoft-com:vml" Requires="v">
                <p:oleObj spid="_x0000_s151577" name="Equation" r:id="rId10" imgW="266584" imgH="418918" progId="Equation.3">
                  <p:embed/>
                </p:oleObj>
              </mc:Choice>
              <mc:Fallback>
                <p:oleObj name="Equation" r:id="rId10" imgW="266584" imgH="418918" progId="Equation.3">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70250" y="3409950"/>
                        <a:ext cx="265113"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1571" name="Object 6"/>
          <p:cNvGraphicFramePr>
            <a:graphicFrameLocks noChangeAspect="1"/>
          </p:cNvGraphicFramePr>
          <p:nvPr/>
        </p:nvGraphicFramePr>
        <p:xfrm>
          <a:off x="3346450" y="4476750"/>
          <a:ext cx="176213" cy="406400"/>
        </p:xfrm>
        <a:graphic>
          <a:graphicData uri="http://schemas.openxmlformats.org/presentationml/2006/ole">
            <mc:AlternateContent xmlns:mc="http://schemas.openxmlformats.org/markup-compatibility/2006">
              <mc:Choice xmlns:v="urn:schemas-microsoft-com:vml" Requires="v">
                <p:oleObj spid="_x0000_s151578" name="Equation" r:id="rId12" imgW="177569" imgH="405872" progId="Equation.3">
                  <p:embed/>
                </p:oleObj>
              </mc:Choice>
              <mc:Fallback>
                <p:oleObj name="Equation" r:id="rId12" imgW="177569" imgH="405872" progId="Equation.3">
                  <p:embed/>
                  <p:pic>
                    <p:nvPicPr>
                      <p:cNvPr id="0" name="Object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346450" y="4476750"/>
                        <a:ext cx="176213"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1572" name="Object 7"/>
          <p:cNvGraphicFramePr>
            <a:graphicFrameLocks noChangeAspect="1"/>
          </p:cNvGraphicFramePr>
          <p:nvPr/>
        </p:nvGraphicFramePr>
        <p:xfrm>
          <a:off x="5073650" y="3937000"/>
          <a:ext cx="660400" cy="531813"/>
        </p:xfrm>
        <a:graphic>
          <a:graphicData uri="http://schemas.openxmlformats.org/presentationml/2006/ole">
            <mc:AlternateContent xmlns:mc="http://schemas.openxmlformats.org/markup-compatibility/2006">
              <mc:Choice xmlns:v="urn:schemas-microsoft-com:vml" Requires="v">
                <p:oleObj spid="_x0000_s151579" name="Equation" r:id="rId14" imgW="660113" imgH="533169" progId="Equation.3">
                  <p:embed/>
                </p:oleObj>
              </mc:Choice>
              <mc:Fallback>
                <p:oleObj name="Equation" r:id="rId14" imgW="660113" imgH="533169" progId="Equation.3">
                  <p:embed/>
                  <p:pic>
                    <p:nvPicPr>
                      <p:cNvPr id="0" name="Object 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073650" y="3937000"/>
                        <a:ext cx="660400" cy="531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1573" name="Object 8"/>
          <p:cNvGraphicFramePr>
            <a:graphicFrameLocks noChangeAspect="1"/>
          </p:cNvGraphicFramePr>
          <p:nvPr/>
        </p:nvGraphicFramePr>
        <p:xfrm>
          <a:off x="3962400" y="5410200"/>
          <a:ext cx="328613" cy="419100"/>
        </p:xfrm>
        <a:graphic>
          <a:graphicData uri="http://schemas.openxmlformats.org/presentationml/2006/ole">
            <mc:AlternateContent xmlns:mc="http://schemas.openxmlformats.org/markup-compatibility/2006">
              <mc:Choice xmlns:v="urn:schemas-microsoft-com:vml" Requires="v">
                <p:oleObj spid="_x0000_s151580" name="Equation" r:id="rId16" imgW="330200" imgH="419100" progId="Equation.3">
                  <p:embed/>
                </p:oleObj>
              </mc:Choice>
              <mc:Fallback>
                <p:oleObj name="Equation" r:id="rId16" imgW="330200" imgH="419100" progId="Equation.3">
                  <p:embed/>
                  <p:pic>
                    <p:nvPicPr>
                      <p:cNvPr id="0" name="Object 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962400" y="5410200"/>
                        <a:ext cx="328613"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50"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53603" name="Slide Number Placeholder 2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91559DE-327D-4176-A79C-F96E8B447E69}" type="slidenum">
              <a:rPr lang="en-US" altLang="en-US" sz="1200">
                <a:solidFill>
                  <a:srgbClr val="898989"/>
                </a:solidFill>
                <a:latin typeface="Arial" panose="020B0604020202020204" pitchFamily="34" charset="0"/>
              </a:rPr>
              <a:pPr>
                <a:spcBef>
                  <a:spcPct val="0"/>
                </a:spcBef>
                <a:buFontTx/>
                <a:buNone/>
              </a:pPr>
              <a:t>77</a:t>
            </a:fld>
            <a:endParaRPr lang="en-US" altLang="en-US" sz="1200">
              <a:solidFill>
                <a:srgbClr val="898989"/>
              </a:solidFill>
              <a:latin typeface="Arial" panose="020B0604020202020204" pitchFamily="34" charset="0"/>
            </a:endParaRPr>
          </a:p>
        </p:txBody>
      </p:sp>
      <p:graphicFrame>
        <p:nvGraphicFramePr>
          <p:cNvPr id="153604" name="Object 2"/>
          <p:cNvGraphicFramePr>
            <a:graphicFrameLocks noChangeAspect="1"/>
          </p:cNvGraphicFramePr>
          <p:nvPr/>
        </p:nvGraphicFramePr>
        <p:xfrm>
          <a:off x="1600200" y="1752600"/>
          <a:ext cx="5524500" cy="1192213"/>
        </p:xfrm>
        <a:graphic>
          <a:graphicData uri="http://schemas.openxmlformats.org/presentationml/2006/ole">
            <mc:AlternateContent xmlns:mc="http://schemas.openxmlformats.org/markup-compatibility/2006">
              <mc:Choice xmlns:v="urn:schemas-microsoft-com:vml" Requires="v">
                <p:oleObj spid="_x0000_s153622" name="Equation" r:id="rId4" imgW="5524500" imgH="1193800" progId="Equation.3">
                  <p:embed/>
                </p:oleObj>
              </mc:Choice>
              <mc:Fallback>
                <p:oleObj name="Equation" r:id="rId4" imgW="5524500" imgH="11938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00200" y="1752600"/>
                        <a:ext cx="5524500" cy="1192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605" name="Oval 1043"/>
          <p:cNvSpPr>
            <a:spLocks noChangeArrowheads="1"/>
          </p:cNvSpPr>
          <p:nvPr/>
        </p:nvSpPr>
        <p:spPr bwMode="auto">
          <a:xfrm>
            <a:off x="1828800" y="40386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53606" name="Oval 1044"/>
          <p:cNvSpPr>
            <a:spLocks noChangeArrowheads="1"/>
          </p:cNvSpPr>
          <p:nvPr/>
        </p:nvSpPr>
        <p:spPr bwMode="auto">
          <a:xfrm>
            <a:off x="1676400" y="3886200"/>
            <a:ext cx="990600" cy="990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aphicFrame>
        <p:nvGraphicFramePr>
          <p:cNvPr id="153607" name="Object 3"/>
          <p:cNvGraphicFramePr>
            <a:graphicFrameLocks noChangeAspect="1"/>
          </p:cNvGraphicFramePr>
          <p:nvPr/>
        </p:nvGraphicFramePr>
        <p:xfrm>
          <a:off x="1955800" y="4089400"/>
          <a:ext cx="481013" cy="582613"/>
        </p:xfrm>
        <a:graphic>
          <a:graphicData uri="http://schemas.openxmlformats.org/presentationml/2006/ole">
            <mc:AlternateContent xmlns:mc="http://schemas.openxmlformats.org/markup-compatibility/2006">
              <mc:Choice xmlns:v="urn:schemas-microsoft-com:vml" Requires="v">
                <p:oleObj spid="_x0000_s153623" name="Equation" r:id="rId6" imgW="482391" imgH="583947" progId="Equation.3">
                  <p:embed/>
                </p:oleObj>
              </mc:Choice>
              <mc:Fallback>
                <p:oleObj name="Equation" r:id="rId6" imgW="482391" imgH="583947"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55800" y="4089400"/>
                        <a:ext cx="481013" cy="582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08" name="Object 4"/>
          <p:cNvGraphicFramePr>
            <a:graphicFrameLocks noChangeAspect="1"/>
          </p:cNvGraphicFramePr>
          <p:nvPr/>
        </p:nvGraphicFramePr>
        <p:xfrm>
          <a:off x="4095750" y="4013200"/>
          <a:ext cx="406400" cy="571500"/>
        </p:xfrm>
        <a:graphic>
          <a:graphicData uri="http://schemas.openxmlformats.org/presentationml/2006/ole">
            <mc:AlternateContent xmlns:mc="http://schemas.openxmlformats.org/markup-compatibility/2006">
              <mc:Choice xmlns:v="urn:schemas-microsoft-com:vml" Requires="v">
                <p:oleObj spid="_x0000_s153624" name="Equation" r:id="rId8" imgW="406224" imgH="571252" progId="Equation.3">
                  <p:embed/>
                </p:oleObj>
              </mc:Choice>
              <mc:Fallback>
                <p:oleObj name="Equation" r:id="rId8" imgW="406224" imgH="571252"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95750" y="4013200"/>
                        <a:ext cx="4064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09" name="Object 5"/>
          <p:cNvGraphicFramePr>
            <a:graphicFrameLocks noChangeAspect="1"/>
          </p:cNvGraphicFramePr>
          <p:nvPr/>
        </p:nvGraphicFramePr>
        <p:xfrm>
          <a:off x="6229350" y="4013200"/>
          <a:ext cx="481013" cy="571500"/>
        </p:xfrm>
        <a:graphic>
          <a:graphicData uri="http://schemas.openxmlformats.org/presentationml/2006/ole">
            <mc:AlternateContent xmlns:mc="http://schemas.openxmlformats.org/markup-compatibility/2006">
              <mc:Choice xmlns:v="urn:schemas-microsoft-com:vml" Requires="v">
                <p:oleObj spid="_x0000_s153625" name="Equation" r:id="rId10" imgW="482391" imgH="571252" progId="Equation.3">
                  <p:embed/>
                </p:oleObj>
              </mc:Choice>
              <mc:Fallback>
                <p:oleObj name="Equation" r:id="rId10" imgW="482391" imgH="571252" progId="Equation.3">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229350" y="4013200"/>
                        <a:ext cx="481013"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610" name="Oval 1048"/>
          <p:cNvSpPr>
            <a:spLocks noChangeArrowheads="1"/>
          </p:cNvSpPr>
          <p:nvPr/>
        </p:nvSpPr>
        <p:spPr bwMode="auto">
          <a:xfrm>
            <a:off x="6096000" y="40386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53611" name="Oval 1049"/>
          <p:cNvSpPr>
            <a:spLocks noChangeArrowheads="1"/>
          </p:cNvSpPr>
          <p:nvPr/>
        </p:nvSpPr>
        <p:spPr bwMode="auto">
          <a:xfrm>
            <a:off x="3962400" y="40386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53612" name="Line 1050"/>
          <p:cNvSpPr>
            <a:spLocks noChangeShapeType="1"/>
          </p:cNvSpPr>
          <p:nvPr/>
        </p:nvSpPr>
        <p:spPr bwMode="auto">
          <a:xfrm>
            <a:off x="2667000" y="4419600"/>
            <a:ext cx="1295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53613" name="Line 1051"/>
          <p:cNvSpPr>
            <a:spLocks noChangeShapeType="1"/>
          </p:cNvSpPr>
          <p:nvPr/>
        </p:nvSpPr>
        <p:spPr bwMode="auto">
          <a:xfrm>
            <a:off x="4648200" y="4419600"/>
            <a:ext cx="1447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53614" name="Freeform 1052"/>
          <p:cNvSpPr>
            <a:spLocks/>
          </p:cNvSpPr>
          <p:nvPr/>
        </p:nvSpPr>
        <p:spPr bwMode="auto">
          <a:xfrm>
            <a:off x="2590800" y="3886200"/>
            <a:ext cx="1524000" cy="228600"/>
          </a:xfrm>
          <a:custGeom>
            <a:avLst/>
            <a:gdLst>
              <a:gd name="T0" fmla="*/ 2147483646 w 960"/>
              <a:gd name="T1" fmla="*/ 2147483646 h 144"/>
              <a:gd name="T2" fmla="*/ 2147483646 w 960"/>
              <a:gd name="T3" fmla="*/ 0 h 144"/>
              <a:gd name="T4" fmla="*/ 0 w 960"/>
              <a:gd name="T5" fmla="*/ 2147483646 h 144"/>
              <a:gd name="T6" fmla="*/ 0 60000 65536"/>
              <a:gd name="T7" fmla="*/ 0 60000 65536"/>
              <a:gd name="T8" fmla="*/ 0 60000 65536"/>
              <a:gd name="T9" fmla="*/ 0 w 960"/>
              <a:gd name="T10" fmla="*/ 0 h 144"/>
              <a:gd name="T11" fmla="*/ 960 w 960"/>
              <a:gd name="T12" fmla="*/ 144 h 144"/>
            </a:gdLst>
            <a:ahLst/>
            <a:cxnLst>
              <a:cxn ang="T6">
                <a:pos x="T0" y="T1"/>
              </a:cxn>
              <a:cxn ang="T7">
                <a:pos x="T2" y="T3"/>
              </a:cxn>
              <a:cxn ang="T8">
                <a:pos x="T4" y="T5"/>
              </a:cxn>
            </a:cxnLst>
            <a:rect l="T9" t="T10" r="T11" b="T12"/>
            <a:pathLst>
              <a:path w="960" h="144">
                <a:moveTo>
                  <a:pt x="960" y="144"/>
                </a:moveTo>
                <a:cubicBezTo>
                  <a:pt x="824" y="72"/>
                  <a:pt x="688" y="0"/>
                  <a:pt x="528" y="0"/>
                </a:cubicBezTo>
                <a:cubicBezTo>
                  <a:pt x="368" y="0"/>
                  <a:pt x="184" y="72"/>
                  <a:pt x="0" y="144"/>
                </a:cubicBezTo>
              </a:path>
            </a:pathLst>
          </a:custGeom>
          <a:noFill/>
          <a:ln w="9525" cap="flat" cmpd="sng">
            <a:solidFill>
              <a:schemeClr val="tx1"/>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GB"/>
          </a:p>
        </p:txBody>
      </p:sp>
      <p:sp>
        <p:nvSpPr>
          <p:cNvPr id="153615" name="Freeform 1053"/>
          <p:cNvSpPr>
            <a:spLocks/>
          </p:cNvSpPr>
          <p:nvPr/>
        </p:nvSpPr>
        <p:spPr bwMode="auto">
          <a:xfrm>
            <a:off x="2362200" y="4724400"/>
            <a:ext cx="3962400" cy="1168400"/>
          </a:xfrm>
          <a:custGeom>
            <a:avLst/>
            <a:gdLst>
              <a:gd name="T0" fmla="*/ 0 w 2496"/>
              <a:gd name="T1" fmla="*/ 2147483646 h 736"/>
              <a:gd name="T2" fmla="*/ 2147483646 w 2496"/>
              <a:gd name="T3" fmla="*/ 2147483646 h 736"/>
              <a:gd name="T4" fmla="*/ 2147483646 w 2496"/>
              <a:gd name="T5" fmla="*/ 0 h 736"/>
              <a:gd name="T6" fmla="*/ 0 60000 65536"/>
              <a:gd name="T7" fmla="*/ 0 60000 65536"/>
              <a:gd name="T8" fmla="*/ 0 60000 65536"/>
              <a:gd name="T9" fmla="*/ 0 w 2496"/>
              <a:gd name="T10" fmla="*/ 0 h 736"/>
              <a:gd name="T11" fmla="*/ 2496 w 2496"/>
              <a:gd name="T12" fmla="*/ 736 h 736"/>
            </a:gdLst>
            <a:ahLst/>
            <a:cxnLst>
              <a:cxn ang="T6">
                <a:pos x="T0" y="T1"/>
              </a:cxn>
              <a:cxn ang="T7">
                <a:pos x="T2" y="T3"/>
              </a:cxn>
              <a:cxn ang="T8">
                <a:pos x="T4" y="T5"/>
              </a:cxn>
            </a:cxnLst>
            <a:rect l="T9" t="T10" r="T11" b="T12"/>
            <a:pathLst>
              <a:path w="2496" h="736">
                <a:moveTo>
                  <a:pt x="0" y="96"/>
                </a:moveTo>
                <a:cubicBezTo>
                  <a:pt x="368" y="416"/>
                  <a:pt x="736" y="736"/>
                  <a:pt x="1152" y="720"/>
                </a:cubicBezTo>
                <a:cubicBezTo>
                  <a:pt x="1568" y="704"/>
                  <a:pt x="2032" y="352"/>
                  <a:pt x="2496" y="0"/>
                </a:cubicBezTo>
              </a:path>
            </a:pathLst>
          </a:custGeom>
          <a:noFill/>
          <a:ln w="9525" cap="flat" cmpd="sng">
            <a:solidFill>
              <a:schemeClr val="tx1"/>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GB"/>
          </a:p>
        </p:txBody>
      </p:sp>
      <p:sp>
        <p:nvSpPr>
          <p:cNvPr id="153616" name="Line 1054"/>
          <p:cNvSpPr>
            <a:spLocks noChangeShapeType="1"/>
          </p:cNvSpPr>
          <p:nvPr/>
        </p:nvSpPr>
        <p:spPr bwMode="auto">
          <a:xfrm>
            <a:off x="1143000" y="4419600"/>
            <a:ext cx="533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53617" name="Object 6"/>
          <p:cNvGraphicFramePr>
            <a:graphicFrameLocks noChangeAspect="1"/>
          </p:cNvGraphicFramePr>
          <p:nvPr/>
        </p:nvGraphicFramePr>
        <p:xfrm>
          <a:off x="3270250" y="3409950"/>
          <a:ext cx="265113" cy="419100"/>
        </p:xfrm>
        <a:graphic>
          <a:graphicData uri="http://schemas.openxmlformats.org/presentationml/2006/ole">
            <mc:AlternateContent xmlns:mc="http://schemas.openxmlformats.org/markup-compatibility/2006">
              <mc:Choice xmlns:v="urn:schemas-microsoft-com:vml" Requires="v">
                <p:oleObj spid="_x0000_s153626" name="Equation" r:id="rId12" imgW="266584" imgH="418918" progId="Equation.3">
                  <p:embed/>
                </p:oleObj>
              </mc:Choice>
              <mc:Fallback>
                <p:oleObj name="Equation" r:id="rId12" imgW="266584" imgH="418918" progId="Equation.3">
                  <p:embed/>
                  <p:pic>
                    <p:nvPicPr>
                      <p:cNvPr id="0" name="Object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270250" y="3409950"/>
                        <a:ext cx="265113"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18" name="Object 7"/>
          <p:cNvGraphicFramePr>
            <a:graphicFrameLocks noChangeAspect="1"/>
          </p:cNvGraphicFramePr>
          <p:nvPr/>
        </p:nvGraphicFramePr>
        <p:xfrm>
          <a:off x="3346450" y="4476750"/>
          <a:ext cx="176213" cy="406400"/>
        </p:xfrm>
        <a:graphic>
          <a:graphicData uri="http://schemas.openxmlformats.org/presentationml/2006/ole">
            <mc:AlternateContent xmlns:mc="http://schemas.openxmlformats.org/markup-compatibility/2006">
              <mc:Choice xmlns:v="urn:schemas-microsoft-com:vml" Requires="v">
                <p:oleObj spid="_x0000_s153627" name="Equation" r:id="rId14" imgW="177569" imgH="405872" progId="Equation.3">
                  <p:embed/>
                </p:oleObj>
              </mc:Choice>
              <mc:Fallback>
                <p:oleObj name="Equation" r:id="rId14" imgW="177569" imgH="405872" progId="Equation.3">
                  <p:embed/>
                  <p:pic>
                    <p:nvPicPr>
                      <p:cNvPr id="0" name="Object 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346450" y="4476750"/>
                        <a:ext cx="176213"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19" name="Object 8"/>
          <p:cNvGraphicFramePr>
            <a:graphicFrameLocks noChangeAspect="1"/>
          </p:cNvGraphicFramePr>
          <p:nvPr/>
        </p:nvGraphicFramePr>
        <p:xfrm>
          <a:off x="5073650" y="3937000"/>
          <a:ext cx="660400" cy="531813"/>
        </p:xfrm>
        <a:graphic>
          <a:graphicData uri="http://schemas.openxmlformats.org/presentationml/2006/ole">
            <mc:AlternateContent xmlns:mc="http://schemas.openxmlformats.org/markup-compatibility/2006">
              <mc:Choice xmlns:v="urn:schemas-microsoft-com:vml" Requires="v">
                <p:oleObj spid="_x0000_s153628" name="Equation" r:id="rId16" imgW="660113" imgH="533169" progId="Equation.3">
                  <p:embed/>
                </p:oleObj>
              </mc:Choice>
              <mc:Fallback>
                <p:oleObj name="Equation" r:id="rId16" imgW="660113" imgH="533169" progId="Equation.3">
                  <p:embed/>
                  <p:pic>
                    <p:nvPicPr>
                      <p:cNvPr id="0" name="Object 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073650" y="3937000"/>
                        <a:ext cx="660400" cy="531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20" name="Object 9"/>
          <p:cNvGraphicFramePr>
            <a:graphicFrameLocks noChangeAspect="1"/>
          </p:cNvGraphicFramePr>
          <p:nvPr/>
        </p:nvGraphicFramePr>
        <p:xfrm>
          <a:off x="3962400" y="5410200"/>
          <a:ext cx="328613" cy="419100"/>
        </p:xfrm>
        <a:graphic>
          <a:graphicData uri="http://schemas.openxmlformats.org/presentationml/2006/ole">
            <mc:AlternateContent xmlns:mc="http://schemas.openxmlformats.org/markup-compatibility/2006">
              <mc:Choice xmlns:v="urn:schemas-microsoft-com:vml" Requires="v">
                <p:oleObj spid="_x0000_s153629" name="Equation" r:id="rId18" imgW="330200" imgH="419100" progId="Equation.3">
                  <p:embed/>
                </p:oleObj>
              </mc:Choice>
              <mc:Fallback>
                <p:oleObj name="Equation" r:id="rId18" imgW="330200" imgH="419100" progId="Equation.3">
                  <p:embed/>
                  <p:pic>
                    <p:nvPicPr>
                      <p:cNvPr id="0" name="Object 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962400" y="5410200"/>
                        <a:ext cx="328613"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621" name="Text Box 1059"/>
          <p:cNvSpPr txBox="1">
            <a:spLocks noChangeArrowheads="1"/>
          </p:cNvSpPr>
          <p:nvPr/>
        </p:nvSpPr>
        <p:spPr bwMode="auto">
          <a:xfrm>
            <a:off x="2438400" y="609600"/>
            <a:ext cx="37433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1800" b="1">
                <a:latin typeface="Arial" panose="020B0604020202020204" pitchFamily="34" charset="0"/>
                <a:cs typeface="Arial" panose="020B0604020202020204" pitchFamily="34" charset="0"/>
              </a:rPr>
              <a:t>Language accepted</a:t>
            </a: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81"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55651" name="Slide Number Placeholder 3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67D4519-C533-43E6-A6D2-92B5D1D111A8}" type="slidenum">
              <a:rPr lang="en-US" altLang="en-US" sz="1200">
                <a:solidFill>
                  <a:srgbClr val="898989"/>
                </a:solidFill>
                <a:latin typeface="Arial" panose="020B0604020202020204" pitchFamily="34" charset="0"/>
              </a:rPr>
              <a:pPr>
                <a:spcBef>
                  <a:spcPct val="0"/>
                </a:spcBef>
                <a:buFontTx/>
                <a:buNone/>
              </a:pPr>
              <a:t>78</a:t>
            </a:fld>
            <a:endParaRPr lang="en-US" altLang="en-US" sz="1200">
              <a:solidFill>
                <a:srgbClr val="898989"/>
              </a:solidFill>
              <a:latin typeface="Arial" panose="020B0604020202020204" pitchFamily="34" charset="0"/>
            </a:endParaRPr>
          </a:p>
        </p:txBody>
      </p:sp>
      <p:sp>
        <p:nvSpPr>
          <p:cNvPr id="155652" name="Rectangle 3"/>
          <p:cNvSpPr>
            <a:spLocks noGrp="1"/>
          </p:cNvSpPr>
          <p:nvPr>
            <p:ph type="body" idx="4294967295"/>
          </p:nvPr>
        </p:nvSpPr>
        <p:spPr>
          <a:xfrm>
            <a:off x="0" y="1481138"/>
            <a:ext cx="8229600" cy="4525962"/>
          </a:xfrm>
        </p:spPr>
        <p:txBody>
          <a:bodyPr/>
          <a:lstStyle/>
          <a:p>
            <a:pPr eaLnBrk="1" hangingPunct="1"/>
            <a:r>
              <a:rPr lang="en-US" altLang="en-GB" smtClean="0"/>
              <a:t>  </a:t>
            </a:r>
          </a:p>
        </p:txBody>
      </p:sp>
      <p:sp>
        <p:nvSpPr>
          <p:cNvPr id="155653" name="Oval 4"/>
          <p:cNvSpPr>
            <a:spLocks noChangeArrowheads="1"/>
          </p:cNvSpPr>
          <p:nvPr/>
        </p:nvSpPr>
        <p:spPr bwMode="auto">
          <a:xfrm>
            <a:off x="2286000" y="2819400"/>
            <a:ext cx="914400" cy="914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55654" name="Oval 5"/>
          <p:cNvSpPr>
            <a:spLocks noChangeArrowheads="1"/>
          </p:cNvSpPr>
          <p:nvPr/>
        </p:nvSpPr>
        <p:spPr bwMode="auto">
          <a:xfrm>
            <a:off x="2438400" y="2971800"/>
            <a:ext cx="6096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aphicFrame>
        <p:nvGraphicFramePr>
          <p:cNvPr id="155655" name="Object 2"/>
          <p:cNvGraphicFramePr>
            <a:graphicFrameLocks noChangeAspect="1"/>
          </p:cNvGraphicFramePr>
          <p:nvPr/>
        </p:nvGraphicFramePr>
        <p:xfrm>
          <a:off x="2514600" y="2971800"/>
          <a:ext cx="430213" cy="531813"/>
        </p:xfrm>
        <a:graphic>
          <a:graphicData uri="http://schemas.openxmlformats.org/presentationml/2006/ole">
            <mc:AlternateContent xmlns:mc="http://schemas.openxmlformats.org/markup-compatibility/2006">
              <mc:Choice xmlns:v="urn:schemas-microsoft-com:vml" Requires="v">
                <p:oleObj spid="_x0000_s155683" name="Equation" r:id="rId4" imgW="431613" imgH="533169" progId="Equation.3">
                  <p:embed/>
                </p:oleObj>
              </mc:Choice>
              <mc:Fallback>
                <p:oleObj name="Equation" r:id="rId4" imgW="431613" imgH="53316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4600" y="2971800"/>
                        <a:ext cx="430213" cy="531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5656" name="Oval 7"/>
          <p:cNvSpPr>
            <a:spLocks noChangeArrowheads="1"/>
          </p:cNvSpPr>
          <p:nvPr/>
        </p:nvSpPr>
        <p:spPr bwMode="auto">
          <a:xfrm>
            <a:off x="4419600" y="2971800"/>
            <a:ext cx="6096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55657" name="Oval 8"/>
          <p:cNvSpPr>
            <a:spLocks noChangeArrowheads="1"/>
          </p:cNvSpPr>
          <p:nvPr/>
        </p:nvSpPr>
        <p:spPr bwMode="auto">
          <a:xfrm>
            <a:off x="6324600" y="2971800"/>
            <a:ext cx="6096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55658" name="Oval 9"/>
          <p:cNvSpPr>
            <a:spLocks noChangeArrowheads="1"/>
          </p:cNvSpPr>
          <p:nvPr/>
        </p:nvSpPr>
        <p:spPr bwMode="auto">
          <a:xfrm>
            <a:off x="3733800" y="1447800"/>
            <a:ext cx="6096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55659" name="Oval 10"/>
          <p:cNvSpPr>
            <a:spLocks noChangeArrowheads="1"/>
          </p:cNvSpPr>
          <p:nvPr/>
        </p:nvSpPr>
        <p:spPr bwMode="auto">
          <a:xfrm>
            <a:off x="5257800" y="1447800"/>
            <a:ext cx="6096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55660" name="Line 11"/>
          <p:cNvSpPr>
            <a:spLocks noChangeShapeType="1"/>
          </p:cNvSpPr>
          <p:nvPr/>
        </p:nvSpPr>
        <p:spPr bwMode="auto">
          <a:xfrm>
            <a:off x="3200400" y="3276600"/>
            <a:ext cx="12192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55661" name="Oval 12"/>
          <p:cNvSpPr>
            <a:spLocks noChangeArrowheads="1"/>
          </p:cNvSpPr>
          <p:nvPr/>
        </p:nvSpPr>
        <p:spPr bwMode="auto">
          <a:xfrm>
            <a:off x="5105400" y="1295400"/>
            <a:ext cx="914400" cy="914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sp>
        <p:nvSpPr>
          <p:cNvPr id="155662" name="Line 13"/>
          <p:cNvSpPr>
            <a:spLocks noChangeShapeType="1"/>
          </p:cNvSpPr>
          <p:nvPr/>
        </p:nvSpPr>
        <p:spPr bwMode="auto">
          <a:xfrm>
            <a:off x="5029200" y="3276600"/>
            <a:ext cx="1295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55663" name="Line 14"/>
          <p:cNvSpPr>
            <a:spLocks noChangeShapeType="1"/>
          </p:cNvSpPr>
          <p:nvPr/>
        </p:nvSpPr>
        <p:spPr bwMode="auto">
          <a:xfrm>
            <a:off x="6934200" y="3276600"/>
            <a:ext cx="1295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55664" name="Line 15"/>
          <p:cNvSpPr>
            <a:spLocks noChangeShapeType="1"/>
          </p:cNvSpPr>
          <p:nvPr/>
        </p:nvSpPr>
        <p:spPr bwMode="auto">
          <a:xfrm flipH="1" flipV="1">
            <a:off x="4191000" y="2057400"/>
            <a:ext cx="381000" cy="9906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55665" name="Line 16"/>
          <p:cNvSpPr>
            <a:spLocks noChangeShapeType="1"/>
          </p:cNvSpPr>
          <p:nvPr/>
        </p:nvSpPr>
        <p:spPr bwMode="auto">
          <a:xfrm flipV="1">
            <a:off x="4876800" y="2133600"/>
            <a:ext cx="381000" cy="8382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sp>
        <p:nvSpPr>
          <p:cNvPr id="155666" name="Freeform 17"/>
          <p:cNvSpPr>
            <a:spLocks/>
          </p:cNvSpPr>
          <p:nvPr/>
        </p:nvSpPr>
        <p:spPr bwMode="auto">
          <a:xfrm>
            <a:off x="2971800" y="3505200"/>
            <a:ext cx="5410200" cy="800100"/>
          </a:xfrm>
          <a:custGeom>
            <a:avLst/>
            <a:gdLst>
              <a:gd name="T0" fmla="*/ 2147483646 w 3408"/>
              <a:gd name="T1" fmla="*/ 0 h 504"/>
              <a:gd name="T2" fmla="*/ 2147483646 w 3408"/>
              <a:gd name="T3" fmla="*/ 2147483646 h 504"/>
              <a:gd name="T4" fmla="*/ 2147483646 w 3408"/>
              <a:gd name="T5" fmla="*/ 2147483646 h 504"/>
              <a:gd name="T6" fmla="*/ 0 w 3408"/>
              <a:gd name="T7" fmla="*/ 2147483646 h 504"/>
              <a:gd name="T8" fmla="*/ 0 60000 65536"/>
              <a:gd name="T9" fmla="*/ 0 60000 65536"/>
              <a:gd name="T10" fmla="*/ 0 60000 65536"/>
              <a:gd name="T11" fmla="*/ 0 60000 65536"/>
              <a:gd name="T12" fmla="*/ 0 w 3408"/>
              <a:gd name="T13" fmla="*/ 0 h 504"/>
              <a:gd name="T14" fmla="*/ 3408 w 3408"/>
              <a:gd name="T15" fmla="*/ 504 h 504"/>
            </a:gdLst>
            <a:ahLst/>
            <a:cxnLst>
              <a:cxn ang="T8">
                <a:pos x="T0" y="T1"/>
              </a:cxn>
              <a:cxn ang="T9">
                <a:pos x="T2" y="T3"/>
              </a:cxn>
              <a:cxn ang="T10">
                <a:pos x="T4" y="T5"/>
              </a:cxn>
              <a:cxn ang="T11">
                <a:pos x="T6" y="T7"/>
              </a:cxn>
            </a:cxnLst>
            <a:rect l="T12" t="T13" r="T14" b="T15"/>
            <a:pathLst>
              <a:path w="3408" h="504">
                <a:moveTo>
                  <a:pt x="3408" y="0"/>
                </a:moveTo>
                <a:cubicBezTo>
                  <a:pt x="3064" y="180"/>
                  <a:pt x="2720" y="360"/>
                  <a:pt x="2256" y="432"/>
                </a:cubicBezTo>
                <a:cubicBezTo>
                  <a:pt x="1792" y="504"/>
                  <a:pt x="1000" y="480"/>
                  <a:pt x="624" y="432"/>
                </a:cubicBezTo>
                <a:cubicBezTo>
                  <a:pt x="248" y="384"/>
                  <a:pt x="124" y="264"/>
                  <a:pt x="0" y="144"/>
                </a:cubicBezTo>
              </a:path>
            </a:pathLst>
          </a:custGeom>
          <a:noFill/>
          <a:ln w="9525" cap="flat" cmpd="sng">
            <a:solidFill>
              <a:schemeClr val="tx1"/>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GB"/>
          </a:p>
        </p:txBody>
      </p:sp>
      <p:graphicFrame>
        <p:nvGraphicFramePr>
          <p:cNvPr id="155667" name="Object 3"/>
          <p:cNvGraphicFramePr>
            <a:graphicFrameLocks noChangeAspect="1"/>
          </p:cNvGraphicFramePr>
          <p:nvPr/>
        </p:nvGraphicFramePr>
        <p:xfrm>
          <a:off x="5181600" y="3886200"/>
          <a:ext cx="303213" cy="381000"/>
        </p:xfrm>
        <a:graphic>
          <a:graphicData uri="http://schemas.openxmlformats.org/presentationml/2006/ole">
            <mc:AlternateContent xmlns:mc="http://schemas.openxmlformats.org/markup-compatibility/2006">
              <mc:Choice xmlns:v="urn:schemas-microsoft-com:vml" Requires="v">
                <p:oleObj spid="_x0000_s155684" name="Equation" r:id="rId6" imgW="304668" imgH="380835" progId="Equation.3">
                  <p:embed/>
                </p:oleObj>
              </mc:Choice>
              <mc:Fallback>
                <p:oleObj name="Equation" r:id="rId6" imgW="304668" imgH="380835"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81600" y="3886200"/>
                        <a:ext cx="303213"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5668" name="Object 4"/>
          <p:cNvGraphicFramePr>
            <a:graphicFrameLocks noChangeAspect="1"/>
          </p:cNvGraphicFramePr>
          <p:nvPr/>
        </p:nvGraphicFramePr>
        <p:xfrm>
          <a:off x="5338763" y="1447800"/>
          <a:ext cx="419100" cy="531813"/>
        </p:xfrm>
        <a:graphic>
          <a:graphicData uri="http://schemas.openxmlformats.org/presentationml/2006/ole">
            <mc:AlternateContent xmlns:mc="http://schemas.openxmlformats.org/markup-compatibility/2006">
              <mc:Choice xmlns:v="urn:schemas-microsoft-com:vml" Requires="v">
                <p:oleObj spid="_x0000_s155685" name="Equation" r:id="rId8" imgW="418918" imgH="533169" progId="Equation.3">
                  <p:embed/>
                </p:oleObj>
              </mc:Choice>
              <mc:Fallback>
                <p:oleObj name="Equation" r:id="rId8" imgW="418918" imgH="533169"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38763" y="1447800"/>
                        <a:ext cx="419100" cy="531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5669" name="Object 5"/>
          <p:cNvGraphicFramePr>
            <a:graphicFrameLocks noChangeAspect="1"/>
          </p:cNvGraphicFramePr>
          <p:nvPr/>
        </p:nvGraphicFramePr>
        <p:xfrm>
          <a:off x="3803650" y="1452563"/>
          <a:ext cx="442913" cy="520700"/>
        </p:xfrm>
        <a:graphic>
          <a:graphicData uri="http://schemas.openxmlformats.org/presentationml/2006/ole">
            <mc:AlternateContent xmlns:mc="http://schemas.openxmlformats.org/markup-compatibility/2006">
              <mc:Choice xmlns:v="urn:schemas-microsoft-com:vml" Requires="v">
                <p:oleObj spid="_x0000_s155686" name="Equation" r:id="rId10" imgW="444307" imgH="520474" progId="Equation.3">
                  <p:embed/>
                </p:oleObj>
              </mc:Choice>
              <mc:Fallback>
                <p:oleObj name="Equation" r:id="rId10" imgW="444307" imgH="520474" progId="Equation.3">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803650" y="1452563"/>
                        <a:ext cx="442913"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5670" name="Object 6"/>
          <p:cNvGraphicFramePr>
            <a:graphicFrameLocks noChangeAspect="1"/>
          </p:cNvGraphicFramePr>
          <p:nvPr/>
        </p:nvGraphicFramePr>
        <p:xfrm>
          <a:off x="8305800" y="2971800"/>
          <a:ext cx="419100" cy="531813"/>
        </p:xfrm>
        <a:graphic>
          <a:graphicData uri="http://schemas.openxmlformats.org/presentationml/2006/ole">
            <mc:AlternateContent xmlns:mc="http://schemas.openxmlformats.org/markup-compatibility/2006">
              <mc:Choice xmlns:v="urn:schemas-microsoft-com:vml" Requires="v">
                <p:oleObj spid="_x0000_s155687" name="Equation" r:id="rId12" imgW="418918" imgH="533169" progId="Equation.3">
                  <p:embed/>
                </p:oleObj>
              </mc:Choice>
              <mc:Fallback>
                <p:oleObj name="Equation" r:id="rId12" imgW="418918" imgH="533169" progId="Equation.3">
                  <p:embed/>
                  <p:pic>
                    <p:nvPicPr>
                      <p:cNvPr id="0" name="Object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305800" y="2971800"/>
                        <a:ext cx="419100" cy="531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5671" name="Object 7"/>
          <p:cNvGraphicFramePr>
            <a:graphicFrameLocks noChangeAspect="1"/>
          </p:cNvGraphicFramePr>
          <p:nvPr/>
        </p:nvGraphicFramePr>
        <p:xfrm>
          <a:off x="6394450" y="2976563"/>
          <a:ext cx="442913" cy="520700"/>
        </p:xfrm>
        <a:graphic>
          <a:graphicData uri="http://schemas.openxmlformats.org/presentationml/2006/ole">
            <mc:AlternateContent xmlns:mc="http://schemas.openxmlformats.org/markup-compatibility/2006">
              <mc:Choice xmlns:v="urn:schemas-microsoft-com:vml" Requires="v">
                <p:oleObj spid="_x0000_s155688" name="Equation" r:id="rId14" imgW="444307" imgH="520474" progId="Equation.3">
                  <p:embed/>
                </p:oleObj>
              </mc:Choice>
              <mc:Fallback>
                <p:oleObj name="Equation" r:id="rId14" imgW="444307" imgH="520474" progId="Equation.3">
                  <p:embed/>
                  <p:pic>
                    <p:nvPicPr>
                      <p:cNvPr id="0" name="Object 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394450" y="2976563"/>
                        <a:ext cx="442913"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5672" name="Object 8"/>
          <p:cNvGraphicFramePr>
            <a:graphicFrameLocks noChangeAspect="1"/>
          </p:cNvGraphicFramePr>
          <p:nvPr/>
        </p:nvGraphicFramePr>
        <p:xfrm>
          <a:off x="4525963" y="2976563"/>
          <a:ext cx="368300" cy="520700"/>
        </p:xfrm>
        <a:graphic>
          <a:graphicData uri="http://schemas.openxmlformats.org/presentationml/2006/ole">
            <mc:AlternateContent xmlns:mc="http://schemas.openxmlformats.org/markup-compatibility/2006">
              <mc:Choice xmlns:v="urn:schemas-microsoft-com:vml" Requires="v">
                <p:oleObj spid="_x0000_s155689" name="Equation" r:id="rId16" imgW="368300" imgH="520700" progId="Equation.3">
                  <p:embed/>
                </p:oleObj>
              </mc:Choice>
              <mc:Fallback>
                <p:oleObj name="Equation" r:id="rId16" imgW="368300" imgH="520700" progId="Equation.3">
                  <p:embed/>
                  <p:pic>
                    <p:nvPicPr>
                      <p:cNvPr id="0" name="Object 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525963" y="2976563"/>
                        <a:ext cx="3683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5673" name="Object 9"/>
          <p:cNvGraphicFramePr>
            <a:graphicFrameLocks noChangeAspect="1"/>
          </p:cNvGraphicFramePr>
          <p:nvPr/>
        </p:nvGraphicFramePr>
        <p:xfrm>
          <a:off x="3657600" y="2971800"/>
          <a:ext cx="265113" cy="279400"/>
        </p:xfrm>
        <a:graphic>
          <a:graphicData uri="http://schemas.openxmlformats.org/presentationml/2006/ole">
            <mc:AlternateContent xmlns:mc="http://schemas.openxmlformats.org/markup-compatibility/2006">
              <mc:Choice xmlns:v="urn:schemas-microsoft-com:vml" Requires="v">
                <p:oleObj spid="_x0000_s155690" name="Equation" r:id="rId18" imgW="266584" imgH="279279" progId="Equation.3">
                  <p:embed/>
                </p:oleObj>
              </mc:Choice>
              <mc:Fallback>
                <p:oleObj name="Equation" r:id="rId18" imgW="266584" imgH="279279" progId="Equation.3">
                  <p:embed/>
                  <p:pic>
                    <p:nvPicPr>
                      <p:cNvPr id="0" name="Object 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657600" y="29718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5674" name="Object 10"/>
          <p:cNvGraphicFramePr>
            <a:graphicFrameLocks noChangeAspect="1"/>
          </p:cNvGraphicFramePr>
          <p:nvPr/>
        </p:nvGraphicFramePr>
        <p:xfrm>
          <a:off x="5105400" y="2362200"/>
          <a:ext cx="265113" cy="279400"/>
        </p:xfrm>
        <a:graphic>
          <a:graphicData uri="http://schemas.openxmlformats.org/presentationml/2006/ole">
            <mc:AlternateContent xmlns:mc="http://schemas.openxmlformats.org/markup-compatibility/2006">
              <mc:Choice xmlns:v="urn:schemas-microsoft-com:vml" Requires="v">
                <p:oleObj spid="_x0000_s155691" name="Equation" r:id="rId20" imgW="266584" imgH="279279" progId="Equation.3">
                  <p:embed/>
                </p:oleObj>
              </mc:Choice>
              <mc:Fallback>
                <p:oleObj name="Equation" r:id="rId20" imgW="266584" imgH="279279" progId="Equation.3">
                  <p:embed/>
                  <p:pic>
                    <p:nvPicPr>
                      <p:cNvPr id="0" name="Object 1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105400" y="23622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5675" name="Object 11"/>
          <p:cNvGraphicFramePr>
            <a:graphicFrameLocks noChangeAspect="1"/>
          </p:cNvGraphicFramePr>
          <p:nvPr/>
        </p:nvGraphicFramePr>
        <p:xfrm>
          <a:off x="4419600" y="2362200"/>
          <a:ext cx="265113" cy="279400"/>
        </p:xfrm>
        <a:graphic>
          <a:graphicData uri="http://schemas.openxmlformats.org/presentationml/2006/ole">
            <mc:AlternateContent xmlns:mc="http://schemas.openxmlformats.org/markup-compatibility/2006">
              <mc:Choice xmlns:v="urn:schemas-microsoft-com:vml" Requires="v">
                <p:oleObj spid="_x0000_s155692" name="Equation" r:id="rId21" imgW="266584" imgH="279279" progId="Equation.3">
                  <p:embed/>
                </p:oleObj>
              </mc:Choice>
              <mc:Fallback>
                <p:oleObj name="Equation" r:id="rId21" imgW="266584" imgH="279279" progId="Equation.3">
                  <p:embed/>
                  <p:pic>
                    <p:nvPicPr>
                      <p:cNvPr id="0" name="Object 1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419600" y="2362200"/>
                        <a:ext cx="26511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5676" name="Object 12"/>
          <p:cNvGraphicFramePr>
            <a:graphicFrameLocks noChangeAspect="1"/>
          </p:cNvGraphicFramePr>
          <p:nvPr/>
        </p:nvGraphicFramePr>
        <p:xfrm>
          <a:off x="5486400" y="2895600"/>
          <a:ext cx="252413" cy="392113"/>
        </p:xfrm>
        <a:graphic>
          <a:graphicData uri="http://schemas.openxmlformats.org/presentationml/2006/ole">
            <mc:AlternateContent xmlns:mc="http://schemas.openxmlformats.org/markup-compatibility/2006">
              <mc:Choice xmlns:v="urn:schemas-microsoft-com:vml" Requires="v">
                <p:oleObj spid="_x0000_s155693" name="Equation" r:id="rId22" imgW="253890" imgH="393529" progId="Equation.3">
                  <p:embed/>
                </p:oleObj>
              </mc:Choice>
              <mc:Fallback>
                <p:oleObj name="Equation" r:id="rId22" imgW="253890" imgH="393529" progId="Equation.3">
                  <p:embed/>
                  <p:pic>
                    <p:nvPicPr>
                      <p:cNvPr id="0" name="Object 1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486400" y="2895600"/>
                        <a:ext cx="252413"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5677" name="Object 13"/>
          <p:cNvGraphicFramePr>
            <a:graphicFrameLocks noChangeAspect="1"/>
          </p:cNvGraphicFramePr>
          <p:nvPr/>
        </p:nvGraphicFramePr>
        <p:xfrm>
          <a:off x="7391400" y="2895600"/>
          <a:ext cx="303213" cy="381000"/>
        </p:xfrm>
        <a:graphic>
          <a:graphicData uri="http://schemas.openxmlformats.org/presentationml/2006/ole">
            <mc:AlternateContent xmlns:mc="http://schemas.openxmlformats.org/markup-compatibility/2006">
              <mc:Choice xmlns:v="urn:schemas-microsoft-com:vml" Requires="v">
                <p:oleObj spid="_x0000_s155694" name="Equation" r:id="rId24" imgW="304668" imgH="380835" progId="Equation.3">
                  <p:embed/>
                </p:oleObj>
              </mc:Choice>
              <mc:Fallback>
                <p:oleObj name="Equation" r:id="rId24" imgW="304668" imgH="380835" progId="Equation.3">
                  <p:embed/>
                  <p:pic>
                    <p:nvPicPr>
                      <p:cNvPr id="0" name="Object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391400" y="2895600"/>
                        <a:ext cx="303213"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5678" name="Object 14"/>
          <p:cNvGraphicFramePr>
            <a:graphicFrameLocks noChangeAspect="1"/>
          </p:cNvGraphicFramePr>
          <p:nvPr/>
        </p:nvGraphicFramePr>
        <p:xfrm>
          <a:off x="5143500" y="3549650"/>
          <a:ext cx="228600" cy="520700"/>
        </p:xfrm>
        <a:graphic>
          <a:graphicData uri="http://schemas.openxmlformats.org/presentationml/2006/ole">
            <mc:AlternateContent xmlns:mc="http://schemas.openxmlformats.org/markup-compatibility/2006">
              <mc:Choice xmlns:v="urn:schemas-microsoft-com:vml" Requires="v">
                <p:oleObj spid="_x0000_s155695" name="Equation" r:id="rId25" imgW="228600" imgH="520700" progId="Equation.3">
                  <p:embed/>
                </p:oleObj>
              </mc:Choice>
              <mc:Fallback>
                <p:oleObj name="Equation" r:id="rId25" imgW="228600" imgH="520700" progId="Equation.3">
                  <p:embed/>
                  <p:pic>
                    <p:nvPicPr>
                      <p:cNvPr id="0" name="Object 14"/>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143500" y="3549650"/>
                        <a:ext cx="2286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5679" name="Line 30"/>
          <p:cNvSpPr>
            <a:spLocks noChangeShapeType="1"/>
          </p:cNvSpPr>
          <p:nvPr/>
        </p:nvSpPr>
        <p:spPr bwMode="auto">
          <a:xfrm>
            <a:off x="1676400" y="3276600"/>
            <a:ext cx="6096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GB"/>
          </a:p>
        </p:txBody>
      </p:sp>
      <p:graphicFrame>
        <p:nvGraphicFramePr>
          <p:cNvPr id="155680" name="Object 15"/>
          <p:cNvGraphicFramePr>
            <a:graphicFrameLocks noChangeAspect="1"/>
          </p:cNvGraphicFramePr>
          <p:nvPr/>
        </p:nvGraphicFramePr>
        <p:xfrm>
          <a:off x="5143500" y="3549650"/>
          <a:ext cx="228600" cy="520700"/>
        </p:xfrm>
        <a:graphic>
          <a:graphicData uri="http://schemas.openxmlformats.org/presentationml/2006/ole">
            <mc:AlternateContent xmlns:mc="http://schemas.openxmlformats.org/markup-compatibility/2006">
              <mc:Choice xmlns:v="urn:schemas-microsoft-com:vml" Requires="v">
                <p:oleObj spid="_x0000_s155696" name="Equation" r:id="rId27" imgW="228600" imgH="520700" progId="Equation.3">
                  <p:embed/>
                </p:oleObj>
              </mc:Choice>
              <mc:Fallback>
                <p:oleObj name="Equation" r:id="rId27" imgW="228600" imgH="520700" progId="Equation.3">
                  <p:embed/>
                  <p:pic>
                    <p:nvPicPr>
                      <p:cNvPr id="0" name="Object 15"/>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143500" y="3549650"/>
                        <a:ext cx="2286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5681" name="Oval 33"/>
          <p:cNvSpPr>
            <a:spLocks noChangeArrowheads="1"/>
          </p:cNvSpPr>
          <p:nvPr/>
        </p:nvSpPr>
        <p:spPr bwMode="auto">
          <a:xfrm>
            <a:off x="8229600" y="2971800"/>
            <a:ext cx="6096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aphicFrame>
        <p:nvGraphicFramePr>
          <p:cNvPr id="155682" name="Object 16"/>
          <p:cNvGraphicFramePr>
            <a:graphicFrameLocks noChangeAspect="1"/>
          </p:cNvGraphicFramePr>
          <p:nvPr/>
        </p:nvGraphicFramePr>
        <p:xfrm>
          <a:off x="1295400" y="5181600"/>
          <a:ext cx="6681788" cy="660400"/>
        </p:xfrm>
        <a:graphic>
          <a:graphicData uri="http://schemas.openxmlformats.org/presentationml/2006/ole">
            <mc:AlternateContent xmlns:mc="http://schemas.openxmlformats.org/markup-compatibility/2006">
              <mc:Choice xmlns:v="urn:schemas-microsoft-com:vml" Requires="v">
                <p:oleObj spid="_x0000_s155697" name="Equation" r:id="rId28" imgW="6680200" imgH="660400" progId="Equation.3">
                  <p:embed/>
                </p:oleObj>
              </mc:Choice>
              <mc:Fallback>
                <p:oleObj name="Equation" r:id="rId28" imgW="6680200" imgH="660400" progId="Equation.3">
                  <p:embed/>
                  <p:pic>
                    <p:nvPicPr>
                      <p:cNvPr id="0" name="Object 16"/>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295400" y="5181600"/>
                        <a:ext cx="6681788" cy="660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57699" name="Slide Number Placeholder 8"/>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E8D118D-17E7-4F76-8C65-C87285876847}" type="slidenum">
              <a:rPr lang="en-US" altLang="en-US" sz="1200">
                <a:solidFill>
                  <a:srgbClr val="898989"/>
                </a:solidFill>
                <a:latin typeface="Arial" panose="020B0604020202020204" pitchFamily="34" charset="0"/>
              </a:rPr>
              <a:pPr>
                <a:spcBef>
                  <a:spcPct val="0"/>
                </a:spcBef>
                <a:buFontTx/>
                <a:buNone/>
              </a:pPr>
              <a:t>79</a:t>
            </a:fld>
            <a:endParaRPr lang="en-US" altLang="en-US" sz="1200">
              <a:solidFill>
                <a:srgbClr val="898989"/>
              </a:solidFill>
              <a:latin typeface="Arial" panose="020B0604020202020204" pitchFamily="34" charset="0"/>
            </a:endParaRPr>
          </a:p>
        </p:txBody>
      </p:sp>
      <p:sp>
        <p:nvSpPr>
          <p:cNvPr id="157700" name="Rectangle 2"/>
          <p:cNvSpPr>
            <a:spLocks noGrp="1"/>
          </p:cNvSpPr>
          <p:nvPr>
            <p:ph type="title" idx="4294967295"/>
          </p:nvPr>
        </p:nvSpPr>
        <p:spPr>
          <a:xfrm>
            <a:off x="0" y="274638"/>
            <a:ext cx="8229600" cy="1143000"/>
          </a:xfrm>
        </p:spPr>
        <p:txBody>
          <a:bodyPr/>
          <a:lstStyle/>
          <a:p>
            <a:pPr eaLnBrk="1" hangingPunct="1"/>
            <a:r>
              <a:rPr lang="en-US" altLang="en-GB" smtClean="0"/>
              <a:t>Examples of NFAs</a:t>
            </a:r>
          </a:p>
        </p:txBody>
      </p:sp>
      <p:pic>
        <p:nvPicPr>
          <p:cNvPr id="15770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1503363"/>
            <a:ext cx="3276600" cy="184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57702"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3768725"/>
            <a:ext cx="2514600" cy="225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57703"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57800" y="4252913"/>
            <a:ext cx="2949575"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59747"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0790ED5-D430-40F6-8578-1FC62BA54D0B}" type="slidenum">
              <a:rPr lang="en-US" altLang="en-US" sz="1200">
                <a:solidFill>
                  <a:srgbClr val="898989"/>
                </a:solidFill>
                <a:latin typeface="Arial" panose="020B0604020202020204" pitchFamily="34" charset="0"/>
              </a:rPr>
              <a:pPr>
                <a:spcBef>
                  <a:spcPct val="0"/>
                </a:spcBef>
                <a:buFontTx/>
                <a:buNone/>
              </a:pPr>
              <a:t>80</a:t>
            </a:fld>
            <a:endParaRPr lang="en-US" altLang="en-US" sz="1200">
              <a:solidFill>
                <a:srgbClr val="898989"/>
              </a:solidFill>
              <a:latin typeface="Arial" panose="020B0604020202020204" pitchFamily="34" charset="0"/>
            </a:endParaRPr>
          </a:p>
        </p:txBody>
      </p:sp>
      <p:sp>
        <p:nvSpPr>
          <p:cNvPr id="159748" name="Rectangle 2"/>
          <p:cNvSpPr>
            <a:spLocks noGrp="1"/>
          </p:cNvSpPr>
          <p:nvPr>
            <p:ph type="title" idx="4294967295"/>
          </p:nvPr>
        </p:nvSpPr>
        <p:spPr>
          <a:xfrm>
            <a:off x="0" y="274638"/>
            <a:ext cx="8229600" cy="1143000"/>
          </a:xfrm>
        </p:spPr>
        <p:txBody>
          <a:bodyPr/>
          <a:lstStyle/>
          <a:p>
            <a:pPr eaLnBrk="1" hangingPunct="1"/>
            <a:r>
              <a:rPr lang="en-US" altLang="en-GB" sz="3800" smtClean="0"/>
              <a:t>Theorem 7</a:t>
            </a:r>
          </a:p>
        </p:txBody>
      </p:sp>
      <p:sp>
        <p:nvSpPr>
          <p:cNvPr id="159749" name="Rectangle 3"/>
          <p:cNvSpPr>
            <a:spLocks noGrp="1"/>
          </p:cNvSpPr>
          <p:nvPr>
            <p:ph type="body" idx="4294967295"/>
          </p:nvPr>
        </p:nvSpPr>
        <p:spPr>
          <a:xfrm>
            <a:off x="0" y="1481138"/>
            <a:ext cx="8229600" cy="4525962"/>
          </a:xfrm>
        </p:spPr>
        <p:txBody>
          <a:bodyPr/>
          <a:lstStyle/>
          <a:p>
            <a:pPr algn="just" eaLnBrk="1" hangingPunct="1">
              <a:lnSpc>
                <a:spcPct val="90000"/>
              </a:lnSpc>
              <a:buFont typeface="Wingdings" panose="05000000000000000000" pitchFamily="2" charset="2"/>
              <a:buNone/>
            </a:pPr>
            <a:r>
              <a:rPr lang="en-US" altLang="en-GB" sz="2200" b="1" smtClean="0"/>
              <a:t>for every NFA, there is some FA that accepts exactly the same language.</a:t>
            </a:r>
          </a:p>
          <a:p>
            <a:pPr algn="just" eaLnBrk="1" hangingPunct="1">
              <a:lnSpc>
                <a:spcPct val="90000"/>
              </a:lnSpc>
            </a:pPr>
            <a:r>
              <a:rPr lang="en-US" altLang="en-GB" sz="2200" b="1" smtClean="0"/>
              <a:t>Proof 1</a:t>
            </a:r>
          </a:p>
          <a:p>
            <a:pPr algn="just" eaLnBrk="1" hangingPunct="1">
              <a:lnSpc>
                <a:spcPct val="90000"/>
              </a:lnSpc>
            </a:pPr>
            <a:endParaRPr lang="en-US" altLang="en-GB" sz="2200" smtClean="0"/>
          </a:p>
          <a:p>
            <a:pPr algn="just" eaLnBrk="1" hangingPunct="1">
              <a:lnSpc>
                <a:spcPct val="90000"/>
              </a:lnSpc>
            </a:pPr>
            <a:r>
              <a:rPr lang="en-US" altLang="en-GB" sz="2200" smtClean="0"/>
              <a:t>By the proof of part 2 of Kleene’s theorem, we can convert an NFA into a regular expression, since an NFA is a TG.</a:t>
            </a:r>
          </a:p>
          <a:p>
            <a:pPr algn="just" eaLnBrk="1" hangingPunct="1">
              <a:lnSpc>
                <a:spcPct val="90000"/>
              </a:lnSpc>
            </a:pPr>
            <a:endParaRPr lang="en-US" altLang="en-GB" sz="2200" smtClean="0"/>
          </a:p>
          <a:p>
            <a:pPr algn="just" eaLnBrk="1" hangingPunct="1">
              <a:lnSpc>
                <a:spcPct val="90000"/>
              </a:lnSpc>
            </a:pPr>
            <a:r>
              <a:rPr lang="en-US" altLang="en-GB" sz="2200" smtClean="0"/>
              <a:t>By the proof of part 3 of Kleene’s theorem, we can construct an FA that accepts the same language as the regular expression. Hence, for every</a:t>
            </a:r>
          </a:p>
          <a:p>
            <a:pPr algn="just" eaLnBrk="1" hangingPunct="1">
              <a:lnSpc>
                <a:spcPct val="90000"/>
              </a:lnSpc>
            </a:pPr>
            <a:endParaRPr lang="en-US" altLang="en-GB" sz="2200" smtClean="0"/>
          </a:p>
          <a:p>
            <a:pPr algn="just" eaLnBrk="1" hangingPunct="1">
              <a:lnSpc>
                <a:spcPct val="90000"/>
              </a:lnSpc>
            </a:pPr>
            <a:r>
              <a:rPr lang="en-US" altLang="en-GB" sz="2200" smtClean="0"/>
              <a:t>NFA, there is a corresponding FA.</a:t>
            </a: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61795"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08FFCE9-6299-40E8-880E-6A1F4CF6E53C}" type="slidenum">
              <a:rPr lang="en-US" altLang="en-US" sz="1200">
                <a:solidFill>
                  <a:srgbClr val="898989"/>
                </a:solidFill>
                <a:latin typeface="Arial" panose="020B0604020202020204" pitchFamily="34" charset="0"/>
              </a:rPr>
              <a:pPr>
                <a:spcBef>
                  <a:spcPct val="0"/>
                </a:spcBef>
                <a:buFontTx/>
                <a:buNone/>
              </a:pPr>
              <a:t>81</a:t>
            </a:fld>
            <a:endParaRPr lang="en-US" altLang="en-US" sz="1200">
              <a:solidFill>
                <a:srgbClr val="898989"/>
              </a:solidFill>
              <a:latin typeface="Arial" panose="020B0604020202020204" pitchFamily="34" charset="0"/>
            </a:endParaRPr>
          </a:p>
        </p:txBody>
      </p:sp>
      <p:sp>
        <p:nvSpPr>
          <p:cNvPr id="10" name="Rectangle 2"/>
          <p:cNvSpPr txBox="1">
            <a:spLocks noChangeArrowheads="1"/>
          </p:cNvSpPr>
          <p:nvPr/>
        </p:nvSpPr>
        <p:spPr bwMode="auto">
          <a:xfrm>
            <a:off x="457200" y="277813"/>
            <a:ext cx="8229600" cy="1139825"/>
          </a:xfrm>
          <a:prstGeom prst="rect">
            <a:avLst/>
          </a:prstGeom>
          <a:noFill/>
          <a:ln w="9525">
            <a:noFill/>
            <a:miter lim="800000"/>
            <a:headEnd/>
            <a:tailEnd/>
          </a:ln>
        </p:spPr>
        <p:txBody>
          <a:bodyPr/>
          <a:lstStyle/>
          <a:p>
            <a:pPr>
              <a:defRPr/>
            </a:pPr>
            <a:r>
              <a:rPr lang="en-US" sz="3800" kern="0" dirty="0">
                <a:solidFill>
                  <a:schemeClr val="tx2"/>
                </a:solidFill>
                <a:latin typeface="+mj-lt"/>
                <a:ea typeface="+mj-ea"/>
                <a:cs typeface="+mj-cs"/>
              </a:rPr>
              <a:t>Distinguished Features</a:t>
            </a:r>
          </a:p>
        </p:txBody>
      </p:sp>
      <p:sp>
        <p:nvSpPr>
          <p:cNvPr id="12" name="Rectangle 3"/>
          <p:cNvSpPr txBox="1">
            <a:spLocks noChangeArrowheads="1"/>
          </p:cNvSpPr>
          <p:nvPr/>
        </p:nvSpPr>
        <p:spPr bwMode="auto">
          <a:xfrm>
            <a:off x="457200" y="1600200"/>
            <a:ext cx="8229600" cy="4530725"/>
          </a:xfrm>
          <a:prstGeom prst="rect">
            <a:avLst/>
          </a:prstGeom>
          <a:noFill/>
          <a:ln w="9525">
            <a:noFill/>
            <a:miter lim="800000"/>
            <a:headEnd/>
            <a:tailEnd/>
          </a:ln>
        </p:spPr>
        <p:txBody>
          <a:bodyPr/>
          <a:lstStyle/>
          <a:p>
            <a:pPr marL="342900" indent="-342900" algn="just">
              <a:lnSpc>
                <a:spcPct val="90000"/>
              </a:lnSpc>
              <a:spcBef>
                <a:spcPct val="20000"/>
              </a:spcBef>
              <a:buClr>
                <a:schemeClr val="accent1"/>
              </a:buClr>
              <a:buSzPct val="65000"/>
              <a:buFont typeface="Wingdings" pitchFamily="2" charset="2"/>
              <a:buNone/>
              <a:defRPr/>
            </a:pPr>
            <a:r>
              <a:rPr lang="en-US" sz="2200" kern="0" dirty="0">
                <a:latin typeface="+mn-lt"/>
              </a:rPr>
              <a:t>FA/DFA</a:t>
            </a:r>
          </a:p>
          <a:p>
            <a:pPr marL="457200" indent="-457200" algn="just">
              <a:lnSpc>
                <a:spcPct val="90000"/>
              </a:lnSpc>
              <a:spcBef>
                <a:spcPct val="20000"/>
              </a:spcBef>
              <a:buClr>
                <a:schemeClr val="accent1"/>
              </a:buClr>
              <a:buSzPct val="65000"/>
              <a:buFont typeface="+mj-lt"/>
              <a:buAutoNum type="arabicPeriod"/>
              <a:defRPr/>
            </a:pPr>
            <a:r>
              <a:rPr lang="en-US" sz="2200" kern="0" dirty="0">
                <a:latin typeface="+mn-lt"/>
              </a:rPr>
              <a:t>One start state ONLY &amp; Zero or more Final States</a:t>
            </a:r>
          </a:p>
          <a:p>
            <a:pPr marL="457200" indent="-457200" algn="just">
              <a:lnSpc>
                <a:spcPct val="90000"/>
              </a:lnSpc>
              <a:spcBef>
                <a:spcPct val="20000"/>
              </a:spcBef>
              <a:buClr>
                <a:schemeClr val="accent1"/>
              </a:buClr>
              <a:buSzPct val="65000"/>
              <a:defRPr/>
            </a:pPr>
            <a:r>
              <a:rPr lang="en-US" sz="2200" kern="0" dirty="0">
                <a:latin typeface="+mn-lt"/>
              </a:rPr>
              <a:t>NFA</a:t>
            </a:r>
          </a:p>
          <a:p>
            <a:pPr marL="457200" indent="-457200" algn="just">
              <a:lnSpc>
                <a:spcPct val="90000"/>
              </a:lnSpc>
              <a:spcBef>
                <a:spcPct val="20000"/>
              </a:spcBef>
              <a:buClr>
                <a:schemeClr val="accent1"/>
              </a:buClr>
              <a:buSzPct val="65000"/>
              <a:buFont typeface="+mj-lt"/>
              <a:buAutoNum type="arabicPeriod"/>
              <a:defRPr/>
            </a:pPr>
            <a:r>
              <a:rPr lang="en-US" sz="2200" kern="0" dirty="0">
                <a:latin typeface="Arial" charset="0"/>
              </a:rPr>
              <a:t>One start state ONLY &amp; Zero or More Final States</a:t>
            </a:r>
          </a:p>
          <a:p>
            <a:pPr marL="457200" indent="-457200" algn="just">
              <a:lnSpc>
                <a:spcPct val="90000"/>
              </a:lnSpc>
              <a:spcBef>
                <a:spcPct val="20000"/>
              </a:spcBef>
              <a:buClr>
                <a:schemeClr val="accent1"/>
              </a:buClr>
              <a:buSzPct val="65000"/>
              <a:buFont typeface="+mj-lt"/>
              <a:buAutoNum type="arabicPeriod"/>
              <a:defRPr/>
            </a:pPr>
            <a:r>
              <a:rPr lang="en-US" sz="2200" kern="0" dirty="0">
                <a:latin typeface="Arial" charset="0"/>
              </a:rPr>
              <a:t>Null transitions</a:t>
            </a:r>
          </a:p>
          <a:p>
            <a:pPr marL="457200" indent="-457200" algn="just">
              <a:lnSpc>
                <a:spcPct val="90000"/>
              </a:lnSpc>
              <a:spcBef>
                <a:spcPct val="20000"/>
              </a:spcBef>
              <a:buClr>
                <a:schemeClr val="accent1"/>
              </a:buClr>
              <a:buSzPct val="65000"/>
              <a:buFont typeface="+mj-lt"/>
              <a:buAutoNum type="arabicPeriod"/>
              <a:defRPr/>
            </a:pPr>
            <a:r>
              <a:rPr lang="en-US" sz="2200" kern="0" dirty="0">
                <a:latin typeface="Arial" charset="0"/>
              </a:rPr>
              <a:t>Non-determinism</a:t>
            </a:r>
          </a:p>
          <a:p>
            <a:pPr marL="457200" indent="-457200" algn="just">
              <a:lnSpc>
                <a:spcPct val="90000"/>
              </a:lnSpc>
              <a:spcBef>
                <a:spcPct val="20000"/>
              </a:spcBef>
              <a:buClr>
                <a:schemeClr val="accent1"/>
              </a:buClr>
              <a:buSzPct val="65000"/>
              <a:defRPr/>
            </a:pPr>
            <a:r>
              <a:rPr lang="en-US" sz="2200" kern="0" dirty="0">
                <a:latin typeface="+mn-lt"/>
              </a:rPr>
              <a:t>TG</a:t>
            </a:r>
          </a:p>
          <a:p>
            <a:pPr marL="457200" indent="-457200" algn="just">
              <a:lnSpc>
                <a:spcPct val="90000"/>
              </a:lnSpc>
              <a:spcBef>
                <a:spcPct val="20000"/>
              </a:spcBef>
              <a:buClr>
                <a:schemeClr val="accent1"/>
              </a:buClr>
              <a:buSzPct val="65000"/>
              <a:buFont typeface="+mj-lt"/>
              <a:buAutoNum type="arabicPeriod"/>
              <a:defRPr/>
            </a:pPr>
            <a:r>
              <a:rPr lang="en-US" sz="2200" kern="0" dirty="0">
                <a:latin typeface="Arial" charset="0"/>
              </a:rPr>
              <a:t>One or More Start States</a:t>
            </a:r>
          </a:p>
          <a:p>
            <a:pPr marL="457200" indent="-457200" algn="just">
              <a:lnSpc>
                <a:spcPct val="90000"/>
              </a:lnSpc>
              <a:spcBef>
                <a:spcPct val="20000"/>
              </a:spcBef>
              <a:buClr>
                <a:schemeClr val="accent1"/>
              </a:buClr>
              <a:buSzPct val="65000"/>
              <a:buFont typeface="+mj-lt"/>
              <a:buAutoNum type="arabicPeriod"/>
              <a:defRPr/>
            </a:pPr>
            <a:r>
              <a:rPr lang="en-US" sz="2200" kern="0" dirty="0">
                <a:latin typeface="Arial" charset="0"/>
              </a:rPr>
              <a:t>Zero or More Final States</a:t>
            </a:r>
          </a:p>
          <a:p>
            <a:pPr marL="457200" indent="-457200" algn="just">
              <a:lnSpc>
                <a:spcPct val="90000"/>
              </a:lnSpc>
              <a:spcBef>
                <a:spcPct val="20000"/>
              </a:spcBef>
              <a:buClr>
                <a:schemeClr val="accent1"/>
              </a:buClr>
              <a:buSzPct val="65000"/>
              <a:buFont typeface="+mj-lt"/>
              <a:buAutoNum type="arabicPeriod"/>
              <a:defRPr/>
            </a:pPr>
            <a:r>
              <a:rPr lang="en-US" sz="2200" kern="0" dirty="0">
                <a:latin typeface="Arial" charset="0"/>
              </a:rPr>
              <a:t>Multiple letters on the edges</a:t>
            </a:r>
          </a:p>
          <a:p>
            <a:pPr marL="457200" indent="-457200" algn="just">
              <a:lnSpc>
                <a:spcPct val="90000"/>
              </a:lnSpc>
              <a:spcBef>
                <a:spcPct val="20000"/>
              </a:spcBef>
              <a:buClr>
                <a:schemeClr val="accent1"/>
              </a:buClr>
              <a:buSzPct val="65000"/>
              <a:buFont typeface="+mj-lt"/>
              <a:buAutoNum type="arabicPeriod"/>
              <a:defRPr/>
            </a:pPr>
            <a:r>
              <a:rPr lang="en-US" sz="2200" kern="0" dirty="0">
                <a:latin typeface="Arial" charset="0"/>
              </a:rPr>
              <a:t>Null transitions</a:t>
            </a:r>
          </a:p>
          <a:p>
            <a:pPr marL="457200" indent="-457200" algn="just">
              <a:lnSpc>
                <a:spcPct val="90000"/>
              </a:lnSpc>
              <a:spcBef>
                <a:spcPct val="20000"/>
              </a:spcBef>
              <a:buClr>
                <a:schemeClr val="accent1"/>
              </a:buClr>
              <a:buSzPct val="65000"/>
              <a:buFont typeface="+mj-lt"/>
              <a:buAutoNum type="arabicPeriod"/>
              <a:defRPr/>
            </a:pPr>
            <a:r>
              <a:rPr lang="en-US" sz="2200" kern="0">
                <a:latin typeface="Arial" charset="0"/>
              </a:rPr>
              <a:t>Non-determinism</a:t>
            </a:r>
            <a:endParaRPr lang="en-US" sz="2200" kern="0" dirty="0">
              <a:latin typeface="Arial" charset="0"/>
            </a:endParaRPr>
          </a:p>
          <a:p>
            <a:pPr marL="457200" indent="-457200" algn="just">
              <a:lnSpc>
                <a:spcPct val="90000"/>
              </a:lnSpc>
              <a:spcBef>
                <a:spcPct val="20000"/>
              </a:spcBef>
              <a:buClr>
                <a:schemeClr val="accent1"/>
              </a:buClr>
              <a:buSzPct val="65000"/>
              <a:defRPr/>
            </a:pPr>
            <a:endParaRPr lang="en-US" sz="2200" kern="0" dirty="0">
              <a:latin typeface="+mn-lt"/>
            </a:endParaRPr>
          </a:p>
          <a:p>
            <a:pPr marL="457200" indent="-457200" algn="just">
              <a:lnSpc>
                <a:spcPct val="90000"/>
              </a:lnSpc>
              <a:spcBef>
                <a:spcPct val="20000"/>
              </a:spcBef>
              <a:buClr>
                <a:schemeClr val="accent1"/>
              </a:buClr>
              <a:buSzPct val="65000"/>
              <a:buFont typeface="+mj-lt"/>
              <a:buAutoNum type="arabicPeriod"/>
              <a:defRPr/>
            </a:pPr>
            <a:endParaRPr lang="en-US" sz="2200" kern="0" dirty="0">
              <a:latin typeface="+mn-lt"/>
            </a:endParaRPr>
          </a:p>
        </p:txBody>
      </p:sp>
    </p:spTree>
  </p:cSld>
  <p:clrMapOvr>
    <a:masterClrMapping/>
  </p:clrMapOvr>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Title 1"/>
          <p:cNvSpPr>
            <a:spLocks noGrp="1"/>
          </p:cNvSpPr>
          <p:nvPr>
            <p:ph type="title"/>
          </p:nvPr>
        </p:nvSpPr>
        <p:spPr/>
        <p:txBody>
          <a:bodyPr/>
          <a:lstStyle/>
          <a:p>
            <a:pPr eaLnBrk="1" hangingPunct="1"/>
            <a:endParaRPr lang="en-US" altLang="en-US" smtClean="0"/>
          </a:p>
        </p:txBody>
      </p:sp>
      <p:pic>
        <p:nvPicPr>
          <p:cNvPr id="163843"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239963" y="304800"/>
            <a:ext cx="4895850" cy="6400800"/>
          </a:xfrm>
          <a:noFill/>
        </p:spPr>
      </p:pic>
      <p:sp>
        <p:nvSpPr>
          <p:cNvPr id="109572"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63845" name="Slide Number Placeholder 3"/>
          <p:cNvSpPr>
            <a:spLocks noGrp="1" noChangeArrowheads="1"/>
          </p:cNvSpPr>
          <p:nvPr>
            <p:ph type="sldNum" sz="quarter" idx="12"/>
          </p:nvPr>
        </p:nvSpPr>
        <p:spPr bwMode="auto">
          <a:xfrm>
            <a:off x="8001000" y="6408738"/>
            <a:ext cx="1012825"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1E53FB2-7B31-4CBB-AA2E-A1AF48FE0F56}" type="slidenum">
              <a:rPr lang="en-US" altLang="en-US" sz="1400">
                <a:solidFill>
                  <a:srgbClr val="898989"/>
                </a:solidFill>
                <a:latin typeface="Arial" panose="020B0604020202020204" pitchFamily="34" charset="0"/>
              </a:rPr>
              <a:pPr>
                <a:spcBef>
                  <a:spcPct val="0"/>
                </a:spcBef>
                <a:buFontTx/>
                <a:buNone/>
              </a:pPr>
              <a:t>82</a:t>
            </a:fld>
            <a:endParaRPr lang="en-US" altLang="en-US" sz="1400">
              <a:solidFill>
                <a:srgbClr val="898989"/>
              </a:solidFill>
              <a:latin typeface="Arial" panose="020B0604020202020204" pitchFamily="34" charset="0"/>
            </a:endParaRPr>
          </a:p>
        </p:txBody>
      </p:sp>
    </p:spTree>
  </p:cSld>
  <p:clrMapOvr>
    <a:masterClrMapping/>
  </p:clrMapOvr>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Title 1"/>
          <p:cNvSpPr>
            <a:spLocks noGrp="1"/>
          </p:cNvSpPr>
          <p:nvPr>
            <p:ph type="title"/>
          </p:nvPr>
        </p:nvSpPr>
        <p:spPr/>
        <p:txBody>
          <a:bodyPr/>
          <a:lstStyle/>
          <a:p>
            <a:pPr eaLnBrk="1" hangingPunct="1"/>
            <a:endParaRPr lang="en-US" altLang="en-US" smtClean="0"/>
          </a:p>
        </p:txBody>
      </p:sp>
      <p:pic>
        <p:nvPicPr>
          <p:cNvPr id="164867"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169988" y="304800"/>
            <a:ext cx="6888162" cy="6324600"/>
          </a:xfrm>
          <a:noFill/>
        </p:spPr>
      </p:pic>
      <p:sp>
        <p:nvSpPr>
          <p:cNvPr id="110597"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64869" name="Slide Number Placeholder 3"/>
          <p:cNvSpPr>
            <a:spLocks noGrp="1" noChangeArrowheads="1"/>
          </p:cNvSpPr>
          <p:nvPr>
            <p:ph type="sldNum" sz="quarter" idx="12"/>
          </p:nvPr>
        </p:nvSpPr>
        <p:spPr bwMode="auto">
          <a:xfrm>
            <a:off x="8001000" y="6408738"/>
            <a:ext cx="1012825"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96259EA-23EE-4879-B3C2-A4B031163D12}" type="slidenum">
              <a:rPr lang="en-US" altLang="en-US" sz="1400">
                <a:solidFill>
                  <a:srgbClr val="898989"/>
                </a:solidFill>
                <a:latin typeface="Arial" panose="020B0604020202020204" pitchFamily="34" charset="0"/>
              </a:rPr>
              <a:pPr>
                <a:spcBef>
                  <a:spcPct val="0"/>
                </a:spcBef>
                <a:buFontTx/>
                <a:buNone/>
              </a:pPr>
              <a:t>83</a:t>
            </a:fld>
            <a:endParaRPr lang="en-US" altLang="en-US" sz="1400">
              <a:solidFill>
                <a:srgbClr val="898989"/>
              </a:solidFill>
              <a:latin typeface="Arial" panose="020B0604020202020204" pitchFamily="34" charset="0"/>
            </a:endParaRPr>
          </a:p>
        </p:txBody>
      </p:sp>
    </p:spTree>
  </p:cSld>
  <p:clrMapOvr>
    <a:masterClrMapping/>
  </p:clrMapOvr>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Title 1"/>
          <p:cNvSpPr>
            <a:spLocks noGrp="1"/>
          </p:cNvSpPr>
          <p:nvPr>
            <p:ph type="title"/>
          </p:nvPr>
        </p:nvSpPr>
        <p:spPr/>
        <p:txBody>
          <a:bodyPr/>
          <a:lstStyle/>
          <a:p>
            <a:pPr eaLnBrk="1" hangingPunct="1"/>
            <a:endParaRPr lang="en-US" altLang="en-US" smtClean="0"/>
          </a:p>
        </p:txBody>
      </p:sp>
      <p:sp>
        <p:nvSpPr>
          <p:cNvPr id="165891" name="Content Placeholder 2"/>
          <p:cNvSpPr>
            <a:spLocks noGrp="1"/>
          </p:cNvSpPr>
          <p:nvPr>
            <p:ph idx="1"/>
          </p:nvPr>
        </p:nvSpPr>
        <p:spPr/>
        <p:txBody>
          <a:bodyPr/>
          <a:lstStyle/>
          <a:p>
            <a:pPr marL="0" indent="0" eaLnBrk="1" hangingPunct="1">
              <a:buFontTx/>
              <a:buNone/>
            </a:pPr>
            <a:r>
              <a:rPr lang="en-US" altLang="en-US" smtClean="0"/>
              <a:t>Show that the following DFA is equivalent to R.E</a:t>
            </a:r>
          </a:p>
          <a:p>
            <a:pPr marL="0" indent="0" algn="ctr" eaLnBrk="1" hangingPunct="1">
              <a:buFontTx/>
              <a:buNone/>
            </a:pPr>
            <a:r>
              <a:rPr lang="en-US" altLang="en-US" smtClean="0"/>
              <a:t>(a+b)*abb</a:t>
            </a:r>
          </a:p>
          <a:p>
            <a:pPr marL="0" indent="0" algn="ctr" eaLnBrk="1" hangingPunct="1">
              <a:buFontTx/>
              <a:buNone/>
            </a:pPr>
            <a:r>
              <a:rPr lang="en-US" altLang="en-US" smtClean="0"/>
              <a:t> </a:t>
            </a:r>
          </a:p>
        </p:txBody>
      </p:sp>
      <p:sp>
        <p:nvSpPr>
          <p:cNvPr id="111622" name="Footer Placeholder 5"/>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65893" name="Slide Number Placeholder 3"/>
          <p:cNvSpPr>
            <a:spLocks noGrp="1" noChangeArrowheads="1"/>
          </p:cNvSpPr>
          <p:nvPr>
            <p:ph type="sldNum" sz="quarter" idx="12"/>
          </p:nvPr>
        </p:nvSpPr>
        <p:spPr bwMode="auto">
          <a:xfrm>
            <a:off x="7924800" y="6408738"/>
            <a:ext cx="1089025"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EE4ACB5-2645-4BA6-BA75-C1E327C09B6C}" type="slidenum">
              <a:rPr lang="en-US" altLang="en-US" sz="1400">
                <a:solidFill>
                  <a:srgbClr val="898989"/>
                </a:solidFill>
                <a:latin typeface="Arial" panose="020B0604020202020204" pitchFamily="34" charset="0"/>
              </a:rPr>
              <a:pPr>
                <a:spcBef>
                  <a:spcPct val="0"/>
                </a:spcBef>
                <a:buFontTx/>
                <a:buNone/>
              </a:pPr>
              <a:t>84</a:t>
            </a:fld>
            <a:endParaRPr lang="en-US" altLang="en-US" sz="1400">
              <a:solidFill>
                <a:srgbClr val="898989"/>
              </a:solidFill>
              <a:latin typeface="Arial" panose="020B0604020202020204" pitchFamily="34" charset="0"/>
            </a:endParaRPr>
          </a:p>
        </p:txBody>
      </p:sp>
      <p:pic>
        <p:nvPicPr>
          <p:cNvPr id="16589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2743200"/>
            <a:ext cx="5956300" cy="303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Title 1"/>
          <p:cNvSpPr>
            <a:spLocks noGrp="1"/>
          </p:cNvSpPr>
          <p:nvPr>
            <p:ph type="title"/>
          </p:nvPr>
        </p:nvSpPr>
        <p:spPr/>
        <p:txBody>
          <a:bodyPr/>
          <a:lstStyle/>
          <a:p>
            <a:pPr eaLnBrk="1" hangingPunct="1"/>
            <a:r>
              <a:rPr lang="en-US" altLang="en-GB" smtClean="0"/>
              <a:t>NFA to DFA Conversion</a:t>
            </a:r>
          </a:p>
        </p:txBody>
      </p:sp>
      <p:pic>
        <p:nvPicPr>
          <p:cNvPr id="166915"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752600" y="1003300"/>
            <a:ext cx="5532438" cy="5232400"/>
          </a:xfrm>
          <a:noFill/>
        </p:spPr>
      </p:pic>
      <p:sp>
        <p:nvSpPr>
          <p:cNvPr id="112645"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66917" name="Slide Number Placeholder 3"/>
          <p:cNvSpPr>
            <a:spLocks noGrp="1" noChangeArrowheads="1"/>
          </p:cNvSpPr>
          <p:nvPr>
            <p:ph type="sldNum" sz="quarter" idx="12"/>
          </p:nvPr>
        </p:nvSpPr>
        <p:spPr bwMode="auto">
          <a:xfrm>
            <a:off x="7772400" y="6408738"/>
            <a:ext cx="1241425"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F2A501D-ACAE-4DB8-AF3D-8933239B2BC3}" type="slidenum">
              <a:rPr lang="en-US" altLang="en-GB" sz="1200">
                <a:solidFill>
                  <a:srgbClr val="898989"/>
                </a:solidFill>
                <a:latin typeface="Arial" panose="020B0604020202020204" pitchFamily="34" charset="0"/>
                <a:cs typeface="Arial" panose="020B0604020202020204" pitchFamily="34" charset="0"/>
              </a:rPr>
              <a:pPr>
                <a:spcBef>
                  <a:spcPct val="0"/>
                </a:spcBef>
                <a:buFontTx/>
                <a:buNone/>
              </a:pPr>
              <a:t>85</a:t>
            </a:fld>
            <a:endParaRPr lang="en-US" altLang="en-GB" sz="1200">
              <a:solidFill>
                <a:srgbClr val="898989"/>
              </a:solidFill>
              <a:latin typeface="Arial" panose="020B0604020202020204" pitchFamily="34" charset="0"/>
              <a:cs typeface="Arial" panose="020B0604020202020204" pitchFamily="34" charset="0"/>
            </a:endParaRPr>
          </a:p>
        </p:txBody>
      </p:sp>
    </p:spTree>
  </p:cSld>
  <p:clrMapOvr>
    <a:masterClrMapping/>
  </p:clrMapOvr>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Title 1"/>
          <p:cNvSpPr>
            <a:spLocks noGrp="1"/>
          </p:cNvSpPr>
          <p:nvPr>
            <p:ph type="title"/>
          </p:nvPr>
        </p:nvSpPr>
        <p:spPr/>
        <p:txBody>
          <a:bodyPr/>
          <a:lstStyle/>
          <a:p>
            <a:pPr eaLnBrk="1" hangingPunct="1"/>
            <a:r>
              <a:rPr lang="en-US" altLang="en-US" smtClean="0"/>
              <a:t>DFA Minimization</a:t>
            </a:r>
          </a:p>
        </p:txBody>
      </p:sp>
      <p:pic>
        <p:nvPicPr>
          <p:cNvPr id="167939"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746125" y="1066800"/>
            <a:ext cx="7635875" cy="5170488"/>
          </a:xfrm>
          <a:noFill/>
        </p:spPr>
      </p:pic>
      <p:sp>
        <p:nvSpPr>
          <p:cNvPr id="113669"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67941" name="Slide Number Placeholder 3"/>
          <p:cNvSpPr>
            <a:spLocks noGrp="1" noChangeArrowheads="1"/>
          </p:cNvSpPr>
          <p:nvPr>
            <p:ph type="sldNum" sz="quarter" idx="12"/>
          </p:nvPr>
        </p:nvSpPr>
        <p:spPr bwMode="auto">
          <a:xfrm>
            <a:off x="7620000" y="6408738"/>
            <a:ext cx="1393825"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F88373F-F5FA-4178-8789-CE027E2DFE0A}" type="slidenum">
              <a:rPr lang="en-US" altLang="en-US" sz="1400">
                <a:solidFill>
                  <a:srgbClr val="898989"/>
                </a:solidFill>
                <a:latin typeface="Arial" panose="020B0604020202020204" pitchFamily="34" charset="0"/>
              </a:rPr>
              <a:pPr>
                <a:spcBef>
                  <a:spcPct val="0"/>
                </a:spcBef>
                <a:buFontTx/>
                <a:buNone/>
              </a:pPr>
              <a:t>86</a:t>
            </a:fld>
            <a:endParaRPr lang="en-US" altLang="en-US" sz="1400">
              <a:solidFill>
                <a:srgbClr val="898989"/>
              </a:solidFill>
              <a:latin typeface="Arial" panose="020B0604020202020204" pitchFamily="34" charset="0"/>
            </a:endParaRPr>
          </a:p>
        </p:txBody>
      </p:sp>
    </p:spTree>
  </p:cSld>
  <p:clrMapOvr>
    <a:masterClrMapping/>
  </p:clrMapOvr>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Title 1"/>
          <p:cNvSpPr>
            <a:spLocks noGrp="1"/>
          </p:cNvSpPr>
          <p:nvPr>
            <p:ph type="title"/>
          </p:nvPr>
        </p:nvSpPr>
        <p:spPr/>
        <p:txBody>
          <a:bodyPr/>
          <a:lstStyle/>
          <a:p>
            <a:pPr eaLnBrk="1" hangingPunct="1"/>
            <a:r>
              <a:rPr lang="en-US" altLang="en-GB" smtClean="0"/>
              <a:t>DFA Minimization</a:t>
            </a:r>
          </a:p>
        </p:txBody>
      </p:sp>
      <p:pic>
        <p:nvPicPr>
          <p:cNvPr id="168963"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685800" y="1173163"/>
            <a:ext cx="7924800" cy="5065712"/>
          </a:xfrm>
          <a:noFill/>
        </p:spPr>
      </p:pic>
      <p:sp>
        <p:nvSpPr>
          <p:cNvPr id="114693"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68965" name="Slide Number Placeholder 3"/>
          <p:cNvSpPr>
            <a:spLocks noGrp="1" noChangeArrowheads="1"/>
          </p:cNvSpPr>
          <p:nvPr>
            <p:ph type="sldNum" sz="quarter" idx="12"/>
          </p:nvPr>
        </p:nvSpPr>
        <p:spPr bwMode="auto">
          <a:xfrm>
            <a:off x="7924800" y="6408738"/>
            <a:ext cx="1089025"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11CE758-91F2-4379-BCF6-4296EEA858FC}" type="slidenum">
              <a:rPr lang="en-US" altLang="en-GB" sz="1200">
                <a:solidFill>
                  <a:srgbClr val="898989"/>
                </a:solidFill>
                <a:latin typeface="Arial" panose="020B0604020202020204" pitchFamily="34" charset="0"/>
                <a:cs typeface="Arial" panose="020B0604020202020204" pitchFamily="34" charset="0"/>
              </a:rPr>
              <a:pPr>
                <a:spcBef>
                  <a:spcPct val="0"/>
                </a:spcBef>
                <a:buFontTx/>
                <a:buNone/>
              </a:pPr>
              <a:t>87</a:t>
            </a:fld>
            <a:endParaRPr lang="en-US" altLang="en-GB" sz="1200">
              <a:solidFill>
                <a:srgbClr val="898989"/>
              </a:solidFill>
              <a:latin typeface="Arial" panose="020B0604020202020204" pitchFamily="34" charset="0"/>
              <a:cs typeface="Arial" panose="020B0604020202020204" pitchFamily="34" charset="0"/>
            </a:endParaRPr>
          </a:p>
        </p:txBody>
      </p:sp>
    </p:spTree>
  </p:cSld>
  <p:clrMapOvr>
    <a:masterClrMapping/>
  </p:clrMapOvr>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Title 1"/>
          <p:cNvSpPr>
            <a:spLocks noGrp="1"/>
          </p:cNvSpPr>
          <p:nvPr>
            <p:ph type="title"/>
          </p:nvPr>
        </p:nvSpPr>
        <p:spPr/>
        <p:txBody>
          <a:bodyPr/>
          <a:lstStyle/>
          <a:p>
            <a:pPr eaLnBrk="1" hangingPunct="1"/>
            <a:endParaRPr lang="en-GB" altLang="en-GB" smtClean="0"/>
          </a:p>
        </p:txBody>
      </p:sp>
      <p:pic>
        <p:nvPicPr>
          <p:cNvPr id="169987" name="Content Placeholder 6"/>
          <p:cNvPicPr>
            <a:picLocks noGrp="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800600" y="457200"/>
            <a:ext cx="4171950" cy="2514600"/>
          </a:xfrm>
        </p:spPr>
      </p:pic>
      <p:sp>
        <p:nvSpPr>
          <p:cNvPr id="115718" name="Footer Placeholder 5"/>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69989" name="Slide Number Placeholder 3"/>
          <p:cNvSpPr>
            <a:spLocks noGrp="1" noChangeArrowheads="1"/>
          </p:cNvSpPr>
          <p:nvPr>
            <p:ph type="sldNum" sz="quarter" idx="12"/>
          </p:nvPr>
        </p:nvSpPr>
        <p:spPr bwMode="auto">
          <a:xfrm>
            <a:off x="8153400" y="6408738"/>
            <a:ext cx="860425"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404A5D0-373C-4869-A6A5-A34527C13AB7}" type="slidenum">
              <a:rPr lang="en-US" altLang="en-GB" sz="1200">
                <a:solidFill>
                  <a:srgbClr val="898989"/>
                </a:solidFill>
                <a:latin typeface="Arial" panose="020B0604020202020204" pitchFamily="34" charset="0"/>
                <a:cs typeface="Arial" panose="020B0604020202020204" pitchFamily="34" charset="0"/>
              </a:rPr>
              <a:pPr>
                <a:spcBef>
                  <a:spcPct val="0"/>
                </a:spcBef>
                <a:buFontTx/>
                <a:buNone/>
              </a:pPr>
              <a:t>88</a:t>
            </a:fld>
            <a:endParaRPr lang="en-US" altLang="en-GB" sz="1200">
              <a:solidFill>
                <a:srgbClr val="898989"/>
              </a:solidFill>
              <a:latin typeface="Arial" panose="020B0604020202020204" pitchFamily="34" charset="0"/>
              <a:cs typeface="Arial" panose="020B0604020202020204" pitchFamily="34" charset="0"/>
            </a:endParaRPr>
          </a:p>
        </p:txBody>
      </p:sp>
      <p:pic>
        <p:nvPicPr>
          <p:cNvPr id="169990"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63" y="2468563"/>
            <a:ext cx="7772400"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7636</TotalTime>
  <Words>2466</Words>
  <Application>Microsoft Office PowerPoint</Application>
  <PresentationFormat>On-screen Show (4:3)</PresentationFormat>
  <Paragraphs>550</Paragraphs>
  <Slides>88</Slides>
  <Notes>76</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88</vt:i4>
      </vt:variant>
    </vt:vector>
  </HeadingPairs>
  <TitlesOfParts>
    <vt:vector size="95" baseType="lpstr">
      <vt:lpstr>Arial</vt:lpstr>
      <vt:lpstr>Calibri</vt:lpstr>
      <vt:lpstr>Symbol</vt:lpstr>
      <vt:lpstr>Wingdings</vt:lpstr>
      <vt:lpstr>Times New Roman</vt:lpstr>
      <vt:lpstr>Office Theme</vt:lpstr>
      <vt:lpstr>Microsoft Equation 3.0</vt:lpstr>
      <vt:lpstr>Theory of Automata  Kleene’s Theorem</vt:lpstr>
      <vt:lpstr>Contents</vt:lpstr>
      <vt:lpstr>Unification</vt:lpstr>
      <vt:lpstr>Theorem 6 - Kleene’s Theorem</vt:lpstr>
      <vt:lpstr>Kleene’s Theorem</vt:lpstr>
      <vt:lpstr>Kleene’s Theorem</vt:lpstr>
      <vt:lpstr>Proof of Part 1</vt:lpstr>
      <vt:lpstr>Turning TGs into Regular Expressions</vt:lpstr>
      <vt:lpstr>Proof of Part 2: Turning TGs into Regular Expressions</vt:lpstr>
      <vt:lpstr>Step-1   Creating A Unique Start State</vt:lpstr>
      <vt:lpstr>PowerPoint Presentation</vt:lpstr>
      <vt:lpstr>Step 2 - Creating a Unique Final State</vt:lpstr>
      <vt:lpstr>PowerPoint Presentation</vt:lpstr>
      <vt:lpstr>PowerPoint Presentation</vt:lpstr>
      <vt:lpstr>Step 3  -- Combining Edges</vt:lpstr>
      <vt:lpstr>Combining Edges</vt:lpstr>
      <vt:lpstr>Bypass and State Elimination</vt:lpstr>
      <vt:lpstr>Bypass and State Elimination</vt:lpstr>
      <vt:lpstr>Bypass and State Elimination</vt:lpstr>
      <vt:lpstr>Special Cases</vt:lpstr>
      <vt:lpstr>Combining Edges</vt:lpstr>
      <vt:lpstr>Combing Edges</vt:lpstr>
      <vt:lpstr>Example</vt:lpstr>
      <vt:lpstr>PowerPoint Presentation</vt:lpstr>
      <vt:lpstr>PowerPoint Presentation</vt:lpstr>
      <vt:lpstr>PowerPoint Presentation</vt:lpstr>
      <vt:lpstr>PowerPoint Presentation</vt:lpstr>
      <vt:lpstr>PowerPoint Presentation</vt:lpstr>
      <vt:lpstr>PowerPoint Presentation</vt:lpstr>
      <vt:lpstr>Algorithm</vt:lpstr>
      <vt:lpstr>Algorithm for Finite Automaton to Regular Expression Conversion 1a</vt:lpstr>
      <vt:lpstr>Converting Regular Expressions into FAs</vt:lpstr>
      <vt:lpstr>PowerPoint Presentation</vt:lpstr>
      <vt:lpstr>PowerPoint Presentation</vt:lpstr>
      <vt:lpstr>PowerPoint Presentation</vt:lpstr>
      <vt:lpstr>PowerPoint Presentation</vt:lpstr>
      <vt:lpstr>PowerPoint Presentation</vt:lpstr>
      <vt:lpstr>NFA - Non-Deterministic Finite Automata </vt:lpstr>
      <vt:lpstr>NFA</vt:lpstr>
      <vt:lpstr>NFA</vt:lpstr>
      <vt:lpstr>NFA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vt:lpstr>
      <vt:lpstr>Lambda Transitions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Another NFA Example</vt:lpstr>
      <vt:lpstr>PowerPoint Presentation</vt:lpstr>
      <vt:lpstr>PowerPoint Presentation</vt:lpstr>
      <vt:lpstr>Examples of NFAs</vt:lpstr>
      <vt:lpstr>Theorem 7</vt:lpstr>
      <vt:lpstr>PowerPoint Presentation</vt:lpstr>
      <vt:lpstr>PowerPoint Presentation</vt:lpstr>
      <vt:lpstr>PowerPoint Presentation</vt:lpstr>
      <vt:lpstr>PowerPoint Presentation</vt:lpstr>
      <vt:lpstr>NFA to DFA Conversion</vt:lpstr>
      <vt:lpstr>DFA Minimization</vt:lpstr>
      <vt:lpstr>DFA Minimization</vt:lpstr>
      <vt:lpstr>PowerPoint Presentation</vt:lpstr>
    </vt:vector>
  </TitlesOfParts>
  <Company>fast-nu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Theory of Automata</dc:title>
  <dc:creator>Majid</dc:creator>
  <cp:lastModifiedBy>user1</cp:lastModifiedBy>
  <cp:revision>160</cp:revision>
  <dcterms:created xsi:type="dcterms:W3CDTF">2011-08-06T09:27:24Z</dcterms:created>
  <dcterms:modified xsi:type="dcterms:W3CDTF">2025-07-28T10:26:43Z</dcterms:modified>
</cp:coreProperties>
</file>