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97" r:id="rId1"/>
  </p:sldMasterIdLst>
  <p:notesMasterIdLst>
    <p:notesMasterId r:id="rId32"/>
  </p:notes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41" autoAdjust="0"/>
    <p:restoredTop sz="95085" autoAdjust="0"/>
  </p:normalViewPr>
  <p:slideViewPr>
    <p:cSldViewPr>
      <p:cViewPr varScale="1">
        <p:scale>
          <a:sx n="106" d="100"/>
          <a:sy n="106" d="100"/>
        </p:scale>
        <p:origin x="212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4316A612-EBF7-4815-A246-E58926653E22}" type="slidenum">
              <a:rPr lang="en-US" altLang="en-GB"/>
              <a:pPr/>
              <a:t>‹#›</a:t>
            </a:fld>
            <a:endParaRPr lang="en-US" alt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Top-down_parsing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BB47BD3-665A-4F1D-82BB-35C8EE4E8C85}" type="slidenum">
              <a:rPr lang="en-US" altLang="en-GB"/>
              <a:pPr/>
              <a:t>1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35C3DD-969D-4011-8B40-B3F84D908E8A}" type="slidenum">
              <a:rPr lang="en-US" altLang="en-GB"/>
              <a:pPr/>
              <a:t>2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7FC724-1E10-4F26-9EDB-E0EAEF75DBF8}" type="slidenum">
              <a:rPr lang="en-US" altLang="en-GB"/>
              <a:pPr/>
              <a:t>3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917DC6-6837-4F2A-9649-7895D98596F6}" type="slidenum">
              <a:rPr lang="en-US" altLang="en-GB"/>
              <a:pPr/>
              <a:t>4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7B01F8B-F185-44C5-82A7-E24DD7197F7F}" type="slidenum">
              <a:rPr lang="en-US" altLang="en-GB"/>
              <a:pPr/>
              <a:t>5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815823-BAA3-45EF-B9DF-418E17EC8912}" type="slidenum">
              <a:rPr lang="en-US" altLang="en-GB"/>
              <a:pPr/>
              <a:t>6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C9DE39-B89E-4F6F-91FB-B3369B3B5BD2}" type="slidenum">
              <a:rPr lang="en-US" altLang="en-GB"/>
              <a:pPr/>
              <a:t>7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C8CCE56-05D0-4626-B106-33623944DF88}" type="slidenum">
              <a:rPr lang="en-US" altLang="en-GB"/>
              <a:pPr/>
              <a:t>8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2A68EB5-C63B-4CE2-8547-EF33BD85539E}" type="slidenum">
              <a:rPr lang="en-US" altLang="en-GB"/>
              <a:pPr/>
              <a:t>9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18C9E4-C9D5-47F2-8C18-F92501A6DE7C}" type="slidenum">
              <a:rPr lang="en-US" altLang="en-GB"/>
              <a:pPr/>
              <a:t>10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02593F-FCC4-4EFE-A080-FC20FA5312A1}" type="slidenum">
              <a:rPr lang="en-US" altLang="en-GB"/>
              <a:pPr/>
              <a:t>11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4A6CD8-F779-422D-9437-B6E8BC42B6F1}" type="slidenum">
              <a:rPr lang="en-US" altLang="en-GB"/>
              <a:pPr/>
              <a:t>12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F3BD04D-0325-4036-AE2D-892D74D397A2}" type="slidenum">
              <a:rPr lang="en-US" altLang="en-GB"/>
              <a:pPr/>
              <a:t>13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3638F5-A483-4219-86E4-13B561CA1F0E}" type="slidenum">
              <a:rPr lang="en-US" altLang="en-GB"/>
              <a:pPr/>
              <a:t>14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7C3C20-E2A4-4076-8997-1A29E2414A9D}" type="slidenum">
              <a:rPr lang="en-US" altLang="en-GB"/>
              <a:pPr/>
              <a:t>15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21BC34-A91C-4D34-BE7A-4A80CDBEEE00}" type="slidenum">
              <a:rPr lang="en-US" altLang="en-GB"/>
              <a:pPr/>
              <a:t>16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3C0797-8AC6-4F9C-818F-D48848AE09D7}" type="slidenum">
              <a:rPr lang="en-US" altLang="en-GB"/>
              <a:pPr/>
              <a:t>17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7DE28C3-B5D7-427A-82B8-DF07D94ABFAB}" type="slidenum">
              <a:rPr lang="en-US" altLang="en-GB"/>
              <a:pPr/>
              <a:t>18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2819C7D-5535-481F-A05E-F8CB75ED388C}" type="slidenum">
              <a:rPr lang="en-US" altLang="en-GB"/>
              <a:pPr/>
              <a:t>19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5980CE-C21F-4326-9593-2182D98B0382}" type="slidenum">
              <a:rPr lang="en-US" altLang="en-GB"/>
              <a:pPr/>
              <a:t>20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EB44839-8A64-41E7-851A-99045B18415D}" type="slidenum">
              <a:rPr lang="en-US" altLang="en-GB"/>
              <a:pPr/>
              <a:t>21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3A4390-1591-4264-A40C-E202270181CF}" type="slidenum">
              <a:rPr lang="en-US" altLang="en-GB"/>
              <a:pPr/>
              <a:t>22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4D58C6-F190-4958-8383-E243F9677609}" type="slidenum">
              <a:rPr lang="en-US" altLang="en-GB"/>
              <a:pPr/>
              <a:t>23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DA76BF-E269-4019-84FF-33AED89E0335}" type="slidenum">
              <a:rPr lang="en-US" altLang="en-GB"/>
              <a:pPr/>
              <a:t>24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B07CDAD-32A8-4C40-9447-B3A1095C1A8A}" type="slidenum">
              <a:rPr lang="en-US" altLang="en-GB"/>
              <a:pPr/>
              <a:t>25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0A193C7-61FC-46D5-BA3C-923485407A46}" type="slidenum">
              <a:rPr lang="en-US" altLang="en-GB"/>
              <a:pPr/>
              <a:t>26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B002DAD-067C-4C5A-ACCD-C7A63D8CDF67}" type="slidenum">
              <a:rPr lang="en-US" altLang="en-GB"/>
              <a:pPr/>
              <a:t>27</a:t>
            </a:fld>
            <a:endParaRPr lang="en-US" altLang="en-GB"/>
          </a:p>
        </p:txBody>
      </p:sp>
      <p:sp>
        <p:nvSpPr>
          <p:cNvPr id="5734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734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E18EEE3-4734-46F3-8950-F38DF836A92D}" type="slidenum">
              <a:rPr lang="en-US" altLang="en-GB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27</a:t>
            </a:fld>
            <a:endParaRPr lang="en-US" alt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F0DC3B9-CE37-4A33-AB35-4FB0D9C51E84}" type="slidenum">
              <a:rPr lang="en-US" altLang="en-GB"/>
              <a:pPr/>
              <a:t>28</a:t>
            </a:fld>
            <a:endParaRPr lang="en-US" altLang="en-GB"/>
          </a:p>
        </p:txBody>
      </p:sp>
      <p:sp>
        <p:nvSpPr>
          <p:cNvPr id="59395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939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6C74A8C-2990-4670-B37C-0F9FAB1FD8A4}" type="slidenum">
              <a:rPr lang="en-US" altLang="en-GB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28</a:t>
            </a:fld>
            <a:endParaRPr lang="en-US" alt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14395B5-BF31-4853-80B4-654CA30A6CC1}" type="slidenum">
              <a:rPr lang="en-US" altLang="en-GB"/>
              <a:pPr/>
              <a:t>29</a:t>
            </a:fld>
            <a:endParaRPr lang="en-US" altLang="en-GB"/>
          </a:p>
        </p:txBody>
      </p:sp>
      <p:sp>
        <p:nvSpPr>
          <p:cNvPr id="61443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GB" smtClean="0">
                <a:latin typeface="Arial" panose="020B0604020202020204" pitchFamily="34" charset="0"/>
              </a:rPr>
              <a:t>Given a grammar in GNF and a derivable string in the grammar with length </a:t>
            </a:r>
            <a:r>
              <a:rPr lang="en-US" altLang="en-GB" i="1" smtClean="0">
                <a:latin typeface="Arial" panose="020B0604020202020204" pitchFamily="34" charset="0"/>
              </a:rPr>
              <a:t>n</a:t>
            </a:r>
            <a:r>
              <a:rPr lang="en-US" altLang="en-GB" smtClean="0">
                <a:latin typeface="Arial" panose="020B0604020202020204" pitchFamily="34" charset="0"/>
              </a:rPr>
              <a:t>, any </a:t>
            </a:r>
            <a:r>
              <a:rPr lang="en-US" altLang="en-GB" smtClean="0">
                <a:latin typeface="Arial" panose="020B0604020202020204" pitchFamily="34" charset="0"/>
                <a:hlinkClick r:id="rId3" tooltip="Top-down parsing"/>
              </a:rPr>
              <a:t>top-down parser</a:t>
            </a:r>
            <a:r>
              <a:rPr lang="en-US" altLang="en-GB" smtClean="0">
                <a:latin typeface="Arial" panose="020B0604020202020204" pitchFamily="34" charset="0"/>
              </a:rPr>
              <a:t> will halt at depth </a:t>
            </a:r>
            <a:r>
              <a:rPr lang="en-US" altLang="en-GB" i="1" smtClean="0">
                <a:latin typeface="Arial" panose="020B0604020202020204" pitchFamily="34" charset="0"/>
              </a:rPr>
              <a:t>n</a:t>
            </a:r>
            <a:r>
              <a:rPr lang="en-US" altLang="en-GB" smtClean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144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3F37FD7-9AEE-409E-926E-4926A578DF32}" type="slidenum">
              <a:rPr lang="en-US" altLang="en-GB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29</a:t>
            </a:fld>
            <a:endParaRPr lang="en-US" alt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AEC7DAB-7EAC-419A-85A1-3606AAE442F4}" type="slidenum">
              <a:rPr lang="en-US" altLang="en-GB"/>
              <a:pPr/>
              <a:t>30</a:t>
            </a:fld>
            <a:endParaRPr lang="en-US" alt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14,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EF41AC-990D-435E-B718-31FD9DC136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6697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14,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E4347C-B233-4E71-A9BD-D53184431F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8934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14,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93E75E-9C35-4E26-B1D7-CD66117BB1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4121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14, 2016</a:t>
            </a: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A22A68-48E0-4DF6-AAE2-933CBE8375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0673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14, 2016</a:t>
            </a:r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AE10BE-C543-4E5F-A469-FC1C654FCC6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6087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14, 2016</a:t>
            </a:r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51A972-FC23-46B6-94D2-540BCCA7B77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5273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14, 2016</a:t>
            </a:r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8D772C-2093-4EBE-8C56-C03E548552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445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14, 2016</a:t>
            </a: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6561A9-C963-47DB-A83B-E676D7825A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6971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14, 2016</a:t>
            </a: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1BD578-FAB3-4B8C-817F-19360485CED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1226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14,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CD06C5-2B28-4BBB-B4F9-49C2EF559B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5698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14,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72EFC9-7EBB-40A2-A736-A15F01300C9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2824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GB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GB" smtClean="0"/>
              <a:t>Click to edit Master text styles</a:t>
            </a:r>
          </a:p>
          <a:p>
            <a:pPr lvl="1"/>
            <a:r>
              <a:rPr lang="en-US" altLang="en-GB" smtClean="0"/>
              <a:t>Second level</a:t>
            </a:r>
          </a:p>
          <a:p>
            <a:pPr lvl="2"/>
            <a:r>
              <a:rPr lang="en-US" altLang="en-GB" smtClean="0"/>
              <a:t>Third level</a:t>
            </a:r>
          </a:p>
          <a:p>
            <a:pPr lvl="3"/>
            <a:r>
              <a:rPr lang="en-US" altLang="en-GB" smtClean="0"/>
              <a:t>Fourth level</a:t>
            </a:r>
          </a:p>
          <a:p>
            <a:pPr lvl="4"/>
            <a:r>
              <a:rPr lang="en-US" altLang="en-GB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Oct 14,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F8115B09-41B6-4DC1-8524-36457D40F8B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99" r:id="rId2"/>
    <p:sldLayoutId id="2147484000" r:id="rId3"/>
    <p:sldLayoutId id="2147484001" r:id="rId4"/>
    <p:sldLayoutId id="2147484002" r:id="rId5"/>
    <p:sldLayoutId id="2147484003" r:id="rId6"/>
    <p:sldLayoutId id="2147484004" r:id="rId7"/>
    <p:sldLayoutId id="2147484005" r:id="rId8"/>
    <p:sldLayoutId id="2147484006" r:id="rId9"/>
    <p:sldLayoutId id="2147484007" r:id="rId10"/>
    <p:sldLayoutId id="2147484008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GB" smtClean="0"/>
              <a:t>Theory of Automata</a:t>
            </a:r>
            <a:br>
              <a:rPr lang="en-US" altLang="en-GB" smtClean="0"/>
            </a:br>
            <a:r>
              <a:rPr lang="en-US" altLang="en-GB" smtClean="0"/>
              <a:t> Greibach Normal Form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2500"/>
              <a:defRPr/>
            </a:pPr>
            <a:r>
              <a:rPr lang="en-US" sz="2400">
                <a:solidFill>
                  <a:srgbClr val="898989"/>
                </a:solidFill>
                <a:ea typeface="Calibri"/>
                <a:cs typeface="Calibri"/>
                <a:sym typeface="Calibri"/>
              </a:rPr>
              <a:t>Week </a:t>
            </a:r>
            <a:r>
              <a:rPr lang="en-US" sz="2400" dirty="0">
                <a:solidFill>
                  <a:srgbClr val="898989"/>
                </a:solidFill>
                <a:ea typeface="Calibri"/>
                <a:cs typeface="Calibri"/>
                <a:sym typeface="Calibri"/>
              </a:rPr>
              <a:t>9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123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C4D76D-6CE5-49B5-B19B-239A89087824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124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Contents</a:t>
            </a:r>
          </a:p>
        </p:txBody>
      </p:sp>
      <p:sp>
        <p:nvSpPr>
          <p:cNvPr id="5125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GB" sz="2600" smtClean="0"/>
              <a:t>Definition – CNF</a:t>
            </a:r>
          </a:p>
          <a:p>
            <a:pPr eaLnBrk="1" hangingPunct="1"/>
            <a:r>
              <a:rPr lang="en-US" altLang="en-GB" sz="2600" smtClean="0"/>
              <a:t>Conversion of a Chomsky normal form grammar to Greibach normal form</a:t>
            </a:r>
          </a:p>
          <a:p>
            <a:pPr eaLnBrk="1" hangingPunct="1"/>
            <a:endParaRPr lang="en-US" altLang="en-GB" sz="2600" smtClean="0"/>
          </a:p>
          <a:p>
            <a:pPr eaLnBrk="1" hangingPunct="1"/>
            <a:endParaRPr lang="en-US" altLang="en-GB" sz="2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171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16BB0E-29FB-4BBE-A514-723CD27A405A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Definition</a:t>
            </a:r>
          </a:p>
        </p:txBody>
      </p:sp>
      <p:sp>
        <p:nvSpPr>
          <p:cNvPr id="7173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marL="660400" indent="-660400" algn="just" eaLnBrk="1" hangingPunct="1"/>
            <a:r>
              <a:rPr lang="en-US" altLang="en-GB" sz="2600" smtClean="0"/>
              <a:t>A CFG is in Greibach normal form if each rule has one these forms:</a:t>
            </a:r>
          </a:p>
          <a:p>
            <a:pPr marL="1035050" lvl="1" indent="-577850" algn="just" eaLnBrk="1" hangingPunct="1">
              <a:buFontTx/>
              <a:buAutoNum type="romanLcPeriod"/>
            </a:pPr>
            <a:r>
              <a:rPr lang="en-US" altLang="en-GB" sz="2200" i="1" smtClean="0"/>
              <a:t>A </a:t>
            </a:r>
            <a:r>
              <a:rPr lang="en-US" altLang="en-GB" sz="2200" smtClean="0">
                <a:sym typeface="Symbol" panose="05050102010706020507" pitchFamily="18" charset="2"/>
              </a:rPr>
              <a:t> </a:t>
            </a:r>
            <a:r>
              <a:rPr lang="en-US" altLang="en-GB" sz="2200" i="1" smtClean="0">
                <a:sym typeface="Symbol" panose="05050102010706020507" pitchFamily="18" charset="2"/>
              </a:rPr>
              <a:t>aA</a:t>
            </a:r>
            <a:r>
              <a:rPr lang="en-US" altLang="en-GB" sz="2200" i="1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i="1" smtClean="0">
                <a:sym typeface="Symbol" panose="05050102010706020507" pitchFamily="18" charset="2"/>
              </a:rPr>
              <a:t>A</a:t>
            </a:r>
            <a:r>
              <a:rPr lang="en-US" altLang="en-GB" sz="2200" i="1" baseline="-25000" smtClean="0">
                <a:sym typeface="Symbol" panose="05050102010706020507" pitchFamily="18" charset="2"/>
              </a:rPr>
              <a:t>2</a:t>
            </a:r>
            <a:r>
              <a:rPr lang="en-US" altLang="en-GB" sz="2200" i="1" smtClean="0">
                <a:sym typeface="Symbol" panose="05050102010706020507" pitchFamily="18" charset="2"/>
              </a:rPr>
              <a:t>…A</a:t>
            </a:r>
            <a:r>
              <a:rPr lang="en-US" altLang="en-GB" sz="2200" i="1" baseline="-25000" smtClean="0">
                <a:sym typeface="Symbol" panose="05050102010706020507" pitchFamily="18" charset="2"/>
              </a:rPr>
              <a:t>n</a:t>
            </a:r>
            <a:endParaRPr lang="en-US" altLang="en-GB" sz="2200" i="1" smtClean="0">
              <a:sym typeface="Symbol" panose="05050102010706020507" pitchFamily="18" charset="2"/>
            </a:endParaRPr>
          </a:p>
          <a:p>
            <a:pPr marL="1035050" lvl="1" indent="-577850" algn="just" eaLnBrk="1" hangingPunct="1">
              <a:buFontTx/>
              <a:buAutoNum type="romanLcPeriod"/>
            </a:pPr>
            <a:r>
              <a:rPr lang="en-US" altLang="en-GB" sz="2200" i="1" smtClean="0">
                <a:sym typeface="Symbol" panose="05050102010706020507" pitchFamily="18" charset="2"/>
              </a:rPr>
              <a:t>A</a:t>
            </a:r>
            <a:r>
              <a:rPr lang="en-US" altLang="en-GB" sz="2200" smtClean="0">
                <a:sym typeface="Symbol" panose="05050102010706020507" pitchFamily="18" charset="2"/>
              </a:rPr>
              <a:t>  </a:t>
            </a:r>
            <a:r>
              <a:rPr lang="en-US" altLang="en-GB" sz="2200" i="1" smtClean="0">
                <a:sym typeface="Symbol" panose="05050102010706020507" pitchFamily="18" charset="2"/>
              </a:rPr>
              <a:t>a</a:t>
            </a:r>
          </a:p>
          <a:p>
            <a:pPr marL="1035050" lvl="1" indent="-577850" algn="just" eaLnBrk="1" hangingPunct="1">
              <a:buFontTx/>
              <a:buAutoNum type="romanLcPeriod"/>
            </a:pPr>
            <a:r>
              <a:rPr lang="en-US" altLang="en-GB" sz="2200" i="1" smtClean="0">
                <a:sym typeface="Symbol" panose="05050102010706020507" pitchFamily="18" charset="2"/>
              </a:rPr>
              <a:t>S</a:t>
            </a:r>
            <a:r>
              <a:rPr lang="en-US" altLang="en-GB" sz="2200" smtClean="0">
                <a:sym typeface="Symbol" panose="05050102010706020507" pitchFamily="18" charset="2"/>
              </a:rPr>
              <a:t>   </a:t>
            </a:r>
          </a:p>
          <a:p>
            <a:pPr marL="1035050" lvl="1" indent="-577850"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Symbol" panose="05050102010706020507" pitchFamily="18" charset="2"/>
              </a:rPr>
              <a:t>where</a:t>
            </a:r>
            <a:r>
              <a:rPr lang="en-US" altLang="en-GB" sz="2200" i="1" smtClean="0">
                <a:sym typeface="Symbol" panose="05050102010706020507" pitchFamily="18" charset="2"/>
              </a:rPr>
              <a:t> a</a:t>
            </a:r>
            <a:r>
              <a:rPr lang="en-US" altLang="en-GB" sz="2200" smtClean="0">
                <a:sym typeface="Symbol" panose="05050102010706020507" pitchFamily="18" charset="2"/>
              </a:rPr>
              <a:t>   and </a:t>
            </a:r>
            <a:r>
              <a:rPr lang="en-US" altLang="en-GB" sz="2200" i="1" smtClean="0">
                <a:sym typeface="Symbol" panose="05050102010706020507" pitchFamily="18" charset="2"/>
              </a:rPr>
              <a:t>A</a:t>
            </a:r>
            <a:r>
              <a:rPr lang="en-US" altLang="en-GB" sz="2200" i="1" baseline="-25000" smtClean="0">
                <a:sym typeface="Symbol" panose="05050102010706020507" pitchFamily="18" charset="2"/>
              </a:rPr>
              <a:t>i</a:t>
            </a:r>
            <a:r>
              <a:rPr lang="en-US" altLang="en-GB" sz="2200" baseline="-25000" smtClean="0">
                <a:sym typeface="Symbol" panose="05050102010706020507" pitchFamily="18" charset="2"/>
              </a:rPr>
              <a:t> </a:t>
            </a:r>
            <a:r>
              <a:rPr lang="en-US" altLang="en-GB" sz="2200" smtClean="0">
                <a:sym typeface="Symbol" panose="05050102010706020507" pitchFamily="18" charset="2"/>
              </a:rPr>
              <a:t> V – {</a:t>
            </a:r>
            <a:r>
              <a:rPr lang="en-US" altLang="en-GB" sz="2200" i="1" smtClean="0">
                <a:sym typeface="Symbol" panose="05050102010706020507" pitchFamily="18" charset="2"/>
              </a:rPr>
              <a:t>S</a:t>
            </a:r>
            <a:r>
              <a:rPr lang="en-US" altLang="en-GB" sz="2200" smtClean="0">
                <a:sym typeface="Symbol" panose="05050102010706020507" pitchFamily="18" charset="2"/>
              </a:rPr>
              <a:t>} for </a:t>
            </a:r>
            <a:r>
              <a:rPr lang="en-US" altLang="en-GB" sz="2200" i="1" smtClean="0">
                <a:sym typeface="Symbol" panose="05050102010706020507" pitchFamily="18" charset="2"/>
              </a:rPr>
              <a:t>i</a:t>
            </a:r>
            <a:r>
              <a:rPr lang="en-US" altLang="en-GB" sz="2200" smtClean="0">
                <a:sym typeface="Symbol" panose="05050102010706020507" pitchFamily="18" charset="2"/>
              </a:rPr>
              <a:t> = 1, 2,…, </a:t>
            </a:r>
            <a:r>
              <a:rPr lang="en-US" altLang="en-GB" sz="2200" i="1" smtClean="0">
                <a:sym typeface="Symbol" panose="05050102010706020507" pitchFamily="18" charset="2"/>
              </a:rPr>
              <a:t>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9219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7AD814-9CAA-4B0B-B2CF-FC1735C0B8EE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9220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Definition</a:t>
            </a:r>
          </a:p>
        </p:txBody>
      </p:sp>
      <p:sp>
        <p:nvSpPr>
          <p:cNvPr id="9221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marL="660400" indent="-660400" algn="just" eaLnBrk="1" hangingPunct="1"/>
            <a:r>
              <a:rPr lang="en-US" altLang="en-GB" sz="2600" smtClean="0"/>
              <a:t>A CFG is in Chomsky normal form if each rule has one these forms:</a:t>
            </a:r>
          </a:p>
          <a:p>
            <a:pPr marL="1035050" lvl="1" indent="-577850" algn="just" eaLnBrk="1" hangingPunct="1">
              <a:buFontTx/>
              <a:buAutoNum type="romanLcPeriod"/>
            </a:pPr>
            <a:r>
              <a:rPr lang="en-US" altLang="en-GB" sz="2200" i="1" smtClean="0"/>
              <a:t>A </a:t>
            </a:r>
            <a:r>
              <a:rPr lang="en-US" altLang="en-GB" sz="2200" smtClean="0">
                <a:sym typeface="Symbol" panose="05050102010706020507" pitchFamily="18" charset="2"/>
              </a:rPr>
              <a:t> </a:t>
            </a:r>
            <a:r>
              <a:rPr lang="en-US" altLang="en-GB" sz="2200" i="1" smtClean="0">
                <a:sym typeface="Symbol" panose="05050102010706020507" pitchFamily="18" charset="2"/>
              </a:rPr>
              <a:t>BC</a:t>
            </a:r>
          </a:p>
          <a:p>
            <a:pPr marL="1035050" lvl="1" indent="-577850" algn="just" eaLnBrk="1" hangingPunct="1">
              <a:buFontTx/>
              <a:buAutoNum type="romanLcPeriod"/>
            </a:pPr>
            <a:r>
              <a:rPr lang="en-US" altLang="en-GB" sz="2200" i="1" smtClean="0">
                <a:sym typeface="Symbol" panose="05050102010706020507" pitchFamily="18" charset="2"/>
              </a:rPr>
              <a:t>A</a:t>
            </a:r>
            <a:r>
              <a:rPr lang="en-US" altLang="en-GB" sz="2200" smtClean="0">
                <a:sym typeface="Symbol" panose="05050102010706020507" pitchFamily="18" charset="2"/>
              </a:rPr>
              <a:t>  </a:t>
            </a:r>
            <a:r>
              <a:rPr lang="en-US" altLang="en-GB" sz="2200" i="1" smtClean="0">
                <a:sym typeface="Symbol" panose="05050102010706020507" pitchFamily="18" charset="2"/>
              </a:rPr>
              <a:t>a</a:t>
            </a:r>
          </a:p>
          <a:p>
            <a:pPr marL="1035050" lvl="1" indent="-577850" algn="just" eaLnBrk="1" hangingPunct="1">
              <a:buFontTx/>
              <a:buAutoNum type="romanLcPeriod"/>
            </a:pPr>
            <a:r>
              <a:rPr lang="en-US" altLang="en-GB" sz="2200" i="1" smtClean="0">
                <a:sym typeface="Symbol" panose="05050102010706020507" pitchFamily="18" charset="2"/>
              </a:rPr>
              <a:t>S</a:t>
            </a:r>
            <a:r>
              <a:rPr lang="en-US" altLang="en-GB" sz="2200" smtClean="0">
                <a:sym typeface="Symbol" panose="05050102010706020507" pitchFamily="18" charset="2"/>
              </a:rPr>
              <a:t>   </a:t>
            </a:r>
          </a:p>
          <a:p>
            <a:pPr marL="1035050" lvl="1" indent="-577850"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Symbol" panose="05050102010706020507" pitchFamily="18" charset="2"/>
              </a:rPr>
              <a:t>where</a:t>
            </a:r>
            <a:r>
              <a:rPr lang="en-US" altLang="en-GB" sz="2200" i="1" smtClean="0">
                <a:sym typeface="Symbol" panose="05050102010706020507" pitchFamily="18" charset="2"/>
              </a:rPr>
              <a:t> B, C</a:t>
            </a:r>
            <a:r>
              <a:rPr lang="en-US" altLang="en-GB" sz="2200" smtClean="0">
                <a:sym typeface="Symbol" panose="05050102010706020507" pitchFamily="18" charset="2"/>
              </a:rPr>
              <a:t>  V – {</a:t>
            </a:r>
            <a:r>
              <a:rPr lang="en-US" altLang="en-GB" sz="2200" i="1" smtClean="0">
                <a:sym typeface="Symbol" panose="05050102010706020507" pitchFamily="18" charset="2"/>
              </a:rPr>
              <a:t>S</a:t>
            </a:r>
            <a:r>
              <a:rPr lang="en-US" altLang="en-GB" sz="2200" smtClean="0">
                <a:sym typeface="Symbol" panose="05050102010706020507" pitchFamily="18" charset="2"/>
              </a:rPr>
              <a:t>}</a:t>
            </a:r>
            <a:endParaRPr lang="en-US" altLang="en-GB" sz="2200" i="1" smtClean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11267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FDD594-F964-4B9C-A427-5CD3AB30A2AA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1268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Conversion</a:t>
            </a:r>
          </a:p>
        </p:txBody>
      </p:sp>
      <p:sp>
        <p:nvSpPr>
          <p:cNvPr id="11269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marL="660400" indent="-660400" algn="just" eaLnBrk="1" hangingPunct="1"/>
            <a:r>
              <a:rPr lang="en-US" altLang="en-GB" sz="2600" smtClean="0"/>
              <a:t>Convert from Chomsky to Greibach in two steps:</a:t>
            </a:r>
          </a:p>
          <a:p>
            <a:pPr marL="660400" indent="-660400" algn="just" eaLnBrk="1" hangingPunct="1">
              <a:buFontTx/>
              <a:buAutoNum type="arabicPeriod"/>
            </a:pPr>
            <a:r>
              <a:rPr lang="en-US" altLang="en-GB" sz="2600" smtClean="0"/>
              <a:t>From Chomsky to intermediate grammar</a:t>
            </a:r>
          </a:p>
          <a:p>
            <a:pPr marL="1035050" lvl="1" indent="-577850" algn="just" eaLnBrk="1" hangingPunct="1">
              <a:buFontTx/>
              <a:buAutoNum type="alphaLcPeriod"/>
            </a:pPr>
            <a:r>
              <a:rPr lang="en-US" altLang="en-GB" sz="2200" smtClean="0"/>
              <a:t>Eliminate direct left recursion</a:t>
            </a:r>
          </a:p>
          <a:p>
            <a:pPr marL="1035050" lvl="1" indent="-577850" algn="just" eaLnBrk="1" hangingPunct="1">
              <a:buFontTx/>
              <a:buAutoNum type="alphaLcPeriod"/>
            </a:pPr>
            <a:r>
              <a:rPr lang="en-US" altLang="en-GB" sz="2200" smtClean="0"/>
              <a:t>Use </a:t>
            </a:r>
            <a:r>
              <a:rPr lang="en-US" altLang="en-GB" sz="2200" i="1" smtClean="0"/>
              <a:t>A </a:t>
            </a:r>
            <a:r>
              <a:rPr lang="en-US" altLang="en-GB" sz="2200" smtClean="0">
                <a:sym typeface="Symbol" panose="05050102010706020507" pitchFamily="18" charset="2"/>
              </a:rPr>
              <a:t> </a:t>
            </a:r>
            <a:r>
              <a:rPr lang="en-US" altLang="en-GB" sz="2200" i="1" smtClean="0">
                <a:sym typeface="Symbol" panose="05050102010706020507" pitchFamily="18" charset="2"/>
              </a:rPr>
              <a:t>uBv </a:t>
            </a:r>
            <a:r>
              <a:rPr lang="en-US" altLang="en-GB" sz="2200" smtClean="0">
                <a:sym typeface="Symbol" panose="05050102010706020507" pitchFamily="18" charset="2"/>
              </a:rPr>
              <a:t>rules t</a:t>
            </a:r>
            <a:r>
              <a:rPr lang="en-US" altLang="en-GB" sz="2200" smtClean="0"/>
              <a:t>ransformations to improve references (explained later)</a:t>
            </a:r>
          </a:p>
          <a:p>
            <a:pPr marL="660400" indent="-660400" algn="just" eaLnBrk="1" hangingPunct="1">
              <a:buFontTx/>
              <a:buAutoNum type="arabicPeriod"/>
            </a:pPr>
            <a:r>
              <a:rPr lang="en-US" altLang="en-GB" sz="2600" smtClean="0"/>
              <a:t>From intermediate grammar into Greibach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13315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097E7F-C044-4F65-9577-C6FBC407E6F0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3316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Eliminate direct left recursion</a:t>
            </a:r>
          </a:p>
        </p:txBody>
      </p:sp>
      <p:sp>
        <p:nvSpPr>
          <p:cNvPr id="13317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marL="609600" indent="-609600" algn="just" eaLnBrk="1" hangingPunct="1">
              <a:lnSpc>
                <a:spcPct val="90000"/>
              </a:lnSpc>
            </a:pPr>
            <a:r>
              <a:rPr lang="en-US" altLang="en-GB" sz="2600" smtClean="0"/>
              <a:t>Before</a:t>
            </a:r>
          </a:p>
          <a:p>
            <a:pPr marL="990600" lvl="1" indent="-533400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i="1" smtClean="0"/>
              <a:t>A </a:t>
            </a:r>
            <a:r>
              <a:rPr lang="en-US" altLang="en-GB" sz="2200" smtClean="0">
                <a:sym typeface="Symbol" panose="05050102010706020507" pitchFamily="18" charset="2"/>
              </a:rPr>
              <a:t> </a:t>
            </a:r>
            <a:r>
              <a:rPr lang="en-US" altLang="en-GB" sz="2200" i="1" smtClean="0">
                <a:sym typeface="Symbol" panose="05050102010706020507" pitchFamily="18" charset="2"/>
              </a:rPr>
              <a:t>A</a:t>
            </a:r>
            <a:r>
              <a:rPr lang="en-US" altLang="en-GB" sz="2200" i="1" u="sng" smtClean="0">
                <a:sym typeface="Symbol" panose="05050102010706020507" pitchFamily="18" charset="2"/>
              </a:rPr>
              <a:t>a</a:t>
            </a:r>
            <a:r>
              <a:rPr lang="en-US" altLang="en-GB" sz="2200" i="1" smtClean="0">
                <a:sym typeface="Symbol" panose="05050102010706020507" pitchFamily="18" charset="2"/>
              </a:rPr>
              <a:t> </a:t>
            </a:r>
            <a:r>
              <a:rPr lang="en-US" altLang="en-GB" sz="2200" smtClean="0">
                <a:sym typeface="Symbol" panose="05050102010706020507" pitchFamily="18" charset="2"/>
              </a:rPr>
              <a:t>| </a:t>
            </a:r>
            <a:r>
              <a:rPr lang="en-US" altLang="en-GB" sz="2200" b="1" i="1" smtClean="0">
                <a:sym typeface="Symbol" panose="05050102010706020507" pitchFamily="18" charset="2"/>
              </a:rPr>
              <a:t>b</a:t>
            </a:r>
          </a:p>
          <a:p>
            <a:pPr marL="609600" indent="-609600" algn="just" eaLnBrk="1" hangingPunct="1">
              <a:lnSpc>
                <a:spcPct val="90000"/>
              </a:lnSpc>
            </a:pPr>
            <a:r>
              <a:rPr lang="en-US" altLang="en-GB" sz="2600" smtClean="0">
                <a:sym typeface="Symbol" panose="05050102010706020507" pitchFamily="18" charset="2"/>
              </a:rPr>
              <a:t>After</a:t>
            </a:r>
          </a:p>
          <a:p>
            <a:pPr marL="990600" lvl="1" indent="-533400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i="1" smtClean="0"/>
              <a:t>A </a:t>
            </a:r>
            <a:r>
              <a:rPr lang="en-US" altLang="en-GB" sz="2200" smtClean="0">
                <a:sym typeface="Symbol" panose="05050102010706020507" pitchFamily="18" charset="2"/>
              </a:rPr>
              <a:t> </a:t>
            </a:r>
            <a:r>
              <a:rPr lang="en-US" altLang="en-GB" sz="2200" b="1" i="1" smtClean="0">
                <a:sym typeface="Symbol" panose="05050102010706020507" pitchFamily="18" charset="2"/>
              </a:rPr>
              <a:t>b</a:t>
            </a:r>
            <a:r>
              <a:rPr lang="en-US" altLang="en-GB" sz="2200" i="1" smtClean="0">
                <a:sym typeface="Symbol" panose="05050102010706020507" pitchFamily="18" charset="2"/>
              </a:rPr>
              <a:t>Z </a:t>
            </a:r>
            <a:r>
              <a:rPr lang="en-US" altLang="en-GB" sz="2200" smtClean="0">
                <a:sym typeface="Symbol" panose="05050102010706020507" pitchFamily="18" charset="2"/>
              </a:rPr>
              <a:t>| </a:t>
            </a:r>
            <a:r>
              <a:rPr lang="en-US" altLang="en-GB" sz="2200" b="1" i="1" smtClean="0">
                <a:sym typeface="Symbol" panose="05050102010706020507" pitchFamily="18" charset="2"/>
              </a:rPr>
              <a:t>b</a:t>
            </a:r>
          </a:p>
          <a:p>
            <a:pPr marL="990600" lvl="1" indent="-533400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i="1" smtClean="0"/>
              <a:t>Z </a:t>
            </a:r>
            <a:r>
              <a:rPr lang="en-US" altLang="en-GB" sz="2200" smtClean="0">
                <a:sym typeface="Symbol" panose="05050102010706020507" pitchFamily="18" charset="2"/>
              </a:rPr>
              <a:t> </a:t>
            </a:r>
            <a:r>
              <a:rPr lang="en-US" altLang="en-GB" sz="2200" i="1" u="sng" smtClean="0">
                <a:sym typeface="Symbol" panose="05050102010706020507" pitchFamily="18" charset="2"/>
              </a:rPr>
              <a:t>a</a:t>
            </a:r>
            <a:r>
              <a:rPr lang="en-US" altLang="en-GB" sz="2200" i="1" smtClean="0">
                <a:sym typeface="Symbol" panose="05050102010706020507" pitchFamily="18" charset="2"/>
              </a:rPr>
              <a:t>Z </a:t>
            </a:r>
            <a:r>
              <a:rPr lang="en-US" altLang="en-GB" sz="2200" smtClean="0">
                <a:sym typeface="Symbol" panose="05050102010706020507" pitchFamily="18" charset="2"/>
              </a:rPr>
              <a:t>| </a:t>
            </a:r>
            <a:r>
              <a:rPr lang="en-US" altLang="en-GB" sz="2200" i="1" u="sng" smtClean="0">
                <a:sym typeface="Symbol" panose="05050102010706020507" pitchFamily="18" charset="2"/>
              </a:rPr>
              <a:t>a</a:t>
            </a:r>
          </a:p>
          <a:p>
            <a:pPr marL="609600" indent="-609600" algn="just" eaLnBrk="1" hangingPunct="1">
              <a:lnSpc>
                <a:spcPct val="90000"/>
              </a:lnSpc>
            </a:pPr>
            <a:r>
              <a:rPr lang="en-US" altLang="en-GB" sz="2600" smtClean="0">
                <a:sym typeface="Symbol" panose="05050102010706020507" pitchFamily="18" charset="2"/>
              </a:rPr>
              <a:t>Remove the rule with direct left recursion, and create a new one with recursion on the right</a:t>
            </a:r>
          </a:p>
        </p:txBody>
      </p:sp>
      <p:sp>
        <p:nvSpPr>
          <p:cNvPr id="13318" name="Line 5"/>
          <p:cNvSpPr>
            <a:spLocks noChangeShapeType="1"/>
          </p:cNvSpPr>
          <p:nvPr/>
        </p:nvSpPr>
        <p:spPr bwMode="auto">
          <a:xfrm flipH="1">
            <a:off x="1752600" y="22860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319" name="Line 6"/>
          <p:cNvSpPr>
            <a:spLocks noChangeShapeType="1"/>
          </p:cNvSpPr>
          <p:nvPr/>
        </p:nvSpPr>
        <p:spPr bwMode="auto">
          <a:xfrm flipH="1">
            <a:off x="2286000" y="2286000"/>
            <a:ext cx="76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15363" name="Slide Number Placeholder 9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08C4F8-D698-4A6E-8AA7-04EBD1041ABF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5364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Eliminate direct left recursion</a:t>
            </a:r>
          </a:p>
        </p:txBody>
      </p:sp>
      <p:sp>
        <p:nvSpPr>
          <p:cNvPr id="15365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marL="609600" indent="-609600" algn="just" eaLnBrk="1" hangingPunct="1">
              <a:lnSpc>
                <a:spcPct val="90000"/>
              </a:lnSpc>
            </a:pPr>
            <a:r>
              <a:rPr lang="en-US" altLang="en-GB" sz="2600" smtClean="0"/>
              <a:t>Before</a:t>
            </a:r>
          </a:p>
          <a:p>
            <a:pPr marL="990600" lvl="1" indent="-533400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i="1" smtClean="0"/>
              <a:t>A </a:t>
            </a:r>
            <a:r>
              <a:rPr lang="en-US" altLang="en-GB" sz="2200" smtClean="0">
                <a:sym typeface="Symbol" panose="05050102010706020507" pitchFamily="18" charset="2"/>
              </a:rPr>
              <a:t> </a:t>
            </a:r>
            <a:r>
              <a:rPr lang="en-US" altLang="en-GB" sz="2200" i="1" smtClean="0">
                <a:sym typeface="Symbol" panose="05050102010706020507" pitchFamily="18" charset="2"/>
              </a:rPr>
              <a:t>A</a:t>
            </a:r>
            <a:r>
              <a:rPr lang="en-US" altLang="en-GB" sz="2200" i="1" u="sng" smtClean="0">
                <a:sym typeface="Symbol" panose="05050102010706020507" pitchFamily="18" charset="2"/>
              </a:rPr>
              <a:t>a</a:t>
            </a:r>
            <a:r>
              <a:rPr lang="en-US" altLang="en-GB" sz="2200" i="1" smtClean="0">
                <a:sym typeface="Symbol" panose="05050102010706020507" pitchFamily="18" charset="2"/>
              </a:rPr>
              <a:t> </a:t>
            </a:r>
            <a:r>
              <a:rPr lang="en-US" altLang="en-GB" sz="2200" smtClean="0">
                <a:sym typeface="Symbol" panose="05050102010706020507" pitchFamily="18" charset="2"/>
              </a:rPr>
              <a:t>| </a:t>
            </a:r>
            <a:r>
              <a:rPr lang="en-US" altLang="en-GB" sz="2200" i="1" smtClean="0">
                <a:sym typeface="Symbol" panose="05050102010706020507" pitchFamily="18" charset="2"/>
              </a:rPr>
              <a:t>A</a:t>
            </a:r>
            <a:r>
              <a:rPr lang="en-US" altLang="en-GB" sz="2200" i="1" u="sng" smtClean="0">
                <a:sym typeface="Symbol" panose="05050102010706020507" pitchFamily="18" charset="2"/>
              </a:rPr>
              <a:t>b</a:t>
            </a:r>
            <a:r>
              <a:rPr lang="en-US" altLang="en-GB" sz="2200" i="1" smtClean="0">
                <a:sym typeface="Symbol" panose="05050102010706020507" pitchFamily="18" charset="2"/>
              </a:rPr>
              <a:t> </a:t>
            </a:r>
            <a:r>
              <a:rPr lang="en-US" altLang="en-GB" sz="2200" smtClean="0">
                <a:sym typeface="Symbol" panose="05050102010706020507" pitchFamily="18" charset="2"/>
              </a:rPr>
              <a:t>| </a:t>
            </a:r>
            <a:r>
              <a:rPr lang="en-US" altLang="en-GB" sz="2200" b="1" i="1" smtClean="0">
                <a:sym typeface="Symbol" panose="05050102010706020507" pitchFamily="18" charset="2"/>
              </a:rPr>
              <a:t>b</a:t>
            </a:r>
            <a:r>
              <a:rPr lang="en-US" altLang="en-GB" sz="2200" i="1" smtClean="0">
                <a:sym typeface="Symbol" panose="05050102010706020507" pitchFamily="18" charset="2"/>
              </a:rPr>
              <a:t> </a:t>
            </a:r>
            <a:r>
              <a:rPr lang="en-US" altLang="en-GB" sz="2200" smtClean="0">
                <a:sym typeface="Symbol" panose="05050102010706020507" pitchFamily="18" charset="2"/>
              </a:rPr>
              <a:t>| </a:t>
            </a:r>
            <a:r>
              <a:rPr lang="en-US" altLang="en-GB" sz="2200" b="1" i="1" smtClean="0">
                <a:sym typeface="Symbol" panose="05050102010706020507" pitchFamily="18" charset="2"/>
              </a:rPr>
              <a:t>c</a:t>
            </a:r>
          </a:p>
          <a:p>
            <a:pPr marL="609600" indent="-609600" algn="just" eaLnBrk="1" hangingPunct="1">
              <a:lnSpc>
                <a:spcPct val="90000"/>
              </a:lnSpc>
            </a:pPr>
            <a:r>
              <a:rPr lang="en-US" altLang="en-GB" sz="2600" smtClean="0">
                <a:sym typeface="Symbol" panose="05050102010706020507" pitchFamily="18" charset="2"/>
              </a:rPr>
              <a:t>After</a:t>
            </a:r>
          </a:p>
          <a:p>
            <a:pPr marL="990600" lvl="1" indent="-533400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i="1" smtClean="0"/>
              <a:t>A </a:t>
            </a:r>
            <a:r>
              <a:rPr lang="en-US" altLang="en-GB" sz="2200" smtClean="0">
                <a:sym typeface="Symbol" panose="05050102010706020507" pitchFamily="18" charset="2"/>
              </a:rPr>
              <a:t> </a:t>
            </a:r>
            <a:r>
              <a:rPr lang="en-US" altLang="en-GB" sz="2200" b="1" i="1" smtClean="0">
                <a:sym typeface="Symbol" panose="05050102010706020507" pitchFamily="18" charset="2"/>
              </a:rPr>
              <a:t>b</a:t>
            </a:r>
            <a:r>
              <a:rPr lang="en-US" altLang="en-GB" sz="2200" i="1" u="sng" smtClean="0">
                <a:sym typeface="Symbol" panose="05050102010706020507" pitchFamily="18" charset="2"/>
              </a:rPr>
              <a:t>Z</a:t>
            </a:r>
            <a:r>
              <a:rPr lang="en-US" altLang="en-GB" sz="2200" i="1" smtClean="0">
                <a:sym typeface="Symbol" panose="05050102010706020507" pitchFamily="18" charset="2"/>
              </a:rPr>
              <a:t> </a:t>
            </a:r>
            <a:r>
              <a:rPr lang="en-US" altLang="en-GB" sz="2200" smtClean="0">
                <a:sym typeface="Symbol" panose="05050102010706020507" pitchFamily="18" charset="2"/>
              </a:rPr>
              <a:t>| </a:t>
            </a:r>
            <a:r>
              <a:rPr lang="en-US" altLang="en-GB" sz="2200" b="1" i="1" smtClean="0">
                <a:sym typeface="Symbol" panose="05050102010706020507" pitchFamily="18" charset="2"/>
              </a:rPr>
              <a:t>c</a:t>
            </a:r>
            <a:r>
              <a:rPr lang="en-US" altLang="en-GB" sz="2200" i="1" u="sng" smtClean="0">
                <a:sym typeface="Symbol" panose="05050102010706020507" pitchFamily="18" charset="2"/>
              </a:rPr>
              <a:t>Z</a:t>
            </a:r>
            <a:r>
              <a:rPr lang="en-US" altLang="en-GB" sz="2200" i="1" smtClean="0">
                <a:sym typeface="Symbol" panose="05050102010706020507" pitchFamily="18" charset="2"/>
              </a:rPr>
              <a:t> </a:t>
            </a:r>
            <a:r>
              <a:rPr lang="en-US" altLang="en-GB" sz="2200" smtClean="0">
                <a:sym typeface="Symbol" panose="05050102010706020507" pitchFamily="18" charset="2"/>
              </a:rPr>
              <a:t>| </a:t>
            </a:r>
            <a:r>
              <a:rPr lang="en-US" altLang="en-GB" sz="2200" b="1" i="1" smtClean="0">
                <a:sym typeface="Symbol" panose="05050102010706020507" pitchFamily="18" charset="2"/>
              </a:rPr>
              <a:t>b</a:t>
            </a:r>
            <a:r>
              <a:rPr lang="en-US" altLang="en-GB" sz="2200" i="1" smtClean="0">
                <a:sym typeface="Symbol" panose="05050102010706020507" pitchFamily="18" charset="2"/>
              </a:rPr>
              <a:t> </a:t>
            </a:r>
            <a:r>
              <a:rPr lang="en-US" altLang="en-GB" sz="2200" smtClean="0">
                <a:sym typeface="Symbol" panose="05050102010706020507" pitchFamily="18" charset="2"/>
              </a:rPr>
              <a:t>| </a:t>
            </a:r>
            <a:r>
              <a:rPr lang="en-US" altLang="en-GB" sz="2200" b="1" i="1" smtClean="0">
                <a:sym typeface="Symbol" panose="05050102010706020507" pitchFamily="18" charset="2"/>
              </a:rPr>
              <a:t>c</a:t>
            </a:r>
          </a:p>
          <a:p>
            <a:pPr marL="990600" lvl="1" indent="-533400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i="1" smtClean="0"/>
              <a:t>Z </a:t>
            </a:r>
            <a:r>
              <a:rPr lang="en-US" altLang="en-GB" sz="2200" smtClean="0">
                <a:sym typeface="Symbol" panose="05050102010706020507" pitchFamily="18" charset="2"/>
              </a:rPr>
              <a:t> </a:t>
            </a:r>
            <a:r>
              <a:rPr lang="en-US" altLang="en-GB" sz="2200" i="1" u="sng" smtClean="0">
                <a:sym typeface="Symbol" panose="05050102010706020507" pitchFamily="18" charset="2"/>
              </a:rPr>
              <a:t>a</a:t>
            </a:r>
            <a:r>
              <a:rPr lang="en-US" altLang="en-GB" sz="2200" i="1" smtClean="0">
                <a:sym typeface="Symbol" panose="05050102010706020507" pitchFamily="18" charset="2"/>
              </a:rPr>
              <a:t>Z </a:t>
            </a:r>
            <a:r>
              <a:rPr lang="en-US" altLang="en-GB" sz="2200" smtClean="0">
                <a:sym typeface="Symbol" panose="05050102010706020507" pitchFamily="18" charset="2"/>
              </a:rPr>
              <a:t>| </a:t>
            </a:r>
            <a:r>
              <a:rPr lang="en-US" altLang="en-GB" sz="2200" i="1" u="sng" smtClean="0">
                <a:sym typeface="Symbol" panose="05050102010706020507" pitchFamily="18" charset="2"/>
              </a:rPr>
              <a:t>b</a:t>
            </a:r>
            <a:r>
              <a:rPr lang="en-US" altLang="en-GB" sz="2200" i="1" smtClean="0">
                <a:sym typeface="Symbol" panose="05050102010706020507" pitchFamily="18" charset="2"/>
              </a:rPr>
              <a:t>Z </a:t>
            </a:r>
            <a:r>
              <a:rPr lang="en-US" altLang="en-GB" sz="2200" smtClean="0">
                <a:sym typeface="Symbol" panose="05050102010706020507" pitchFamily="18" charset="2"/>
              </a:rPr>
              <a:t>| </a:t>
            </a:r>
            <a:r>
              <a:rPr lang="en-US" altLang="en-GB" sz="2200" i="1" u="sng" smtClean="0">
                <a:sym typeface="Symbol" panose="05050102010706020507" pitchFamily="18" charset="2"/>
              </a:rPr>
              <a:t>a</a:t>
            </a:r>
            <a:r>
              <a:rPr lang="en-US" altLang="en-GB" sz="2200" i="1" smtClean="0">
                <a:sym typeface="Symbol" panose="05050102010706020507" pitchFamily="18" charset="2"/>
              </a:rPr>
              <a:t> </a:t>
            </a:r>
            <a:r>
              <a:rPr lang="en-US" altLang="en-GB" sz="2200" smtClean="0">
                <a:sym typeface="Symbol" panose="05050102010706020507" pitchFamily="18" charset="2"/>
              </a:rPr>
              <a:t>| </a:t>
            </a:r>
            <a:r>
              <a:rPr lang="en-US" altLang="en-GB" sz="2200" i="1" u="sng" smtClean="0">
                <a:sym typeface="Symbol" panose="05050102010706020507" pitchFamily="18" charset="2"/>
              </a:rPr>
              <a:t>b</a:t>
            </a:r>
          </a:p>
          <a:p>
            <a:pPr marL="609600" indent="-609600" algn="just" eaLnBrk="1" hangingPunct="1">
              <a:lnSpc>
                <a:spcPct val="90000"/>
              </a:lnSpc>
            </a:pPr>
            <a:r>
              <a:rPr lang="en-US" altLang="en-GB" sz="2600" smtClean="0">
                <a:sym typeface="Symbol" panose="05050102010706020507" pitchFamily="18" charset="2"/>
              </a:rPr>
              <a:t>Remove the rules with direct left recursion, and create new ones with recursion on the right</a:t>
            </a:r>
          </a:p>
        </p:txBody>
      </p:sp>
      <p:sp>
        <p:nvSpPr>
          <p:cNvPr id="15366" name="Line 4"/>
          <p:cNvSpPr>
            <a:spLocks noChangeShapeType="1"/>
          </p:cNvSpPr>
          <p:nvPr/>
        </p:nvSpPr>
        <p:spPr bwMode="auto">
          <a:xfrm flipH="1">
            <a:off x="1676400" y="2286000"/>
            <a:ext cx="1066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367" name="Line 5"/>
          <p:cNvSpPr>
            <a:spLocks noChangeShapeType="1"/>
          </p:cNvSpPr>
          <p:nvPr/>
        </p:nvSpPr>
        <p:spPr bwMode="auto">
          <a:xfrm flipH="1">
            <a:off x="2362200" y="2286000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368" name="Line 6"/>
          <p:cNvSpPr>
            <a:spLocks noChangeShapeType="1"/>
          </p:cNvSpPr>
          <p:nvPr/>
        </p:nvSpPr>
        <p:spPr bwMode="auto">
          <a:xfrm flipH="1">
            <a:off x="2819400" y="2286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369" name="Line 7"/>
          <p:cNvSpPr>
            <a:spLocks noChangeShapeType="1"/>
          </p:cNvSpPr>
          <p:nvPr/>
        </p:nvSpPr>
        <p:spPr bwMode="auto">
          <a:xfrm flipH="1">
            <a:off x="3200400" y="22860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17411" name="Slide Number Placeholder 9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A573ED-1CB7-4307-B9CD-992B6794849B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7412" name="Rectangle 1026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Eliminate direct left recursion</a:t>
            </a:r>
          </a:p>
        </p:txBody>
      </p:sp>
      <p:sp>
        <p:nvSpPr>
          <p:cNvPr id="17413" name="Rectangle 1027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marL="609600" indent="-609600" eaLnBrk="1" hangingPunct="1"/>
            <a:r>
              <a:rPr lang="en-US" altLang="en-GB" smtClean="0"/>
              <a:t>Before</a:t>
            </a: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en-US" altLang="en-GB" i="1" smtClean="0"/>
              <a:t>A </a:t>
            </a:r>
            <a:r>
              <a:rPr lang="en-US" altLang="en-GB" smtClean="0">
                <a:sym typeface="Symbol" panose="05050102010706020507" pitchFamily="18" charset="2"/>
              </a:rPr>
              <a:t> </a:t>
            </a:r>
            <a:r>
              <a:rPr lang="en-US" altLang="en-GB" i="1" smtClean="0">
                <a:sym typeface="Symbol" panose="05050102010706020507" pitchFamily="18" charset="2"/>
              </a:rPr>
              <a:t>A</a:t>
            </a:r>
            <a:r>
              <a:rPr lang="en-US" altLang="en-GB" i="1" u="sng" smtClean="0">
                <a:sym typeface="Symbol" panose="05050102010706020507" pitchFamily="18" charset="2"/>
              </a:rPr>
              <a:t>B</a:t>
            </a:r>
            <a:r>
              <a:rPr lang="en-US" altLang="en-GB" i="1" smtClean="0">
                <a:sym typeface="Symbol" panose="05050102010706020507" pitchFamily="18" charset="2"/>
              </a:rPr>
              <a:t> </a:t>
            </a:r>
            <a:r>
              <a:rPr lang="en-US" altLang="en-GB" smtClean="0">
                <a:sym typeface="Symbol" panose="05050102010706020507" pitchFamily="18" charset="2"/>
              </a:rPr>
              <a:t>| </a:t>
            </a:r>
            <a:r>
              <a:rPr lang="en-US" altLang="en-GB" b="1" i="1" smtClean="0">
                <a:sym typeface="Symbol" panose="05050102010706020507" pitchFamily="18" charset="2"/>
              </a:rPr>
              <a:t>BA</a:t>
            </a:r>
            <a:r>
              <a:rPr lang="en-US" altLang="en-GB" i="1" smtClean="0">
                <a:sym typeface="Symbol" panose="05050102010706020507" pitchFamily="18" charset="2"/>
              </a:rPr>
              <a:t> </a:t>
            </a:r>
            <a:r>
              <a:rPr lang="en-US" altLang="en-GB" smtClean="0">
                <a:sym typeface="Symbol" panose="05050102010706020507" pitchFamily="18" charset="2"/>
              </a:rPr>
              <a:t>| </a:t>
            </a:r>
            <a:r>
              <a:rPr lang="en-US" altLang="en-GB" b="1" i="1" smtClean="0">
                <a:sym typeface="Symbol" panose="05050102010706020507" pitchFamily="18" charset="2"/>
              </a:rPr>
              <a:t>a</a:t>
            </a: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en-US" altLang="en-GB" i="1" smtClean="0"/>
              <a:t>B </a:t>
            </a:r>
            <a:r>
              <a:rPr lang="en-US" altLang="en-GB" smtClean="0">
                <a:sym typeface="Symbol" panose="05050102010706020507" pitchFamily="18" charset="2"/>
              </a:rPr>
              <a:t> </a:t>
            </a:r>
            <a:r>
              <a:rPr lang="en-US" altLang="en-GB" i="1" smtClean="0">
                <a:sym typeface="Symbol" panose="05050102010706020507" pitchFamily="18" charset="2"/>
              </a:rPr>
              <a:t>b </a:t>
            </a:r>
            <a:r>
              <a:rPr lang="en-US" altLang="en-GB" smtClean="0">
                <a:sym typeface="Symbol" panose="05050102010706020507" pitchFamily="18" charset="2"/>
              </a:rPr>
              <a:t>| </a:t>
            </a:r>
            <a:r>
              <a:rPr lang="en-US" altLang="en-GB" i="1" smtClean="0">
                <a:sym typeface="Symbol" panose="05050102010706020507" pitchFamily="18" charset="2"/>
              </a:rPr>
              <a:t>c</a:t>
            </a:r>
          </a:p>
          <a:p>
            <a:pPr marL="609600" indent="-609600" eaLnBrk="1" hangingPunct="1"/>
            <a:r>
              <a:rPr lang="en-US" altLang="en-GB" smtClean="0">
                <a:sym typeface="Symbol" panose="05050102010706020507" pitchFamily="18" charset="2"/>
              </a:rPr>
              <a:t>After</a:t>
            </a: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en-US" altLang="en-GB" i="1" smtClean="0"/>
              <a:t>A </a:t>
            </a:r>
            <a:r>
              <a:rPr lang="en-US" altLang="en-GB" smtClean="0">
                <a:sym typeface="Symbol" panose="05050102010706020507" pitchFamily="18" charset="2"/>
              </a:rPr>
              <a:t> </a:t>
            </a:r>
            <a:r>
              <a:rPr lang="en-US" altLang="en-GB" b="1" i="1" smtClean="0">
                <a:sym typeface="Symbol" panose="05050102010706020507" pitchFamily="18" charset="2"/>
              </a:rPr>
              <a:t>BA</a:t>
            </a:r>
            <a:r>
              <a:rPr lang="en-US" altLang="en-GB" i="1" u="sng" smtClean="0">
                <a:sym typeface="Symbol" panose="05050102010706020507" pitchFamily="18" charset="2"/>
              </a:rPr>
              <a:t>Z</a:t>
            </a:r>
            <a:r>
              <a:rPr lang="en-US" altLang="en-GB" i="1" smtClean="0">
                <a:sym typeface="Symbol" panose="05050102010706020507" pitchFamily="18" charset="2"/>
              </a:rPr>
              <a:t> </a:t>
            </a:r>
            <a:r>
              <a:rPr lang="en-US" altLang="en-GB" smtClean="0">
                <a:sym typeface="Symbol" panose="05050102010706020507" pitchFamily="18" charset="2"/>
              </a:rPr>
              <a:t>| </a:t>
            </a:r>
            <a:r>
              <a:rPr lang="en-US" altLang="en-GB" b="1" i="1" smtClean="0">
                <a:sym typeface="Symbol" panose="05050102010706020507" pitchFamily="18" charset="2"/>
              </a:rPr>
              <a:t>a</a:t>
            </a:r>
            <a:r>
              <a:rPr lang="en-US" altLang="en-GB" i="1" u="sng" smtClean="0">
                <a:sym typeface="Symbol" panose="05050102010706020507" pitchFamily="18" charset="2"/>
              </a:rPr>
              <a:t>Z</a:t>
            </a:r>
            <a:r>
              <a:rPr lang="en-US" altLang="en-GB" i="1" smtClean="0">
                <a:sym typeface="Symbol" panose="05050102010706020507" pitchFamily="18" charset="2"/>
              </a:rPr>
              <a:t> </a:t>
            </a:r>
            <a:r>
              <a:rPr lang="en-US" altLang="en-GB" smtClean="0">
                <a:sym typeface="Symbol" panose="05050102010706020507" pitchFamily="18" charset="2"/>
              </a:rPr>
              <a:t>| </a:t>
            </a:r>
            <a:r>
              <a:rPr lang="en-US" altLang="en-GB" b="1" i="1" smtClean="0">
                <a:sym typeface="Symbol" panose="05050102010706020507" pitchFamily="18" charset="2"/>
              </a:rPr>
              <a:t>BA</a:t>
            </a:r>
            <a:r>
              <a:rPr lang="en-US" altLang="en-GB" i="1" smtClean="0">
                <a:sym typeface="Symbol" panose="05050102010706020507" pitchFamily="18" charset="2"/>
              </a:rPr>
              <a:t> </a:t>
            </a:r>
            <a:r>
              <a:rPr lang="en-US" altLang="en-GB" smtClean="0">
                <a:sym typeface="Symbol" panose="05050102010706020507" pitchFamily="18" charset="2"/>
              </a:rPr>
              <a:t>| </a:t>
            </a:r>
            <a:r>
              <a:rPr lang="en-US" altLang="en-GB" b="1" i="1" smtClean="0">
                <a:sym typeface="Symbol" panose="05050102010706020507" pitchFamily="18" charset="2"/>
              </a:rPr>
              <a:t>a</a:t>
            </a: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en-US" altLang="en-GB" i="1" smtClean="0"/>
              <a:t>Z </a:t>
            </a:r>
            <a:r>
              <a:rPr lang="en-US" altLang="en-GB" smtClean="0">
                <a:sym typeface="Symbol" panose="05050102010706020507" pitchFamily="18" charset="2"/>
              </a:rPr>
              <a:t> </a:t>
            </a:r>
            <a:r>
              <a:rPr lang="en-US" altLang="en-GB" i="1" u="sng" smtClean="0">
                <a:sym typeface="Symbol" panose="05050102010706020507" pitchFamily="18" charset="2"/>
              </a:rPr>
              <a:t>B</a:t>
            </a:r>
            <a:r>
              <a:rPr lang="en-US" altLang="en-GB" i="1" smtClean="0">
                <a:sym typeface="Symbol" panose="05050102010706020507" pitchFamily="18" charset="2"/>
              </a:rPr>
              <a:t>Z </a:t>
            </a:r>
            <a:r>
              <a:rPr lang="en-US" altLang="en-GB" smtClean="0">
                <a:sym typeface="Symbol" panose="05050102010706020507" pitchFamily="18" charset="2"/>
              </a:rPr>
              <a:t>| </a:t>
            </a:r>
            <a:r>
              <a:rPr lang="en-US" altLang="en-GB" i="1" u="sng" smtClean="0">
                <a:sym typeface="Symbol" panose="05050102010706020507" pitchFamily="18" charset="2"/>
              </a:rPr>
              <a:t>B</a:t>
            </a: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en-US" altLang="en-GB" i="1" smtClean="0"/>
              <a:t>B </a:t>
            </a:r>
            <a:r>
              <a:rPr lang="en-US" altLang="en-GB" smtClean="0">
                <a:sym typeface="Symbol" panose="05050102010706020507" pitchFamily="18" charset="2"/>
              </a:rPr>
              <a:t> </a:t>
            </a:r>
            <a:r>
              <a:rPr lang="en-US" altLang="en-GB" i="1" smtClean="0">
                <a:sym typeface="Symbol" panose="05050102010706020507" pitchFamily="18" charset="2"/>
              </a:rPr>
              <a:t>b </a:t>
            </a:r>
            <a:r>
              <a:rPr lang="en-US" altLang="en-GB" smtClean="0">
                <a:sym typeface="Symbol" panose="05050102010706020507" pitchFamily="18" charset="2"/>
              </a:rPr>
              <a:t>| </a:t>
            </a:r>
            <a:r>
              <a:rPr lang="en-US" altLang="en-GB" i="1" smtClean="0">
                <a:sym typeface="Symbol" panose="05050102010706020507" pitchFamily="18" charset="2"/>
              </a:rPr>
              <a:t>c</a:t>
            </a:r>
          </a:p>
        </p:txBody>
      </p:sp>
      <p:sp>
        <p:nvSpPr>
          <p:cNvPr id="17414" name="Line 1028"/>
          <p:cNvSpPr>
            <a:spLocks noChangeShapeType="1"/>
          </p:cNvSpPr>
          <p:nvPr/>
        </p:nvSpPr>
        <p:spPr bwMode="auto">
          <a:xfrm flipH="1">
            <a:off x="2057400" y="2590800"/>
            <a:ext cx="4572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7415" name="Line 1029"/>
          <p:cNvSpPr>
            <a:spLocks noChangeShapeType="1"/>
          </p:cNvSpPr>
          <p:nvPr/>
        </p:nvSpPr>
        <p:spPr bwMode="auto">
          <a:xfrm flipH="1">
            <a:off x="2819400" y="2590800"/>
            <a:ext cx="3048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7416" name="Line 1030"/>
          <p:cNvSpPr>
            <a:spLocks noChangeShapeType="1"/>
          </p:cNvSpPr>
          <p:nvPr/>
        </p:nvSpPr>
        <p:spPr bwMode="auto">
          <a:xfrm>
            <a:off x="2667000" y="2590800"/>
            <a:ext cx="6858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7417" name="Line 1031"/>
          <p:cNvSpPr>
            <a:spLocks noChangeShapeType="1"/>
          </p:cNvSpPr>
          <p:nvPr/>
        </p:nvSpPr>
        <p:spPr bwMode="auto">
          <a:xfrm>
            <a:off x="3200400" y="2590800"/>
            <a:ext cx="7620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19459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2B6F6A-3102-49E6-A1CB-D034FF4506C8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9460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Transform </a:t>
            </a:r>
            <a:r>
              <a:rPr lang="en-US" altLang="en-GB" i="1" smtClean="0"/>
              <a:t>A </a:t>
            </a:r>
            <a:r>
              <a:rPr lang="en-US" altLang="en-GB" smtClean="0">
                <a:sym typeface="Symbol" panose="05050102010706020507" pitchFamily="18" charset="2"/>
              </a:rPr>
              <a:t> </a:t>
            </a:r>
            <a:r>
              <a:rPr lang="en-US" altLang="en-GB" i="1" smtClean="0">
                <a:sym typeface="Symbol" panose="05050102010706020507" pitchFamily="18" charset="2"/>
              </a:rPr>
              <a:t>uBv </a:t>
            </a:r>
            <a:r>
              <a:rPr lang="en-US" altLang="en-GB" smtClean="0">
                <a:sym typeface="Symbol" panose="05050102010706020507" pitchFamily="18" charset="2"/>
              </a:rPr>
              <a:t>rules</a:t>
            </a:r>
          </a:p>
        </p:txBody>
      </p:sp>
      <p:sp>
        <p:nvSpPr>
          <p:cNvPr id="19461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GB" smtClean="0"/>
              <a:t>Before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i="1" smtClean="0"/>
              <a:t>A </a:t>
            </a:r>
            <a:r>
              <a:rPr lang="en-US" altLang="en-GB" smtClean="0">
                <a:sym typeface="Symbol" panose="05050102010706020507" pitchFamily="18" charset="2"/>
              </a:rPr>
              <a:t> </a:t>
            </a:r>
            <a:r>
              <a:rPr lang="en-US" altLang="en-GB" i="1" smtClean="0">
                <a:sym typeface="Symbol" panose="05050102010706020507" pitchFamily="18" charset="2"/>
              </a:rPr>
              <a:t>uBb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i="1" smtClean="0"/>
              <a:t>B </a:t>
            </a:r>
            <a:r>
              <a:rPr lang="en-US" altLang="en-GB" smtClean="0">
                <a:sym typeface="Symbol" panose="05050102010706020507" pitchFamily="18" charset="2"/>
              </a:rPr>
              <a:t> </a:t>
            </a:r>
            <a:r>
              <a:rPr lang="en-US" altLang="en-GB" i="1" smtClean="0">
                <a:sym typeface="Symbol" panose="05050102010706020507" pitchFamily="18" charset="2"/>
              </a:rPr>
              <a:t>w</a:t>
            </a:r>
            <a:r>
              <a:rPr lang="en-US" altLang="en-GB" i="1" baseline="-25000" smtClean="0">
                <a:sym typeface="Symbol" panose="05050102010706020507" pitchFamily="18" charset="2"/>
              </a:rPr>
              <a:t>1</a:t>
            </a:r>
            <a:r>
              <a:rPr lang="en-US" altLang="en-GB" i="1" smtClean="0">
                <a:sym typeface="Symbol" panose="05050102010706020507" pitchFamily="18" charset="2"/>
              </a:rPr>
              <a:t> | w</a:t>
            </a:r>
            <a:r>
              <a:rPr lang="en-US" altLang="en-GB" i="1" baseline="-25000" smtClean="0">
                <a:sym typeface="Symbol" panose="05050102010706020507" pitchFamily="18" charset="2"/>
              </a:rPr>
              <a:t>2</a:t>
            </a:r>
            <a:r>
              <a:rPr lang="en-US" altLang="en-GB" i="1" smtClean="0">
                <a:sym typeface="Symbol" panose="05050102010706020507" pitchFamily="18" charset="2"/>
              </a:rPr>
              <a:t> |…| w</a:t>
            </a:r>
            <a:r>
              <a:rPr lang="en-US" altLang="en-GB" i="1" baseline="-25000" smtClean="0">
                <a:sym typeface="Symbol" panose="05050102010706020507" pitchFamily="18" charset="2"/>
              </a:rPr>
              <a:t>n</a:t>
            </a:r>
          </a:p>
          <a:p>
            <a:pPr eaLnBrk="1" hangingPunct="1"/>
            <a:r>
              <a:rPr lang="en-US" altLang="en-GB" smtClean="0">
                <a:sym typeface="Symbol" panose="05050102010706020507" pitchFamily="18" charset="2"/>
              </a:rPr>
              <a:t>After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smtClean="0"/>
              <a:t>Add</a:t>
            </a:r>
            <a:r>
              <a:rPr lang="en-US" altLang="en-GB" i="1" smtClean="0"/>
              <a:t> A </a:t>
            </a:r>
            <a:r>
              <a:rPr lang="en-US" altLang="en-GB" smtClean="0">
                <a:sym typeface="Symbol" panose="05050102010706020507" pitchFamily="18" charset="2"/>
              </a:rPr>
              <a:t> </a:t>
            </a:r>
            <a:r>
              <a:rPr lang="en-US" altLang="en-GB" i="1" smtClean="0">
                <a:sym typeface="Symbol" panose="05050102010706020507" pitchFamily="18" charset="2"/>
              </a:rPr>
              <a:t>uw</a:t>
            </a:r>
            <a:r>
              <a:rPr lang="en-US" altLang="en-GB" i="1" baseline="-25000" smtClean="0">
                <a:sym typeface="Symbol" panose="05050102010706020507" pitchFamily="18" charset="2"/>
              </a:rPr>
              <a:t>1</a:t>
            </a:r>
            <a:r>
              <a:rPr lang="en-US" altLang="en-GB" i="1" smtClean="0">
                <a:sym typeface="Symbol" panose="05050102010706020507" pitchFamily="18" charset="2"/>
              </a:rPr>
              <a:t>b | uw</a:t>
            </a:r>
            <a:r>
              <a:rPr lang="en-US" altLang="en-GB" i="1" baseline="-25000" smtClean="0">
                <a:sym typeface="Symbol" panose="05050102010706020507" pitchFamily="18" charset="2"/>
              </a:rPr>
              <a:t>2</a:t>
            </a:r>
            <a:r>
              <a:rPr lang="en-US" altLang="en-GB" i="1" smtClean="0">
                <a:sym typeface="Symbol" panose="05050102010706020507" pitchFamily="18" charset="2"/>
              </a:rPr>
              <a:t>b |…| uw</a:t>
            </a:r>
            <a:r>
              <a:rPr lang="en-US" altLang="en-GB" i="1" baseline="-25000" smtClean="0">
                <a:sym typeface="Symbol" panose="05050102010706020507" pitchFamily="18" charset="2"/>
              </a:rPr>
              <a:t>n</a:t>
            </a:r>
            <a:r>
              <a:rPr lang="en-US" altLang="en-GB" i="1" smtClean="0">
                <a:sym typeface="Symbol" panose="05050102010706020507" pitchFamily="18" charset="2"/>
              </a:rPr>
              <a:t>b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smtClean="0">
                <a:sym typeface="Symbol" panose="05050102010706020507" pitchFamily="18" charset="2"/>
              </a:rPr>
              <a:t>Delete</a:t>
            </a:r>
            <a:r>
              <a:rPr lang="en-US" altLang="en-GB" i="1" smtClean="0">
                <a:sym typeface="Symbol" panose="05050102010706020507" pitchFamily="18" charset="2"/>
              </a:rPr>
              <a:t> </a:t>
            </a:r>
            <a:r>
              <a:rPr lang="en-US" altLang="en-GB" i="1" smtClean="0"/>
              <a:t>A </a:t>
            </a:r>
            <a:r>
              <a:rPr lang="en-US" altLang="en-GB" smtClean="0">
                <a:sym typeface="Symbol" panose="05050102010706020507" pitchFamily="18" charset="2"/>
              </a:rPr>
              <a:t> </a:t>
            </a:r>
            <a:r>
              <a:rPr lang="en-US" altLang="en-GB" i="1" smtClean="0">
                <a:sym typeface="Symbol" panose="05050102010706020507" pitchFamily="18" charset="2"/>
              </a:rPr>
              <a:t>uBb</a:t>
            </a:r>
            <a:endParaRPr lang="en-US" altLang="en-GB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21507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33A005-419A-4D44-BB7F-ECDF50F2B335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1508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Conversion: Step 1</a:t>
            </a:r>
          </a:p>
        </p:txBody>
      </p:sp>
      <p:sp>
        <p:nvSpPr>
          <p:cNvPr id="21509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marL="660400" indent="-660400" algn="just" eaLnBrk="1" hangingPunct="1"/>
            <a:r>
              <a:rPr lang="en-US" altLang="en-GB" sz="2600" smtClean="0"/>
              <a:t>Goal: construct intermediate grammar in this format</a:t>
            </a:r>
          </a:p>
          <a:p>
            <a:pPr marL="1035050" lvl="1" indent="-577850" algn="just" eaLnBrk="1" hangingPunct="1">
              <a:buFontTx/>
              <a:buAutoNum type="romanLcPeriod"/>
            </a:pPr>
            <a:r>
              <a:rPr lang="en-US" altLang="en-GB" sz="2200" i="1" smtClean="0"/>
              <a:t>A </a:t>
            </a:r>
            <a:r>
              <a:rPr lang="en-US" altLang="en-GB" sz="2200" smtClean="0">
                <a:sym typeface="Symbol" panose="05050102010706020507" pitchFamily="18" charset="2"/>
              </a:rPr>
              <a:t> </a:t>
            </a:r>
            <a:r>
              <a:rPr lang="en-US" altLang="en-GB" sz="2200" i="1" smtClean="0">
                <a:sym typeface="Symbol" panose="05050102010706020507" pitchFamily="18" charset="2"/>
              </a:rPr>
              <a:t>aw</a:t>
            </a:r>
          </a:p>
          <a:p>
            <a:pPr marL="1035050" lvl="1" indent="-577850" algn="just" eaLnBrk="1" hangingPunct="1">
              <a:buFontTx/>
              <a:buAutoNum type="romanLcPeriod"/>
            </a:pPr>
            <a:r>
              <a:rPr lang="en-US" altLang="en-GB" sz="2200" i="1" smtClean="0">
                <a:sym typeface="Symbol" panose="05050102010706020507" pitchFamily="18" charset="2"/>
              </a:rPr>
              <a:t>A</a:t>
            </a:r>
            <a:r>
              <a:rPr lang="en-US" altLang="en-GB" sz="2200" smtClean="0">
                <a:sym typeface="Symbol" panose="05050102010706020507" pitchFamily="18" charset="2"/>
              </a:rPr>
              <a:t>  </a:t>
            </a:r>
            <a:r>
              <a:rPr lang="en-US" altLang="en-GB" sz="2200" i="1" smtClean="0">
                <a:sym typeface="Symbol" panose="05050102010706020507" pitchFamily="18" charset="2"/>
              </a:rPr>
              <a:t>Bw</a:t>
            </a:r>
          </a:p>
          <a:p>
            <a:pPr marL="1035050" lvl="1" indent="-577850" algn="just" eaLnBrk="1" hangingPunct="1">
              <a:buFontTx/>
              <a:buAutoNum type="romanLcPeriod"/>
            </a:pPr>
            <a:r>
              <a:rPr lang="en-US" altLang="en-GB" sz="2200" i="1" smtClean="0">
                <a:sym typeface="Symbol" panose="05050102010706020507" pitchFamily="18" charset="2"/>
              </a:rPr>
              <a:t>S</a:t>
            </a:r>
            <a:r>
              <a:rPr lang="en-US" altLang="en-GB" sz="2200" smtClean="0">
                <a:sym typeface="Symbol" panose="05050102010706020507" pitchFamily="18" charset="2"/>
              </a:rPr>
              <a:t>   </a:t>
            </a:r>
          </a:p>
          <a:p>
            <a:pPr marL="1035050" lvl="1" indent="-577850"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Symbol" panose="05050102010706020507" pitchFamily="18" charset="2"/>
              </a:rPr>
              <a:t>where</a:t>
            </a:r>
            <a:r>
              <a:rPr lang="en-US" altLang="en-GB" sz="2200" i="1" smtClean="0">
                <a:sym typeface="Symbol" panose="05050102010706020507" pitchFamily="18" charset="2"/>
              </a:rPr>
              <a:t> w</a:t>
            </a:r>
            <a:r>
              <a:rPr lang="en-US" altLang="en-GB" sz="2200" smtClean="0">
                <a:sym typeface="Symbol" panose="05050102010706020507" pitchFamily="18" charset="2"/>
              </a:rPr>
              <a:t>  V* and B comes after 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23555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E22775-FDB8-4407-B7EC-D1566335C7FB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3556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Conversion: Step 1</a:t>
            </a:r>
          </a:p>
        </p:txBody>
      </p:sp>
      <p:sp>
        <p:nvSpPr>
          <p:cNvPr id="23557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600" smtClean="0"/>
              <a:t>Assign a number to all variables starting with S, which gets 1</a:t>
            </a:r>
          </a:p>
          <a:p>
            <a:pPr algn="just" eaLnBrk="1" hangingPunct="1"/>
            <a:r>
              <a:rPr lang="en-US" altLang="en-GB" sz="2600" smtClean="0"/>
              <a:t>Transform each rule following the order according to given number from lowest to highest</a:t>
            </a:r>
          </a:p>
          <a:p>
            <a:pPr lvl="1" algn="just" eaLnBrk="1" hangingPunct="1"/>
            <a:r>
              <a:rPr lang="en-US" altLang="en-GB" sz="2200" smtClean="0"/>
              <a:t>Eliminate direct left recursion</a:t>
            </a:r>
          </a:p>
          <a:p>
            <a:pPr lvl="1" algn="just" eaLnBrk="1" hangingPunct="1"/>
            <a:r>
              <a:rPr lang="en-US" altLang="en-GB" sz="2200" smtClean="0"/>
              <a:t>If RHS of rule starts with variable with lower order, apply </a:t>
            </a:r>
            <a:r>
              <a:rPr lang="en-US" altLang="en-GB" sz="2200" i="1" smtClean="0"/>
              <a:t>A </a:t>
            </a:r>
            <a:r>
              <a:rPr lang="en-US" altLang="en-GB" sz="2200" smtClean="0">
                <a:sym typeface="Symbol" panose="05050102010706020507" pitchFamily="18" charset="2"/>
              </a:rPr>
              <a:t> </a:t>
            </a:r>
            <a:r>
              <a:rPr lang="en-US" altLang="en-GB" sz="2200" i="1" smtClean="0">
                <a:sym typeface="Symbol" panose="05050102010706020507" pitchFamily="18" charset="2"/>
              </a:rPr>
              <a:t>uBb </a:t>
            </a:r>
            <a:r>
              <a:rPr lang="en-US" altLang="en-GB" sz="2200" smtClean="0">
                <a:sym typeface="Symbol" panose="05050102010706020507" pitchFamily="18" charset="2"/>
              </a:rPr>
              <a:t>transformation to fix it</a:t>
            </a:r>
            <a:endParaRPr lang="en-US" altLang="en-GB" sz="2200" i="1" smtClean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25603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E82559-958C-46CC-B225-957D1B1BDD71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5604" name="Rectangle 2"/>
          <p:cNvSpPr>
            <a:spLocks noGrp="1"/>
          </p:cNvSpPr>
          <p:nvPr>
            <p:ph type="title" idx="4294967295"/>
          </p:nvPr>
        </p:nvSpPr>
        <p:spPr>
          <a:xfrm>
            <a:off x="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Conversion: Step 2</a:t>
            </a:r>
          </a:p>
        </p:txBody>
      </p:sp>
      <p:sp>
        <p:nvSpPr>
          <p:cNvPr id="25605" name="Rectangle 3"/>
          <p:cNvSpPr>
            <a:spLocks noGrp="1"/>
          </p:cNvSpPr>
          <p:nvPr>
            <p:ph type="body" idx="4294967295"/>
          </p:nvPr>
        </p:nvSpPr>
        <p:spPr>
          <a:xfrm>
            <a:off x="0" y="1600200"/>
            <a:ext cx="7772400" cy="4800600"/>
          </a:xfrm>
        </p:spPr>
        <p:txBody>
          <a:bodyPr/>
          <a:lstStyle/>
          <a:p>
            <a:pPr algn="just" eaLnBrk="1" hangingPunct="1"/>
            <a:r>
              <a:rPr lang="en-US" altLang="en-GB" sz="2600" smtClean="0"/>
              <a:t>Goal: construct Greibach grammar out of intermediate grammar from step 1</a:t>
            </a:r>
          </a:p>
          <a:p>
            <a:pPr algn="just" eaLnBrk="1" hangingPunct="1"/>
            <a:r>
              <a:rPr lang="en-US" altLang="en-GB" sz="2600" smtClean="0"/>
              <a:t> Fix </a:t>
            </a:r>
            <a:r>
              <a:rPr lang="en-US" altLang="en-GB" sz="2600" i="1" smtClean="0">
                <a:sym typeface="Symbol" panose="05050102010706020507" pitchFamily="18" charset="2"/>
              </a:rPr>
              <a:t>A</a:t>
            </a:r>
            <a:r>
              <a:rPr lang="en-US" altLang="en-GB" sz="2600" smtClean="0">
                <a:sym typeface="Symbol" panose="05050102010706020507" pitchFamily="18" charset="2"/>
              </a:rPr>
              <a:t>  </a:t>
            </a:r>
            <a:r>
              <a:rPr lang="en-US" altLang="en-GB" sz="2600" i="1" smtClean="0">
                <a:sym typeface="Symbol" panose="05050102010706020507" pitchFamily="18" charset="2"/>
              </a:rPr>
              <a:t>Bw </a:t>
            </a:r>
            <a:r>
              <a:rPr lang="en-US" altLang="en-GB" sz="2600" smtClean="0">
                <a:sym typeface="Symbol" panose="05050102010706020507" pitchFamily="18" charset="2"/>
              </a:rPr>
              <a:t>rules into </a:t>
            </a:r>
            <a:r>
              <a:rPr lang="en-US" altLang="en-GB" sz="2600" i="1" smtClean="0"/>
              <a:t>A </a:t>
            </a:r>
            <a:r>
              <a:rPr lang="en-US" altLang="en-GB" sz="2600" smtClean="0">
                <a:sym typeface="Symbol" panose="05050102010706020507" pitchFamily="18" charset="2"/>
              </a:rPr>
              <a:t> </a:t>
            </a:r>
            <a:r>
              <a:rPr lang="en-US" altLang="en-GB" sz="2600" i="1" smtClean="0">
                <a:sym typeface="Symbol" panose="05050102010706020507" pitchFamily="18" charset="2"/>
              </a:rPr>
              <a:t>aw </a:t>
            </a:r>
            <a:r>
              <a:rPr lang="en-US" altLang="en-GB" sz="2600" smtClean="0">
                <a:sym typeface="Symbol" panose="05050102010706020507" pitchFamily="18" charset="2"/>
              </a:rPr>
              <a:t>format</a:t>
            </a:r>
          </a:p>
          <a:p>
            <a:pPr lvl="1" algn="just" eaLnBrk="1" hangingPunct="1"/>
            <a:r>
              <a:rPr lang="en-US" altLang="en-GB" sz="2200" smtClean="0">
                <a:sym typeface="Symbol" panose="05050102010706020507" pitchFamily="18" charset="2"/>
              </a:rPr>
              <a:t>After step 1, last original variable should have all its rules starting with a terminal</a:t>
            </a:r>
          </a:p>
          <a:p>
            <a:pPr lvl="1" algn="just" eaLnBrk="1" hangingPunct="1"/>
            <a:r>
              <a:rPr lang="en-US" altLang="en-GB" sz="2200" smtClean="0">
                <a:sym typeface="Symbol" panose="05050102010706020507" pitchFamily="18" charset="2"/>
              </a:rPr>
              <a:t>Working from bottom to top, fix all original variables using </a:t>
            </a:r>
            <a:r>
              <a:rPr lang="en-US" altLang="en-GB" sz="2200" i="1" smtClean="0"/>
              <a:t>A </a:t>
            </a:r>
            <a:r>
              <a:rPr lang="en-US" altLang="en-GB" sz="2200" smtClean="0">
                <a:sym typeface="Symbol" panose="05050102010706020507" pitchFamily="18" charset="2"/>
              </a:rPr>
              <a:t> </a:t>
            </a:r>
            <a:r>
              <a:rPr lang="en-US" altLang="en-GB" sz="2200" i="1" smtClean="0">
                <a:sym typeface="Symbol" panose="05050102010706020507" pitchFamily="18" charset="2"/>
              </a:rPr>
              <a:t>uBb </a:t>
            </a:r>
            <a:r>
              <a:rPr lang="en-US" altLang="en-GB" sz="2200" smtClean="0">
                <a:sym typeface="Symbol" panose="05050102010706020507" pitchFamily="18" charset="2"/>
              </a:rPr>
              <a:t>transformation technique, so all rules become </a:t>
            </a:r>
            <a:r>
              <a:rPr lang="en-US" altLang="en-GB" sz="2200" i="1" smtClean="0"/>
              <a:t>A </a:t>
            </a:r>
            <a:r>
              <a:rPr lang="en-US" altLang="en-GB" sz="2200" smtClean="0">
                <a:sym typeface="Symbol" panose="05050102010706020507" pitchFamily="18" charset="2"/>
              </a:rPr>
              <a:t> </a:t>
            </a:r>
            <a:r>
              <a:rPr lang="en-US" altLang="en-GB" sz="2200" i="1" smtClean="0">
                <a:sym typeface="Symbol" panose="05050102010706020507" pitchFamily="18" charset="2"/>
              </a:rPr>
              <a:t>aw</a:t>
            </a:r>
          </a:p>
          <a:p>
            <a:pPr algn="just" eaLnBrk="1" hangingPunct="1"/>
            <a:r>
              <a:rPr lang="en-US" altLang="en-GB" sz="2600" smtClean="0">
                <a:sym typeface="Symbol" panose="05050102010706020507" pitchFamily="18" charset="2"/>
              </a:rPr>
              <a:t>Fix introduced recursive rules same way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27651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6AF950-6DD2-418A-99C4-1B8D22051DA1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7652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Conversion Example</a:t>
            </a:r>
          </a:p>
        </p:txBody>
      </p:sp>
      <p:sp>
        <p:nvSpPr>
          <p:cNvPr id="27653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marL="609600" indent="-609600" algn="just" eaLnBrk="1" hangingPunct="1"/>
            <a:r>
              <a:rPr lang="en-US" altLang="en-GB" sz="2600" smtClean="0"/>
              <a:t>Convert the following grammar from Chomsky normal form, into Greibach normal form</a:t>
            </a:r>
          </a:p>
          <a:p>
            <a:pPr marL="990600" lvl="1" indent="-533400" algn="just" eaLnBrk="1" hangingPunct="1">
              <a:buFontTx/>
              <a:buAutoNum type="arabicPeriod"/>
            </a:pPr>
            <a:r>
              <a:rPr lang="en-US" altLang="en-GB" sz="2200" i="1" smtClean="0"/>
              <a:t>S</a:t>
            </a:r>
            <a:r>
              <a:rPr lang="en-US" altLang="en-GB" sz="2200" smtClean="0"/>
              <a:t> </a:t>
            </a:r>
            <a:r>
              <a:rPr lang="en-US" altLang="en-GB" sz="2200" smtClean="0">
                <a:sym typeface="Symbol" panose="05050102010706020507" pitchFamily="18" charset="2"/>
              </a:rPr>
              <a:t> </a:t>
            </a:r>
            <a:r>
              <a:rPr lang="en-US" altLang="en-GB" sz="2200" i="1" smtClean="0">
                <a:sym typeface="Symbol" panose="05050102010706020507" pitchFamily="18" charset="2"/>
              </a:rPr>
              <a:t>AB</a:t>
            </a:r>
            <a:r>
              <a:rPr lang="en-US" altLang="en-GB" sz="2200" smtClean="0">
                <a:sym typeface="Symbol" panose="05050102010706020507" pitchFamily="18" charset="2"/>
              </a:rPr>
              <a:t> | </a:t>
            </a:r>
          </a:p>
          <a:p>
            <a:pPr marL="990600" lvl="1" indent="-533400" algn="just" eaLnBrk="1" hangingPunct="1">
              <a:buFontTx/>
              <a:buAutoNum type="arabicPeriod"/>
            </a:pPr>
            <a:r>
              <a:rPr lang="en-US" altLang="en-GB" sz="2200" i="1" smtClean="0">
                <a:sym typeface="Symbol" panose="05050102010706020507" pitchFamily="18" charset="2"/>
              </a:rPr>
              <a:t>A</a:t>
            </a:r>
            <a:r>
              <a:rPr lang="en-US" altLang="en-GB" sz="2200" smtClean="0">
                <a:sym typeface="Symbol" panose="05050102010706020507" pitchFamily="18" charset="2"/>
              </a:rPr>
              <a:t>  </a:t>
            </a:r>
            <a:r>
              <a:rPr lang="en-US" altLang="en-GB" sz="2200" i="1" smtClean="0">
                <a:sym typeface="Symbol" panose="05050102010706020507" pitchFamily="18" charset="2"/>
              </a:rPr>
              <a:t>AB</a:t>
            </a:r>
            <a:r>
              <a:rPr lang="en-US" altLang="en-GB" sz="2200" smtClean="0">
                <a:sym typeface="Symbol" panose="05050102010706020507" pitchFamily="18" charset="2"/>
              </a:rPr>
              <a:t> | </a:t>
            </a:r>
            <a:r>
              <a:rPr lang="en-US" altLang="en-GB" sz="2200" i="1" smtClean="0">
                <a:sym typeface="Symbol" panose="05050102010706020507" pitchFamily="18" charset="2"/>
              </a:rPr>
              <a:t>CB</a:t>
            </a:r>
            <a:r>
              <a:rPr lang="en-US" altLang="en-GB" sz="2200" smtClean="0">
                <a:sym typeface="Symbol" panose="05050102010706020507" pitchFamily="18" charset="2"/>
              </a:rPr>
              <a:t> | </a:t>
            </a:r>
            <a:r>
              <a:rPr lang="en-US" altLang="en-GB" sz="2200" i="1" smtClean="0">
                <a:sym typeface="Symbol" panose="05050102010706020507" pitchFamily="18" charset="2"/>
              </a:rPr>
              <a:t>a</a:t>
            </a:r>
          </a:p>
          <a:p>
            <a:pPr marL="990600" lvl="1" indent="-533400" algn="just" eaLnBrk="1" hangingPunct="1">
              <a:buFontTx/>
              <a:buAutoNum type="arabicPeriod"/>
            </a:pPr>
            <a:r>
              <a:rPr lang="en-US" altLang="en-GB" sz="2200" i="1" smtClean="0">
                <a:sym typeface="Symbol" panose="05050102010706020507" pitchFamily="18" charset="2"/>
              </a:rPr>
              <a:t>B</a:t>
            </a:r>
            <a:r>
              <a:rPr lang="en-US" altLang="en-GB" sz="2200" smtClean="0">
                <a:sym typeface="Symbol" panose="05050102010706020507" pitchFamily="18" charset="2"/>
              </a:rPr>
              <a:t>  </a:t>
            </a:r>
            <a:r>
              <a:rPr lang="en-US" altLang="en-GB" sz="2200" i="1" smtClean="0">
                <a:sym typeface="Symbol" panose="05050102010706020507" pitchFamily="18" charset="2"/>
              </a:rPr>
              <a:t>AB</a:t>
            </a:r>
            <a:r>
              <a:rPr lang="en-US" altLang="en-GB" sz="2200" smtClean="0">
                <a:sym typeface="Symbol" panose="05050102010706020507" pitchFamily="18" charset="2"/>
              </a:rPr>
              <a:t> | </a:t>
            </a:r>
            <a:r>
              <a:rPr lang="en-US" altLang="en-GB" sz="2200" i="1" smtClean="0">
                <a:sym typeface="Symbol" panose="05050102010706020507" pitchFamily="18" charset="2"/>
              </a:rPr>
              <a:t>b</a:t>
            </a:r>
          </a:p>
          <a:p>
            <a:pPr marL="990600" lvl="1" indent="-533400" algn="just" eaLnBrk="1" hangingPunct="1">
              <a:buFontTx/>
              <a:buAutoNum type="arabicPeriod"/>
            </a:pPr>
            <a:r>
              <a:rPr lang="en-US" altLang="en-GB" sz="2200" i="1" smtClean="0">
                <a:sym typeface="Symbol" panose="05050102010706020507" pitchFamily="18" charset="2"/>
              </a:rPr>
              <a:t>C</a:t>
            </a:r>
            <a:r>
              <a:rPr lang="en-US" altLang="en-GB" sz="2200" smtClean="0">
                <a:sym typeface="Symbol" panose="05050102010706020507" pitchFamily="18" charset="2"/>
              </a:rPr>
              <a:t>  </a:t>
            </a:r>
            <a:r>
              <a:rPr lang="en-US" altLang="en-GB" sz="2200" i="1" smtClean="0">
                <a:sym typeface="Symbol" panose="05050102010706020507" pitchFamily="18" charset="2"/>
              </a:rPr>
              <a:t>AC</a:t>
            </a:r>
            <a:r>
              <a:rPr lang="en-US" altLang="en-GB" sz="2200" smtClean="0">
                <a:sym typeface="Symbol" panose="05050102010706020507" pitchFamily="18" charset="2"/>
              </a:rPr>
              <a:t> | </a:t>
            </a:r>
            <a:r>
              <a:rPr lang="en-US" altLang="en-GB" sz="2200" i="1" smtClean="0">
                <a:sym typeface="Symbol" panose="05050102010706020507" pitchFamily="18" charset="2"/>
              </a:rPr>
              <a:t>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29699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8001E9-C87E-42CF-B629-7796AD984CA2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9700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Conversion Strategy</a:t>
            </a:r>
          </a:p>
        </p:txBody>
      </p:sp>
      <p:sp>
        <p:nvSpPr>
          <p:cNvPr id="29701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600" smtClean="0"/>
              <a:t>Goal: transform all rules which RHS does not start with a terminal</a:t>
            </a:r>
          </a:p>
          <a:p>
            <a:pPr algn="just" eaLnBrk="1" hangingPunct="1"/>
            <a:r>
              <a:rPr lang="en-US" altLang="en-GB" sz="2600" smtClean="0"/>
              <a:t>Apply two steps conversion</a:t>
            </a:r>
          </a:p>
          <a:p>
            <a:pPr algn="just" eaLnBrk="1" hangingPunct="1"/>
            <a:r>
              <a:rPr lang="en-US" altLang="en-GB" sz="2600" smtClean="0"/>
              <a:t>Work rules in sequence, eliminating direct left recursion, and enforcing variable reference to higher given number</a:t>
            </a:r>
          </a:p>
          <a:p>
            <a:pPr algn="just" eaLnBrk="1" hangingPunct="1"/>
            <a:r>
              <a:rPr lang="en-US" altLang="en-GB" sz="2600" smtClean="0"/>
              <a:t>Fix all original rules, then new ones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31747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F63586-54C8-4BF4-850B-2E5AC694FA17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1748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Step 1: S rules</a:t>
            </a:r>
          </a:p>
        </p:txBody>
      </p:sp>
      <p:sp>
        <p:nvSpPr>
          <p:cNvPr id="31749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600" smtClean="0"/>
              <a:t>Starting with S since it has a value to of 1</a:t>
            </a:r>
          </a:p>
          <a:p>
            <a:pPr algn="just" eaLnBrk="1" hangingPunct="1"/>
            <a:r>
              <a:rPr lang="en-US" altLang="en-GB" sz="2600" i="1" smtClean="0"/>
              <a:t>S</a:t>
            </a:r>
            <a:r>
              <a:rPr lang="en-US" altLang="en-GB" sz="2600" smtClean="0"/>
              <a:t> </a:t>
            </a:r>
            <a:r>
              <a:rPr lang="en-US" altLang="en-GB" sz="2600" smtClean="0">
                <a:sym typeface="Symbol" panose="05050102010706020507" pitchFamily="18" charset="2"/>
              </a:rPr>
              <a:t> </a:t>
            </a:r>
            <a:r>
              <a:rPr lang="en-US" altLang="en-GB" sz="2600" i="1" smtClean="0">
                <a:sym typeface="Symbol" panose="05050102010706020507" pitchFamily="18" charset="2"/>
              </a:rPr>
              <a:t>AB</a:t>
            </a:r>
            <a:r>
              <a:rPr lang="en-US" altLang="en-GB" sz="2600" smtClean="0">
                <a:sym typeface="Symbol" panose="05050102010706020507" pitchFamily="18" charset="2"/>
              </a:rPr>
              <a:t> | </a:t>
            </a:r>
          </a:p>
          <a:p>
            <a:pPr algn="just" eaLnBrk="1" hangingPunct="1"/>
            <a:r>
              <a:rPr lang="en-US" altLang="en-GB" sz="2600" smtClean="0">
                <a:sym typeface="Symbol" panose="05050102010706020507" pitchFamily="18" charset="2"/>
              </a:rPr>
              <a:t>S rules comply with two required conditions</a:t>
            </a:r>
          </a:p>
          <a:p>
            <a:pPr lvl="1" algn="just" eaLnBrk="1" hangingPunct="1"/>
            <a:r>
              <a:rPr lang="en-US" altLang="en-GB" sz="2200" smtClean="0">
                <a:sym typeface="Symbol" panose="05050102010706020507" pitchFamily="18" charset="2"/>
              </a:rPr>
              <a:t>There is no direct left recursion</a:t>
            </a:r>
          </a:p>
          <a:p>
            <a:pPr lvl="1" algn="just" eaLnBrk="1" hangingPunct="1"/>
            <a:r>
              <a:rPr lang="en-US" altLang="en-GB" sz="2200" smtClean="0">
                <a:sym typeface="Symbol" panose="05050102010706020507" pitchFamily="18" charset="2"/>
              </a:rPr>
              <a:t>Referenced rules A and B have a given number higher than 1.  A corresponds to 2 and B to 3.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33795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D8DA43-741F-49FE-8708-DE0ABCD294CA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3796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Step 1: A rules</a:t>
            </a:r>
          </a:p>
        </p:txBody>
      </p:sp>
      <p:sp>
        <p:nvSpPr>
          <p:cNvPr id="33797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600" i="1" smtClean="0">
                <a:sym typeface="Symbol" panose="05050102010706020507" pitchFamily="18" charset="2"/>
              </a:rPr>
              <a:t>A</a:t>
            </a:r>
            <a:r>
              <a:rPr lang="en-US" altLang="en-GB" sz="2600" smtClean="0">
                <a:sym typeface="Symbol" panose="05050102010706020507" pitchFamily="18" charset="2"/>
              </a:rPr>
              <a:t>  </a:t>
            </a:r>
            <a:r>
              <a:rPr lang="en-US" altLang="en-GB" sz="2600" i="1" smtClean="0">
                <a:sym typeface="Symbol" panose="05050102010706020507" pitchFamily="18" charset="2"/>
              </a:rPr>
              <a:t>A</a:t>
            </a:r>
            <a:r>
              <a:rPr lang="en-US" altLang="en-GB" sz="2600" i="1" u="sng" smtClean="0">
                <a:sym typeface="Symbol" panose="05050102010706020507" pitchFamily="18" charset="2"/>
              </a:rPr>
              <a:t>B</a:t>
            </a:r>
            <a:r>
              <a:rPr lang="en-US" altLang="en-GB" sz="2600" smtClean="0">
                <a:sym typeface="Symbol" panose="05050102010706020507" pitchFamily="18" charset="2"/>
              </a:rPr>
              <a:t> | </a:t>
            </a:r>
            <a:r>
              <a:rPr lang="en-US" altLang="en-GB" sz="2600" b="1" i="1" smtClean="0">
                <a:sym typeface="Symbol" panose="05050102010706020507" pitchFamily="18" charset="2"/>
              </a:rPr>
              <a:t>CB</a:t>
            </a:r>
            <a:r>
              <a:rPr lang="en-US" altLang="en-GB" sz="2600" smtClean="0">
                <a:sym typeface="Symbol" panose="05050102010706020507" pitchFamily="18" charset="2"/>
              </a:rPr>
              <a:t> | </a:t>
            </a:r>
            <a:r>
              <a:rPr lang="en-US" altLang="en-GB" sz="2600" b="1" i="1" smtClean="0">
                <a:sym typeface="Symbol" panose="05050102010706020507" pitchFamily="18" charset="2"/>
              </a:rPr>
              <a:t>a</a:t>
            </a:r>
          </a:p>
          <a:p>
            <a:pPr algn="just" eaLnBrk="1" hangingPunct="1"/>
            <a:r>
              <a:rPr lang="en-US" altLang="en-GB" sz="2600" smtClean="0">
                <a:sym typeface="Symbol" panose="05050102010706020507" pitchFamily="18" charset="2"/>
              </a:rPr>
              <a:t>Direct left recursive rule</a:t>
            </a:r>
            <a:r>
              <a:rPr lang="en-US" altLang="en-GB" sz="2600" i="1" smtClean="0">
                <a:sym typeface="Symbol" panose="05050102010706020507" pitchFamily="18" charset="2"/>
              </a:rPr>
              <a:t> A</a:t>
            </a:r>
            <a:r>
              <a:rPr lang="en-US" altLang="en-GB" sz="2600" smtClean="0">
                <a:sym typeface="Symbol" panose="05050102010706020507" pitchFamily="18" charset="2"/>
              </a:rPr>
              <a:t>  </a:t>
            </a:r>
            <a:r>
              <a:rPr lang="en-US" altLang="en-GB" sz="2600" i="1" smtClean="0">
                <a:sym typeface="Symbol" panose="05050102010706020507" pitchFamily="18" charset="2"/>
              </a:rPr>
              <a:t>AB</a:t>
            </a:r>
            <a:r>
              <a:rPr lang="en-US" altLang="en-GB" sz="2600" smtClean="0">
                <a:sym typeface="Symbol" panose="05050102010706020507" pitchFamily="18" charset="2"/>
              </a:rPr>
              <a:t> needs to be fixed.  Other A rules are fine</a:t>
            </a:r>
          </a:p>
          <a:p>
            <a:pPr algn="just" eaLnBrk="1" hangingPunct="1"/>
            <a:r>
              <a:rPr lang="en-US" altLang="en-GB" sz="2600" smtClean="0">
                <a:sym typeface="Symbol" panose="05050102010706020507" pitchFamily="18" charset="2"/>
              </a:rPr>
              <a:t>Apply direct left recursion transformation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GB" sz="2200" i="1" smtClean="0">
                <a:sym typeface="Symbol" panose="05050102010706020507" pitchFamily="18" charset="2"/>
              </a:rPr>
              <a:t>A</a:t>
            </a:r>
            <a:r>
              <a:rPr lang="en-US" altLang="en-GB" sz="2200" smtClean="0">
                <a:sym typeface="Symbol" panose="05050102010706020507" pitchFamily="18" charset="2"/>
              </a:rPr>
              <a:t>  </a:t>
            </a:r>
            <a:r>
              <a:rPr lang="en-US" altLang="en-GB" sz="2200" b="1" i="1" smtClean="0">
                <a:sym typeface="Symbol" panose="05050102010706020507" pitchFamily="18" charset="2"/>
              </a:rPr>
              <a:t>CB</a:t>
            </a:r>
            <a:r>
              <a:rPr lang="en-US" altLang="en-GB" sz="2200" i="1" u="sng" smtClean="0">
                <a:sym typeface="Symbol" panose="05050102010706020507" pitchFamily="18" charset="2"/>
              </a:rPr>
              <a:t>R</a:t>
            </a:r>
            <a:r>
              <a:rPr lang="en-US" altLang="en-GB" sz="2200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smtClean="0">
                <a:sym typeface="Symbol" panose="05050102010706020507" pitchFamily="18" charset="2"/>
              </a:rPr>
              <a:t> | </a:t>
            </a:r>
            <a:r>
              <a:rPr lang="en-US" altLang="en-GB" sz="2200" b="1" i="1" smtClean="0">
                <a:sym typeface="Symbol" panose="05050102010706020507" pitchFamily="18" charset="2"/>
              </a:rPr>
              <a:t>a</a:t>
            </a:r>
            <a:r>
              <a:rPr lang="en-US" altLang="en-GB" sz="2200" i="1" u="sng" smtClean="0">
                <a:sym typeface="Symbol" panose="05050102010706020507" pitchFamily="18" charset="2"/>
              </a:rPr>
              <a:t>R</a:t>
            </a:r>
            <a:r>
              <a:rPr lang="en-US" altLang="en-GB" sz="2200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i="1" smtClean="0">
                <a:sym typeface="Symbol" panose="05050102010706020507" pitchFamily="18" charset="2"/>
              </a:rPr>
              <a:t> | </a:t>
            </a:r>
            <a:r>
              <a:rPr lang="en-US" altLang="en-GB" sz="2200" b="1" i="1" smtClean="0">
                <a:sym typeface="Symbol" panose="05050102010706020507" pitchFamily="18" charset="2"/>
              </a:rPr>
              <a:t>CB</a:t>
            </a:r>
            <a:r>
              <a:rPr lang="en-US" altLang="en-GB" sz="2200" smtClean="0">
                <a:sym typeface="Symbol" panose="05050102010706020507" pitchFamily="18" charset="2"/>
              </a:rPr>
              <a:t> | </a:t>
            </a:r>
            <a:r>
              <a:rPr lang="en-US" altLang="en-GB" sz="2200" b="1" i="1" smtClean="0">
                <a:sym typeface="Symbol" panose="05050102010706020507" pitchFamily="18" charset="2"/>
              </a:rPr>
              <a:t>a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GB" sz="2200" i="1" smtClean="0">
                <a:sym typeface="Symbol" panose="05050102010706020507" pitchFamily="18" charset="2"/>
              </a:rPr>
              <a:t>R</a:t>
            </a:r>
            <a:r>
              <a:rPr lang="en-US" altLang="en-GB" sz="2200" i="1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smtClean="0">
                <a:sym typeface="Symbol" panose="05050102010706020507" pitchFamily="18" charset="2"/>
              </a:rPr>
              <a:t>  </a:t>
            </a:r>
            <a:r>
              <a:rPr lang="en-US" altLang="en-GB" sz="2200" i="1" u="sng" smtClean="0">
                <a:sym typeface="Symbol" panose="05050102010706020507" pitchFamily="18" charset="2"/>
              </a:rPr>
              <a:t>B</a:t>
            </a:r>
            <a:r>
              <a:rPr lang="en-US" altLang="en-GB" sz="2200" i="1" smtClean="0">
                <a:sym typeface="Symbol" panose="05050102010706020507" pitchFamily="18" charset="2"/>
              </a:rPr>
              <a:t>R</a:t>
            </a:r>
            <a:r>
              <a:rPr lang="en-US" altLang="en-GB" sz="2200" i="1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smtClean="0">
                <a:sym typeface="Symbol" panose="05050102010706020507" pitchFamily="18" charset="2"/>
              </a:rPr>
              <a:t> | </a:t>
            </a:r>
            <a:r>
              <a:rPr lang="en-US" altLang="en-GB" sz="2200" i="1" u="sng" smtClean="0">
                <a:sym typeface="Symbol" panose="05050102010706020507" pitchFamily="18" charset="2"/>
              </a:rPr>
              <a:t>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35843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9ABD2FD-6249-4592-903B-BFAF82A2F95D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5844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Step 1: B rules</a:t>
            </a:r>
          </a:p>
        </p:txBody>
      </p:sp>
      <p:sp>
        <p:nvSpPr>
          <p:cNvPr id="35845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600" i="1" smtClean="0">
                <a:sym typeface="Symbol" panose="05050102010706020507" pitchFamily="18" charset="2"/>
              </a:rPr>
              <a:t>B</a:t>
            </a:r>
            <a:r>
              <a:rPr lang="en-US" altLang="en-GB" sz="2600" smtClean="0">
                <a:sym typeface="Symbol" panose="05050102010706020507" pitchFamily="18" charset="2"/>
              </a:rPr>
              <a:t>  </a:t>
            </a:r>
            <a:r>
              <a:rPr lang="en-US" altLang="en-GB" sz="2600" i="1" u="sng" smtClean="0">
                <a:sym typeface="Symbol" panose="05050102010706020507" pitchFamily="18" charset="2"/>
              </a:rPr>
              <a:t>A</a:t>
            </a:r>
            <a:r>
              <a:rPr lang="en-US" altLang="en-GB" sz="2600" b="1" i="1" smtClean="0">
                <a:sym typeface="Symbol" panose="05050102010706020507" pitchFamily="18" charset="2"/>
              </a:rPr>
              <a:t>B</a:t>
            </a:r>
            <a:r>
              <a:rPr lang="en-US" altLang="en-GB" sz="2600" smtClean="0">
                <a:sym typeface="Symbol" panose="05050102010706020507" pitchFamily="18" charset="2"/>
              </a:rPr>
              <a:t> | </a:t>
            </a:r>
            <a:r>
              <a:rPr lang="en-US" altLang="en-GB" sz="2600" i="1" smtClean="0">
                <a:sym typeface="Symbol" panose="05050102010706020507" pitchFamily="18" charset="2"/>
              </a:rPr>
              <a:t>b</a:t>
            </a:r>
          </a:p>
          <a:p>
            <a:pPr algn="just" eaLnBrk="1" hangingPunct="1"/>
            <a:r>
              <a:rPr lang="en-US" altLang="en-GB" sz="2600" i="1" smtClean="0">
                <a:sym typeface="Symbol" panose="05050102010706020507" pitchFamily="18" charset="2"/>
              </a:rPr>
              <a:t>B</a:t>
            </a:r>
            <a:r>
              <a:rPr lang="en-US" altLang="en-GB" sz="2600" smtClean="0">
                <a:sym typeface="Symbol" panose="05050102010706020507" pitchFamily="18" charset="2"/>
              </a:rPr>
              <a:t>  </a:t>
            </a:r>
            <a:r>
              <a:rPr lang="en-US" altLang="en-GB" sz="2600" i="1" smtClean="0">
                <a:sym typeface="Symbol" panose="05050102010706020507" pitchFamily="18" charset="2"/>
              </a:rPr>
              <a:t>AB</a:t>
            </a:r>
            <a:r>
              <a:rPr lang="en-US" altLang="en-GB" sz="2600" smtClean="0">
                <a:sym typeface="Symbol" panose="05050102010706020507" pitchFamily="18" charset="2"/>
              </a:rPr>
              <a:t> rule needs to be fixed since B corresponds to 3 and A to 2.  B rules can only have on their RHS variables with number equal or higher.  Use </a:t>
            </a:r>
            <a:r>
              <a:rPr lang="en-US" altLang="en-GB" sz="2600" i="1" smtClean="0"/>
              <a:t>A </a:t>
            </a:r>
            <a:r>
              <a:rPr lang="en-US" altLang="en-GB" sz="2600" smtClean="0">
                <a:sym typeface="Symbol" panose="05050102010706020507" pitchFamily="18" charset="2"/>
              </a:rPr>
              <a:t> </a:t>
            </a:r>
            <a:r>
              <a:rPr lang="en-US" altLang="en-GB" sz="2600" i="1" smtClean="0">
                <a:sym typeface="Symbol" panose="05050102010706020507" pitchFamily="18" charset="2"/>
              </a:rPr>
              <a:t>uBb </a:t>
            </a:r>
            <a:r>
              <a:rPr lang="en-US" altLang="en-GB" sz="2600" smtClean="0">
                <a:sym typeface="Symbol" panose="05050102010706020507" pitchFamily="18" charset="2"/>
              </a:rPr>
              <a:t>transformation technique</a:t>
            </a:r>
          </a:p>
          <a:p>
            <a:pPr algn="just" eaLnBrk="1" hangingPunct="1"/>
            <a:r>
              <a:rPr lang="en-US" altLang="en-GB" sz="2600" i="1" smtClean="0">
                <a:sym typeface="Symbol" panose="05050102010706020507" pitchFamily="18" charset="2"/>
              </a:rPr>
              <a:t>B</a:t>
            </a:r>
            <a:r>
              <a:rPr lang="en-US" altLang="en-GB" sz="2600" smtClean="0">
                <a:sym typeface="Symbol" panose="05050102010706020507" pitchFamily="18" charset="2"/>
              </a:rPr>
              <a:t>  </a:t>
            </a:r>
            <a:r>
              <a:rPr lang="en-US" altLang="en-GB" sz="2600" i="1" u="sng" smtClean="0">
                <a:sym typeface="Symbol" panose="05050102010706020507" pitchFamily="18" charset="2"/>
              </a:rPr>
              <a:t>CBR</a:t>
            </a:r>
            <a:r>
              <a:rPr lang="en-US" altLang="en-GB" sz="2600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sz="2600" b="1" i="1" smtClean="0">
                <a:sym typeface="Symbol" panose="05050102010706020507" pitchFamily="18" charset="2"/>
              </a:rPr>
              <a:t>B</a:t>
            </a:r>
            <a:r>
              <a:rPr lang="en-US" altLang="en-GB" sz="2600" smtClean="0">
                <a:sym typeface="Symbol" panose="05050102010706020507" pitchFamily="18" charset="2"/>
              </a:rPr>
              <a:t> | </a:t>
            </a:r>
            <a:r>
              <a:rPr lang="en-US" altLang="en-GB" sz="2600" i="1" u="sng" smtClean="0">
                <a:sym typeface="Symbol" panose="05050102010706020507" pitchFamily="18" charset="2"/>
              </a:rPr>
              <a:t>aR</a:t>
            </a:r>
            <a:r>
              <a:rPr lang="en-US" altLang="en-GB" sz="2600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sz="2600" b="1" i="1" smtClean="0">
                <a:sym typeface="Symbol" panose="05050102010706020507" pitchFamily="18" charset="2"/>
              </a:rPr>
              <a:t>B</a:t>
            </a:r>
            <a:r>
              <a:rPr lang="en-US" altLang="en-GB" sz="2600" i="1" smtClean="0">
                <a:sym typeface="Symbol" panose="05050102010706020507" pitchFamily="18" charset="2"/>
              </a:rPr>
              <a:t> | </a:t>
            </a:r>
            <a:r>
              <a:rPr lang="en-US" altLang="en-GB" sz="2600" i="1" u="sng" smtClean="0">
                <a:sym typeface="Symbol" panose="05050102010706020507" pitchFamily="18" charset="2"/>
              </a:rPr>
              <a:t>CB</a:t>
            </a:r>
            <a:r>
              <a:rPr lang="en-US" altLang="en-GB" sz="2600" b="1" i="1" smtClean="0">
                <a:sym typeface="Symbol" panose="05050102010706020507" pitchFamily="18" charset="2"/>
              </a:rPr>
              <a:t>B</a:t>
            </a:r>
            <a:r>
              <a:rPr lang="en-US" altLang="en-GB" sz="2600" smtClean="0">
                <a:sym typeface="Symbol" panose="05050102010706020507" pitchFamily="18" charset="2"/>
              </a:rPr>
              <a:t> | </a:t>
            </a:r>
            <a:r>
              <a:rPr lang="en-US" altLang="en-GB" sz="2600" i="1" u="sng" smtClean="0">
                <a:sym typeface="Symbol" panose="05050102010706020507" pitchFamily="18" charset="2"/>
              </a:rPr>
              <a:t>a</a:t>
            </a:r>
            <a:r>
              <a:rPr lang="en-US" altLang="en-GB" sz="2600" b="1" i="1" smtClean="0">
                <a:sym typeface="Symbol" panose="05050102010706020507" pitchFamily="18" charset="2"/>
              </a:rPr>
              <a:t>B</a:t>
            </a:r>
            <a:r>
              <a:rPr lang="en-US" altLang="en-GB" sz="2600" i="1" smtClean="0">
                <a:sym typeface="Symbol" panose="05050102010706020507" pitchFamily="18" charset="2"/>
              </a:rPr>
              <a:t> </a:t>
            </a:r>
            <a:r>
              <a:rPr lang="en-US" altLang="en-GB" sz="2600" smtClean="0">
                <a:sym typeface="Symbol" panose="05050102010706020507" pitchFamily="18" charset="2"/>
              </a:rPr>
              <a:t>| </a:t>
            </a:r>
            <a:r>
              <a:rPr lang="en-US" altLang="en-GB" sz="2600" i="1" smtClean="0">
                <a:sym typeface="Symbol" panose="05050102010706020507" pitchFamily="18" charset="2"/>
              </a:rPr>
              <a:t>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37891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A4413A-DC2F-43F0-878E-75C48BB11DCF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7892" name="Rectangle 2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Step 1: C rules</a:t>
            </a:r>
          </a:p>
        </p:txBody>
      </p:sp>
      <p:sp>
        <p:nvSpPr>
          <p:cNvPr id="37893" name="Rectangle 3"/>
          <p:cNvSpPr>
            <a:spLocks noGrp="1"/>
          </p:cNvSpPr>
          <p:nvPr>
            <p:ph type="body" idx="4294967295"/>
          </p:nvPr>
        </p:nvSpPr>
        <p:spPr>
          <a:xfrm>
            <a:off x="0" y="1752600"/>
            <a:ext cx="7772400" cy="4572000"/>
          </a:xfrm>
        </p:spPr>
        <p:txBody>
          <a:bodyPr/>
          <a:lstStyle/>
          <a:p>
            <a:pPr algn="just" eaLnBrk="1" hangingPunct="1"/>
            <a:r>
              <a:rPr lang="en-US" altLang="en-GB" sz="2600" i="1" smtClean="0">
                <a:sym typeface="Symbol" panose="05050102010706020507" pitchFamily="18" charset="2"/>
              </a:rPr>
              <a:t>C</a:t>
            </a:r>
            <a:r>
              <a:rPr lang="en-US" altLang="en-GB" sz="2600" smtClean="0">
                <a:sym typeface="Symbol" panose="05050102010706020507" pitchFamily="18" charset="2"/>
              </a:rPr>
              <a:t>  </a:t>
            </a:r>
            <a:r>
              <a:rPr lang="en-US" altLang="en-GB" sz="2600" i="1" u="sng" smtClean="0">
                <a:sym typeface="Symbol" panose="05050102010706020507" pitchFamily="18" charset="2"/>
              </a:rPr>
              <a:t>A</a:t>
            </a:r>
            <a:r>
              <a:rPr lang="en-US" altLang="en-GB" sz="2600" b="1" i="1" smtClean="0">
                <a:sym typeface="Symbol" panose="05050102010706020507" pitchFamily="18" charset="2"/>
              </a:rPr>
              <a:t>C</a:t>
            </a:r>
            <a:r>
              <a:rPr lang="en-US" altLang="en-GB" sz="2600" smtClean="0">
                <a:sym typeface="Symbol" panose="05050102010706020507" pitchFamily="18" charset="2"/>
              </a:rPr>
              <a:t> | </a:t>
            </a:r>
            <a:r>
              <a:rPr lang="en-US" altLang="en-GB" sz="2600" i="1" smtClean="0">
                <a:sym typeface="Symbol" panose="05050102010706020507" pitchFamily="18" charset="2"/>
              </a:rPr>
              <a:t>c</a:t>
            </a:r>
          </a:p>
          <a:p>
            <a:pPr algn="just" eaLnBrk="1" hangingPunct="1"/>
            <a:r>
              <a:rPr lang="en-US" altLang="en-GB" sz="2600" i="1" smtClean="0">
                <a:sym typeface="Symbol" panose="05050102010706020507" pitchFamily="18" charset="2"/>
              </a:rPr>
              <a:t>C</a:t>
            </a:r>
            <a:r>
              <a:rPr lang="en-US" altLang="en-GB" sz="2600" smtClean="0">
                <a:sym typeface="Symbol" panose="05050102010706020507" pitchFamily="18" charset="2"/>
              </a:rPr>
              <a:t>  </a:t>
            </a:r>
            <a:r>
              <a:rPr lang="en-US" altLang="en-GB" sz="2600" i="1" smtClean="0">
                <a:sym typeface="Symbol" panose="05050102010706020507" pitchFamily="18" charset="2"/>
              </a:rPr>
              <a:t>AC</a:t>
            </a:r>
            <a:r>
              <a:rPr lang="en-US" altLang="en-GB" sz="2600" smtClean="0">
                <a:sym typeface="Symbol" panose="05050102010706020507" pitchFamily="18" charset="2"/>
              </a:rPr>
              <a:t> rule needs to be fixed since C corresponds to 4 and A to 2. Use same </a:t>
            </a:r>
            <a:r>
              <a:rPr lang="en-US" altLang="en-GB" sz="2600" i="1" smtClean="0"/>
              <a:t>A </a:t>
            </a:r>
            <a:r>
              <a:rPr lang="en-US" altLang="en-GB" sz="2600" smtClean="0">
                <a:sym typeface="Symbol" panose="05050102010706020507" pitchFamily="18" charset="2"/>
              </a:rPr>
              <a:t> </a:t>
            </a:r>
            <a:r>
              <a:rPr lang="en-US" altLang="en-GB" sz="2600" i="1" smtClean="0">
                <a:sym typeface="Symbol" panose="05050102010706020507" pitchFamily="18" charset="2"/>
              </a:rPr>
              <a:t>uBb </a:t>
            </a:r>
            <a:r>
              <a:rPr lang="en-US" altLang="en-GB" sz="2600" smtClean="0">
                <a:sym typeface="Symbol" panose="05050102010706020507" pitchFamily="18" charset="2"/>
              </a:rPr>
              <a:t>transformation technique</a:t>
            </a:r>
          </a:p>
          <a:p>
            <a:pPr algn="just" eaLnBrk="1" hangingPunct="1"/>
            <a:r>
              <a:rPr lang="en-US" altLang="en-GB" sz="2600" i="1" smtClean="0">
                <a:sym typeface="Symbol" panose="05050102010706020507" pitchFamily="18" charset="2"/>
              </a:rPr>
              <a:t>C</a:t>
            </a:r>
            <a:r>
              <a:rPr lang="en-US" altLang="en-GB" sz="2600" smtClean="0">
                <a:sym typeface="Symbol" panose="05050102010706020507" pitchFamily="18" charset="2"/>
              </a:rPr>
              <a:t>  </a:t>
            </a:r>
            <a:r>
              <a:rPr lang="en-US" altLang="en-GB" sz="2600" i="1" u="sng" smtClean="0">
                <a:sym typeface="Symbol" panose="05050102010706020507" pitchFamily="18" charset="2"/>
              </a:rPr>
              <a:t>CBR</a:t>
            </a:r>
            <a:r>
              <a:rPr lang="en-US" altLang="en-GB" sz="2600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sz="2600" b="1" i="1" smtClean="0">
                <a:sym typeface="Symbol" panose="05050102010706020507" pitchFamily="18" charset="2"/>
              </a:rPr>
              <a:t>C</a:t>
            </a:r>
            <a:r>
              <a:rPr lang="en-US" altLang="en-GB" sz="2600" smtClean="0">
                <a:sym typeface="Symbol" panose="05050102010706020507" pitchFamily="18" charset="2"/>
              </a:rPr>
              <a:t> | </a:t>
            </a:r>
            <a:r>
              <a:rPr lang="en-US" altLang="en-GB" sz="2600" i="1" u="sng" smtClean="0">
                <a:sym typeface="Symbol" panose="05050102010706020507" pitchFamily="18" charset="2"/>
              </a:rPr>
              <a:t>aR</a:t>
            </a:r>
            <a:r>
              <a:rPr lang="en-US" altLang="en-GB" sz="2600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sz="2600" b="1" i="1" smtClean="0">
                <a:sym typeface="Symbol" panose="05050102010706020507" pitchFamily="18" charset="2"/>
              </a:rPr>
              <a:t>C</a:t>
            </a:r>
            <a:r>
              <a:rPr lang="en-US" altLang="en-GB" sz="2600" i="1" smtClean="0">
                <a:sym typeface="Symbol" panose="05050102010706020507" pitchFamily="18" charset="2"/>
              </a:rPr>
              <a:t> | </a:t>
            </a:r>
            <a:r>
              <a:rPr lang="en-US" altLang="en-GB" sz="2600" i="1" u="sng" smtClean="0">
                <a:sym typeface="Symbol" panose="05050102010706020507" pitchFamily="18" charset="2"/>
              </a:rPr>
              <a:t>CB</a:t>
            </a:r>
            <a:r>
              <a:rPr lang="en-US" altLang="en-GB" sz="2600" b="1" i="1" smtClean="0">
                <a:sym typeface="Symbol" panose="05050102010706020507" pitchFamily="18" charset="2"/>
              </a:rPr>
              <a:t>C</a:t>
            </a:r>
            <a:r>
              <a:rPr lang="en-US" altLang="en-GB" sz="2600" smtClean="0">
                <a:sym typeface="Symbol" panose="05050102010706020507" pitchFamily="18" charset="2"/>
              </a:rPr>
              <a:t> | </a:t>
            </a:r>
            <a:r>
              <a:rPr lang="en-US" altLang="en-GB" sz="2600" i="1" u="sng" smtClean="0">
                <a:sym typeface="Symbol" panose="05050102010706020507" pitchFamily="18" charset="2"/>
              </a:rPr>
              <a:t>a</a:t>
            </a:r>
            <a:r>
              <a:rPr lang="en-US" altLang="en-GB" sz="2600" b="1" i="1" smtClean="0">
                <a:sym typeface="Symbol" panose="05050102010706020507" pitchFamily="18" charset="2"/>
              </a:rPr>
              <a:t>C</a:t>
            </a:r>
            <a:r>
              <a:rPr lang="en-US" altLang="en-GB" sz="2600" i="1" smtClean="0">
                <a:sym typeface="Symbol" panose="05050102010706020507" pitchFamily="18" charset="2"/>
              </a:rPr>
              <a:t> </a:t>
            </a:r>
            <a:r>
              <a:rPr lang="en-US" altLang="en-GB" sz="2600" smtClean="0">
                <a:sym typeface="Symbol" panose="05050102010706020507" pitchFamily="18" charset="2"/>
              </a:rPr>
              <a:t>| </a:t>
            </a:r>
            <a:r>
              <a:rPr lang="en-US" altLang="en-GB" sz="2600" i="1" smtClean="0">
                <a:sym typeface="Symbol" panose="05050102010706020507" pitchFamily="18" charset="2"/>
              </a:rPr>
              <a:t>c</a:t>
            </a:r>
          </a:p>
          <a:p>
            <a:pPr algn="just" eaLnBrk="1" hangingPunct="1"/>
            <a:r>
              <a:rPr lang="en-US" altLang="en-GB" sz="2600" smtClean="0">
                <a:sym typeface="Symbol" panose="05050102010706020507" pitchFamily="18" charset="2"/>
              </a:rPr>
              <a:t>Now variable references are fine according to given number, but we introduced direct left recursion in two rules…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39939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AAF680A-4DFF-4AFC-9C71-B53385AFE9D7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9940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Step 1: C rules</a:t>
            </a:r>
          </a:p>
        </p:txBody>
      </p:sp>
      <p:sp>
        <p:nvSpPr>
          <p:cNvPr id="39941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600" i="1" smtClean="0">
                <a:sym typeface="Symbol" panose="05050102010706020507" pitchFamily="18" charset="2"/>
              </a:rPr>
              <a:t>C</a:t>
            </a:r>
            <a:r>
              <a:rPr lang="en-US" altLang="en-GB" sz="2600" smtClean="0">
                <a:sym typeface="Symbol" panose="05050102010706020507" pitchFamily="18" charset="2"/>
              </a:rPr>
              <a:t>  </a:t>
            </a:r>
            <a:r>
              <a:rPr lang="en-US" altLang="en-GB" sz="2600" i="1" smtClean="0">
                <a:sym typeface="Symbol" panose="05050102010706020507" pitchFamily="18" charset="2"/>
              </a:rPr>
              <a:t>C</a:t>
            </a:r>
            <a:r>
              <a:rPr lang="en-US" altLang="en-GB" sz="2600" i="1" u="sng" smtClean="0">
                <a:sym typeface="Symbol" panose="05050102010706020507" pitchFamily="18" charset="2"/>
              </a:rPr>
              <a:t>BR</a:t>
            </a:r>
            <a:r>
              <a:rPr lang="en-US" altLang="en-GB" sz="2600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sz="2600" i="1" u="sng" smtClean="0">
                <a:sym typeface="Symbol" panose="05050102010706020507" pitchFamily="18" charset="2"/>
              </a:rPr>
              <a:t>C</a:t>
            </a:r>
            <a:r>
              <a:rPr lang="en-US" altLang="en-GB" sz="2600" smtClean="0">
                <a:sym typeface="Symbol" panose="05050102010706020507" pitchFamily="18" charset="2"/>
              </a:rPr>
              <a:t> | </a:t>
            </a:r>
            <a:r>
              <a:rPr lang="en-US" altLang="en-GB" sz="2600" b="1" i="1" smtClean="0">
                <a:sym typeface="Symbol" panose="05050102010706020507" pitchFamily="18" charset="2"/>
              </a:rPr>
              <a:t>aR</a:t>
            </a:r>
            <a:r>
              <a:rPr lang="en-US" altLang="en-GB" sz="2600" b="1" i="1" baseline="-25000" smtClean="0">
                <a:sym typeface="Symbol" panose="05050102010706020507" pitchFamily="18" charset="2"/>
              </a:rPr>
              <a:t>1</a:t>
            </a:r>
            <a:r>
              <a:rPr lang="en-US" altLang="en-GB" sz="2600" b="1" i="1" smtClean="0">
                <a:sym typeface="Symbol" panose="05050102010706020507" pitchFamily="18" charset="2"/>
              </a:rPr>
              <a:t>C</a:t>
            </a:r>
            <a:r>
              <a:rPr lang="en-US" altLang="en-GB" sz="2600" i="1" smtClean="0">
                <a:sym typeface="Symbol" panose="05050102010706020507" pitchFamily="18" charset="2"/>
              </a:rPr>
              <a:t> |</a:t>
            </a:r>
            <a:r>
              <a:rPr lang="en-US" altLang="en-GB" sz="2600" b="1" i="1" smtClean="0">
                <a:sym typeface="Symbol" panose="05050102010706020507" pitchFamily="18" charset="2"/>
              </a:rPr>
              <a:t> </a:t>
            </a:r>
            <a:r>
              <a:rPr lang="en-US" altLang="en-GB" sz="2600" i="1" smtClean="0">
                <a:sym typeface="Symbol" panose="05050102010706020507" pitchFamily="18" charset="2"/>
              </a:rPr>
              <a:t>C</a:t>
            </a:r>
            <a:r>
              <a:rPr lang="en-US" altLang="en-GB" sz="2600" i="1" u="sng" smtClean="0">
                <a:sym typeface="Symbol" panose="05050102010706020507" pitchFamily="18" charset="2"/>
              </a:rPr>
              <a:t>BC</a:t>
            </a:r>
            <a:r>
              <a:rPr lang="en-US" altLang="en-GB" sz="2600" smtClean="0">
                <a:sym typeface="Symbol" panose="05050102010706020507" pitchFamily="18" charset="2"/>
              </a:rPr>
              <a:t> | </a:t>
            </a:r>
            <a:r>
              <a:rPr lang="en-US" altLang="en-GB" sz="2600" b="1" i="1" smtClean="0">
                <a:sym typeface="Symbol" panose="05050102010706020507" pitchFamily="18" charset="2"/>
              </a:rPr>
              <a:t>aC</a:t>
            </a:r>
            <a:r>
              <a:rPr lang="en-US" altLang="en-GB" sz="2600" i="1" smtClean="0">
                <a:sym typeface="Symbol" panose="05050102010706020507" pitchFamily="18" charset="2"/>
              </a:rPr>
              <a:t> </a:t>
            </a:r>
            <a:r>
              <a:rPr lang="en-US" altLang="en-GB" sz="2600" smtClean="0">
                <a:sym typeface="Symbol" panose="05050102010706020507" pitchFamily="18" charset="2"/>
              </a:rPr>
              <a:t>| </a:t>
            </a:r>
            <a:r>
              <a:rPr lang="en-US" altLang="en-GB" sz="2600" b="1" i="1" smtClean="0">
                <a:sym typeface="Symbol" panose="05050102010706020507" pitchFamily="18" charset="2"/>
              </a:rPr>
              <a:t>c</a:t>
            </a:r>
          </a:p>
          <a:p>
            <a:pPr algn="just" eaLnBrk="1" hangingPunct="1"/>
            <a:r>
              <a:rPr lang="en-US" altLang="en-GB" sz="2600" smtClean="0">
                <a:sym typeface="Symbol" panose="05050102010706020507" pitchFamily="18" charset="2"/>
              </a:rPr>
              <a:t>Eliminate direct left recursion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GB" sz="2200" i="1" smtClean="0">
                <a:sym typeface="Symbol" panose="05050102010706020507" pitchFamily="18" charset="2"/>
              </a:rPr>
              <a:t>C</a:t>
            </a:r>
            <a:r>
              <a:rPr lang="en-US" altLang="en-GB" sz="2200" smtClean="0">
                <a:sym typeface="Symbol" panose="05050102010706020507" pitchFamily="18" charset="2"/>
              </a:rPr>
              <a:t>  </a:t>
            </a:r>
            <a:r>
              <a:rPr lang="en-US" altLang="en-GB" sz="2200" b="1" i="1" smtClean="0">
                <a:sym typeface="Symbol" panose="05050102010706020507" pitchFamily="18" charset="2"/>
              </a:rPr>
              <a:t>aR</a:t>
            </a:r>
            <a:r>
              <a:rPr lang="en-US" altLang="en-GB" sz="2200" b="1" i="1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b="1" i="1" smtClean="0">
                <a:sym typeface="Symbol" panose="05050102010706020507" pitchFamily="18" charset="2"/>
              </a:rPr>
              <a:t>C</a:t>
            </a:r>
            <a:r>
              <a:rPr lang="en-US" altLang="en-GB" sz="2200" i="1" u="sng" smtClean="0">
                <a:sym typeface="Symbol" panose="05050102010706020507" pitchFamily="18" charset="2"/>
              </a:rPr>
              <a:t>R</a:t>
            </a:r>
            <a:r>
              <a:rPr lang="en-US" altLang="en-GB" sz="2200" i="1" u="sng" baseline="-25000" smtClean="0">
                <a:sym typeface="Symbol" panose="05050102010706020507" pitchFamily="18" charset="2"/>
              </a:rPr>
              <a:t>2</a:t>
            </a:r>
            <a:r>
              <a:rPr lang="en-US" altLang="en-GB" sz="2200" i="1" smtClean="0">
                <a:sym typeface="Symbol" panose="05050102010706020507" pitchFamily="18" charset="2"/>
              </a:rPr>
              <a:t> | </a:t>
            </a:r>
            <a:r>
              <a:rPr lang="en-US" altLang="en-GB" sz="2200" b="1" i="1" smtClean="0">
                <a:sym typeface="Symbol" panose="05050102010706020507" pitchFamily="18" charset="2"/>
              </a:rPr>
              <a:t>aC</a:t>
            </a:r>
            <a:r>
              <a:rPr lang="en-US" altLang="en-GB" sz="2200" i="1" u="sng" smtClean="0">
                <a:sym typeface="Symbol" panose="05050102010706020507" pitchFamily="18" charset="2"/>
              </a:rPr>
              <a:t>R</a:t>
            </a:r>
            <a:r>
              <a:rPr lang="en-US" altLang="en-GB" sz="2200" i="1" u="sng" baseline="-25000" smtClean="0">
                <a:sym typeface="Symbol" panose="05050102010706020507" pitchFamily="18" charset="2"/>
              </a:rPr>
              <a:t>2</a:t>
            </a:r>
            <a:r>
              <a:rPr lang="en-US" altLang="en-GB" sz="2200" i="1" smtClean="0">
                <a:sym typeface="Symbol" panose="05050102010706020507" pitchFamily="18" charset="2"/>
              </a:rPr>
              <a:t> </a:t>
            </a:r>
            <a:r>
              <a:rPr lang="en-US" altLang="en-GB" sz="2200" smtClean="0">
                <a:sym typeface="Symbol" panose="05050102010706020507" pitchFamily="18" charset="2"/>
              </a:rPr>
              <a:t>| </a:t>
            </a:r>
            <a:r>
              <a:rPr lang="en-US" altLang="en-GB" sz="2200" b="1" i="1" smtClean="0">
                <a:sym typeface="Symbol" panose="05050102010706020507" pitchFamily="18" charset="2"/>
              </a:rPr>
              <a:t>c</a:t>
            </a:r>
            <a:r>
              <a:rPr lang="en-US" altLang="en-GB" sz="2200" i="1" u="sng" smtClean="0">
                <a:sym typeface="Symbol" panose="05050102010706020507" pitchFamily="18" charset="2"/>
              </a:rPr>
              <a:t>R</a:t>
            </a:r>
            <a:r>
              <a:rPr lang="en-US" altLang="en-GB" sz="2200" i="1" u="sng" baseline="-25000" smtClean="0">
                <a:sym typeface="Symbol" panose="05050102010706020507" pitchFamily="18" charset="2"/>
              </a:rPr>
              <a:t>2</a:t>
            </a:r>
            <a:r>
              <a:rPr lang="en-US" altLang="en-GB" sz="2200" i="1" smtClean="0">
                <a:sym typeface="Symbol" panose="05050102010706020507" pitchFamily="18" charset="2"/>
              </a:rPr>
              <a:t> | </a:t>
            </a:r>
            <a:r>
              <a:rPr lang="en-US" altLang="en-GB" sz="2200" b="1" i="1" smtClean="0">
                <a:sym typeface="Symbol" panose="05050102010706020507" pitchFamily="18" charset="2"/>
              </a:rPr>
              <a:t>aR</a:t>
            </a:r>
            <a:r>
              <a:rPr lang="en-US" altLang="en-GB" sz="2200" b="1" i="1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b="1" i="1" smtClean="0">
                <a:sym typeface="Symbol" panose="05050102010706020507" pitchFamily="18" charset="2"/>
              </a:rPr>
              <a:t>C</a:t>
            </a:r>
            <a:r>
              <a:rPr lang="en-US" altLang="en-GB" sz="2200" i="1" smtClean="0">
                <a:sym typeface="Symbol" panose="05050102010706020507" pitchFamily="18" charset="2"/>
              </a:rPr>
              <a:t> | </a:t>
            </a:r>
            <a:r>
              <a:rPr lang="en-US" altLang="en-GB" sz="2200" b="1" i="1" smtClean="0">
                <a:sym typeface="Symbol" panose="05050102010706020507" pitchFamily="18" charset="2"/>
              </a:rPr>
              <a:t>aC</a:t>
            </a:r>
            <a:r>
              <a:rPr lang="en-US" altLang="en-GB" sz="2200" i="1" smtClean="0">
                <a:sym typeface="Symbol" panose="05050102010706020507" pitchFamily="18" charset="2"/>
              </a:rPr>
              <a:t> </a:t>
            </a:r>
            <a:r>
              <a:rPr lang="en-US" altLang="en-GB" sz="2200" smtClean="0">
                <a:sym typeface="Symbol" panose="05050102010706020507" pitchFamily="18" charset="2"/>
              </a:rPr>
              <a:t>| </a:t>
            </a:r>
            <a:r>
              <a:rPr lang="en-US" altLang="en-GB" sz="2200" b="1" i="1" smtClean="0">
                <a:sym typeface="Symbol" panose="05050102010706020507" pitchFamily="18" charset="2"/>
              </a:rPr>
              <a:t>c</a:t>
            </a:r>
            <a:r>
              <a:rPr lang="en-US" altLang="en-GB" sz="2200" i="1" smtClean="0">
                <a:sym typeface="Symbol" panose="05050102010706020507" pitchFamily="18" charset="2"/>
              </a:rPr>
              <a:t> 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GB" sz="2200" i="1" smtClean="0">
                <a:sym typeface="Symbol" panose="05050102010706020507" pitchFamily="18" charset="2"/>
              </a:rPr>
              <a:t>R</a:t>
            </a:r>
            <a:r>
              <a:rPr lang="en-US" altLang="en-GB" sz="2200" i="1" baseline="-25000" smtClean="0">
                <a:sym typeface="Symbol" panose="05050102010706020507" pitchFamily="18" charset="2"/>
              </a:rPr>
              <a:t>2</a:t>
            </a:r>
            <a:r>
              <a:rPr lang="en-US" altLang="en-GB" sz="2200" smtClean="0">
                <a:sym typeface="Symbol" panose="05050102010706020507" pitchFamily="18" charset="2"/>
              </a:rPr>
              <a:t>  </a:t>
            </a:r>
            <a:r>
              <a:rPr lang="en-US" altLang="en-GB" sz="2200" i="1" u="sng" smtClean="0">
                <a:sym typeface="Symbol" panose="05050102010706020507" pitchFamily="18" charset="2"/>
              </a:rPr>
              <a:t>BR</a:t>
            </a:r>
            <a:r>
              <a:rPr lang="en-US" altLang="en-GB" sz="2200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i="1" u="sng" smtClean="0">
                <a:sym typeface="Symbol" panose="05050102010706020507" pitchFamily="18" charset="2"/>
              </a:rPr>
              <a:t>C</a:t>
            </a:r>
            <a:r>
              <a:rPr lang="en-US" altLang="en-GB" sz="2200" i="1" smtClean="0">
                <a:sym typeface="Symbol" panose="05050102010706020507" pitchFamily="18" charset="2"/>
              </a:rPr>
              <a:t>R</a:t>
            </a:r>
            <a:r>
              <a:rPr lang="en-US" altLang="en-GB" sz="2200" i="1" baseline="-25000" smtClean="0">
                <a:sym typeface="Symbol" panose="05050102010706020507" pitchFamily="18" charset="2"/>
              </a:rPr>
              <a:t>2</a:t>
            </a:r>
            <a:r>
              <a:rPr lang="en-US" altLang="en-GB" sz="2200" smtClean="0">
                <a:sym typeface="Symbol" panose="05050102010706020507" pitchFamily="18" charset="2"/>
              </a:rPr>
              <a:t> | </a:t>
            </a:r>
            <a:r>
              <a:rPr lang="en-US" altLang="en-GB" sz="2200" i="1" u="sng" smtClean="0">
                <a:sym typeface="Symbol" panose="05050102010706020507" pitchFamily="18" charset="2"/>
              </a:rPr>
              <a:t>BC</a:t>
            </a:r>
            <a:r>
              <a:rPr lang="en-US" altLang="en-GB" sz="2200" i="1" smtClean="0">
                <a:sym typeface="Symbol" panose="05050102010706020507" pitchFamily="18" charset="2"/>
              </a:rPr>
              <a:t>R</a:t>
            </a:r>
            <a:r>
              <a:rPr lang="en-US" altLang="en-GB" sz="2200" i="1" baseline="-25000" smtClean="0">
                <a:sym typeface="Symbol" panose="05050102010706020507" pitchFamily="18" charset="2"/>
              </a:rPr>
              <a:t>2</a:t>
            </a:r>
            <a:r>
              <a:rPr lang="en-US" altLang="en-GB" sz="2200" i="1" smtClean="0">
                <a:sym typeface="Symbol" panose="05050102010706020507" pitchFamily="18" charset="2"/>
              </a:rPr>
              <a:t> | </a:t>
            </a:r>
            <a:r>
              <a:rPr lang="en-US" altLang="en-GB" sz="2200" i="1" u="sng" smtClean="0">
                <a:sym typeface="Symbol" panose="05050102010706020507" pitchFamily="18" charset="2"/>
              </a:rPr>
              <a:t>BR</a:t>
            </a:r>
            <a:r>
              <a:rPr lang="en-US" altLang="en-GB" sz="2200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i="1" u="sng" smtClean="0">
                <a:sym typeface="Symbol" panose="05050102010706020507" pitchFamily="18" charset="2"/>
              </a:rPr>
              <a:t>C</a:t>
            </a:r>
            <a:r>
              <a:rPr lang="en-US" altLang="en-GB" sz="2200" smtClean="0">
                <a:sym typeface="Symbol" panose="05050102010706020507" pitchFamily="18" charset="2"/>
              </a:rPr>
              <a:t> | </a:t>
            </a:r>
            <a:r>
              <a:rPr lang="en-US" altLang="en-GB" sz="2200" i="1" u="sng" smtClean="0">
                <a:sym typeface="Symbol" panose="05050102010706020507" pitchFamily="18" charset="2"/>
              </a:rPr>
              <a:t>BC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1987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9F31EF-6654-440C-8EBC-8342E9088CF6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1988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Step 1: Intermediate grammar</a:t>
            </a:r>
          </a:p>
        </p:txBody>
      </p:sp>
      <p:sp>
        <p:nvSpPr>
          <p:cNvPr id="41989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600" i="1" smtClean="0"/>
              <a:t>S</a:t>
            </a:r>
            <a:r>
              <a:rPr lang="en-US" altLang="en-GB" sz="2600" smtClean="0"/>
              <a:t> </a:t>
            </a:r>
            <a:r>
              <a:rPr lang="en-US" altLang="en-GB" sz="2600" smtClean="0">
                <a:sym typeface="Symbol" panose="05050102010706020507" pitchFamily="18" charset="2"/>
              </a:rPr>
              <a:t> </a:t>
            </a:r>
            <a:r>
              <a:rPr lang="en-US" altLang="en-GB" sz="2600" i="1" smtClean="0">
                <a:sym typeface="Symbol" panose="05050102010706020507" pitchFamily="18" charset="2"/>
              </a:rPr>
              <a:t>AB</a:t>
            </a:r>
            <a:r>
              <a:rPr lang="en-US" altLang="en-GB" sz="2600" smtClean="0">
                <a:sym typeface="Symbol" panose="05050102010706020507" pitchFamily="18" charset="2"/>
              </a:rPr>
              <a:t> | </a:t>
            </a:r>
          </a:p>
          <a:p>
            <a:pPr algn="just" eaLnBrk="1" hangingPunct="1"/>
            <a:r>
              <a:rPr lang="en-US" altLang="en-GB" sz="2600" i="1" smtClean="0">
                <a:sym typeface="Symbol" panose="05050102010706020507" pitchFamily="18" charset="2"/>
              </a:rPr>
              <a:t>A</a:t>
            </a:r>
            <a:r>
              <a:rPr lang="en-US" altLang="en-GB" sz="2600" smtClean="0">
                <a:sym typeface="Symbol" panose="05050102010706020507" pitchFamily="18" charset="2"/>
              </a:rPr>
              <a:t>  </a:t>
            </a:r>
            <a:r>
              <a:rPr lang="en-US" altLang="en-GB" sz="2600" i="1" smtClean="0">
                <a:sym typeface="Symbol" panose="05050102010706020507" pitchFamily="18" charset="2"/>
              </a:rPr>
              <a:t>CBR</a:t>
            </a:r>
            <a:r>
              <a:rPr lang="en-US" altLang="en-GB" sz="2600" i="1" baseline="-25000" smtClean="0">
                <a:sym typeface="Symbol" panose="05050102010706020507" pitchFamily="18" charset="2"/>
              </a:rPr>
              <a:t>1</a:t>
            </a:r>
            <a:r>
              <a:rPr lang="en-US" altLang="en-GB" sz="2600" smtClean="0">
                <a:sym typeface="Symbol" panose="05050102010706020507" pitchFamily="18" charset="2"/>
              </a:rPr>
              <a:t> | </a:t>
            </a:r>
            <a:r>
              <a:rPr lang="en-US" altLang="en-GB" sz="2600" i="1" smtClean="0">
                <a:sym typeface="Symbol" panose="05050102010706020507" pitchFamily="18" charset="2"/>
              </a:rPr>
              <a:t>aR</a:t>
            </a:r>
            <a:r>
              <a:rPr lang="en-US" altLang="en-GB" sz="2600" i="1" baseline="-25000" smtClean="0">
                <a:sym typeface="Symbol" panose="05050102010706020507" pitchFamily="18" charset="2"/>
              </a:rPr>
              <a:t>1</a:t>
            </a:r>
            <a:r>
              <a:rPr lang="en-US" altLang="en-GB" sz="2600" i="1" smtClean="0">
                <a:sym typeface="Symbol" panose="05050102010706020507" pitchFamily="18" charset="2"/>
              </a:rPr>
              <a:t> | CB</a:t>
            </a:r>
            <a:r>
              <a:rPr lang="en-US" altLang="en-GB" sz="2600" smtClean="0">
                <a:sym typeface="Symbol" panose="05050102010706020507" pitchFamily="18" charset="2"/>
              </a:rPr>
              <a:t> | </a:t>
            </a:r>
            <a:r>
              <a:rPr lang="en-US" altLang="en-GB" sz="2600" i="1" smtClean="0">
                <a:sym typeface="Symbol" panose="05050102010706020507" pitchFamily="18" charset="2"/>
              </a:rPr>
              <a:t>a</a:t>
            </a:r>
          </a:p>
          <a:p>
            <a:pPr algn="just" eaLnBrk="1" hangingPunct="1"/>
            <a:r>
              <a:rPr lang="en-US" altLang="en-GB" sz="2600" i="1" smtClean="0">
                <a:sym typeface="Symbol" panose="05050102010706020507" pitchFamily="18" charset="2"/>
              </a:rPr>
              <a:t>B</a:t>
            </a:r>
            <a:r>
              <a:rPr lang="en-US" altLang="en-GB" sz="2600" smtClean="0">
                <a:sym typeface="Symbol" panose="05050102010706020507" pitchFamily="18" charset="2"/>
              </a:rPr>
              <a:t>  </a:t>
            </a:r>
            <a:r>
              <a:rPr lang="en-US" altLang="en-GB" sz="2600" i="1" smtClean="0">
                <a:sym typeface="Symbol" panose="05050102010706020507" pitchFamily="18" charset="2"/>
              </a:rPr>
              <a:t>CBR</a:t>
            </a:r>
            <a:r>
              <a:rPr lang="en-US" altLang="en-GB" sz="2600" i="1" baseline="-25000" smtClean="0">
                <a:sym typeface="Symbol" panose="05050102010706020507" pitchFamily="18" charset="2"/>
              </a:rPr>
              <a:t>1</a:t>
            </a:r>
            <a:r>
              <a:rPr lang="en-US" altLang="en-GB" sz="2600" i="1" smtClean="0">
                <a:sym typeface="Symbol" panose="05050102010706020507" pitchFamily="18" charset="2"/>
              </a:rPr>
              <a:t>B</a:t>
            </a:r>
            <a:r>
              <a:rPr lang="en-US" altLang="en-GB" sz="2600" smtClean="0">
                <a:sym typeface="Symbol" panose="05050102010706020507" pitchFamily="18" charset="2"/>
              </a:rPr>
              <a:t> | </a:t>
            </a:r>
            <a:r>
              <a:rPr lang="en-US" altLang="en-GB" sz="2600" i="1" smtClean="0">
                <a:sym typeface="Symbol" panose="05050102010706020507" pitchFamily="18" charset="2"/>
              </a:rPr>
              <a:t>aR</a:t>
            </a:r>
            <a:r>
              <a:rPr lang="en-US" altLang="en-GB" sz="2600" i="1" baseline="-25000" smtClean="0">
                <a:sym typeface="Symbol" panose="05050102010706020507" pitchFamily="18" charset="2"/>
              </a:rPr>
              <a:t>1</a:t>
            </a:r>
            <a:r>
              <a:rPr lang="en-US" altLang="en-GB" sz="2600" i="1" smtClean="0">
                <a:sym typeface="Symbol" panose="05050102010706020507" pitchFamily="18" charset="2"/>
              </a:rPr>
              <a:t>B | CBB</a:t>
            </a:r>
            <a:r>
              <a:rPr lang="en-US" altLang="en-GB" sz="2600" smtClean="0">
                <a:sym typeface="Symbol" panose="05050102010706020507" pitchFamily="18" charset="2"/>
              </a:rPr>
              <a:t> | </a:t>
            </a:r>
            <a:r>
              <a:rPr lang="en-US" altLang="en-GB" sz="2600" i="1" smtClean="0">
                <a:sym typeface="Symbol" panose="05050102010706020507" pitchFamily="18" charset="2"/>
              </a:rPr>
              <a:t>aB </a:t>
            </a:r>
            <a:r>
              <a:rPr lang="en-US" altLang="en-GB" sz="2600" smtClean="0">
                <a:sym typeface="Symbol" panose="05050102010706020507" pitchFamily="18" charset="2"/>
              </a:rPr>
              <a:t>| </a:t>
            </a:r>
            <a:r>
              <a:rPr lang="en-US" altLang="en-GB" sz="2600" i="1" smtClean="0">
                <a:sym typeface="Symbol" panose="05050102010706020507" pitchFamily="18" charset="2"/>
              </a:rPr>
              <a:t>b</a:t>
            </a:r>
          </a:p>
          <a:p>
            <a:pPr algn="just" eaLnBrk="1" hangingPunct="1"/>
            <a:r>
              <a:rPr lang="en-US" altLang="en-GB" sz="2600" i="1" smtClean="0">
                <a:sym typeface="Symbol" panose="05050102010706020507" pitchFamily="18" charset="2"/>
              </a:rPr>
              <a:t>C</a:t>
            </a:r>
            <a:r>
              <a:rPr lang="en-US" altLang="en-GB" sz="2600" smtClean="0">
                <a:sym typeface="Symbol" panose="05050102010706020507" pitchFamily="18" charset="2"/>
              </a:rPr>
              <a:t>  </a:t>
            </a:r>
            <a:r>
              <a:rPr lang="en-US" altLang="en-GB" sz="2600" i="1" smtClean="0">
                <a:sym typeface="Symbol" panose="05050102010706020507" pitchFamily="18" charset="2"/>
              </a:rPr>
              <a:t>aR</a:t>
            </a:r>
            <a:r>
              <a:rPr lang="en-US" altLang="en-GB" sz="2600" i="1" baseline="-25000" smtClean="0">
                <a:sym typeface="Symbol" panose="05050102010706020507" pitchFamily="18" charset="2"/>
              </a:rPr>
              <a:t>1</a:t>
            </a:r>
            <a:r>
              <a:rPr lang="en-US" altLang="en-GB" sz="2600" i="1" smtClean="0">
                <a:sym typeface="Symbol" panose="05050102010706020507" pitchFamily="18" charset="2"/>
              </a:rPr>
              <a:t>CR</a:t>
            </a:r>
            <a:r>
              <a:rPr lang="en-US" altLang="en-GB" sz="2600" i="1" baseline="-25000" smtClean="0">
                <a:sym typeface="Symbol" panose="05050102010706020507" pitchFamily="18" charset="2"/>
              </a:rPr>
              <a:t>2</a:t>
            </a:r>
            <a:r>
              <a:rPr lang="en-US" altLang="en-GB" sz="2600" i="1" smtClean="0">
                <a:sym typeface="Symbol" panose="05050102010706020507" pitchFamily="18" charset="2"/>
              </a:rPr>
              <a:t> | aCR</a:t>
            </a:r>
            <a:r>
              <a:rPr lang="en-US" altLang="en-GB" sz="2600" i="1" baseline="-25000" smtClean="0">
                <a:sym typeface="Symbol" panose="05050102010706020507" pitchFamily="18" charset="2"/>
              </a:rPr>
              <a:t>2</a:t>
            </a:r>
            <a:r>
              <a:rPr lang="en-US" altLang="en-GB" sz="2600" i="1" smtClean="0">
                <a:sym typeface="Symbol" panose="05050102010706020507" pitchFamily="18" charset="2"/>
              </a:rPr>
              <a:t> </a:t>
            </a:r>
            <a:r>
              <a:rPr lang="en-US" altLang="en-GB" sz="2600" smtClean="0">
                <a:sym typeface="Symbol" panose="05050102010706020507" pitchFamily="18" charset="2"/>
              </a:rPr>
              <a:t>| </a:t>
            </a:r>
            <a:r>
              <a:rPr lang="en-US" altLang="en-GB" sz="2600" i="1" smtClean="0">
                <a:sym typeface="Symbol" panose="05050102010706020507" pitchFamily="18" charset="2"/>
              </a:rPr>
              <a:t>cR</a:t>
            </a:r>
            <a:r>
              <a:rPr lang="en-US" altLang="en-GB" sz="2600" i="1" baseline="-25000" smtClean="0">
                <a:sym typeface="Symbol" panose="05050102010706020507" pitchFamily="18" charset="2"/>
              </a:rPr>
              <a:t>2</a:t>
            </a:r>
            <a:r>
              <a:rPr lang="en-US" altLang="en-GB" sz="2600" i="1" smtClean="0">
                <a:sym typeface="Symbol" panose="05050102010706020507" pitchFamily="18" charset="2"/>
              </a:rPr>
              <a:t> | aR</a:t>
            </a:r>
            <a:r>
              <a:rPr lang="en-US" altLang="en-GB" sz="2600" i="1" baseline="-25000" smtClean="0">
                <a:sym typeface="Symbol" panose="05050102010706020507" pitchFamily="18" charset="2"/>
              </a:rPr>
              <a:t>1</a:t>
            </a:r>
            <a:r>
              <a:rPr lang="en-US" altLang="en-GB" sz="2600" i="1" smtClean="0">
                <a:sym typeface="Symbol" panose="05050102010706020507" pitchFamily="18" charset="2"/>
              </a:rPr>
              <a:t>C | aC </a:t>
            </a:r>
            <a:r>
              <a:rPr lang="en-US" altLang="en-GB" sz="2600" smtClean="0">
                <a:sym typeface="Symbol" panose="05050102010706020507" pitchFamily="18" charset="2"/>
              </a:rPr>
              <a:t>| </a:t>
            </a:r>
            <a:r>
              <a:rPr lang="en-US" altLang="en-GB" sz="2600" i="1" smtClean="0">
                <a:sym typeface="Symbol" panose="05050102010706020507" pitchFamily="18" charset="2"/>
              </a:rPr>
              <a:t>c</a:t>
            </a:r>
          </a:p>
          <a:p>
            <a:pPr algn="just" eaLnBrk="1" hangingPunct="1"/>
            <a:r>
              <a:rPr lang="en-US" altLang="en-GB" sz="2600" i="1" smtClean="0">
                <a:sym typeface="Symbol" panose="05050102010706020507" pitchFamily="18" charset="2"/>
              </a:rPr>
              <a:t>R</a:t>
            </a:r>
            <a:r>
              <a:rPr lang="en-US" altLang="en-GB" sz="2600" i="1" baseline="-25000" smtClean="0">
                <a:sym typeface="Symbol" panose="05050102010706020507" pitchFamily="18" charset="2"/>
              </a:rPr>
              <a:t>1</a:t>
            </a:r>
            <a:r>
              <a:rPr lang="en-US" altLang="en-GB" sz="2600" smtClean="0">
                <a:sym typeface="Symbol" panose="05050102010706020507" pitchFamily="18" charset="2"/>
              </a:rPr>
              <a:t>  </a:t>
            </a:r>
            <a:r>
              <a:rPr lang="en-US" altLang="en-GB" sz="2600" i="1" smtClean="0">
                <a:sym typeface="Symbol" panose="05050102010706020507" pitchFamily="18" charset="2"/>
              </a:rPr>
              <a:t>BR</a:t>
            </a:r>
            <a:r>
              <a:rPr lang="en-US" altLang="en-GB" sz="2600" i="1" baseline="-25000" smtClean="0">
                <a:sym typeface="Symbol" panose="05050102010706020507" pitchFamily="18" charset="2"/>
              </a:rPr>
              <a:t>1</a:t>
            </a:r>
            <a:r>
              <a:rPr lang="en-US" altLang="en-GB" sz="2600" smtClean="0">
                <a:sym typeface="Symbol" panose="05050102010706020507" pitchFamily="18" charset="2"/>
              </a:rPr>
              <a:t> | </a:t>
            </a:r>
            <a:r>
              <a:rPr lang="en-US" altLang="en-GB" sz="2600" i="1" smtClean="0">
                <a:sym typeface="Symbol" panose="05050102010706020507" pitchFamily="18" charset="2"/>
              </a:rPr>
              <a:t>B</a:t>
            </a:r>
          </a:p>
          <a:p>
            <a:pPr algn="just" eaLnBrk="1" hangingPunct="1"/>
            <a:r>
              <a:rPr lang="en-US" altLang="en-GB" sz="2600" i="1" smtClean="0">
                <a:sym typeface="Symbol" panose="05050102010706020507" pitchFamily="18" charset="2"/>
              </a:rPr>
              <a:t>R</a:t>
            </a:r>
            <a:r>
              <a:rPr lang="en-US" altLang="en-GB" sz="2600" i="1" baseline="-25000" smtClean="0">
                <a:sym typeface="Symbol" panose="05050102010706020507" pitchFamily="18" charset="2"/>
              </a:rPr>
              <a:t>2</a:t>
            </a:r>
            <a:r>
              <a:rPr lang="en-US" altLang="en-GB" sz="2600" smtClean="0">
                <a:sym typeface="Symbol" panose="05050102010706020507" pitchFamily="18" charset="2"/>
              </a:rPr>
              <a:t>  </a:t>
            </a:r>
            <a:r>
              <a:rPr lang="en-US" altLang="en-GB" sz="2600" i="1" smtClean="0">
                <a:sym typeface="Symbol" panose="05050102010706020507" pitchFamily="18" charset="2"/>
              </a:rPr>
              <a:t>BR</a:t>
            </a:r>
            <a:r>
              <a:rPr lang="en-US" altLang="en-GB" sz="2600" i="1" baseline="-25000" smtClean="0">
                <a:sym typeface="Symbol" panose="05050102010706020507" pitchFamily="18" charset="2"/>
              </a:rPr>
              <a:t>1</a:t>
            </a:r>
            <a:r>
              <a:rPr lang="en-US" altLang="en-GB" sz="2600" i="1" smtClean="0">
                <a:sym typeface="Symbol" panose="05050102010706020507" pitchFamily="18" charset="2"/>
              </a:rPr>
              <a:t>CR</a:t>
            </a:r>
            <a:r>
              <a:rPr lang="en-US" altLang="en-GB" sz="2600" i="1" baseline="-25000" smtClean="0">
                <a:sym typeface="Symbol" panose="05050102010706020507" pitchFamily="18" charset="2"/>
              </a:rPr>
              <a:t>2</a:t>
            </a:r>
            <a:r>
              <a:rPr lang="en-US" altLang="en-GB" sz="2600" smtClean="0">
                <a:sym typeface="Symbol" panose="05050102010706020507" pitchFamily="18" charset="2"/>
              </a:rPr>
              <a:t> | </a:t>
            </a:r>
            <a:r>
              <a:rPr lang="en-US" altLang="en-GB" sz="2600" i="1" smtClean="0">
                <a:sym typeface="Symbol" panose="05050102010706020507" pitchFamily="18" charset="2"/>
              </a:rPr>
              <a:t>BCR</a:t>
            </a:r>
            <a:r>
              <a:rPr lang="en-US" altLang="en-GB" sz="2600" i="1" baseline="-25000" smtClean="0">
                <a:sym typeface="Symbol" panose="05050102010706020507" pitchFamily="18" charset="2"/>
              </a:rPr>
              <a:t>2</a:t>
            </a:r>
            <a:r>
              <a:rPr lang="en-US" altLang="en-GB" sz="2600" i="1" smtClean="0">
                <a:sym typeface="Symbol" panose="05050102010706020507" pitchFamily="18" charset="2"/>
              </a:rPr>
              <a:t> | BR</a:t>
            </a:r>
            <a:r>
              <a:rPr lang="en-US" altLang="en-GB" sz="2600" i="1" baseline="-25000" smtClean="0">
                <a:sym typeface="Symbol" panose="05050102010706020507" pitchFamily="18" charset="2"/>
              </a:rPr>
              <a:t>1</a:t>
            </a:r>
            <a:r>
              <a:rPr lang="en-US" altLang="en-GB" sz="2600" i="1" smtClean="0">
                <a:sym typeface="Symbol" panose="05050102010706020507" pitchFamily="18" charset="2"/>
              </a:rPr>
              <a:t>C</a:t>
            </a:r>
            <a:r>
              <a:rPr lang="en-US" altLang="en-GB" sz="2600" smtClean="0">
                <a:sym typeface="Symbol" panose="05050102010706020507" pitchFamily="18" charset="2"/>
              </a:rPr>
              <a:t> | </a:t>
            </a:r>
            <a:r>
              <a:rPr lang="en-US" altLang="en-GB" sz="2600" i="1" smtClean="0">
                <a:sym typeface="Symbol" panose="05050102010706020507" pitchFamily="18" charset="2"/>
              </a:rPr>
              <a:t>BC</a:t>
            </a:r>
          </a:p>
          <a:p>
            <a:pPr algn="just" eaLnBrk="1" hangingPunct="1"/>
            <a:endParaRPr lang="en-US" altLang="en-GB" sz="2600" smtClean="0">
              <a:sym typeface="Symbol" panose="05050102010706020507" pitchFamily="18" charset="2"/>
            </a:endParaRPr>
          </a:p>
          <a:p>
            <a:pPr algn="just" eaLnBrk="1" hangingPunct="1"/>
            <a:endParaRPr lang="en-US" altLang="en-GB" sz="2600" smtClean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4035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32CC95-35F8-4674-B3AA-F5448F991731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4036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Step 2: Fix starting symbol</a:t>
            </a:r>
          </a:p>
        </p:txBody>
      </p:sp>
      <p:sp>
        <p:nvSpPr>
          <p:cNvPr id="44037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600" smtClean="0"/>
              <a:t>Rules S, A, B and C don’t have direct left recursion, and RHS variables are of higher number</a:t>
            </a:r>
          </a:p>
          <a:p>
            <a:pPr algn="just" eaLnBrk="1" hangingPunct="1"/>
            <a:r>
              <a:rPr lang="en-US" altLang="en-GB" sz="2600" smtClean="0"/>
              <a:t>All C rules start with terminal symbol</a:t>
            </a:r>
          </a:p>
          <a:p>
            <a:pPr algn="just" eaLnBrk="1" hangingPunct="1"/>
            <a:r>
              <a:rPr lang="en-US" altLang="en-GB" sz="2600" smtClean="0"/>
              <a:t>Proceed to fix rules B, A and S in bottom-up order, so they start with terminal symbol.</a:t>
            </a:r>
          </a:p>
          <a:p>
            <a:pPr algn="just" eaLnBrk="1" hangingPunct="1"/>
            <a:r>
              <a:rPr lang="en-US" altLang="en-GB" sz="2600" smtClean="0"/>
              <a:t>Use </a:t>
            </a:r>
            <a:r>
              <a:rPr lang="en-US" altLang="en-GB" sz="2600" i="1" smtClean="0"/>
              <a:t>A </a:t>
            </a:r>
            <a:r>
              <a:rPr lang="en-US" altLang="en-GB" sz="2600" smtClean="0">
                <a:sym typeface="Symbol" panose="05050102010706020507" pitchFamily="18" charset="2"/>
              </a:rPr>
              <a:t> </a:t>
            </a:r>
            <a:r>
              <a:rPr lang="en-US" altLang="en-GB" sz="2600" i="1" smtClean="0">
                <a:sym typeface="Symbol" panose="05050102010706020507" pitchFamily="18" charset="2"/>
              </a:rPr>
              <a:t>uBb </a:t>
            </a:r>
            <a:r>
              <a:rPr lang="en-US" altLang="en-GB" sz="2600" smtClean="0">
                <a:sym typeface="Symbol" panose="05050102010706020507" pitchFamily="18" charset="2"/>
              </a:rPr>
              <a:t>transformation technique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6083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507BEA-9B50-4245-BA57-5910BFBB9985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6084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Step 2: Fixing B rules</a:t>
            </a:r>
          </a:p>
        </p:txBody>
      </p:sp>
      <p:sp>
        <p:nvSpPr>
          <p:cNvPr id="46085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GB" smtClean="0"/>
              <a:t>Before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i="1" smtClean="0">
                <a:sym typeface="Symbol" panose="05050102010706020507" pitchFamily="18" charset="2"/>
              </a:rPr>
              <a:t>B</a:t>
            </a:r>
            <a:r>
              <a:rPr lang="en-US" altLang="en-GB" smtClean="0">
                <a:sym typeface="Symbol" panose="05050102010706020507" pitchFamily="18" charset="2"/>
              </a:rPr>
              <a:t>  </a:t>
            </a:r>
            <a:r>
              <a:rPr lang="en-US" altLang="en-GB" i="1" u="sng" smtClean="0">
                <a:sym typeface="Symbol" panose="05050102010706020507" pitchFamily="18" charset="2"/>
              </a:rPr>
              <a:t>C</a:t>
            </a:r>
            <a:r>
              <a:rPr lang="en-US" altLang="en-GB" b="1" i="1" smtClean="0">
                <a:sym typeface="Symbol" panose="05050102010706020507" pitchFamily="18" charset="2"/>
              </a:rPr>
              <a:t>BR</a:t>
            </a:r>
            <a:r>
              <a:rPr lang="en-US" altLang="en-GB" b="1" i="1" baseline="-25000" smtClean="0">
                <a:sym typeface="Symbol" panose="05050102010706020507" pitchFamily="18" charset="2"/>
              </a:rPr>
              <a:t>1</a:t>
            </a:r>
            <a:r>
              <a:rPr lang="en-US" altLang="en-GB" b="1" i="1" smtClean="0">
                <a:sym typeface="Symbol" panose="05050102010706020507" pitchFamily="18" charset="2"/>
              </a:rPr>
              <a:t>B</a:t>
            </a:r>
            <a:r>
              <a:rPr lang="en-US" altLang="en-GB" smtClean="0">
                <a:sym typeface="Symbol" panose="05050102010706020507" pitchFamily="18" charset="2"/>
              </a:rPr>
              <a:t> | </a:t>
            </a:r>
            <a:r>
              <a:rPr lang="en-US" altLang="en-GB" i="1" smtClean="0">
                <a:sym typeface="Symbol" panose="05050102010706020507" pitchFamily="18" charset="2"/>
              </a:rPr>
              <a:t>aR</a:t>
            </a:r>
            <a:r>
              <a:rPr lang="en-US" altLang="en-GB" i="1" baseline="-25000" smtClean="0">
                <a:sym typeface="Symbol" panose="05050102010706020507" pitchFamily="18" charset="2"/>
              </a:rPr>
              <a:t>1</a:t>
            </a:r>
            <a:r>
              <a:rPr lang="en-US" altLang="en-GB" i="1" smtClean="0">
                <a:sym typeface="Symbol" panose="05050102010706020507" pitchFamily="18" charset="2"/>
              </a:rPr>
              <a:t>B | </a:t>
            </a:r>
            <a:r>
              <a:rPr lang="en-US" altLang="en-GB" i="1" u="sng" smtClean="0">
                <a:sym typeface="Symbol" panose="05050102010706020507" pitchFamily="18" charset="2"/>
              </a:rPr>
              <a:t>C</a:t>
            </a:r>
            <a:r>
              <a:rPr lang="en-US" altLang="en-GB" b="1" i="1" smtClean="0">
                <a:sym typeface="Symbol" panose="05050102010706020507" pitchFamily="18" charset="2"/>
              </a:rPr>
              <a:t>BB</a:t>
            </a:r>
            <a:r>
              <a:rPr lang="en-US" altLang="en-GB" smtClean="0">
                <a:sym typeface="Symbol" panose="05050102010706020507" pitchFamily="18" charset="2"/>
              </a:rPr>
              <a:t> | </a:t>
            </a:r>
            <a:r>
              <a:rPr lang="en-US" altLang="en-GB" i="1" smtClean="0">
                <a:sym typeface="Symbol" panose="05050102010706020507" pitchFamily="18" charset="2"/>
              </a:rPr>
              <a:t>aB </a:t>
            </a:r>
            <a:r>
              <a:rPr lang="en-US" altLang="en-GB" smtClean="0">
                <a:sym typeface="Symbol" panose="05050102010706020507" pitchFamily="18" charset="2"/>
              </a:rPr>
              <a:t>| </a:t>
            </a:r>
            <a:r>
              <a:rPr lang="en-US" altLang="en-GB" i="1" smtClean="0">
                <a:sym typeface="Symbol" panose="05050102010706020507" pitchFamily="18" charset="2"/>
              </a:rPr>
              <a:t>b</a:t>
            </a:r>
            <a:endParaRPr lang="en-US" altLang="en-GB" smtClean="0"/>
          </a:p>
          <a:p>
            <a:pPr eaLnBrk="1" hangingPunct="1"/>
            <a:r>
              <a:rPr lang="en-US" altLang="en-GB" smtClean="0"/>
              <a:t>After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i="1" smtClean="0">
                <a:sym typeface="Symbol" panose="05050102010706020507" pitchFamily="18" charset="2"/>
              </a:rPr>
              <a:t>B</a:t>
            </a:r>
            <a:r>
              <a:rPr lang="en-US" altLang="en-GB" smtClean="0">
                <a:sym typeface="Symbol" panose="05050102010706020507" pitchFamily="18" charset="2"/>
              </a:rPr>
              <a:t>  </a:t>
            </a:r>
            <a:r>
              <a:rPr lang="en-US" altLang="en-GB" i="1" smtClean="0">
                <a:sym typeface="Symbol" panose="05050102010706020507" pitchFamily="18" charset="2"/>
              </a:rPr>
              <a:t>aR</a:t>
            </a:r>
            <a:r>
              <a:rPr lang="en-US" altLang="en-GB" i="1" baseline="-25000" smtClean="0">
                <a:sym typeface="Symbol" panose="05050102010706020507" pitchFamily="18" charset="2"/>
              </a:rPr>
              <a:t>1</a:t>
            </a:r>
            <a:r>
              <a:rPr lang="en-US" altLang="en-GB" i="1" smtClean="0">
                <a:sym typeface="Symbol" panose="05050102010706020507" pitchFamily="18" charset="2"/>
              </a:rPr>
              <a:t>B </a:t>
            </a:r>
            <a:r>
              <a:rPr lang="en-US" altLang="en-GB" smtClean="0">
                <a:sym typeface="Symbol" panose="05050102010706020507" pitchFamily="18" charset="2"/>
              </a:rPr>
              <a:t>| </a:t>
            </a:r>
            <a:r>
              <a:rPr lang="en-US" altLang="en-GB" i="1" smtClean="0">
                <a:sym typeface="Symbol" panose="05050102010706020507" pitchFamily="18" charset="2"/>
              </a:rPr>
              <a:t>aB </a:t>
            </a:r>
            <a:r>
              <a:rPr lang="en-US" altLang="en-GB" smtClean="0">
                <a:sym typeface="Symbol" panose="05050102010706020507" pitchFamily="18" charset="2"/>
              </a:rPr>
              <a:t>| </a:t>
            </a:r>
            <a:r>
              <a:rPr lang="en-US" altLang="en-GB" i="1" smtClean="0">
                <a:sym typeface="Symbol" panose="05050102010706020507" pitchFamily="18" charset="2"/>
              </a:rPr>
              <a:t>b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i="1" smtClean="0">
                <a:sym typeface="Symbol" panose="05050102010706020507" pitchFamily="18" charset="2"/>
              </a:rPr>
              <a:t>B</a:t>
            </a:r>
            <a:r>
              <a:rPr lang="en-US" altLang="en-GB" smtClean="0">
                <a:sym typeface="Symbol" panose="05050102010706020507" pitchFamily="18" charset="2"/>
              </a:rPr>
              <a:t>  </a:t>
            </a:r>
            <a:r>
              <a:rPr lang="en-US" altLang="en-GB" i="1" u="sng" smtClean="0">
                <a:sym typeface="Symbol" panose="05050102010706020507" pitchFamily="18" charset="2"/>
              </a:rPr>
              <a:t>aR</a:t>
            </a:r>
            <a:r>
              <a:rPr lang="en-US" altLang="en-GB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i="1" u="sng" smtClean="0">
                <a:sym typeface="Symbol" panose="05050102010706020507" pitchFamily="18" charset="2"/>
              </a:rPr>
              <a:t>CR</a:t>
            </a:r>
            <a:r>
              <a:rPr lang="en-US" altLang="en-GB" i="1" u="sng" baseline="-25000" smtClean="0">
                <a:sym typeface="Symbol" panose="05050102010706020507" pitchFamily="18" charset="2"/>
              </a:rPr>
              <a:t>2</a:t>
            </a:r>
            <a:r>
              <a:rPr lang="en-US" altLang="en-GB" b="1" i="1" smtClean="0">
                <a:sym typeface="Symbol" panose="05050102010706020507" pitchFamily="18" charset="2"/>
              </a:rPr>
              <a:t>BR</a:t>
            </a:r>
            <a:r>
              <a:rPr lang="en-US" altLang="en-GB" b="1" i="1" baseline="-25000" smtClean="0">
                <a:sym typeface="Symbol" panose="05050102010706020507" pitchFamily="18" charset="2"/>
              </a:rPr>
              <a:t>1</a:t>
            </a:r>
            <a:r>
              <a:rPr lang="en-US" altLang="en-GB" b="1" i="1" smtClean="0">
                <a:sym typeface="Symbol" panose="05050102010706020507" pitchFamily="18" charset="2"/>
              </a:rPr>
              <a:t>B</a:t>
            </a:r>
            <a:r>
              <a:rPr lang="en-US" altLang="en-GB" i="1" smtClean="0">
                <a:sym typeface="Symbol" panose="05050102010706020507" pitchFamily="18" charset="2"/>
              </a:rPr>
              <a:t> | </a:t>
            </a:r>
            <a:r>
              <a:rPr lang="en-US" altLang="en-GB" i="1" u="sng" smtClean="0">
                <a:sym typeface="Symbol" panose="05050102010706020507" pitchFamily="18" charset="2"/>
              </a:rPr>
              <a:t>aCR</a:t>
            </a:r>
            <a:r>
              <a:rPr lang="en-US" altLang="en-GB" i="1" u="sng" baseline="-25000" smtClean="0">
                <a:sym typeface="Symbol" panose="05050102010706020507" pitchFamily="18" charset="2"/>
              </a:rPr>
              <a:t>2</a:t>
            </a:r>
            <a:r>
              <a:rPr lang="en-US" altLang="en-GB" b="1" i="1" smtClean="0">
                <a:sym typeface="Symbol" panose="05050102010706020507" pitchFamily="18" charset="2"/>
              </a:rPr>
              <a:t>BR</a:t>
            </a:r>
            <a:r>
              <a:rPr lang="en-US" altLang="en-GB" b="1" i="1" baseline="-25000" smtClean="0">
                <a:sym typeface="Symbol" panose="05050102010706020507" pitchFamily="18" charset="2"/>
              </a:rPr>
              <a:t>1</a:t>
            </a:r>
            <a:r>
              <a:rPr lang="en-US" altLang="en-GB" b="1" i="1" smtClean="0">
                <a:sym typeface="Symbol" panose="05050102010706020507" pitchFamily="18" charset="2"/>
              </a:rPr>
              <a:t>B</a:t>
            </a:r>
            <a:r>
              <a:rPr lang="en-US" altLang="en-GB" i="1" smtClean="0">
                <a:sym typeface="Symbol" panose="05050102010706020507" pitchFamily="18" charset="2"/>
              </a:rPr>
              <a:t> </a:t>
            </a:r>
            <a:r>
              <a:rPr lang="en-US" altLang="en-GB" smtClean="0">
                <a:sym typeface="Symbol" panose="05050102010706020507" pitchFamily="18" charset="2"/>
              </a:rPr>
              <a:t>| </a:t>
            </a:r>
            <a:r>
              <a:rPr lang="en-US" altLang="en-GB" i="1" u="sng" smtClean="0">
                <a:sym typeface="Symbol" panose="05050102010706020507" pitchFamily="18" charset="2"/>
              </a:rPr>
              <a:t>cR</a:t>
            </a:r>
            <a:r>
              <a:rPr lang="en-US" altLang="en-GB" i="1" u="sng" baseline="-25000" smtClean="0">
                <a:sym typeface="Symbol" panose="05050102010706020507" pitchFamily="18" charset="2"/>
              </a:rPr>
              <a:t>2</a:t>
            </a:r>
            <a:r>
              <a:rPr lang="en-US" altLang="en-GB" b="1" i="1" smtClean="0">
                <a:sym typeface="Symbol" panose="05050102010706020507" pitchFamily="18" charset="2"/>
              </a:rPr>
              <a:t>BR</a:t>
            </a:r>
            <a:r>
              <a:rPr lang="en-US" altLang="en-GB" b="1" i="1" baseline="-25000" smtClean="0">
                <a:sym typeface="Symbol" panose="05050102010706020507" pitchFamily="18" charset="2"/>
              </a:rPr>
              <a:t>1</a:t>
            </a:r>
            <a:r>
              <a:rPr lang="en-US" altLang="en-GB" b="1" i="1" smtClean="0">
                <a:sym typeface="Symbol" panose="05050102010706020507" pitchFamily="18" charset="2"/>
              </a:rPr>
              <a:t>B</a:t>
            </a:r>
            <a:r>
              <a:rPr lang="en-US" altLang="en-GB" i="1" smtClean="0">
                <a:sym typeface="Symbol" panose="05050102010706020507" pitchFamily="18" charset="2"/>
              </a:rPr>
              <a:t> | </a:t>
            </a:r>
            <a:r>
              <a:rPr lang="en-US" altLang="en-GB" i="1" u="sng" smtClean="0">
                <a:sym typeface="Symbol" panose="05050102010706020507" pitchFamily="18" charset="2"/>
              </a:rPr>
              <a:t>aR</a:t>
            </a:r>
            <a:r>
              <a:rPr lang="en-US" altLang="en-GB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i="1" u="sng" smtClean="0">
                <a:sym typeface="Symbol" panose="05050102010706020507" pitchFamily="18" charset="2"/>
              </a:rPr>
              <a:t>C</a:t>
            </a:r>
            <a:r>
              <a:rPr lang="en-US" altLang="en-GB" b="1" i="1" smtClean="0">
                <a:sym typeface="Symbol" panose="05050102010706020507" pitchFamily="18" charset="2"/>
              </a:rPr>
              <a:t>BR</a:t>
            </a:r>
            <a:r>
              <a:rPr lang="en-US" altLang="en-GB" b="1" i="1" baseline="-25000" smtClean="0">
                <a:sym typeface="Symbol" panose="05050102010706020507" pitchFamily="18" charset="2"/>
              </a:rPr>
              <a:t>1</a:t>
            </a:r>
            <a:r>
              <a:rPr lang="en-US" altLang="en-GB" b="1" i="1" smtClean="0">
                <a:sym typeface="Symbol" panose="05050102010706020507" pitchFamily="18" charset="2"/>
              </a:rPr>
              <a:t>B</a:t>
            </a:r>
            <a:r>
              <a:rPr lang="en-US" altLang="en-GB" i="1" smtClean="0">
                <a:sym typeface="Symbol" panose="05050102010706020507" pitchFamily="18" charset="2"/>
              </a:rPr>
              <a:t> | </a:t>
            </a:r>
            <a:r>
              <a:rPr lang="en-US" altLang="en-GB" i="1" u="sng" smtClean="0">
                <a:sym typeface="Symbol" panose="05050102010706020507" pitchFamily="18" charset="2"/>
              </a:rPr>
              <a:t>aC</a:t>
            </a:r>
            <a:r>
              <a:rPr lang="en-US" altLang="en-GB" b="1" i="1" smtClean="0">
                <a:sym typeface="Symbol" panose="05050102010706020507" pitchFamily="18" charset="2"/>
              </a:rPr>
              <a:t>BR</a:t>
            </a:r>
            <a:r>
              <a:rPr lang="en-US" altLang="en-GB" b="1" i="1" baseline="-25000" smtClean="0">
                <a:sym typeface="Symbol" panose="05050102010706020507" pitchFamily="18" charset="2"/>
              </a:rPr>
              <a:t>1</a:t>
            </a:r>
            <a:r>
              <a:rPr lang="en-US" altLang="en-GB" b="1" i="1" smtClean="0">
                <a:sym typeface="Symbol" panose="05050102010706020507" pitchFamily="18" charset="2"/>
              </a:rPr>
              <a:t>B</a:t>
            </a:r>
            <a:r>
              <a:rPr lang="en-US" altLang="en-GB" i="1" smtClean="0">
                <a:sym typeface="Symbol" panose="05050102010706020507" pitchFamily="18" charset="2"/>
              </a:rPr>
              <a:t> </a:t>
            </a:r>
            <a:r>
              <a:rPr lang="en-US" altLang="en-GB" smtClean="0">
                <a:sym typeface="Symbol" panose="05050102010706020507" pitchFamily="18" charset="2"/>
              </a:rPr>
              <a:t>| </a:t>
            </a:r>
            <a:r>
              <a:rPr lang="en-US" altLang="en-GB" i="1" u="sng" smtClean="0">
                <a:sym typeface="Symbol" panose="05050102010706020507" pitchFamily="18" charset="2"/>
              </a:rPr>
              <a:t>c</a:t>
            </a:r>
            <a:r>
              <a:rPr lang="en-US" altLang="en-GB" b="1" i="1" smtClean="0">
                <a:sym typeface="Symbol" panose="05050102010706020507" pitchFamily="18" charset="2"/>
              </a:rPr>
              <a:t>BR</a:t>
            </a:r>
            <a:r>
              <a:rPr lang="en-US" altLang="en-GB" b="1" i="1" baseline="-25000" smtClean="0">
                <a:sym typeface="Symbol" panose="05050102010706020507" pitchFamily="18" charset="2"/>
              </a:rPr>
              <a:t>1</a:t>
            </a:r>
            <a:r>
              <a:rPr lang="en-US" altLang="en-GB" b="1" i="1" smtClean="0">
                <a:sym typeface="Symbol" panose="05050102010706020507" pitchFamily="18" charset="2"/>
              </a:rPr>
              <a:t>B</a:t>
            </a:r>
            <a:endParaRPr lang="en-US" altLang="en-GB" i="1" u="sng" smtClean="0"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i="1" smtClean="0">
                <a:sym typeface="Symbol" panose="05050102010706020507" pitchFamily="18" charset="2"/>
              </a:rPr>
              <a:t>B</a:t>
            </a:r>
            <a:r>
              <a:rPr lang="en-US" altLang="en-GB" smtClean="0">
                <a:sym typeface="Symbol" panose="05050102010706020507" pitchFamily="18" charset="2"/>
              </a:rPr>
              <a:t>  </a:t>
            </a:r>
            <a:r>
              <a:rPr lang="en-US" altLang="en-GB" i="1" u="sng" smtClean="0">
                <a:sym typeface="Symbol" panose="05050102010706020507" pitchFamily="18" charset="2"/>
              </a:rPr>
              <a:t>aR</a:t>
            </a:r>
            <a:r>
              <a:rPr lang="en-US" altLang="en-GB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i="1" u="sng" smtClean="0">
                <a:sym typeface="Symbol" panose="05050102010706020507" pitchFamily="18" charset="2"/>
              </a:rPr>
              <a:t>CR</a:t>
            </a:r>
            <a:r>
              <a:rPr lang="en-US" altLang="en-GB" i="1" u="sng" baseline="-25000" smtClean="0">
                <a:sym typeface="Symbol" panose="05050102010706020507" pitchFamily="18" charset="2"/>
              </a:rPr>
              <a:t>2</a:t>
            </a:r>
            <a:r>
              <a:rPr lang="en-US" altLang="en-GB" b="1" i="1" smtClean="0">
                <a:sym typeface="Symbol" panose="05050102010706020507" pitchFamily="18" charset="2"/>
              </a:rPr>
              <a:t>BB</a:t>
            </a:r>
            <a:r>
              <a:rPr lang="en-US" altLang="en-GB" i="1" smtClean="0">
                <a:sym typeface="Symbol" panose="05050102010706020507" pitchFamily="18" charset="2"/>
              </a:rPr>
              <a:t> | </a:t>
            </a:r>
            <a:r>
              <a:rPr lang="en-US" altLang="en-GB" i="1" u="sng" smtClean="0">
                <a:sym typeface="Symbol" panose="05050102010706020507" pitchFamily="18" charset="2"/>
              </a:rPr>
              <a:t>aCR</a:t>
            </a:r>
            <a:r>
              <a:rPr lang="en-US" altLang="en-GB" i="1" u="sng" baseline="-25000" smtClean="0">
                <a:sym typeface="Symbol" panose="05050102010706020507" pitchFamily="18" charset="2"/>
              </a:rPr>
              <a:t>2</a:t>
            </a:r>
            <a:r>
              <a:rPr lang="en-US" altLang="en-GB" b="1" i="1" smtClean="0">
                <a:sym typeface="Symbol" panose="05050102010706020507" pitchFamily="18" charset="2"/>
              </a:rPr>
              <a:t>BB</a:t>
            </a:r>
            <a:r>
              <a:rPr lang="en-US" altLang="en-GB" i="1" smtClean="0">
                <a:sym typeface="Symbol" panose="05050102010706020507" pitchFamily="18" charset="2"/>
              </a:rPr>
              <a:t> </a:t>
            </a:r>
            <a:r>
              <a:rPr lang="en-US" altLang="en-GB" smtClean="0">
                <a:sym typeface="Symbol" panose="05050102010706020507" pitchFamily="18" charset="2"/>
              </a:rPr>
              <a:t>| </a:t>
            </a:r>
            <a:r>
              <a:rPr lang="en-US" altLang="en-GB" i="1" u="sng" smtClean="0">
                <a:sym typeface="Symbol" panose="05050102010706020507" pitchFamily="18" charset="2"/>
              </a:rPr>
              <a:t>cR</a:t>
            </a:r>
            <a:r>
              <a:rPr lang="en-US" altLang="en-GB" i="1" u="sng" baseline="-25000" smtClean="0">
                <a:sym typeface="Symbol" panose="05050102010706020507" pitchFamily="18" charset="2"/>
              </a:rPr>
              <a:t>2</a:t>
            </a:r>
            <a:r>
              <a:rPr lang="en-US" altLang="en-GB" b="1" i="1" smtClean="0">
                <a:sym typeface="Symbol" panose="05050102010706020507" pitchFamily="18" charset="2"/>
              </a:rPr>
              <a:t>BB</a:t>
            </a:r>
            <a:r>
              <a:rPr lang="en-US" altLang="en-GB" i="1" smtClean="0">
                <a:sym typeface="Symbol" panose="05050102010706020507" pitchFamily="18" charset="2"/>
              </a:rPr>
              <a:t> | </a:t>
            </a:r>
            <a:r>
              <a:rPr lang="en-US" altLang="en-GB" i="1" u="sng" smtClean="0">
                <a:sym typeface="Symbol" panose="05050102010706020507" pitchFamily="18" charset="2"/>
              </a:rPr>
              <a:t>aR</a:t>
            </a:r>
            <a:r>
              <a:rPr lang="en-US" altLang="en-GB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i="1" u="sng" smtClean="0">
                <a:sym typeface="Symbol" panose="05050102010706020507" pitchFamily="18" charset="2"/>
              </a:rPr>
              <a:t>C</a:t>
            </a:r>
            <a:r>
              <a:rPr lang="en-US" altLang="en-GB" b="1" i="1" smtClean="0">
                <a:sym typeface="Symbol" panose="05050102010706020507" pitchFamily="18" charset="2"/>
              </a:rPr>
              <a:t>BB</a:t>
            </a:r>
            <a:r>
              <a:rPr lang="en-US" altLang="en-GB" i="1" smtClean="0">
                <a:sym typeface="Symbol" panose="05050102010706020507" pitchFamily="18" charset="2"/>
              </a:rPr>
              <a:t> | </a:t>
            </a:r>
            <a:r>
              <a:rPr lang="en-US" altLang="en-GB" i="1" u="sng" smtClean="0">
                <a:sym typeface="Symbol" panose="05050102010706020507" pitchFamily="18" charset="2"/>
              </a:rPr>
              <a:t>aC</a:t>
            </a:r>
            <a:r>
              <a:rPr lang="en-US" altLang="en-GB" b="1" i="1" smtClean="0">
                <a:sym typeface="Symbol" panose="05050102010706020507" pitchFamily="18" charset="2"/>
              </a:rPr>
              <a:t>BB</a:t>
            </a:r>
            <a:r>
              <a:rPr lang="en-US" altLang="en-GB" i="1" smtClean="0">
                <a:sym typeface="Symbol" panose="05050102010706020507" pitchFamily="18" charset="2"/>
              </a:rPr>
              <a:t> </a:t>
            </a:r>
            <a:r>
              <a:rPr lang="en-US" altLang="en-GB" smtClean="0">
                <a:sym typeface="Symbol" panose="05050102010706020507" pitchFamily="18" charset="2"/>
              </a:rPr>
              <a:t>| </a:t>
            </a:r>
            <a:r>
              <a:rPr lang="en-US" altLang="en-GB" i="1" u="sng" smtClean="0">
                <a:sym typeface="Symbol" panose="05050102010706020507" pitchFamily="18" charset="2"/>
              </a:rPr>
              <a:t>c</a:t>
            </a:r>
            <a:r>
              <a:rPr lang="en-US" altLang="en-GB" b="1" i="1" smtClean="0">
                <a:sym typeface="Symbol" panose="05050102010706020507" pitchFamily="18" charset="2"/>
              </a:rPr>
              <a:t>BB</a:t>
            </a:r>
            <a:endParaRPr lang="en-US" altLang="en-GB" u="sng" smtClean="0"/>
          </a:p>
          <a:p>
            <a:pPr eaLnBrk="1" hangingPunct="1"/>
            <a:endParaRPr lang="en-US" altLang="en-GB" smtClean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8131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6A4555-5F67-4A47-8A27-6083998AA105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8132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Step 2: Fixing A rules</a:t>
            </a:r>
          </a:p>
        </p:txBody>
      </p:sp>
      <p:sp>
        <p:nvSpPr>
          <p:cNvPr id="48133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GB" smtClean="0"/>
              <a:t>Before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i="1" smtClean="0">
                <a:sym typeface="Symbol" panose="05050102010706020507" pitchFamily="18" charset="2"/>
              </a:rPr>
              <a:t>A</a:t>
            </a:r>
            <a:r>
              <a:rPr lang="en-US" altLang="en-GB" smtClean="0">
                <a:sym typeface="Symbol" panose="05050102010706020507" pitchFamily="18" charset="2"/>
              </a:rPr>
              <a:t>  </a:t>
            </a:r>
            <a:r>
              <a:rPr lang="en-US" altLang="en-GB" i="1" u="sng" smtClean="0">
                <a:sym typeface="Symbol" panose="05050102010706020507" pitchFamily="18" charset="2"/>
              </a:rPr>
              <a:t>C</a:t>
            </a:r>
            <a:r>
              <a:rPr lang="en-US" altLang="en-GB" b="1" i="1" smtClean="0">
                <a:sym typeface="Symbol" panose="05050102010706020507" pitchFamily="18" charset="2"/>
              </a:rPr>
              <a:t>BR</a:t>
            </a:r>
            <a:r>
              <a:rPr lang="en-US" altLang="en-GB" b="1" i="1" baseline="-25000" smtClean="0">
                <a:sym typeface="Symbol" panose="05050102010706020507" pitchFamily="18" charset="2"/>
              </a:rPr>
              <a:t>1</a:t>
            </a:r>
            <a:r>
              <a:rPr lang="en-US" altLang="en-GB" smtClean="0">
                <a:sym typeface="Symbol" panose="05050102010706020507" pitchFamily="18" charset="2"/>
              </a:rPr>
              <a:t> | </a:t>
            </a:r>
            <a:r>
              <a:rPr lang="en-US" altLang="en-GB" i="1" smtClean="0">
                <a:sym typeface="Symbol" panose="05050102010706020507" pitchFamily="18" charset="2"/>
              </a:rPr>
              <a:t>aR</a:t>
            </a:r>
            <a:r>
              <a:rPr lang="en-US" altLang="en-GB" i="1" baseline="-25000" smtClean="0">
                <a:sym typeface="Symbol" panose="05050102010706020507" pitchFamily="18" charset="2"/>
              </a:rPr>
              <a:t>1</a:t>
            </a:r>
            <a:r>
              <a:rPr lang="en-US" altLang="en-GB" i="1" smtClean="0">
                <a:sym typeface="Symbol" panose="05050102010706020507" pitchFamily="18" charset="2"/>
              </a:rPr>
              <a:t> | </a:t>
            </a:r>
            <a:r>
              <a:rPr lang="en-US" altLang="en-GB" i="1" u="sng" smtClean="0">
                <a:sym typeface="Symbol" panose="05050102010706020507" pitchFamily="18" charset="2"/>
              </a:rPr>
              <a:t>C</a:t>
            </a:r>
            <a:r>
              <a:rPr lang="en-US" altLang="en-GB" b="1" i="1" smtClean="0">
                <a:sym typeface="Symbol" panose="05050102010706020507" pitchFamily="18" charset="2"/>
              </a:rPr>
              <a:t>B</a:t>
            </a:r>
            <a:r>
              <a:rPr lang="en-US" altLang="en-GB" smtClean="0">
                <a:sym typeface="Symbol" panose="05050102010706020507" pitchFamily="18" charset="2"/>
              </a:rPr>
              <a:t> | </a:t>
            </a:r>
            <a:r>
              <a:rPr lang="en-US" altLang="en-GB" i="1" smtClean="0">
                <a:sym typeface="Symbol" panose="05050102010706020507" pitchFamily="18" charset="2"/>
              </a:rPr>
              <a:t>a</a:t>
            </a:r>
            <a:endParaRPr lang="en-US" altLang="en-GB" smtClean="0"/>
          </a:p>
          <a:p>
            <a:pPr eaLnBrk="1" hangingPunct="1"/>
            <a:r>
              <a:rPr lang="en-US" altLang="en-GB" smtClean="0"/>
              <a:t>After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i="1" smtClean="0">
                <a:sym typeface="Symbol" panose="05050102010706020507" pitchFamily="18" charset="2"/>
              </a:rPr>
              <a:t>A</a:t>
            </a:r>
            <a:r>
              <a:rPr lang="en-US" altLang="en-GB" smtClean="0">
                <a:sym typeface="Symbol" panose="05050102010706020507" pitchFamily="18" charset="2"/>
              </a:rPr>
              <a:t>  </a:t>
            </a:r>
            <a:r>
              <a:rPr lang="en-US" altLang="en-GB" i="1" smtClean="0">
                <a:sym typeface="Symbol" panose="05050102010706020507" pitchFamily="18" charset="2"/>
              </a:rPr>
              <a:t>aR</a:t>
            </a:r>
            <a:r>
              <a:rPr lang="en-US" altLang="en-GB" i="1" baseline="-25000" smtClean="0">
                <a:sym typeface="Symbol" panose="05050102010706020507" pitchFamily="18" charset="2"/>
              </a:rPr>
              <a:t>1</a:t>
            </a:r>
            <a:r>
              <a:rPr lang="en-US" altLang="en-GB" i="1" smtClean="0">
                <a:sym typeface="Symbol" panose="05050102010706020507" pitchFamily="18" charset="2"/>
              </a:rPr>
              <a:t> </a:t>
            </a:r>
            <a:r>
              <a:rPr lang="en-US" altLang="en-GB" smtClean="0">
                <a:sym typeface="Symbol" panose="05050102010706020507" pitchFamily="18" charset="2"/>
              </a:rPr>
              <a:t>| </a:t>
            </a:r>
            <a:r>
              <a:rPr lang="en-US" altLang="en-GB" i="1" smtClean="0">
                <a:sym typeface="Symbol" panose="05050102010706020507" pitchFamily="18" charset="2"/>
              </a:rPr>
              <a:t>a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i="1" smtClean="0">
                <a:sym typeface="Symbol" panose="05050102010706020507" pitchFamily="18" charset="2"/>
              </a:rPr>
              <a:t>A</a:t>
            </a:r>
            <a:r>
              <a:rPr lang="en-US" altLang="en-GB" smtClean="0">
                <a:sym typeface="Symbol" panose="05050102010706020507" pitchFamily="18" charset="2"/>
              </a:rPr>
              <a:t>  </a:t>
            </a:r>
            <a:r>
              <a:rPr lang="en-US" altLang="en-GB" i="1" u="sng" smtClean="0">
                <a:sym typeface="Symbol" panose="05050102010706020507" pitchFamily="18" charset="2"/>
              </a:rPr>
              <a:t>aR</a:t>
            </a:r>
            <a:r>
              <a:rPr lang="en-US" altLang="en-GB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i="1" u="sng" smtClean="0">
                <a:sym typeface="Symbol" panose="05050102010706020507" pitchFamily="18" charset="2"/>
              </a:rPr>
              <a:t>CR</a:t>
            </a:r>
            <a:r>
              <a:rPr lang="en-US" altLang="en-GB" i="1" u="sng" baseline="-25000" smtClean="0">
                <a:sym typeface="Symbol" panose="05050102010706020507" pitchFamily="18" charset="2"/>
              </a:rPr>
              <a:t>2</a:t>
            </a:r>
            <a:r>
              <a:rPr lang="en-US" altLang="en-GB" b="1" i="1" smtClean="0">
                <a:sym typeface="Symbol" panose="05050102010706020507" pitchFamily="18" charset="2"/>
              </a:rPr>
              <a:t>BR</a:t>
            </a:r>
            <a:r>
              <a:rPr lang="en-US" altLang="en-GB" b="1" i="1" baseline="-25000" smtClean="0">
                <a:sym typeface="Symbol" panose="05050102010706020507" pitchFamily="18" charset="2"/>
              </a:rPr>
              <a:t>1</a:t>
            </a:r>
            <a:r>
              <a:rPr lang="en-US" altLang="en-GB" i="1" smtClean="0">
                <a:sym typeface="Symbol" panose="05050102010706020507" pitchFamily="18" charset="2"/>
              </a:rPr>
              <a:t> | </a:t>
            </a:r>
            <a:r>
              <a:rPr lang="en-US" altLang="en-GB" i="1" u="sng" smtClean="0">
                <a:sym typeface="Symbol" panose="05050102010706020507" pitchFamily="18" charset="2"/>
              </a:rPr>
              <a:t>aCR</a:t>
            </a:r>
            <a:r>
              <a:rPr lang="en-US" altLang="en-GB" i="1" u="sng" baseline="-25000" smtClean="0">
                <a:sym typeface="Symbol" panose="05050102010706020507" pitchFamily="18" charset="2"/>
              </a:rPr>
              <a:t>2</a:t>
            </a:r>
            <a:r>
              <a:rPr lang="en-US" altLang="en-GB" b="1" i="1" smtClean="0">
                <a:sym typeface="Symbol" panose="05050102010706020507" pitchFamily="18" charset="2"/>
              </a:rPr>
              <a:t>BR</a:t>
            </a:r>
            <a:r>
              <a:rPr lang="en-US" altLang="en-GB" b="1" i="1" baseline="-25000" smtClean="0">
                <a:sym typeface="Symbol" panose="05050102010706020507" pitchFamily="18" charset="2"/>
              </a:rPr>
              <a:t>1</a:t>
            </a:r>
            <a:r>
              <a:rPr lang="en-US" altLang="en-GB" i="1" smtClean="0">
                <a:sym typeface="Symbol" panose="05050102010706020507" pitchFamily="18" charset="2"/>
              </a:rPr>
              <a:t> </a:t>
            </a:r>
            <a:r>
              <a:rPr lang="en-US" altLang="en-GB" smtClean="0">
                <a:sym typeface="Symbol" panose="05050102010706020507" pitchFamily="18" charset="2"/>
              </a:rPr>
              <a:t>| </a:t>
            </a:r>
            <a:r>
              <a:rPr lang="en-US" altLang="en-GB" i="1" u="sng" smtClean="0">
                <a:sym typeface="Symbol" panose="05050102010706020507" pitchFamily="18" charset="2"/>
              </a:rPr>
              <a:t>cR</a:t>
            </a:r>
            <a:r>
              <a:rPr lang="en-US" altLang="en-GB" i="1" u="sng" baseline="-25000" smtClean="0">
                <a:sym typeface="Symbol" panose="05050102010706020507" pitchFamily="18" charset="2"/>
              </a:rPr>
              <a:t>2</a:t>
            </a:r>
            <a:r>
              <a:rPr lang="en-US" altLang="en-GB" b="1" i="1" smtClean="0">
                <a:sym typeface="Symbol" panose="05050102010706020507" pitchFamily="18" charset="2"/>
              </a:rPr>
              <a:t>BR</a:t>
            </a:r>
            <a:r>
              <a:rPr lang="en-US" altLang="en-GB" b="1" i="1" baseline="-25000" smtClean="0">
                <a:sym typeface="Symbol" panose="05050102010706020507" pitchFamily="18" charset="2"/>
              </a:rPr>
              <a:t>1</a:t>
            </a:r>
            <a:r>
              <a:rPr lang="en-US" altLang="en-GB" i="1" smtClean="0">
                <a:sym typeface="Symbol" panose="05050102010706020507" pitchFamily="18" charset="2"/>
              </a:rPr>
              <a:t> | </a:t>
            </a:r>
            <a:r>
              <a:rPr lang="en-US" altLang="en-GB" i="1" u="sng" smtClean="0">
                <a:sym typeface="Symbol" panose="05050102010706020507" pitchFamily="18" charset="2"/>
              </a:rPr>
              <a:t>aR</a:t>
            </a:r>
            <a:r>
              <a:rPr lang="en-US" altLang="en-GB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i="1" u="sng" smtClean="0">
                <a:sym typeface="Symbol" panose="05050102010706020507" pitchFamily="18" charset="2"/>
              </a:rPr>
              <a:t>C</a:t>
            </a:r>
            <a:r>
              <a:rPr lang="en-US" altLang="en-GB" b="1" i="1" smtClean="0">
                <a:sym typeface="Symbol" panose="05050102010706020507" pitchFamily="18" charset="2"/>
              </a:rPr>
              <a:t>BR</a:t>
            </a:r>
            <a:r>
              <a:rPr lang="en-US" altLang="en-GB" b="1" i="1" baseline="-25000" smtClean="0">
                <a:sym typeface="Symbol" panose="05050102010706020507" pitchFamily="18" charset="2"/>
              </a:rPr>
              <a:t>1</a:t>
            </a:r>
            <a:r>
              <a:rPr lang="en-US" altLang="en-GB" i="1" smtClean="0">
                <a:sym typeface="Symbol" panose="05050102010706020507" pitchFamily="18" charset="2"/>
              </a:rPr>
              <a:t> | </a:t>
            </a:r>
            <a:r>
              <a:rPr lang="en-US" altLang="en-GB" i="1" u="sng" smtClean="0">
                <a:sym typeface="Symbol" panose="05050102010706020507" pitchFamily="18" charset="2"/>
              </a:rPr>
              <a:t>aC</a:t>
            </a:r>
            <a:r>
              <a:rPr lang="en-US" altLang="en-GB" b="1" i="1" smtClean="0">
                <a:sym typeface="Symbol" panose="05050102010706020507" pitchFamily="18" charset="2"/>
              </a:rPr>
              <a:t>BR</a:t>
            </a:r>
            <a:r>
              <a:rPr lang="en-US" altLang="en-GB" b="1" i="1" baseline="-25000" smtClean="0">
                <a:sym typeface="Symbol" panose="05050102010706020507" pitchFamily="18" charset="2"/>
              </a:rPr>
              <a:t>1</a:t>
            </a:r>
            <a:r>
              <a:rPr lang="en-US" altLang="en-GB" i="1" smtClean="0">
                <a:sym typeface="Symbol" panose="05050102010706020507" pitchFamily="18" charset="2"/>
              </a:rPr>
              <a:t> </a:t>
            </a:r>
            <a:r>
              <a:rPr lang="en-US" altLang="en-GB" smtClean="0">
                <a:sym typeface="Symbol" panose="05050102010706020507" pitchFamily="18" charset="2"/>
              </a:rPr>
              <a:t>| </a:t>
            </a:r>
            <a:r>
              <a:rPr lang="en-US" altLang="en-GB" i="1" u="sng" smtClean="0">
                <a:sym typeface="Symbol" panose="05050102010706020507" pitchFamily="18" charset="2"/>
              </a:rPr>
              <a:t>c</a:t>
            </a:r>
            <a:r>
              <a:rPr lang="en-US" altLang="en-GB" b="1" i="1" smtClean="0">
                <a:sym typeface="Symbol" panose="05050102010706020507" pitchFamily="18" charset="2"/>
              </a:rPr>
              <a:t>BR</a:t>
            </a:r>
            <a:r>
              <a:rPr lang="en-US" altLang="en-GB" b="1" i="1" baseline="-25000" smtClean="0">
                <a:sym typeface="Symbol" panose="05050102010706020507" pitchFamily="18" charset="2"/>
              </a:rPr>
              <a:t>1</a:t>
            </a:r>
            <a:endParaRPr lang="en-US" altLang="en-GB" i="1" u="sng" smtClean="0"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i="1" smtClean="0">
                <a:sym typeface="Symbol" panose="05050102010706020507" pitchFamily="18" charset="2"/>
              </a:rPr>
              <a:t>A</a:t>
            </a:r>
            <a:r>
              <a:rPr lang="en-US" altLang="en-GB" smtClean="0">
                <a:sym typeface="Symbol" panose="05050102010706020507" pitchFamily="18" charset="2"/>
              </a:rPr>
              <a:t>  </a:t>
            </a:r>
            <a:r>
              <a:rPr lang="en-US" altLang="en-GB" i="1" u="sng" smtClean="0">
                <a:sym typeface="Symbol" panose="05050102010706020507" pitchFamily="18" charset="2"/>
              </a:rPr>
              <a:t>aR</a:t>
            </a:r>
            <a:r>
              <a:rPr lang="en-US" altLang="en-GB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i="1" u="sng" smtClean="0">
                <a:sym typeface="Symbol" panose="05050102010706020507" pitchFamily="18" charset="2"/>
              </a:rPr>
              <a:t>CR</a:t>
            </a:r>
            <a:r>
              <a:rPr lang="en-US" altLang="en-GB" i="1" u="sng" baseline="-25000" smtClean="0">
                <a:sym typeface="Symbol" panose="05050102010706020507" pitchFamily="18" charset="2"/>
              </a:rPr>
              <a:t>2</a:t>
            </a:r>
            <a:r>
              <a:rPr lang="en-US" altLang="en-GB" b="1" i="1" smtClean="0">
                <a:sym typeface="Symbol" panose="05050102010706020507" pitchFamily="18" charset="2"/>
              </a:rPr>
              <a:t>B</a:t>
            </a:r>
            <a:r>
              <a:rPr lang="en-US" altLang="en-GB" i="1" smtClean="0">
                <a:sym typeface="Symbol" panose="05050102010706020507" pitchFamily="18" charset="2"/>
              </a:rPr>
              <a:t> | </a:t>
            </a:r>
            <a:r>
              <a:rPr lang="en-US" altLang="en-GB" i="1" u="sng" smtClean="0">
                <a:sym typeface="Symbol" panose="05050102010706020507" pitchFamily="18" charset="2"/>
              </a:rPr>
              <a:t>aCR</a:t>
            </a:r>
            <a:r>
              <a:rPr lang="en-US" altLang="en-GB" i="1" u="sng" baseline="-25000" smtClean="0">
                <a:sym typeface="Symbol" panose="05050102010706020507" pitchFamily="18" charset="2"/>
              </a:rPr>
              <a:t>2</a:t>
            </a:r>
            <a:r>
              <a:rPr lang="en-US" altLang="en-GB" b="1" i="1" smtClean="0">
                <a:sym typeface="Symbol" panose="05050102010706020507" pitchFamily="18" charset="2"/>
              </a:rPr>
              <a:t>B</a:t>
            </a:r>
            <a:r>
              <a:rPr lang="en-US" altLang="en-GB" i="1" smtClean="0">
                <a:sym typeface="Symbol" panose="05050102010706020507" pitchFamily="18" charset="2"/>
              </a:rPr>
              <a:t> </a:t>
            </a:r>
            <a:r>
              <a:rPr lang="en-US" altLang="en-GB" smtClean="0">
                <a:sym typeface="Symbol" panose="05050102010706020507" pitchFamily="18" charset="2"/>
              </a:rPr>
              <a:t>| </a:t>
            </a:r>
            <a:r>
              <a:rPr lang="en-US" altLang="en-GB" i="1" u="sng" smtClean="0">
                <a:sym typeface="Symbol" panose="05050102010706020507" pitchFamily="18" charset="2"/>
              </a:rPr>
              <a:t>cR</a:t>
            </a:r>
            <a:r>
              <a:rPr lang="en-US" altLang="en-GB" i="1" u="sng" baseline="-25000" smtClean="0">
                <a:sym typeface="Symbol" panose="05050102010706020507" pitchFamily="18" charset="2"/>
              </a:rPr>
              <a:t>2</a:t>
            </a:r>
            <a:r>
              <a:rPr lang="en-US" altLang="en-GB" b="1" i="1" smtClean="0">
                <a:sym typeface="Symbol" panose="05050102010706020507" pitchFamily="18" charset="2"/>
              </a:rPr>
              <a:t>B</a:t>
            </a:r>
            <a:r>
              <a:rPr lang="en-US" altLang="en-GB" i="1" smtClean="0">
                <a:sym typeface="Symbol" panose="05050102010706020507" pitchFamily="18" charset="2"/>
              </a:rPr>
              <a:t> | </a:t>
            </a:r>
            <a:r>
              <a:rPr lang="en-US" altLang="en-GB" i="1" u="sng" smtClean="0">
                <a:sym typeface="Symbol" panose="05050102010706020507" pitchFamily="18" charset="2"/>
              </a:rPr>
              <a:t>aR</a:t>
            </a:r>
            <a:r>
              <a:rPr lang="en-US" altLang="en-GB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i="1" u="sng" smtClean="0">
                <a:sym typeface="Symbol" panose="05050102010706020507" pitchFamily="18" charset="2"/>
              </a:rPr>
              <a:t>C</a:t>
            </a:r>
            <a:r>
              <a:rPr lang="en-US" altLang="en-GB" b="1" i="1" smtClean="0">
                <a:sym typeface="Symbol" panose="05050102010706020507" pitchFamily="18" charset="2"/>
              </a:rPr>
              <a:t>B</a:t>
            </a:r>
            <a:r>
              <a:rPr lang="en-US" altLang="en-GB" i="1" smtClean="0">
                <a:sym typeface="Symbol" panose="05050102010706020507" pitchFamily="18" charset="2"/>
              </a:rPr>
              <a:t> | </a:t>
            </a:r>
            <a:r>
              <a:rPr lang="en-US" altLang="en-GB" i="1" u="sng" smtClean="0">
                <a:sym typeface="Symbol" panose="05050102010706020507" pitchFamily="18" charset="2"/>
              </a:rPr>
              <a:t>aC</a:t>
            </a:r>
            <a:r>
              <a:rPr lang="en-US" altLang="en-GB" b="1" i="1" smtClean="0">
                <a:sym typeface="Symbol" panose="05050102010706020507" pitchFamily="18" charset="2"/>
              </a:rPr>
              <a:t>B</a:t>
            </a:r>
            <a:r>
              <a:rPr lang="en-US" altLang="en-GB" i="1" smtClean="0">
                <a:sym typeface="Symbol" panose="05050102010706020507" pitchFamily="18" charset="2"/>
              </a:rPr>
              <a:t> </a:t>
            </a:r>
            <a:r>
              <a:rPr lang="en-US" altLang="en-GB" smtClean="0">
                <a:sym typeface="Symbol" panose="05050102010706020507" pitchFamily="18" charset="2"/>
              </a:rPr>
              <a:t>| </a:t>
            </a:r>
            <a:r>
              <a:rPr lang="en-US" altLang="en-GB" i="1" u="sng" smtClean="0">
                <a:sym typeface="Symbol" panose="05050102010706020507" pitchFamily="18" charset="2"/>
              </a:rPr>
              <a:t>c</a:t>
            </a:r>
            <a:r>
              <a:rPr lang="en-US" altLang="en-GB" b="1" i="1" smtClean="0">
                <a:sym typeface="Symbol" panose="05050102010706020507" pitchFamily="18" charset="2"/>
              </a:rPr>
              <a:t>B</a:t>
            </a:r>
            <a:endParaRPr lang="en-US" altLang="en-GB" u="sng" smtClean="0"/>
          </a:p>
          <a:p>
            <a:pPr eaLnBrk="1" hangingPunct="1"/>
            <a:endParaRPr lang="en-US" altLang="en-GB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0179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80F8AD-D3B8-4EAB-BB4D-B2640399D9CD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0180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Step 2: Fixing S rules</a:t>
            </a:r>
          </a:p>
        </p:txBody>
      </p:sp>
      <p:sp>
        <p:nvSpPr>
          <p:cNvPr id="50181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GB" sz="2600" smtClean="0"/>
              <a:t>Before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sz="2200" i="1" smtClean="0"/>
              <a:t>S</a:t>
            </a:r>
            <a:r>
              <a:rPr lang="en-US" altLang="en-GB" sz="2200" smtClean="0"/>
              <a:t> </a:t>
            </a:r>
            <a:r>
              <a:rPr lang="en-US" altLang="en-GB" sz="2200" smtClean="0">
                <a:sym typeface="Symbol" panose="05050102010706020507" pitchFamily="18" charset="2"/>
              </a:rPr>
              <a:t></a:t>
            </a:r>
            <a:r>
              <a:rPr lang="en-US" altLang="en-GB" sz="2200" u="sng" smtClean="0">
                <a:sym typeface="Symbol" panose="05050102010706020507" pitchFamily="18" charset="2"/>
              </a:rPr>
              <a:t> </a:t>
            </a:r>
            <a:r>
              <a:rPr lang="en-US" altLang="en-GB" sz="2200" i="1" u="sng" smtClean="0">
                <a:sym typeface="Symbol" panose="05050102010706020507" pitchFamily="18" charset="2"/>
              </a:rPr>
              <a:t>A</a:t>
            </a:r>
            <a:r>
              <a:rPr lang="en-US" altLang="en-GB" sz="2200" b="1" i="1" smtClean="0">
                <a:sym typeface="Symbol" panose="05050102010706020507" pitchFamily="18" charset="2"/>
              </a:rPr>
              <a:t>B</a:t>
            </a:r>
            <a:r>
              <a:rPr lang="en-US" altLang="en-GB" sz="2200" smtClean="0">
                <a:sym typeface="Symbol" panose="05050102010706020507" pitchFamily="18" charset="2"/>
              </a:rPr>
              <a:t> | </a:t>
            </a:r>
            <a:endParaRPr lang="en-US" altLang="en-GB" sz="2200" smtClean="0"/>
          </a:p>
          <a:p>
            <a:pPr eaLnBrk="1" hangingPunct="1"/>
            <a:r>
              <a:rPr lang="en-US" altLang="en-GB" sz="2600" smtClean="0"/>
              <a:t>After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sz="2200" i="1" smtClean="0"/>
              <a:t>S</a:t>
            </a:r>
            <a:r>
              <a:rPr lang="en-US" altLang="en-GB" sz="2200" smtClean="0"/>
              <a:t> </a:t>
            </a:r>
            <a:r>
              <a:rPr lang="en-US" altLang="en-GB" sz="2200" smtClean="0">
                <a:sym typeface="Symbol" panose="05050102010706020507" pitchFamily="18" charset="2"/>
              </a:rPr>
              <a:t> </a:t>
            </a:r>
            <a:endParaRPr lang="en-US" altLang="en-GB" sz="2200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Symbol" panose="05050102010706020507" pitchFamily="18" charset="2"/>
              </a:rPr>
              <a:t>S  </a:t>
            </a:r>
            <a:r>
              <a:rPr lang="en-US" altLang="en-GB" sz="2200" i="1" u="sng" smtClean="0">
                <a:sym typeface="Symbol" panose="05050102010706020507" pitchFamily="18" charset="2"/>
              </a:rPr>
              <a:t>aR</a:t>
            </a:r>
            <a:r>
              <a:rPr lang="en-US" altLang="en-GB" sz="2200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b="1" i="1" smtClean="0">
                <a:sym typeface="Symbol" panose="05050102010706020507" pitchFamily="18" charset="2"/>
              </a:rPr>
              <a:t>B</a:t>
            </a:r>
            <a:r>
              <a:rPr lang="en-US" altLang="en-GB" sz="2200" i="1" smtClean="0">
                <a:sym typeface="Symbol" panose="05050102010706020507" pitchFamily="18" charset="2"/>
              </a:rPr>
              <a:t> </a:t>
            </a:r>
            <a:r>
              <a:rPr lang="en-US" altLang="en-GB" sz="2200" smtClean="0">
                <a:sym typeface="Symbol" panose="05050102010706020507" pitchFamily="18" charset="2"/>
              </a:rPr>
              <a:t>| </a:t>
            </a:r>
            <a:r>
              <a:rPr lang="en-US" altLang="en-GB" sz="2200" i="1" u="sng" smtClean="0">
                <a:sym typeface="Symbol" panose="05050102010706020507" pitchFamily="18" charset="2"/>
              </a:rPr>
              <a:t>a</a:t>
            </a:r>
            <a:r>
              <a:rPr lang="en-US" altLang="en-GB" sz="2200" b="1" i="1" smtClean="0">
                <a:sym typeface="Symbol" panose="05050102010706020507" pitchFamily="18" charset="2"/>
              </a:rPr>
              <a:t>B</a:t>
            </a:r>
            <a:endParaRPr lang="en-US" altLang="en-GB" sz="2200" i="1" u="sng" smtClean="0"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Symbol" panose="05050102010706020507" pitchFamily="18" charset="2"/>
              </a:rPr>
              <a:t>S  </a:t>
            </a:r>
            <a:r>
              <a:rPr lang="en-US" altLang="en-GB" sz="2200" i="1" u="sng" smtClean="0">
                <a:sym typeface="Symbol" panose="05050102010706020507" pitchFamily="18" charset="2"/>
              </a:rPr>
              <a:t>aR</a:t>
            </a:r>
            <a:r>
              <a:rPr lang="en-US" altLang="en-GB" sz="2200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i="1" u="sng" smtClean="0">
                <a:sym typeface="Symbol" panose="05050102010706020507" pitchFamily="18" charset="2"/>
              </a:rPr>
              <a:t>CR</a:t>
            </a:r>
            <a:r>
              <a:rPr lang="en-US" altLang="en-GB" sz="2200" i="1" u="sng" baseline="-25000" smtClean="0">
                <a:sym typeface="Symbol" panose="05050102010706020507" pitchFamily="18" charset="2"/>
              </a:rPr>
              <a:t>2</a:t>
            </a:r>
            <a:r>
              <a:rPr lang="en-US" altLang="en-GB" sz="2200" i="1" u="sng" smtClean="0">
                <a:sym typeface="Symbol" panose="05050102010706020507" pitchFamily="18" charset="2"/>
              </a:rPr>
              <a:t>BR</a:t>
            </a:r>
            <a:r>
              <a:rPr lang="en-US" altLang="en-GB" sz="2200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b="1" i="1" smtClean="0">
                <a:sym typeface="Symbol" panose="05050102010706020507" pitchFamily="18" charset="2"/>
              </a:rPr>
              <a:t>B</a:t>
            </a:r>
            <a:r>
              <a:rPr lang="en-US" altLang="en-GB" sz="2200" i="1" smtClean="0">
                <a:sym typeface="Symbol" panose="05050102010706020507" pitchFamily="18" charset="2"/>
              </a:rPr>
              <a:t> | </a:t>
            </a:r>
            <a:r>
              <a:rPr lang="en-US" altLang="en-GB" sz="2200" i="1" u="sng" smtClean="0">
                <a:sym typeface="Symbol" panose="05050102010706020507" pitchFamily="18" charset="2"/>
              </a:rPr>
              <a:t>aCR</a:t>
            </a:r>
            <a:r>
              <a:rPr lang="en-US" altLang="en-GB" sz="2200" i="1" u="sng" baseline="-25000" smtClean="0">
                <a:sym typeface="Symbol" panose="05050102010706020507" pitchFamily="18" charset="2"/>
              </a:rPr>
              <a:t>2</a:t>
            </a:r>
            <a:r>
              <a:rPr lang="en-US" altLang="en-GB" sz="2200" i="1" u="sng" smtClean="0">
                <a:sym typeface="Symbol" panose="05050102010706020507" pitchFamily="18" charset="2"/>
              </a:rPr>
              <a:t>BR</a:t>
            </a:r>
            <a:r>
              <a:rPr lang="en-US" altLang="en-GB" sz="2200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b="1" i="1" smtClean="0">
                <a:sym typeface="Symbol" panose="05050102010706020507" pitchFamily="18" charset="2"/>
              </a:rPr>
              <a:t>B</a:t>
            </a:r>
            <a:r>
              <a:rPr lang="en-US" altLang="en-GB" sz="2200" i="1" smtClean="0">
                <a:sym typeface="Symbol" panose="05050102010706020507" pitchFamily="18" charset="2"/>
              </a:rPr>
              <a:t> </a:t>
            </a:r>
            <a:r>
              <a:rPr lang="en-US" altLang="en-GB" sz="2200" smtClean="0">
                <a:sym typeface="Symbol" panose="05050102010706020507" pitchFamily="18" charset="2"/>
              </a:rPr>
              <a:t>| </a:t>
            </a:r>
            <a:r>
              <a:rPr lang="en-US" altLang="en-GB" sz="2200" i="1" u="sng" smtClean="0">
                <a:sym typeface="Symbol" panose="05050102010706020507" pitchFamily="18" charset="2"/>
              </a:rPr>
              <a:t>cR</a:t>
            </a:r>
            <a:r>
              <a:rPr lang="en-US" altLang="en-GB" sz="2200" i="1" u="sng" baseline="-25000" smtClean="0">
                <a:sym typeface="Symbol" panose="05050102010706020507" pitchFamily="18" charset="2"/>
              </a:rPr>
              <a:t>2</a:t>
            </a:r>
            <a:r>
              <a:rPr lang="en-US" altLang="en-GB" sz="2200" i="1" u="sng" smtClean="0">
                <a:sym typeface="Symbol" panose="05050102010706020507" pitchFamily="18" charset="2"/>
              </a:rPr>
              <a:t>BR</a:t>
            </a:r>
            <a:r>
              <a:rPr lang="en-US" altLang="en-GB" sz="2200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b="1" i="1" smtClean="0">
                <a:sym typeface="Symbol" panose="05050102010706020507" pitchFamily="18" charset="2"/>
              </a:rPr>
              <a:t>B</a:t>
            </a:r>
            <a:r>
              <a:rPr lang="en-US" altLang="en-GB" sz="2200" i="1" smtClean="0">
                <a:sym typeface="Symbol" panose="05050102010706020507" pitchFamily="18" charset="2"/>
              </a:rPr>
              <a:t> | </a:t>
            </a:r>
            <a:r>
              <a:rPr lang="en-US" altLang="en-GB" sz="2200" i="1" u="sng" smtClean="0">
                <a:sym typeface="Symbol" panose="05050102010706020507" pitchFamily="18" charset="2"/>
              </a:rPr>
              <a:t>aR</a:t>
            </a:r>
            <a:r>
              <a:rPr lang="en-US" altLang="en-GB" sz="2200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i="1" u="sng" smtClean="0">
                <a:sym typeface="Symbol" panose="05050102010706020507" pitchFamily="18" charset="2"/>
              </a:rPr>
              <a:t>CBR</a:t>
            </a:r>
            <a:r>
              <a:rPr lang="en-US" altLang="en-GB" sz="2200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b="1" i="1" smtClean="0">
                <a:sym typeface="Symbol" panose="05050102010706020507" pitchFamily="18" charset="2"/>
              </a:rPr>
              <a:t>B</a:t>
            </a:r>
            <a:r>
              <a:rPr lang="en-US" altLang="en-GB" sz="2200" i="1" smtClean="0">
                <a:sym typeface="Symbol" panose="05050102010706020507" pitchFamily="18" charset="2"/>
              </a:rPr>
              <a:t> | </a:t>
            </a:r>
            <a:r>
              <a:rPr lang="en-US" altLang="en-GB" sz="2200" i="1" u="sng" smtClean="0">
                <a:sym typeface="Symbol" panose="05050102010706020507" pitchFamily="18" charset="2"/>
              </a:rPr>
              <a:t>aCBR</a:t>
            </a:r>
            <a:r>
              <a:rPr lang="en-US" altLang="en-GB" sz="2200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b="1" i="1" smtClean="0">
                <a:sym typeface="Symbol" panose="05050102010706020507" pitchFamily="18" charset="2"/>
              </a:rPr>
              <a:t>B</a:t>
            </a:r>
            <a:r>
              <a:rPr lang="en-US" altLang="en-GB" sz="2200" i="1" smtClean="0">
                <a:sym typeface="Symbol" panose="05050102010706020507" pitchFamily="18" charset="2"/>
              </a:rPr>
              <a:t> </a:t>
            </a:r>
            <a:r>
              <a:rPr lang="en-US" altLang="en-GB" sz="2200" smtClean="0">
                <a:sym typeface="Symbol" panose="05050102010706020507" pitchFamily="18" charset="2"/>
              </a:rPr>
              <a:t>| </a:t>
            </a:r>
            <a:r>
              <a:rPr lang="en-US" altLang="en-GB" sz="2200" i="1" u="sng" smtClean="0">
                <a:sym typeface="Symbol" panose="05050102010706020507" pitchFamily="18" charset="2"/>
              </a:rPr>
              <a:t>cBR</a:t>
            </a:r>
            <a:r>
              <a:rPr lang="en-US" altLang="en-GB" sz="2200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b="1" i="1" smtClean="0">
                <a:sym typeface="Symbol" panose="05050102010706020507" pitchFamily="18" charset="2"/>
              </a:rPr>
              <a:t>B</a:t>
            </a:r>
            <a:endParaRPr lang="en-US" altLang="en-GB" sz="2200" i="1" u="sng" smtClean="0"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Symbol" panose="05050102010706020507" pitchFamily="18" charset="2"/>
              </a:rPr>
              <a:t>S  </a:t>
            </a:r>
            <a:r>
              <a:rPr lang="en-US" altLang="en-GB" sz="2200" i="1" u="sng" smtClean="0">
                <a:sym typeface="Symbol" panose="05050102010706020507" pitchFamily="18" charset="2"/>
              </a:rPr>
              <a:t>aR</a:t>
            </a:r>
            <a:r>
              <a:rPr lang="en-US" altLang="en-GB" sz="2200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i="1" u="sng" smtClean="0">
                <a:sym typeface="Symbol" panose="05050102010706020507" pitchFamily="18" charset="2"/>
              </a:rPr>
              <a:t>CR</a:t>
            </a:r>
            <a:r>
              <a:rPr lang="en-US" altLang="en-GB" sz="2200" i="1" u="sng" baseline="-25000" smtClean="0">
                <a:sym typeface="Symbol" panose="05050102010706020507" pitchFamily="18" charset="2"/>
              </a:rPr>
              <a:t>2</a:t>
            </a:r>
            <a:r>
              <a:rPr lang="en-US" altLang="en-GB" sz="2200" i="1" u="sng" smtClean="0">
                <a:sym typeface="Symbol" panose="05050102010706020507" pitchFamily="18" charset="2"/>
              </a:rPr>
              <a:t>B</a:t>
            </a:r>
            <a:r>
              <a:rPr lang="en-US" altLang="en-GB" sz="2200" b="1" i="1" smtClean="0">
                <a:sym typeface="Symbol" panose="05050102010706020507" pitchFamily="18" charset="2"/>
              </a:rPr>
              <a:t>B</a:t>
            </a:r>
            <a:r>
              <a:rPr lang="en-US" altLang="en-GB" sz="2200" i="1" smtClean="0">
                <a:sym typeface="Symbol" panose="05050102010706020507" pitchFamily="18" charset="2"/>
              </a:rPr>
              <a:t> | </a:t>
            </a:r>
            <a:r>
              <a:rPr lang="en-US" altLang="en-GB" sz="2200" i="1" u="sng" smtClean="0">
                <a:sym typeface="Symbol" panose="05050102010706020507" pitchFamily="18" charset="2"/>
              </a:rPr>
              <a:t>aCR</a:t>
            </a:r>
            <a:r>
              <a:rPr lang="en-US" altLang="en-GB" sz="2200" i="1" u="sng" baseline="-25000" smtClean="0">
                <a:sym typeface="Symbol" panose="05050102010706020507" pitchFamily="18" charset="2"/>
              </a:rPr>
              <a:t>2</a:t>
            </a:r>
            <a:r>
              <a:rPr lang="en-US" altLang="en-GB" sz="2200" i="1" u="sng" smtClean="0">
                <a:sym typeface="Symbol" panose="05050102010706020507" pitchFamily="18" charset="2"/>
              </a:rPr>
              <a:t>B</a:t>
            </a:r>
            <a:r>
              <a:rPr lang="en-US" altLang="en-GB" sz="2200" b="1" i="1" smtClean="0">
                <a:sym typeface="Symbol" panose="05050102010706020507" pitchFamily="18" charset="2"/>
              </a:rPr>
              <a:t>B</a:t>
            </a:r>
            <a:r>
              <a:rPr lang="en-US" altLang="en-GB" sz="2200" i="1" smtClean="0">
                <a:sym typeface="Symbol" panose="05050102010706020507" pitchFamily="18" charset="2"/>
              </a:rPr>
              <a:t> </a:t>
            </a:r>
            <a:r>
              <a:rPr lang="en-US" altLang="en-GB" sz="2200" smtClean="0">
                <a:sym typeface="Symbol" panose="05050102010706020507" pitchFamily="18" charset="2"/>
              </a:rPr>
              <a:t>| </a:t>
            </a:r>
            <a:r>
              <a:rPr lang="en-US" altLang="en-GB" sz="2200" i="1" u="sng" smtClean="0">
                <a:sym typeface="Symbol" panose="05050102010706020507" pitchFamily="18" charset="2"/>
              </a:rPr>
              <a:t>cR</a:t>
            </a:r>
            <a:r>
              <a:rPr lang="en-US" altLang="en-GB" sz="2200" i="1" u="sng" baseline="-25000" smtClean="0">
                <a:sym typeface="Symbol" panose="05050102010706020507" pitchFamily="18" charset="2"/>
              </a:rPr>
              <a:t>2</a:t>
            </a:r>
            <a:r>
              <a:rPr lang="en-US" altLang="en-GB" sz="2200" i="1" u="sng" smtClean="0">
                <a:sym typeface="Symbol" panose="05050102010706020507" pitchFamily="18" charset="2"/>
              </a:rPr>
              <a:t>B</a:t>
            </a:r>
            <a:r>
              <a:rPr lang="en-US" altLang="en-GB" sz="2200" b="1" i="1" smtClean="0">
                <a:sym typeface="Symbol" panose="05050102010706020507" pitchFamily="18" charset="2"/>
              </a:rPr>
              <a:t>B</a:t>
            </a:r>
            <a:r>
              <a:rPr lang="en-US" altLang="en-GB" sz="2200" i="1" smtClean="0">
                <a:sym typeface="Symbol" panose="05050102010706020507" pitchFamily="18" charset="2"/>
              </a:rPr>
              <a:t> | </a:t>
            </a:r>
            <a:r>
              <a:rPr lang="en-US" altLang="en-GB" sz="2200" i="1" u="sng" smtClean="0">
                <a:sym typeface="Symbol" panose="05050102010706020507" pitchFamily="18" charset="2"/>
              </a:rPr>
              <a:t>aR</a:t>
            </a:r>
            <a:r>
              <a:rPr lang="en-US" altLang="en-GB" sz="2200" i="1" u="sng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i="1" u="sng" smtClean="0">
                <a:sym typeface="Symbol" panose="05050102010706020507" pitchFamily="18" charset="2"/>
              </a:rPr>
              <a:t>CB</a:t>
            </a:r>
            <a:r>
              <a:rPr lang="en-US" altLang="en-GB" sz="2200" b="1" i="1" smtClean="0">
                <a:sym typeface="Symbol" panose="05050102010706020507" pitchFamily="18" charset="2"/>
              </a:rPr>
              <a:t>B</a:t>
            </a:r>
            <a:r>
              <a:rPr lang="en-US" altLang="en-GB" sz="2200" i="1" smtClean="0">
                <a:sym typeface="Symbol" panose="05050102010706020507" pitchFamily="18" charset="2"/>
              </a:rPr>
              <a:t> | </a:t>
            </a:r>
            <a:r>
              <a:rPr lang="en-US" altLang="en-GB" sz="2200" i="1" u="sng" smtClean="0">
                <a:sym typeface="Symbol" panose="05050102010706020507" pitchFamily="18" charset="2"/>
              </a:rPr>
              <a:t>aCB</a:t>
            </a:r>
            <a:r>
              <a:rPr lang="en-US" altLang="en-GB" sz="2200" b="1" i="1" smtClean="0">
                <a:sym typeface="Symbol" panose="05050102010706020507" pitchFamily="18" charset="2"/>
              </a:rPr>
              <a:t>B</a:t>
            </a:r>
            <a:r>
              <a:rPr lang="en-US" altLang="en-GB" sz="2200" i="1" smtClean="0">
                <a:sym typeface="Symbol" panose="05050102010706020507" pitchFamily="18" charset="2"/>
              </a:rPr>
              <a:t> </a:t>
            </a:r>
            <a:r>
              <a:rPr lang="en-US" altLang="en-GB" sz="2200" smtClean="0">
                <a:sym typeface="Symbol" panose="05050102010706020507" pitchFamily="18" charset="2"/>
              </a:rPr>
              <a:t>| </a:t>
            </a:r>
            <a:r>
              <a:rPr lang="en-US" altLang="en-GB" sz="2200" i="1" u="sng" smtClean="0">
                <a:sym typeface="Symbol" panose="05050102010706020507" pitchFamily="18" charset="2"/>
              </a:rPr>
              <a:t>cB</a:t>
            </a:r>
            <a:r>
              <a:rPr lang="en-US" altLang="en-GB" sz="2200" b="1" i="1" smtClean="0">
                <a:sym typeface="Symbol" panose="05050102010706020507" pitchFamily="18" charset="2"/>
              </a:rPr>
              <a:t>B</a:t>
            </a:r>
            <a:endParaRPr lang="en-US" altLang="en-GB" sz="2200" u="sng" smtClean="0"/>
          </a:p>
          <a:p>
            <a:pPr eaLnBrk="1" hangingPunct="1"/>
            <a:endParaRPr lang="en-US" altLang="en-GB" sz="2600" smtClean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2227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351059-BF47-4C30-B29E-127BC9E8A4EB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2228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Step 2: Complete conversion</a:t>
            </a:r>
          </a:p>
        </p:txBody>
      </p:sp>
      <p:sp>
        <p:nvSpPr>
          <p:cNvPr id="52229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GB" sz="2600" smtClean="0"/>
              <a:t>All original rules S, A, B and C are fully converted now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600" smtClean="0"/>
              <a:t>New recursive rules need to be converted next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i="1" smtClean="0">
                <a:sym typeface="Symbol" panose="05050102010706020507" pitchFamily="18" charset="2"/>
              </a:rPr>
              <a:t>R</a:t>
            </a:r>
            <a:r>
              <a:rPr lang="en-US" altLang="en-GB" sz="2200" i="1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smtClean="0">
                <a:sym typeface="Symbol" panose="05050102010706020507" pitchFamily="18" charset="2"/>
              </a:rPr>
              <a:t>  </a:t>
            </a:r>
            <a:r>
              <a:rPr lang="en-US" altLang="en-GB" sz="2200" i="1" smtClean="0">
                <a:sym typeface="Symbol" panose="05050102010706020507" pitchFamily="18" charset="2"/>
              </a:rPr>
              <a:t>BR</a:t>
            </a:r>
            <a:r>
              <a:rPr lang="en-US" altLang="en-GB" sz="2200" i="1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smtClean="0">
                <a:sym typeface="Symbol" panose="05050102010706020507" pitchFamily="18" charset="2"/>
              </a:rPr>
              <a:t> | </a:t>
            </a:r>
            <a:r>
              <a:rPr lang="en-US" altLang="en-GB" sz="2200" i="1" smtClean="0">
                <a:sym typeface="Symbol" panose="05050102010706020507" pitchFamily="18" charset="2"/>
              </a:rPr>
              <a:t>B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i="1" smtClean="0">
                <a:sym typeface="Symbol" panose="05050102010706020507" pitchFamily="18" charset="2"/>
              </a:rPr>
              <a:t>R</a:t>
            </a:r>
            <a:r>
              <a:rPr lang="en-US" altLang="en-GB" sz="2200" i="1" baseline="-25000" smtClean="0">
                <a:sym typeface="Symbol" panose="05050102010706020507" pitchFamily="18" charset="2"/>
              </a:rPr>
              <a:t>2</a:t>
            </a:r>
            <a:r>
              <a:rPr lang="en-US" altLang="en-GB" sz="2200" smtClean="0">
                <a:sym typeface="Symbol" panose="05050102010706020507" pitchFamily="18" charset="2"/>
              </a:rPr>
              <a:t>  </a:t>
            </a:r>
            <a:r>
              <a:rPr lang="en-US" altLang="en-GB" sz="2200" i="1" smtClean="0">
                <a:sym typeface="Symbol" panose="05050102010706020507" pitchFamily="18" charset="2"/>
              </a:rPr>
              <a:t>BR</a:t>
            </a:r>
            <a:r>
              <a:rPr lang="en-US" altLang="en-GB" sz="2200" i="1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i="1" smtClean="0">
                <a:sym typeface="Symbol" panose="05050102010706020507" pitchFamily="18" charset="2"/>
              </a:rPr>
              <a:t>CR</a:t>
            </a:r>
            <a:r>
              <a:rPr lang="en-US" altLang="en-GB" sz="2200" i="1" baseline="-25000" smtClean="0">
                <a:sym typeface="Symbol" panose="05050102010706020507" pitchFamily="18" charset="2"/>
              </a:rPr>
              <a:t>2</a:t>
            </a:r>
            <a:r>
              <a:rPr lang="en-US" altLang="en-GB" sz="2200" smtClean="0">
                <a:sym typeface="Symbol" panose="05050102010706020507" pitchFamily="18" charset="2"/>
              </a:rPr>
              <a:t> | </a:t>
            </a:r>
            <a:r>
              <a:rPr lang="en-US" altLang="en-GB" sz="2200" i="1" smtClean="0">
                <a:sym typeface="Symbol" panose="05050102010706020507" pitchFamily="18" charset="2"/>
              </a:rPr>
              <a:t>BCR</a:t>
            </a:r>
            <a:r>
              <a:rPr lang="en-US" altLang="en-GB" sz="2200" i="1" baseline="-25000" smtClean="0">
                <a:sym typeface="Symbol" panose="05050102010706020507" pitchFamily="18" charset="2"/>
              </a:rPr>
              <a:t>2</a:t>
            </a:r>
            <a:r>
              <a:rPr lang="en-US" altLang="en-GB" sz="2200" i="1" smtClean="0">
                <a:sym typeface="Symbol" panose="05050102010706020507" pitchFamily="18" charset="2"/>
              </a:rPr>
              <a:t> | BR</a:t>
            </a:r>
            <a:r>
              <a:rPr lang="en-US" altLang="en-GB" sz="2200" i="1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i="1" smtClean="0">
                <a:sym typeface="Symbol" panose="05050102010706020507" pitchFamily="18" charset="2"/>
              </a:rPr>
              <a:t>C</a:t>
            </a:r>
            <a:r>
              <a:rPr lang="en-US" altLang="en-GB" sz="2200" smtClean="0">
                <a:sym typeface="Symbol" panose="05050102010706020507" pitchFamily="18" charset="2"/>
              </a:rPr>
              <a:t> | </a:t>
            </a:r>
            <a:r>
              <a:rPr lang="en-US" altLang="en-GB" sz="2200" i="1" smtClean="0">
                <a:sym typeface="Symbol" panose="05050102010706020507" pitchFamily="18" charset="2"/>
              </a:rPr>
              <a:t>BC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600" smtClean="0"/>
              <a:t>Use same </a:t>
            </a:r>
            <a:r>
              <a:rPr lang="en-US" altLang="en-GB" sz="2600" i="1" smtClean="0"/>
              <a:t>A </a:t>
            </a:r>
            <a:r>
              <a:rPr lang="en-US" altLang="en-GB" sz="2600" smtClean="0">
                <a:sym typeface="Symbol" panose="05050102010706020507" pitchFamily="18" charset="2"/>
              </a:rPr>
              <a:t> </a:t>
            </a:r>
            <a:r>
              <a:rPr lang="en-US" altLang="en-GB" sz="2600" i="1" smtClean="0">
                <a:sym typeface="Symbol" panose="05050102010706020507" pitchFamily="18" charset="2"/>
              </a:rPr>
              <a:t>uBb </a:t>
            </a:r>
            <a:r>
              <a:rPr lang="en-US" altLang="en-GB" sz="2600" smtClean="0">
                <a:sym typeface="Symbol" panose="05050102010706020507" pitchFamily="18" charset="2"/>
              </a:rPr>
              <a:t>transformation technique replacing starting variable 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4275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67C480-E29E-4BD0-8088-8DE80C128FE4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4276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Conclusions</a:t>
            </a:r>
          </a:p>
        </p:txBody>
      </p:sp>
      <p:sp>
        <p:nvSpPr>
          <p:cNvPr id="54277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After conversion, since </a:t>
            </a:r>
            <a:r>
              <a:rPr lang="en-US" altLang="en-GB" sz="2200" i="1" smtClean="0"/>
              <a:t>B</a:t>
            </a:r>
            <a:r>
              <a:rPr lang="en-US" altLang="en-GB" sz="2200" smtClean="0"/>
              <a:t> has 15 rules, and </a:t>
            </a:r>
            <a:r>
              <a:rPr lang="en-US" altLang="en-GB" sz="2200" i="1" smtClean="0">
                <a:sym typeface="Symbol" panose="05050102010706020507" pitchFamily="18" charset="2"/>
              </a:rPr>
              <a:t>R</a:t>
            </a:r>
            <a:r>
              <a:rPr lang="en-US" altLang="en-GB" sz="2200" i="1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smtClean="0"/>
              <a:t> references </a:t>
            </a:r>
            <a:r>
              <a:rPr lang="en-US" altLang="en-GB" sz="2200" i="1" smtClean="0"/>
              <a:t>B</a:t>
            </a:r>
            <a:r>
              <a:rPr lang="en-US" altLang="en-GB" sz="2200" smtClean="0"/>
              <a:t> twice, </a:t>
            </a:r>
            <a:r>
              <a:rPr lang="en-US" altLang="en-GB" sz="2200" i="1" smtClean="0">
                <a:sym typeface="Symbol" panose="05050102010706020507" pitchFamily="18" charset="2"/>
              </a:rPr>
              <a:t>R</a:t>
            </a:r>
            <a:r>
              <a:rPr lang="en-US" altLang="en-GB" sz="2200" i="1" baseline="-25000" smtClean="0">
                <a:sym typeface="Symbol" panose="05050102010706020507" pitchFamily="18" charset="2"/>
              </a:rPr>
              <a:t>1</a:t>
            </a:r>
            <a:r>
              <a:rPr lang="en-US" altLang="en-GB" sz="2200" smtClean="0"/>
              <a:t> ends with 30 rules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Similar for </a:t>
            </a:r>
            <a:r>
              <a:rPr lang="en-US" altLang="en-GB" sz="2200" i="1" smtClean="0">
                <a:sym typeface="Symbol" panose="05050102010706020507" pitchFamily="18" charset="2"/>
              </a:rPr>
              <a:t>R</a:t>
            </a:r>
            <a:r>
              <a:rPr lang="en-US" altLang="en-GB" sz="2200" i="1" baseline="-25000" smtClean="0">
                <a:sym typeface="Symbol" panose="05050102010706020507" pitchFamily="18" charset="2"/>
              </a:rPr>
              <a:t>2</a:t>
            </a:r>
            <a:r>
              <a:rPr lang="en-US" altLang="en-GB" sz="2200" i="1" smtClean="0">
                <a:sym typeface="Symbol" panose="05050102010706020507" pitchFamily="18" charset="2"/>
              </a:rPr>
              <a:t> </a:t>
            </a:r>
            <a:r>
              <a:rPr lang="en-US" altLang="en-GB" sz="2200" smtClean="0">
                <a:sym typeface="Symbol" panose="05050102010706020507" pitchFamily="18" charset="2"/>
              </a:rPr>
              <a:t>which references</a:t>
            </a:r>
            <a:r>
              <a:rPr lang="en-US" altLang="en-GB" sz="2200" i="1" smtClean="0">
                <a:sym typeface="Symbol" panose="05050102010706020507" pitchFamily="18" charset="2"/>
              </a:rPr>
              <a:t> </a:t>
            </a:r>
            <a:r>
              <a:rPr lang="en-US" altLang="en-GB" sz="2200" i="1" smtClean="0"/>
              <a:t>B</a:t>
            </a:r>
            <a:r>
              <a:rPr lang="en-US" altLang="en-GB" sz="2200" smtClean="0"/>
              <a:t> four times. Therefore, </a:t>
            </a:r>
            <a:r>
              <a:rPr lang="en-US" altLang="en-GB" sz="2200" i="1" smtClean="0">
                <a:sym typeface="Symbol" panose="05050102010706020507" pitchFamily="18" charset="2"/>
              </a:rPr>
              <a:t>R</a:t>
            </a:r>
            <a:r>
              <a:rPr lang="en-US" altLang="en-GB" sz="2200" i="1" baseline="-25000" smtClean="0">
                <a:sym typeface="Symbol" panose="05050102010706020507" pitchFamily="18" charset="2"/>
              </a:rPr>
              <a:t>2</a:t>
            </a:r>
            <a:r>
              <a:rPr lang="en-US" altLang="en-GB" sz="2200" smtClean="0"/>
              <a:t> ends with 60 rules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All rules start with a terminal symbol (with the exception of </a:t>
            </a:r>
            <a:r>
              <a:rPr lang="en-US" altLang="en-GB" sz="2200" i="1" smtClean="0">
                <a:sym typeface="Symbol" panose="05050102010706020507" pitchFamily="18" charset="2"/>
              </a:rPr>
              <a:t>S</a:t>
            </a:r>
            <a:r>
              <a:rPr lang="en-US" altLang="en-GB" sz="2200" smtClean="0">
                <a:sym typeface="Symbol" panose="05050102010706020507" pitchFamily="18" charset="2"/>
              </a:rPr>
              <a:t>   )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>
                <a:sym typeface="Symbol" panose="05050102010706020507" pitchFamily="18" charset="2"/>
              </a:rPr>
              <a:t>Parsing algorithms top-down or bottom-up would complete on a grammar converted to </a:t>
            </a:r>
            <a:r>
              <a:rPr lang="en-US" altLang="en-GB" sz="2200" smtClean="0"/>
              <a:t>Greibach normal form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6323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18C6B9-8335-4E68-A233-4E84C89BA618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6324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Comparison of Normal forms</a:t>
            </a:r>
          </a:p>
        </p:txBody>
      </p:sp>
      <p:sp>
        <p:nvSpPr>
          <p:cNvPr id="56325" name="Content Placeholder 2"/>
          <p:cNvSpPr>
            <a:spLocks noGrp="1"/>
          </p:cNvSpPr>
          <p:nvPr>
            <p:ph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sz="2200" i="1" smtClean="0"/>
              <a:t>S</a:t>
            </a:r>
            <a:r>
              <a:rPr lang="en-US" altLang="en-GB" sz="2200" smtClean="0"/>
              <a:t> </a:t>
            </a:r>
            <a:r>
              <a:rPr lang="en-US" altLang="en-GB" sz="2200" smtClean="0">
                <a:sym typeface="Symbol" panose="05050102010706020507" pitchFamily="18" charset="2"/>
              </a:rPr>
              <a:t> </a:t>
            </a:r>
            <a:r>
              <a:rPr lang="en-US" altLang="en-GB" sz="2200" i="1" smtClean="0">
                <a:sym typeface="Symbol" panose="05050102010706020507" pitchFamily="18" charset="2"/>
              </a:rPr>
              <a:t>Sa</a:t>
            </a:r>
            <a:r>
              <a:rPr lang="en-US" altLang="en-GB" sz="2200" b="1" i="1" smtClean="0">
                <a:sym typeface="Symbol" panose="05050102010706020507" pitchFamily="18" charset="2"/>
              </a:rPr>
              <a:t>B</a:t>
            </a:r>
            <a:r>
              <a:rPr lang="en-US" altLang="en-GB" sz="2200" i="1" smtClean="0">
                <a:sym typeface="Symbol" panose="05050102010706020507" pitchFamily="18" charset="2"/>
              </a:rPr>
              <a:t> | aB</a:t>
            </a:r>
            <a:endParaRPr lang="en-US" altLang="en-GB" sz="2200" i="1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sz="2200" i="1" smtClean="0"/>
              <a:t>B </a:t>
            </a:r>
            <a:r>
              <a:rPr lang="en-US" altLang="en-GB" sz="2200" smtClean="0">
                <a:sym typeface="Symbol" panose="05050102010706020507" pitchFamily="18" charset="2"/>
              </a:rPr>
              <a:t></a:t>
            </a:r>
            <a:r>
              <a:rPr lang="en-US" altLang="en-GB" sz="2200" i="1" smtClean="0">
                <a:sym typeface="Symbol" panose="05050102010706020507" pitchFamily="18" charset="2"/>
              </a:rPr>
              <a:t> bB | </a:t>
            </a:r>
            <a:endParaRPr lang="en-US" altLang="en-GB" sz="2200" i="1" smtClean="0"/>
          </a:p>
          <a:p>
            <a:pPr eaLnBrk="1" hangingPunct="1"/>
            <a:r>
              <a:rPr lang="en-US" altLang="en-GB" smtClean="0"/>
              <a:t>Adding a non-recursive start symbol </a:t>
            </a:r>
            <a:r>
              <a:rPr lang="en-US" altLang="en-GB" i="1" smtClean="0"/>
              <a:t>S</a:t>
            </a:r>
            <a:r>
              <a:rPr lang="en-US" altLang="en-GB" smtClean="0"/>
              <a:t>’ and removing </a:t>
            </a:r>
            <a:r>
              <a:rPr lang="en-US" altLang="en-GB" smtClean="0">
                <a:sym typeface="Symbol" panose="05050102010706020507" pitchFamily="18" charset="2"/>
              </a:rPr>
              <a:t>  and chain rules yields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sz="2200" i="1" smtClean="0"/>
              <a:t>S’</a:t>
            </a:r>
            <a:r>
              <a:rPr lang="en-US" altLang="en-GB" sz="2200" smtClean="0"/>
              <a:t> </a:t>
            </a:r>
            <a:r>
              <a:rPr lang="en-US" altLang="en-GB" sz="2200" smtClean="0">
                <a:sym typeface="Symbol" panose="05050102010706020507" pitchFamily="18" charset="2"/>
              </a:rPr>
              <a:t> </a:t>
            </a:r>
            <a:r>
              <a:rPr lang="en-US" altLang="en-GB" sz="2200" i="1" smtClean="0">
                <a:sym typeface="Symbol" panose="05050102010706020507" pitchFamily="18" charset="2"/>
              </a:rPr>
              <a:t>Sa</a:t>
            </a:r>
            <a:r>
              <a:rPr lang="en-US" altLang="en-GB" sz="2200" b="1" i="1" smtClean="0">
                <a:sym typeface="Symbol" panose="05050102010706020507" pitchFamily="18" charset="2"/>
              </a:rPr>
              <a:t>B</a:t>
            </a:r>
            <a:r>
              <a:rPr lang="en-US" altLang="en-GB" sz="2200" smtClean="0">
                <a:sym typeface="Symbol" panose="05050102010706020507" pitchFamily="18" charset="2"/>
              </a:rPr>
              <a:t> | </a:t>
            </a:r>
            <a:r>
              <a:rPr lang="en-US" altLang="en-GB" sz="2200" i="1" smtClean="0">
                <a:sym typeface="Symbol" panose="05050102010706020507" pitchFamily="18" charset="2"/>
              </a:rPr>
              <a:t>Sa | aB | a</a:t>
            </a:r>
            <a:endParaRPr lang="en-US" altLang="en-GB" sz="2200" i="1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sz="2200" i="1" smtClean="0">
                <a:sym typeface="Symbol" panose="05050102010706020507" pitchFamily="18" charset="2"/>
              </a:rPr>
              <a:t>S</a:t>
            </a:r>
            <a:r>
              <a:rPr lang="en-US" altLang="en-GB" sz="2200" smtClean="0">
                <a:sym typeface="Symbol" panose="05050102010706020507" pitchFamily="18" charset="2"/>
              </a:rPr>
              <a:t>  </a:t>
            </a:r>
            <a:r>
              <a:rPr lang="en-US" altLang="en-GB" sz="2200" i="1" smtClean="0">
                <a:sym typeface="Symbol" panose="05050102010706020507" pitchFamily="18" charset="2"/>
              </a:rPr>
              <a:t>Sa</a:t>
            </a:r>
            <a:r>
              <a:rPr lang="en-US" altLang="en-GB" sz="2200" b="1" i="1" smtClean="0">
                <a:sym typeface="Symbol" panose="05050102010706020507" pitchFamily="18" charset="2"/>
              </a:rPr>
              <a:t>B</a:t>
            </a:r>
            <a:r>
              <a:rPr lang="en-US" altLang="en-GB" sz="2200" smtClean="0">
                <a:sym typeface="Symbol" panose="05050102010706020507" pitchFamily="18" charset="2"/>
              </a:rPr>
              <a:t> | </a:t>
            </a:r>
            <a:r>
              <a:rPr lang="en-US" altLang="en-GB" sz="2200" i="1" smtClean="0">
                <a:sym typeface="Symbol" panose="05050102010706020507" pitchFamily="18" charset="2"/>
              </a:rPr>
              <a:t>Sa | aB | a</a:t>
            </a:r>
            <a:endParaRPr lang="en-US" altLang="en-GB" sz="2200" i="1" u="sng" smtClean="0"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sz="2200" i="1" smtClean="0"/>
              <a:t>B</a:t>
            </a:r>
            <a:r>
              <a:rPr lang="en-US" altLang="en-GB" sz="2200" smtClean="0"/>
              <a:t> </a:t>
            </a:r>
            <a:r>
              <a:rPr lang="en-US" altLang="en-GB" sz="2200" smtClean="0">
                <a:sym typeface="Symbol" panose="05050102010706020507" pitchFamily="18" charset="2"/>
              </a:rPr>
              <a:t> </a:t>
            </a:r>
            <a:r>
              <a:rPr lang="en-US" altLang="en-GB" sz="2200" i="1" smtClean="0">
                <a:sym typeface="Symbol" panose="05050102010706020507" pitchFamily="18" charset="2"/>
              </a:rPr>
              <a:t>bB | b</a:t>
            </a:r>
            <a:endParaRPr lang="en-US" altLang="en-GB" sz="2200" i="1" smtClean="0"/>
          </a:p>
          <a:p>
            <a:pPr eaLnBrk="1" hangingPunct="1"/>
            <a:endParaRPr lang="en-US" altLang="en-GB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8371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CEA57F-773A-4146-8E35-6BF072C878A6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8372" name="Content Placeholder 2"/>
          <p:cNvSpPr>
            <a:spLocks noGrp="1"/>
          </p:cNvSpPr>
          <p:nvPr>
            <p:ph idx="4294967295"/>
          </p:nvPr>
        </p:nvSpPr>
        <p:spPr>
          <a:xfrm>
            <a:off x="0" y="533400"/>
            <a:ext cx="3886200" cy="5562600"/>
          </a:xfrm>
        </p:spPr>
        <p:txBody>
          <a:bodyPr/>
          <a:lstStyle/>
          <a:p>
            <a:pPr eaLnBrk="1" hangingPunct="1"/>
            <a:r>
              <a:rPr lang="en-US" altLang="en-GB" smtClean="0"/>
              <a:t>Chomsky Normal form is obtained as: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GB" sz="1300" i="1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i="1" smtClean="0"/>
              <a:t>S’</a:t>
            </a:r>
            <a:r>
              <a:rPr lang="en-US" altLang="en-GB" smtClean="0"/>
              <a:t> </a:t>
            </a:r>
            <a:r>
              <a:rPr lang="en-US" altLang="en-GB" smtClean="0">
                <a:sym typeface="Symbol" panose="05050102010706020507" pitchFamily="18" charset="2"/>
              </a:rPr>
              <a:t> </a:t>
            </a:r>
            <a:r>
              <a:rPr lang="en-US" altLang="en-GB" i="1" smtClean="0">
                <a:sym typeface="Symbol" panose="05050102010706020507" pitchFamily="18" charset="2"/>
              </a:rPr>
              <a:t>ST | SA | A</a:t>
            </a:r>
            <a:r>
              <a:rPr lang="en-US" altLang="en-GB" b="1" i="1" smtClean="0">
                <a:sym typeface="Symbol" panose="05050102010706020507" pitchFamily="18" charset="2"/>
              </a:rPr>
              <a:t>B</a:t>
            </a:r>
            <a:r>
              <a:rPr lang="en-US" altLang="en-GB" smtClean="0">
                <a:sym typeface="Symbol" panose="05050102010706020507" pitchFamily="18" charset="2"/>
              </a:rPr>
              <a:t> | </a:t>
            </a:r>
            <a:r>
              <a:rPr lang="en-US" altLang="en-GB" i="1" smtClean="0">
                <a:sym typeface="Symbol" panose="05050102010706020507" pitchFamily="18" charset="2"/>
              </a:rPr>
              <a:t>a</a:t>
            </a:r>
            <a:endParaRPr lang="en-US" altLang="en-GB" i="1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i="1" smtClean="0">
                <a:sym typeface="Symbol" panose="05050102010706020507" pitchFamily="18" charset="2"/>
              </a:rPr>
              <a:t>S</a:t>
            </a:r>
            <a:r>
              <a:rPr lang="en-US" altLang="en-GB" smtClean="0">
                <a:sym typeface="Symbol" panose="05050102010706020507" pitchFamily="18" charset="2"/>
              </a:rPr>
              <a:t>  </a:t>
            </a:r>
            <a:r>
              <a:rPr lang="en-US" altLang="en-GB" i="1" smtClean="0">
                <a:sym typeface="Symbol" panose="05050102010706020507" pitchFamily="18" charset="2"/>
              </a:rPr>
              <a:t>ST | SA | A</a:t>
            </a:r>
            <a:r>
              <a:rPr lang="en-US" altLang="en-GB" b="1" i="1" smtClean="0">
                <a:sym typeface="Symbol" panose="05050102010706020507" pitchFamily="18" charset="2"/>
              </a:rPr>
              <a:t>B</a:t>
            </a:r>
            <a:r>
              <a:rPr lang="en-US" altLang="en-GB" smtClean="0">
                <a:sym typeface="Symbol" panose="05050102010706020507" pitchFamily="18" charset="2"/>
              </a:rPr>
              <a:t> | </a:t>
            </a:r>
            <a:r>
              <a:rPr lang="en-US" altLang="en-GB" i="1" smtClean="0">
                <a:sym typeface="Symbol" panose="05050102010706020507" pitchFamily="18" charset="2"/>
              </a:rPr>
              <a:t>a</a:t>
            </a:r>
            <a:endParaRPr lang="en-US" altLang="en-GB" i="1" u="sng" smtClean="0"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i="1" smtClean="0"/>
              <a:t>B</a:t>
            </a:r>
            <a:r>
              <a:rPr lang="en-US" altLang="en-GB" smtClean="0"/>
              <a:t> </a:t>
            </a:r>
            <a:r>
              <a:rPr lang="en-US" altLang="en-GB" smtClean="0">
                <a:sym typeface="Symbol" panose="05050102010706020507" pitchFamily="18" charset="2"/>
              </a:rPr>
              <a:t> </a:t>
            </a:r>
            <a:r>
              <a:rPr lang="en-US" altLang="en-GB" i="1" smtClean="0">
                <a:sym typeface="Symbol" panose="05050102010706020507" pitchFamily="18" charset="2"/>
              </a:rPr>
              <a:t>CB | b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sz="2200" i="1" smtClean="0">
                <a:sym typeface="Symbol" panose="05050102010706020507" pitchFamily="18" charset="2"/>
              </a:rPr>
              <a:t>T</a:t>
            </a:r>
            <a:r>
              <a:rPr lang="en-US" altLang="en-GB" smtClean="0"/>
              <a:t> </a:t>
            </a:r>
            <a:r>
              <a:rPr lang="en-US" altLang="en-GB" smtClean="0">
                <a:sym typeface="Symbol" panose="05050102010706020507" pitchFamily="18" charset="2"/>
              </a:rPr>
              <a:t> </a:t>
            </a:r>
            <a:r>
              <a:rPr lang="en-US" altLang="en-GB" i="1" smtClean="0">
                <a:sym typeface="Symbol" panose="05050102010706020507" pitchFamily="18" charset="2"/>
              </a:rPr>
              <a:t>CB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i="1" smtClean="0"/>
              <a:t>A</a:t>
            </a:r>
            <a:r>
              <a:rPr lang="en-US" altLang="en-GB" smtClean="0"/>
              <a:t> </a:t>
            </a:r>
            <a:r>
              <a:rPr lang="en-US" altLang="en-GB" smtClean="0">
                <a:sym typeface="Symbol" panose="05050102010706020507" pitchFamily="18" charset="2"/>
              </a:rPr>
              <a:t> </a:t>
            </a:r>
            <a:r>
              <a:rPr lang="en-US" altLang="en-GB" i="1" smtClean="0">
                <a:sym typeface="Symbol" panose="05050102010706020507" pitchFamily="18" charset="2"/>
              </a:rPr>
              <a:t>a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i="1" smtClean="0"/>
              <a:t>C</a:t>
            </a:r>
            <a:r>
              <a:rPr lang="en-US" altLang="en-GB" smtClean="0"/>
              <a:t> </a:t>
            </a:r>
            <a:r>
              <a:rPr lang="en-US" altLang="en-GB" smtClean="0">
                <a:sym typeface="Symbol" panose="05050102010706020507" pitchFamily="18" charset="2"/>
              </a:rPr>
              <a:t> </a:t>
            </a:r>
            <a:r>
              <a:rPr lang="en-US" altLang="en-GB" i="1" smtClean="0">
                <a:sym typeface="Symbol" panose="05050102010706020507" pitchFamily="18" charset="2"/>
              </a:rPr>
              <a:t>b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GB" smtClean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648200" y="533400"/>
            <a:ext cx="4191000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Greibach Normal form is obtained as:</a:t>
            </a:r>
          </a:p>
          <a:p>
            <a:pPr lvl="1">
              <a:buFontTx/>
              <a:buNone/>
            </a:pPr>
            <a:endParaRPr lang="en-US" altLang="en-GB" sz="1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Tx/>
              <a:buNone/>
            </a:pPr>
            <a:r>
              <a:rPr lang="en-US" altLang="en-GB" i="1">
                <a:latin typeface="Times New Roman" panose="02020603050405020304" pitchFamily="18" charset="0"/>
                <a:cs typeface="Times New Roman" panose="02020603050405020304" pitchFamily="18" charset="0"/>
              </a:rPr>
              <a:t>S’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en-GB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aBZT | aZT |aBT |aT |aBZA |aZA | aBA |aA |aB |a</a:t>
            </a:r>
            <a:endParaRPr lang="en-US" altLang="en-GB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Tx/>
              <a:buNone/>
            </a:pPr>
            <a:r>
              <a:rPr lang="en-US" altLang="en-GB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en-GB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aBZ |aZ |aB 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| </a:t>
            </a:r>
            <a:r>
              <a:rPr lang="en-US" altLang="en-GB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endParaRPr lang="en-US" altLang="en-GB" i="1" u="sng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buFontTx/>
              <a:buNone/>
            </a:pPr>
            <a:r>
              <a:rPr lang="en-US" altLang="en-GB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en-GB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bB | b</a:t>
            </a:r>
          </a:p>
          <a:p>
            <a:pPr lvl="1">
              <a:buFontTx/>
              <a:buNone/>
            </a:pPr>
            <a:r>
              <a:rPr lang="en-US" altLang="en-GB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en-GB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bB </a:t>
            </a:r>
          </a:p>
          <a:p>
            <a:pPr lvl="1">
              <a:buFontTx/>
              <a:buNone/>
            </a:pPr>
            <a:r>
              <a:rPr lang="en-US" altLang="en-GB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en-GB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  <a:p>
            <a:pPr lvl="1">
              <a:buFontTx/>
              <a:buNone/>
            </a:pPr>
            <a:r>
              <a:rPr lang="en-US" altLang="en-GB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en-GB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</a:p>
          <a:p>
            <a:pPr lvl="1">
              <a:buFontTx/>
              <a:buNone/>
            </a:pPr>
            <a:r>
              <a:rPr lang="en-US" altLang="en-GB" i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en-GB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aBZ | aZ | aB |a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0419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293C34-DA08-4D4B-B16F-21040F55E023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1748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7772400" cy="10668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abaaba</a:t>
            </a:r>
            <a:br>
              <a:rPr lang="en-US"/>
            </a:br>
            <a:r>
              <a:rPr lang="en-US" sz="2500"/>
              <a:t>G                         	 CNF                       	GNF</a:t>
            </a:r>
          </a:p>
        </p:txBody>
      </p:sp>
      <p:sp>
        <p:nvSpPr>
          <p:cNvPr id="60421" name="Content Placeholder 2"/>
          <p:cNvSpPr>
            <a:spLocks noGrp="1"/>
          </p:cNvSpPr>
          <p:nvPr>
            <p:ph idx="4294967295"/>
          </p:nvPr>
        </p:nvSpPr>
        <p:spPr>
          <a:xfrm>
            <a:off x="0" y="1295400"/>
            <a:ext cx="2667000" cy="4953000"/>
          </a:xfrm>
        </p:spPr>
        <p:txBody>
          <a:bodyPr/>
          <a:lstStyle/>
          <a:p>
            <a:pPr marL="342900" lvl="1" indent="-342900" eaLnBrk="1" hangingPunct="1">
              <a:buFont typeface="Wingdings" panose="05000000000000000000" pitchFamily="2" charset="2"/>
              <a:buNone/>
            </a:pPr>
            <a:r>
              <a:rPr lang="en-US" altLang="en-GB" sz="2200" i="1" smtClean="0"/>
              <a:t>S</a:t>
            </a:r>
            <a:r>
              <a:rPr lang="en-US" altLang="en-GB" sz="2200" smtClean="0"/>
              <a:t> </a:t>
            </a:r>
            <a:r>
              <a:rPr lang="en-US" altLang="en-GB" sz="2200" smtClean="0">
                <a:sym typeface="Symbol" panose="05050102010706020507" pitchFamily="18" charset="2"/>
              </a:rPr>
              <a:t> </a:t>
            </a:r>
            <a:r>
              <a:rPr lang="en-US" altLang="en-GB" sz="2200" i="1" smtClean="0">
                <a:sym typeface="Symbol" panose="05050102010706020507" pitchFamily="18" charset="2"/>
              </a:rPr>
              <a:t>SaB</a:t>
            </a:r>
          </a:p>
          <a:p>
            <a:pPr marL="342900" lvl="1" indent="-342900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Symbol" panose="05050102010706020507" pitchFamily="18" charset="2"/>
              </a:rPr>
              <a:t>  </a:t>
            </a:r>
            <a:r>
              <a:rPr lang="en-US" altLang="en-GB" sz="2200" i="1" smtClean="0">
                <a:sym typeface="Symbol" panose="05050102010706020507" pitchFamily="18" charset="2"/>
              </a:rPr>
              <a:t>SaBaB</a:t>
            </a:r>
          </a:p>
          <a:p>
            <a:pPr marL="342900" lvl="1" indent="-342900" eaLnBrk="1" hangingPunct="1">
              <a:buFont typeface="Wingdings" panose="05000000000000000000" pitchFamily="2" charset="2"/>
              <a:buNone/>
            </a:pPr>
            <a:r>
              <a:rPr lang="en-US" altLang="en-GB" smtClean="0">
                <a:sym typeface="Symbol" panose="05050102010706020507" pitchFamily="18" charset="2"/>
              </a:rPr>
              <a:t>  </a:t>
            </a:r>
            <a:r>
              <a:rPr lang="en-US" altLang="en-GB" i="1" smtClean="0">
                <a:sym typeface="Symbol" panose="05050102010706020507" pitchFamily="18" charset="2"/>
              </a:rPr>
              <a:t>SaBaBaB</a:t>
            </a:r>
          </a:p>
          <a:p>
            <a:pPr marL="342900" lvl="1" indent="-342900" eaLnBrk="1" hangingPunct="1">
              <a:buFont typeface="Wingdings" panose="05000000000000000000" pitchFamily="2" charset="2"/>
              <a:buNone/>
            </a:pPr>
            <a:r>
              <a:rPr lang="en-US" altLang="en-GB" smtClean="0">
                <a:sym typeface="Symbol" panose="05050102010706020507" pitchFamily="18" charset="2"/>
              </a:rPr>
              <a:t>  </a:t>
            </a:r>
            <a:r>
              <a:rPr lang="en-US" altLang="en-GB" i="1" smtClean="0">
                <a:sym typeface="Symbol" panose="05050102010706020507" pitchFamily="18" charset="2"/>
              </a:rPr>
              <a:t>aBaBaBaB</a:t>
            </a:r>
          </a:p>
          <a:p>
            <a:pPr marL="342900" lvl="1" indent="-342900" eaLnBrk="1" hangingPunct="1">
              <a:buFont typeface="Wingdings" panose="05000000000000000000" pitchFamily="2" charset="2"/>
              <a:buNone/>
            </a:pPr>
            <a:r>
              <a:rPr lang="en-US" altLang="en-GB" smtClean="0">
                <a:sym typeface="Symbol" panose="05050102010706020507" pitchFamily="18" charset="2"/>
              </a:rPr>
              <a:t>  </a:t>
            </a:r>
            <a:r>
              <a:rPr lang="en-US" altLang="en-GB" i="1" smtClean="0">
                <a:sym typeface="Symbol" panose="05050102010706020507" pitchFamily="18" charset="2"/>
              </a:rPr>
              <a:t>abaBaBaBaB</a:t>
            </a:r>
          </a:p>
          <a:p>
            <a:pPr marL="342900" lvl="1" indent="-342900" eaLnBrk="1" hangingPunct="1">
              <a:buFont typeface="Symbol" panose="05050102010706020507" pitchFamily="18" charset="2"/>
              <a:buChar char="Þ"/>
            </a:pPr>
            <a:r>
              <a:rPr lang="en-US" altLang="en-GB" i="1" smtClean="0">
                <a:sym typeface="Symbol" panose="05050102010706020507" pitchFamily="18" charset="2"/>
              </a:rPr>
              <a:t>abaBaBaB</a:t>
            </a:r>
          </a:p>
          <a:p>
            <a:pPr marL="342900" lvl="1" indent="-342900" eaLnBrk="1" hangingPunct="1">
              <a:buFont typeface="Symbol" panose="05050102010706020507" pitchFamily="18" charset="2"/>
              <a:buChar char="Þ"/>
            </a:pPr>
            <a:r>
              <a:rPr lang="en-US" altLang="en-GB" i="1" smtClean="0">
                <a:sym typeface="Symbol" panose="05050102010706020507" pitchFamily="18" charset="2"/>
              </a:rPr>
              <a:t>abaaBaB</a:t>
            </a:r>
          </a:p>
          <a:p>
            <a:pPr marL="342900" lvl="1" indent="-342900" eaLnBrk="1" hangingPunct="1">
              <a:buFont typeface="Symbol" panose="05050102010706020507" pitchFamily="18" charset="2"/>
              <a:buChar char="Þ"/>
            </a:pPr>
            <a:r>
              <a:rPr lang="en-US" altLang="en-GB" i="1" smtClean="0">
                <a:sym typeface="Symbol" panose="05050102010706020507" pitchFamily="18" charset="2"/>
              </a:rPr>
              <a:t>abaabBaB</a:t>
            </a:r>
          </a:p>
          <a:p>
            <a:pPr marL="342900" lvl="1" indent="-342900" eaLnBrk="1" hangingPunct="1">
              <a:buFont typeface="Symbol" panose="05050102010706020507" pitchFamily="18" charset="2"/>
              <a:buChar char="Þ"/>
            </a:pPr>
            <a:r>
              <a:rPr lang="en-US" altLang="en-GB" i="1" smtClean="0">
                <a:sym typeface="Symbol" panose="05050102010706020507" pitchFamily="18" charset="2"/>
              </a:rPr>
              <a:t>abaabaB</a:t>
            </a:r>
          </a:p>
          <a:p>
            <a:pPr marL="342900" lvl="1" indent="-342900" eaLnBrk="1" hangingPunct="1">
              <a:buFont typeface="Symbol" panose="05050102010706020507" pitchFamily="18" charset="2"/>
              <a:buChar char="Þ"/>
            </a:pPr>
            <a:r>
              <a:rPr lang="en-US" altLang="en-GB" i="1" smtClean="0">
                <a:sym typeface="Symbol" panose="05050102010706020507" pitchFamily="18" charset="2"/>
              </a:rPr>
              <a:t>abaaba</a:t>
            </a:r>
          </a:p>
          <a:p>
            <a:pPr marL="342900" lvl="1" indent="-342900" eaLnBrk="1" hangingPunct="1">
              <a:buFont typeface="Symbol" panose="05050102010706020507" pitchFamily="18" charset="2"/>
              <a:buChar char="Þ"/>
            </a:pPr>
            <a:endParaRPr lang="en-US" altLang="en-GB" i="1" smtClean="0">
              <a:sym typeface="Symbol" panose="05050102010706020507" pitchFamily="18" charset="2"/>
            </a:endParaRPr>
          </a:p>
          <a:p>
            <a:pPr marL="342900" lvl="1" indent="-342900" eaLnBrk="1" hangingPunct="1">
              <a:buFont typeface="Symbol" panose="05050102010706020507" pitchFamily="18" charset="2"/>
              <a:buChar char="Þ"/>
            </a:pPr>
            <a:endParaRPr lang="en-US" altLang="en-GB" i="1" smtClean="0">
              <a:sym typeface="Symbol" panose="05050102010706020507" pitchFamily="18" charset="2"/>
            </a:endParaRPr>
          </a:p>
          <a:p>
            <a:pPr marL="342900" lvl="1" indent="-342900" eaLnBrk="1" hangingPunct="1">
              <a:buFont typeface="Wingdings" panose="05000000000000000000" pitchFamily="2" charset="2"/>
              <a:buNone/>
            </a:pPr>
            <a:endParaRPr lang="en-US" altLang="en-GB" i="1" smtClean="0">
              <a:sym typeface="Symbol" panose="05050102010706020507" pitchFamily="18" charset="2"/>
            </a:endParaRPr>
          </a:p>
          <a:p>
            <a:pPr marL="342900" lvl="1" indent="-342900" eaLnBrk="1" hangingPunct="1">
              <a:buFont typeface="Wingdings" panose="05000000000000000000" pitchFamily="2" charset="2"/>
              <a:buNone/>
            </a:pPr>
            <a:endParaRPr lang="en-US" altLang="en-GB" i="1" smtClean="0">
              <a:sym typeface="Symbol" panose="05050102010706020507" pitchFamily="18" charset="2"/>
            </a:endParaRPr>
          </a:p>
          <a:p>
            <a:pPr marL="342900" lvl="1" indent="-342900" eaLnBrk="1" hangingPunct="1">
              <a:buFont typeface="Wingdings" panose="05000000000000000000" pitchFamily="2" charset="2"/>
              <a:buNone/>
            </a:pPr>
            <a:endParaRPr lang="en-US" altLang="en-GB" i="1" smtClean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GB" smtClean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581400" y="1371600"/>
            <a:ext cx="26670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lvl="1" indent="-342900">
              <a:spcBef>
                <a:spcPct val="20000"/>
              </a:spcBef>
              <a:defRPr/>
            </a:pPr>
            <a:r>
              <a:rPr lang="en-US" sz="2400" i="1" kern="0" dirty="0">
                <a:latin typeface="+mn-lt"/>
              </a:rPr>
              <a:t>S</a:t>
            </a:r>
            <a:r>
              <a:rPr lang="en-US" sz="2400" kern="0" dirty="0">
                <a:latin typeface="+mn-lt"/>
              </a:rPr>
              <a:t> </a:t>
            </a:r>
            <a:r>
              <a:rPr lang="en-US" sz="2400" kern="0" dirty="0">
                <a:latin typeface="+mn-lt"/>
                <a:sym typeface="Symbol"/>
              </a:rPr>
              <a:t></a:t>
            </a:r>
            <a:r>
              <a:rPr lang="en-US" sz="2400" kern="0" dirty="0">
                <a:latin typeface="+mn-lt"/>
                <a:sym typeface="Symbol" charset="2"/>
              </a:rPr>
              <a:t> </a:t>
            </a:r>
            <a:r>
              <a:rPr lang="en-US" sz="2400" i="1" kern="0" dirty="0">
                <a:latin typeface="+mn-lt"/>
                <a:sym typeface="Symbol" charset="2"/>
              </a:rPr>
              <a:t>SA</a:t>
            </a:r>
          </a:p>
          <a:p>
            <a:pPr marL="342900" lvl="1" indent="-342900">
              <a:spcBef>
                <a:spcPct val="20000"/>
              </a:spcBef>
              <a:defRPr/>
            </a:pPr>
            <a:r>
              <a:rPr lang="en-US" sz="2400" kern="0" dirty="0">
                <a:latin typeface="+mn-lt"/>
                <a:sym typeface="Symbol"/>
              </a:rPr>
              <a:t> </a:t>
            </a:r>
            <a:r>
              <a:rPr lang="en-US" sz="2400" kern="0" dirty="0">
                <a:latin typeface="+mn-lt"/>
                <a:sym typeface="Symbol" charset="2"/>
              </a:rPr>
              <a:t> </a:t>
            </a:r>
            <a:r>
              <a:rPr lang="en-US" sz="2400" i="1" kern="0" dirty="0">
                <a:latin typeface="+mn-lt"/>
                <a:sym typeface="Symbol" charset="2"/>
              </a:rPr>
              <a:t>STA</a:t>
            </a:r>
          </a:p>
          <a:p>
            <a:pPr marL="342900" lvl="1" indent="-342900">
              <a:spcBef>
                <a:spcPct val="20000"/>
              </a:spcBef>
              <a:defRPr/>
            </a:pPr>
            <a:r>
              <a:rPr lang="en-US" sz="2800" kern="0" dirty="0">
                <a:latin typeface="+mn-lt"/>
                <a:sym typeface="Symbol"/>
              </a:rPr>
              <a:t> </a:t>
            </a:r>
            <a:r>
              <a:rPr lang="en-US" sz="2800" kern="0" dirty="0">
                <a:latin typeface="+mn-lt"/>
                <a:sym typeface="Symbol" charset="2"/>
              </a:rPr>
              <a:t> </a:t>
            </a:r>
            <a:r>
              <a:rPr lang="en-US" sz="2800" i="1" kern="0" dirty="0">
                <a:latin typeface="+mn-lt"/>
                <a:sym typeface="Symbol" charset="2"/>
              </a:rPr>
              <a:t>SATA</a:t>
            </a:r>
          </a:p>
          <a:p>
            <a:pPr marL="342900" lvl="1" indent="-342900">
              <a:spcBef>
                <a:spcPct val="20000"/>
              </a:spcBef>
              <a:defRPr/>
            </a:pPr>
            <a:r>
              <a:rPr lang="en-US" sz="2800" kern="0" dirty="0">
                <a:latin typeface="+mn-lt"/>
                <a:sym typeface="Symbol"/>
              </a:rPr>
              <a:t> </a:t>
            </a:r>
            <a:r>
              <a:rPr lang="en-US" sz="2800" kern="0" dirty="0">
                <a:latin typeface="+mn-lt"/>
                <a:sym typeface="Symbol" charset="2"/>
              </a:rPr>
              <a:t> </a:t>
            </a:r>
            <a:r>
              <a:rPr lang="en-US" sz="2800" i="1" kern="0" dirty="0">
                <a:latin typeface="+mn-lt"/>
                <a:sym typeface="Symbol" charset="2"/>
              </a:rPr>
              <a:t>ABATA</a:t>
            </a:r>
          </a:p>
          <a:p>
            <a:pPr marL="342900" lvl="1" indent="-342900">
              <a:spcBef>
                <a:spcPct val="20000"/>
              </a:spcBef>
              <a:defRPr/>
            </a:pPr>
            <a:r>
              <a:rPr lang="en-US" sz="2800" kern="0" dirty="0">
                <a:latin typeface="+mn-lt"/>
                <a:sym typeface="Symbol"/>
              </a:rPr>
              <a:t> </a:t>
            </a:r>
            <a:r>
              <a:rPr lang="en-US" sz="2800" kern="0" dirty="0">
                <a:latin typeface="+mn-lt"/>
                <a:sym typeface="Symbol" charset="2"/>
              </a:rPr>
              <a:t> </a:t>
            </a:r>
            <a:r>
              <a:rPr lang="en-US" sz="2800" i="1" kern="0" dirty="0" err="1">
                <a:latin typeface="+mn-lt"/>
                <a:sym typeface="Symbol" charset="2"/>
              </a:rPr>
              <a:t>aBATA</a:t>
            </a:r>
            <a:endParaRPr lang="en-US" sz="2800" i="1" kern="0" dirty="0">
              <a:latin typeface="+mn-lt"/>
              <a:sym typeface="Symbol" charset="2"/>
            </a:endParaRPr>
          </a:p>
          <a:p>
            <a:pPr marL="342900" lvl="1" indent="-342900">
              <a:spcBef>
                <a:spcPct val="20000"/>
              </a:spcBef>
              <a:buFont typeface="Symbol" charset="2"/>
              <a:buChar char="Þ"/>
              <a:defRPr/>
            </a:pPr>
            <a:r>
              <a:rPr lang="en-US" sz="2800" i="1" kern="0" dirty="0" err="1">
                <a:latin typeface="+mn-lt"/>
                <a:sym typeface="Symbol" charset="2"/>
              </a:rPr>
              <a:t>abATA</a:t>
            </a:r>
            <a:endParaRPr lang="en-US" sz="2800" i="1" kern="0" dirty="0">
              <a:latin typeface="+mn-lt"/>
              <a:sym typeface="Symbol" charset="2"/>
            </a:endParaRPr>
          </a:p>
          <a:p>
            <a:pPr marL="342900" lvl="1" indent="-342900">
              <a:spcBef>
                <a:spcPct val="20000"/>
              </a:spcBef>
              <a:buFont typeface="Symbol" charset="2"/>
              <a:buChar char="Þ"/>
              <a:defRPr/>
            </a:pPr>
            <a:r>
              <a:rPr lang="en-US" sz="2800" i="1" kern="0" dirty="0" err="1">
                <a:latin typeface="+mn-lt"/>
                <a:sym typeface="Symbol" charset="2"/>
              </a:rPr>
              <a:t>abaTA</a:t>
            </a:r>
            <a:endParaRPr lang="en-US" sz="2800" i="1" kern="0" dirty="0">
              <a:latin typeface="+mn-lt"/>
              <a:sym typeface="Symbol" charset="2"/>
            </a:endParaRPr>
          </a:p>
          <a:p>
            <a:pPr marL="342900" lvl="1" indent="-342900">
              <a:spcBef>
                <a:spcPct val="20000"/>
              </a:spcBef>
              <a:buFont typeface="Symbol" charset="2"/>
              <a:buChar char="Þ"/>
              <a:defRPr/>
            </a:pPr>
            <a:r>
              <a:rPr lang="en-US" sz="2800" i="1" kern="0" dirty="0" err="1">
                <a:latin typeface="+mn-lt"/>
                <a:sym typeface="Symbol" charset="2"/>
              </a:rPr>
              <a:t>abaABA</a:t>
            </a:r>
            <a:endParaRPr lang="en-US" sz="2800" i="1" kern="0" dirty="0">
              <a:latin typeface="+mn-lt"/>
              <a:sym typeface="Symbol" charset="2"/>
            </a:endParaRPr>
          </a:p>
          <a:p>
            <a:pPr marL="342900" lvl="1" indent="-342900">
              <a:spcBef>
                <a:spcPct val="20000"/>
              </a:spcBef>
              <a:buFont typeface="Symbol" charset="2"/>
              <a:buChar char="Þ"/>
              <a:defRPr/>
            </a:pPr>
            <a:r>
              <a:rPr lang="en-US" sz="2800" i="1" kern="0" dirty="0" err="1">
                <a:latin typeface="+mn-lt"/>
                <a:sym typeface="Symbol" charset="2"/>
              </a:rPr>
              <a:t>abaaBA</a:t>
            </a:r>
            <a:endParaRPr lang="en-US" sz="2800" i="1" kern="0" dirty="0">
              <a:latin typeface="+mn-lt"/>
              <a:sym typeface="Symbol" charset="2"/>
            </a:endParaRPr>
          </a:p>
          <a:p>
            <a:pPr marL="342900" lvl="1" indent="-342900">
              <a:spcBef>
                <a:spcPct val="20000"/>
              </a:spcBef>
              <a:buFont typeface="Symbol" charset="2"/>
              <a:buChar char="Þ"/>
              <a:defRPr/>
            </a:pPr>
            <a:r>
              <a:rPr lang="en-US" sz="2800" i="1" kern="0" dirty="0" err="1">
                <a:latin typeface="+mn-lt"/>
                <a:sym typeface="Symbol" charset="2"/>
              </a:rPr>
              <a:t>abaabA</a:t>
            </a:r>
            <a:endParaRPr lang="en-US" sz="2800" i="1" kern="0" dirty="0">
              <a:latin typeface="+mn-lt"/>
              <a:sym typeface="Symbol" charset="2"/>
            </a:endParaRPr>
          </a:p>
          <a:p>
            <a:pPr marL="342900" lvl="1" indent="-342900">
              <a:spcBef>
                <a:spcPct val="20000"/>
              </a:spcBef>
              <a:buFont typeface="Symbol" charset="2"/>
              <a:buChar char="Þ"/>
              <a:defRPr/>
            </a:pPr>
            <a:r>
              <a:rPr lang="en-US" sz="2800" i="1" kern="0" dirty="0" err="1">
                <a:latin typeface="+mn-lt"/>
                <a:sym typeface="Symbol" charset="2"/>
              </a:rPr>
              <a:t>abaaba</a:t>
            </a:r>
            <a:endParaRPr lang="en-US" sz="2800" i="1" kern="0" dirty="0">
              <a:latin typeface="+mn-lt"/>
              <a:sym typeface="Symbol" charset="2"/>
            </a:endParaRPr>
          </a:p>
          <a:p>
            <a:pPr marL="342900" lvl="1" indent="-342900">
              <a:spcBef>
                <a:spcPct val="20000"/>
              </a:spcBef>
              <a:buFont typeface="Symbol" charset="2"/>
              <a:buChar char="Þ"/>
              <a:defRPr/>
            </a:pPr>
            <a:endParaRPr lang="en-US" sz="2800" i="1" kern="0" dirty="0">
              <a:latin typeface="+mn-lt"/>
              <a:sym typeface="Symbol" charset="2"/>
            </a:endParaRPr>
          </a:p>
          <a:p>
            <a:pPr marL="342900" lvl="1" indent="-342900">
              <a:spcBef>
                <a:spcPct val="20000"/>
              </a:spcBef>
              <a:buFont typeface="Symbol" charset="2"/>
              <a:buChar char="Þ"/>
              <a:defRPr/>
            </a:pPr>
            <a:endParaRPr lang="en-US" sz="2800" i="1" kern="0" dirty="0">
              <a:latin typeface="+mn-lt"/>
              <a:sym typeface="Symbol" charset="2"/>
            </a:endParaRPr>
          </a:p>
          <a:p>
            <a:pPr marL="342900" lvl="1" indent="-342900">
              <a:spcBef>
                <a:spcPct val="20000"/>
              </a:spcBef>
              <a:defRPr/>
            </a:pPr>
            <a:endParaRPr lang="en-US" sz="2800" i="1" kern="0" dirty="0">
              <a:latin typeface="+mn-lt"/>
              <a:sym typeface="Symbol" charset="2"/>
            </a:endParaRPr>
          </a:p>
          <a:p>
            <a:pPr marL="342900" lvl="1" indent="-342900">
              <a:spcBef>
                <a:spcPct val="20000"/>
              </a:spcBef>
              <a:defRPr/>
            </a:pPr>
            <a:endParaRPr lang="en-US" sz="2800" i="1" kern="0" dirty="0">
              <a:latin typeface="+mn-lt"/>
              <a:sym typeface="Symbol" charset="2"/>
            </a:endParaRPr>
          </a:p>
          <a:p>
            <a:pPr marL="342900" lvl="1" indent="-342900">
              <a:spcBef>
                <a:spcPct val="20000"/>
              </a:spcBef>
              <a:defRPr/>
            </a:pPr>
            <a:endParaRPr lang="en-US" sz="2800" i="1" kern="0" dirty="0">
              <a:latin typeface="+mn-lt"/>
              <a:sym typeface="Symbol" charset="2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US" sz="3200" kern="0" dirty="0">
              <a:latin typeface="+mn-lt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6248400" y="1447800"/>
            <a:ext cx="26670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lvl="1" indent="-342900">
              <a:spcBef>
                <a:spcPct val="20000"/>
              </a:spcBef>
              <a:defRPr/>
            </a:pPr>
            <a:r>
              <a:rPr lang="en-US" sz="2400" i="1" kern="0" dirty="0">
                <a:latin typeface="+mn-lt"/>
              </a:rPr>
              <a:t>S</a:t>
            </a:r>
            <a:r>
              <a:rPr lang="en-US" sz="2400" kern="0" dirty="0">
                <a:latin typeface="+mn-lt"/>
              </a:rPr>
              <a:t> </a:t>
            </a:r>
            <a:r>
              <a:rPr lang="en-US" sz="2400" kern="0" dirty="0">
                <a:latin typeface="+mn-lt"/>
                <a:sym typeface="Symbol"/>
              </a:rPr>
              <a:t></a:t>
            </a:r>
            <a:r>
              <a:rPr lang="en-US" sz="2400" kern="0" dirty="0">
                <a:latin typeface="+mn-lt"/>
                <a:sym typeface="Symbol" charset="2"/>
              </a:rPr>
              <a:t> </a:t>
            </a:r>
            <a:r>
              <a:rPr lang="en-US" sz="2400" i="1" kern="0" dirty="0" err="1">
                <a:latin typeface="+mn-lt"/>
                <a:sym typeface="Symbol" charset="2"/>
              </a:rPr>
              <a:t>aBZA</a:t>
            </a:r>
            <a:endParaRPr lang="en-US" sz="2400" i="1" kern="0" dirty="0">
              <a:latin typeface="+mn-lt"/>
              <a:sym typeface="Symbol" charset="2"/>
            </a:endParaRPr>
          </a:p>
          <a:p>
            <a:pPr marL="342900" lvl="1" indent="-342900">
              <a:spcBef>
                <a:spcPct val="20000"/>
              </a:spcBef>
              <a:defRPr/>
            </a:pPr>
            <a:r>
              <a:rPr lang="en-US" sz="2400" kern="0" dirty="0">
                <a:latin typeface="+mn-lt"/>
                <a:sym typeface="Symbol"/>
              </a:rPr>
              <a:t> </a:t>
            </a:r>
            <a:r>
              <a:rPr lang="en-US" sz="2400" kern="0" dirty="0">
                <a:latin typeface="+mn-lt"/>
                <a:sym typeface="Symbol" charset="2"/>
              </a:rPr>
              <a:t> </a:t>
            </a:r>
            <a:r>
              <a:rPr lang="en-US" sz="2400" i="1" kern="0" dirty="0" err="1">
                <a:latin typeface="+mn-lt"/>
                <a:sym typeface="Symbol" charset="2"/>
              </a:rPr>
              <a:t>abZA</a:t>
            </a:r>
            <a:endParaRPr lang="en-US" sz="2400" i="1" kern="0" dirty="0">
              <a:latin typeface="+mn-lt"/>
              <a:sym typeface="Symbol" charset="2"/>
            </a:endParaRPr>
          </a:p>
          <a:p>
            <a:pPr marL="342900" lvl="1" indent="-342900">
              <a:spcBef>
                <a:spcPct val="20000"/>
              </a:spcBef>
              <a:defRPr/>
            </a:pPr>
            <a:r>
              <a:rPr lang="en-US" sz="2800" kern="0" dirty="0">
                <a:latin typeface="+mn-lt"/>
                <a:sym typeface="Symbol"/>
              </a:rPr>
              <a:t> </a:t>
            </a:r>
            <a:r>
              <a:rPr lang="en-US" sz="2800" kern="0" dirty="0">
                <a:latin typeface="+mn-lt"/>
                <a:sym typeface="Symbol" charset="2"/>
              </a:rPr>
              <a:t> </a:t>
            </a:r>
            <a:r>
              <a:rPr lang="en-US" sz="2800" i="1" kern="0" dirty="0" err="1">
                <a:latin typeface="+mn-lt"/>
                <a:sym typeface="Symbol" charset="2"/>
              </a:rPr>
              <a:t>abaZA</a:t>
            </a:r>
            <a:endParaRPr lang="en-US" sz="2800" i="1" kern="0" dirty="0">
              <a:latin typeface="+mn-lt"/>
              <a:sym typeface="Symbol" charset="2"/>
            </a:endParaRPr>
          </a:p>
          <a:p>
            <a:pPr marL="342900" lvl="1" indent="-342900">
              <a:spcBef>
                <a:spcPct val="20000"/>
              </a:spcBef>
              <a:defRPr/>
            </a:pPr>
            <a:r>
              <a:rPr lang="en-US" sz="2800" kern="0" dirty="0">
                <a:latin typeface="+mn-lt"/>
                <a:sym typeface="Symbol"/>
              </a:rPr>
              <a:t> </a:t>
            </a:r>
            <a:r>
              <a:rPr lang="en-US" sz="2800" kern="0" dirty="0">
                <a:latin typeface="+mn-lt"/>
                <a:sym typeface="Symbol" charset="2"/>
              </a:rPr>
              <a:t> </a:t>
            </a:r>
            <a:r>
              <a:rPr lang="en-US" sz="2800" i="1" kern="0" dirty="0" err="1">
                <a:latin typeface="+mn-lt"/>
                <a:sym typeface="Symbol" charset="2"/>
              </a:rPr>
              <a:t>abaaBA</a:t>
            </a:r>
            <a:endParaRPr lang="en-US" sz="2800" i="1" kern="0" dirty="0">
              <a:latin typeface="+mn-lt"/>
              <a:sym typeface="Symbol" charset="2"/>
            </a:endParaRPr>
          </a:p>
          <a:p>
            <a:pPr marL="342900" lvl="1" indent="-342900">
              <a:spcBef>
                <a:spcPct val="20000"/>
              </a:spcBef>
              <a:defRPr/>
            </a:pPr>
            <a:r>
              <a:rPr lang="en-US" sz="2800" kern="0" dirty="0">
                <a:latin typeface="+mn-lt"/>
                <a:sym typeface="Symbol"/>
              </a:rPr>
              <a:t> </a:t>
            </a:r>
            <a:r>
              <a:rPr lang="en-US" sz="2800" kern="0" dirty="0">
                <a:latin typeface="+mn-lt"/>
                <a:sym typeface="Symbol" charset="2"/>
              </a:rPr>
              <a:t> </a:t>
            </a:r>
            <a:r>
              <a:rPr lang="en-US" sz="2800" i="1" kern="0" dirty="0" err="1">
                <a:latin typeface="+mn-lt"/>
                <a:sym typeface="Symbol" charset="2"/>
              </a:rPr>
              <a:t>abaabA</a:t>
            </a:r>
            <a:endParaRPr lang="en-US" sz="2800" i="1" kern="0" dirty="0">
              <a:latin typeface="+mn-lt"/>
              <a:sym typeface="Symbol" charset="2"/>
            </a:endParaRPr>
          </a:p>
          <a:p>
            <a:pPr marL="342900" lvl="1" indent="-342900">
              <a:spcBef>
                <a:spcPct val="20000"/>
              </a:spcBef>
              <a:buFont typeface="Symbol" charset="2"/>
              <a:buChar char="Þ"/>
              <a:defRPr/>
            </a:pPr>
            <a:r>
              <a:rPr lang="en-US" sz="2800" i="1" kern="0" dirty="0" err="1">
                <a:latin typeface="+mn-lt"/>
                <a:sym typeface="Symbol" charset="2"/>
              </a:rPr>
              <a:t>a</a:t>
            </a:r>
            <a:r>
              <a:rPr lang="en-US" sz="2800" i="1" kern="0">
                <a:latin typeface="+mn-lt"/>
                <a:sym typeface="Symbol" charset="2"/>
              </a:rPr>
              <a:t>baaba</a:t>
            </a:r>
            <a:endParaRPr lang="en-US" sz="2800" i="1" kern="0" dirty="0">
              <a:latin typeface="+mn-lt"/>
              <a:sym typeface="Symbol" charset="2"/>
            </a:endParaRPr>
          </a:p>
          <a:p>
            <a:pPr marL="342900" lvl="1" indent="-342900">
              <a:spcBef>
                <a:spcPct val="20000"/>
              </a:spcBef>
              <a:buFont typeface="Symbol" charset="2"/>
              <a:buChar char="Þ"/>
              <a:defRPr/>
            </a:pPr>
            <a:endParaRPr lang="en-US" sz="2800" i="1" kern="0" dirty="0">
              <a:latin typeface="+mn-lt"/>
              <a:sym typeface="Symbol" charset="2"/>
            </a:endParaRPr>
          </a:p>
          <a:p>
            <a:pPr marL="342900" lvl="1" indent="-342900">
              <a:spcBef>
                <a:spcPct val="20000"/>
              </a:spcBef>
              <a:buFont typeface="Symbol" charset="2"/>
              <a:buChar char="Þ"/>
              <a:defRPr/>
            </a:pPr>
            <a:endParaRPr lang="en-US" sz="2800" i="1" kern="0" dirty="0">
              <a:latin typeface="+mn-lt"/>
              <a:sym typeface="Symbol" charset="2"/>
            </a:endParaRPr>
          </a:p>
          <a:p>
            <a:pPr marL="342900" lvl="1" indent="-342900">
              <a:spcBef>
                <a:spcPct val="20000"/>
              </a:spcBef>
              <a:buFont typeface="Symbol" charset="2"/>
              <a:buChar char="Þ"/>
              <a:defRPr/>
            </a:pPr>
            <a:endParaRPr lang="en-US" sz="2800" i="1" kern="0" dirty="0">
              <a:latin typeface="+mn-lt"/>
              <a:sym typeface="Symbol" charset="2"/>
            </a:endParaRPr>
          </a:p>
          <a:p>
            <a:pPr marL="342900" lvl="1" indent="-342900">
              <a:spcBef>
                <a:spcPct val="20000"/>
              </a:spcBef>
              <a:defRPr/>
            </a:pPr>
            <a:endParaRPr lang="en-US" sz="2800" i="1" kern="0" dirty="0">
              <a:latin typeface="+mn-lt"/>
              <a:sym typeface="Symbol" charset="2"/>
            </a:endParaRPr>
          </a:p>
          <a:p>
            <a:pPr marL="342900" lvl="1" indent="-342900">
              <a:spcBef>
                <a:spcPct val="20000"/>
              </a:spcBef>
              <a:defRPr/>
            </a:pPr>
            <a:endParaRPr lang="en-US" sz="2800" i="1" kern="0" dirty="0">
              <a:latin typeface="+mn-lt"/>
              <a:sym typeface="Symbol" charset="2"/>
            </a:endParaRPr>
          </a:p>
          <a:p>
            <a:pPr marL="342900" lvl="1" indent="-342900">
              <a:spcBef>
                <a:spcPct val="20000"/>
              </a:spcBef>
              <a:defRPr/>
            </a:pPr>
            <a:endParaRPr lang="en-US" sz="2800" i="1" kern="0" dirty="0">
              <a:latin typeface="+mn-lt"/>
              <a:sym typeface="Symbol" charset="2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US" sz="3200" kern="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2467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DE35691-6F5F-4605-B546-DB24304FC432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Date Placeholder 1"/>
          <p:cNvSpPr txBox="1">
            <a:spLocks/>
          </p:cNvSpPr>
          <p:nvPr/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en-US" sz="1200">
                <a:latin typeface="+mj-lt"/>
              </a:rPr>
              <a:t>Nov 1,2012</a:t>
            </a:r>
            <a:endParaRPr lang="en-US" altLang="en-US" sz="1200">
              <a:latin typeface="+mj-lt"/>
            </a:endParaRPr>
          </a:p>
        </p:txBody>
      </p:sp>
      <p:sp>
        <p:nvSpPr>
          <p:cNvPr id="5" name="Footer Placeholder 2"/>
          <p:cNvSpPr txBox="1">
            <a:spLocks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altLang="en-US" sz="1200">
                <a:latin typeface="+mj-lt"/>
              </a:rPr>
              <a:t>Mehreen Alam - Fall 2012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277813"/>
            <a:ext cx="8229600" cy="865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sz="38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Examples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600" kern="0" dirty="0">
                <a:latin typeface="+mn-lt"/>
              </a:rPr>
              <a:t>Convert </a:t>
            </a:r>
            <a:r>
              <a:rPr lang="en-US" sz="2600" kern="0">
                <a:latin typeface="+mn-lt"/>
              </a:rPr>
              <a:t>to GNF</a:t>
            </a:r>
            <a:endParaRPr lang="en-US" sz="2600" kern="0" dirty="0">
              <a:latin typeface="+mn-lt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600" kern="0" dirty="0">
                <a:latin typeface="+mn-lt"/>
              </a:rPr>
              <a:t>S-&gt;</a:t>
            </a:r>
            <a:r>
              <a:rPr lang="en-US" sz="2600" kern="0" dirty="0" err="1">
                <a:latin typeface="+mn-lt"/>
              </a:rPr>
              <a:t>aSX|b</a:t>
            </a:r>
            <a:endParaRPr lang="en-US" sz="2600" kern="0" dirty="0">
              <a:latin typeface="+mn-lt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600" kern="0" dirty="0">
                <a:latin typeface="+mn-lt"/>
              </a:rPr>
              <a:t>X-&gt;</a:t>
            </a:r>
            <a:r>
              <a:rPr lang="en-US" sz="2600" kern="0" dirty="0" err="1">
                <a:latin typeface="+mn-lt"/>
              </a:rPr>
              <a:t>Xb|a</a:t>
            </a:r>
            <a:endParaRPr lang="en-US" sz="2600" kern="0" dirty="0">
              <a:latin typeface="+mn-lt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endParaRPr lang="en-US" sz="2600" kern="0" dirty="0">
              <a:latin typeface="+mn-lt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endParaRPr lang="en-US" sz="2600" kern="0" dirty="0">
              <a:latin typeface="+mn-lt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7669</TotalTime>
  <Words>1579</Words>
  <Application>Microsoft Office PowerPoint</Application>
  <PresentationFormat>On-screen Show (4:3)</PresentationFormat>
  <Paragraphs>314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Symbol</vt:lpstr>
      <vt:lpstr>Wingdings</vt:lpstr>
      <vt:lpstr>Times New Roman</vt:lpstr>
      <vt:lpstr>Office Theme</vt:lpstr>
      <vt:lpstr>Theory of Automata  Greibach Normal Form</vt:lpstr>
      <vt:lpstr>Contents</vt:lpstr>
      <vt:lpstr>Definition</vt:lpstr>
      <vt:lpstr>Definition</vt:lpstr>
      <vt:lpstr>Conversion</vt:lpstr>
      <vt:lpstr>Eliminate direct left recursion</vt:lpstr>
      <vt:lpstr>Eliminate direct left recursion</vt:lpstr>
      <vt:lpstr>Eliminate direct left recursion</vt:lpstr>
      <vt:lpstr>Transform A  uBv rules</vt:lpstr>
      <vt:lpstr>Conversion: Step 1</vt:lpstr>
      <vt:lpstr>Conversion: Step 1</vt:lpstr>
      <vt:lpstr>Conversion: Step 2</vt:lpstr>
      <vt:lpstr>Conversion Example</vt:lpstr>
      <vt:lpstr>Conversion Strategy</vt:lpstr>
      <vt:lpstr>Step 1: S rules</vt:lpstr>
      <vt:lpstr>Step 1: A rules</vt:lpstr>
      <vt:lpstr>Step 1: B rules</vt:lpstr>
      <vt:lpstr>Step 1: C rules</vt:lpstr>
      <vt:lpstr>Step 1: C rules</vt:lpstr>
      <vt:lpstr>Step 1: Intermediate grammar</vt:lpstr>
      <vt:lpstr>Step 2: Fix starting symbol</vt:lpstr>
      <vt:lpstr>Step 2: Fixing B rules</vt:lpstr>
      <vt:lpstr>Step 2: Fixing A rules</vt:lpstr>
      <vt:lpstr>Step 2: Fixing S rules</vt:lpstr>
      <vt:lpstr>Step 2: Complete conversion</vt:lpstr>
      <vt:lpstr>Conclusions</vt:lpstr>
      <vt:lpstr>Comparison of Normal forms</vt:lpstr>
      <vt:lpstr>PowerPoint Presentation</vt:lpstr>
      <vt:lpstr>abaaba G                           CNF                        GNF</vt:lpstr>
      <vt:lpstr>PowerPoint Presentation</vt:lpstr>
    </vt:vector>
  </TitlesOfParts>
  <Company>fast-nu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Automata</dc:title>
  <dc:creator>Majid</dc:creator>
  <cp:lastModifiedBy>user1</cp:lastModifiedBy>
  <cp:revision>173</cp:revision>
  <dcterms:created xsi:type="dcterms:W3CDTF">2011-08-06T09:27:24Z</dcterms:created>
  <dcterms:modified xsi:type="dcterms:W3CDTF">2025-07-28T10:26:54Z</dcterms:modified>
</cp:coreProperties>
</file>