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37"/>
  </p:notesMasterIdLst>
  <p:handoutMasterIdLst>
    <p:handoutMasterId r:id="rId38"/>
  </p:handoutMasterIdLst>
  <p:sldIdLst>
    <p:sldId id="282" r:id="rId2"/>
    <p:sldId id="324" r:id="rId3"/>
    <p:sldId id="327" r:id="rId4"/>
    <p:sldId id="342" r:id="rId5"/>
    <p:sldId id="343" r:id="rId6"/>
    <p:sldId id="344" r:id="rId7"/>
    <p:sldId id="345" r:id="rId8"/>
    <p:sldId id="346" r:id="rId9"/>
    <p:sldId id="421" r:id="rId10"/>
    <p:sldId id="422" r:id="rId11"/>
    <p:sldId id="347" r:id="rId12"/>
    <p:sldId id="348" r:id="rId13"/>
    <p:sldId id="380" r:id="rId14"/>
    <p:sldId id="381" r:id="rId15"/>
    <p:sldId id="382" r:id="rId16"/>
    <p:sldId id="386" r:id="rId17"/>
    <p:sldId id="387" r:id="rId18"/>
    <p:sldId id="388" r:id="rId19"/>
    <p:sldId id="349" r:id="rId20"/>
    <p:sldId id="350" r:id="rId21"/>
    <p:sldId id="351" r:id="rId22"/>
    <p:sldId id="408" r:id="rId23"/>
    <p:sldId id="412" r:id="rId24"/>
    <p:sldId id="413" r:id="rId25"/>
    <p:sldId id="414" r:id="rId26"/>
    <p:sldId id="415" r:id="rId27"/>
    <p:sldId id="416" r:id="rId28"/>
    <p:sldId id="418" r:id="rId29"/>
    <p:sldId id="419" r:id="rId30"/>
    <p:sldId id="420" r:id="rId31"/>
    <p:sldId id="389" r:id="rId32"/>
    <p:sldId id="390" r:id="rId33"/>
    <p:sldId id="391" r:id="rId34"/>
    <p:sldId id="392" r:id="rId35"/>
    <p:sldId id="424" r:id="rId36"/>
  </p:sldIdLst>
  <p:sldSz cx="9144000" cy="6858000" type="letter"/>
  <p:notesSz cx="7010400" cy="9296400"/>
  <p:defaultTextStyle>
    <a:defPPr>
      <a:defRPr lang="en-CA"/>
    </a:defPPr>
    <a:lvl1pPr algn="l" rtl="0" eaLnBrk="0" fontAlgn="base" hangingPunct="0">
      <a:spcBef>
        <a:spcPct val="0"/>
      </a:spcBef>
      <a:spcAft>
        <a:spcPct val="0"/>
      </a:spcAft>
      <a:defRPr sz="2400" i="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i="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i="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i="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i="1" kern="1200">
        <a:solidFill>
          <a:schemeClr val="tx1"/>
        </a:solidFill>
        <a:latin typeface="Arial" panose="020B0604020202020204" pitchFamily="34" charset="0"/>
        <a:ea typeface="+mn-ea"/>
        <a:cs typeface="+mn-cs"/>
      </a:defRPr>
    </a:lvl5pPr>
    <a:lvl6pPr marL="2286000" algn="l" defTabSz="914400" rtl="0" eaLnBrk="1" latinLnBrk="0" hangingPunct="1">
      <a:defRPr sz="2400" i="1" kern="1200">
        <a:solidFill>
          <a:schemeClr val="tx1"/>
        </a:solidFill>
        <a:latin typeface="Arial" panose="020B0604020202020204" pitchFamily="34" charset="0"/>
        <a:ea typeface="+mn-ea"/>
        <a:cs typeface="+mn-cs"/>
      </a:defRPr>
    </a:lvl6pPr>
    <a:lvl7pPr marL="2743200" algn="l" defTabSz="914400" rtl="0" eaLnBrk="1" latinLnBrk="0" hangingPunct="1">
      <a:defRPr sz="2400" i="1" kern="1200">
        <a:solidFill>
          <a:schemeClr val="tx1"/>
        </a:solidFill>
        <a:latin typeface="Arial" panose="020B0604020202020204" pitchFamily="34" charset="0"/>
        <a:ea typeface="+mn-ea"/>
        <a:cs typeface="+mn-cs"/>
      </a:defRPr>
    </a:lvl7pPr>
    <a:lvl8pPr marL="3200400" algn="l" defTabSz="914400" rtl="0" eaLnBrk="1" latinLnBrk="0" hangingPunct="1">
      <a:defRPr sz="2400" i="1" kern="1200">
        <a:solidFill>
          <a:schemeClr val="tx1"/>
        </a:solidFill>
        <a:latin typeface="Arial" panose="020B0604020202020204" pitchFamily="34" charset="0"/>
        <a:ea typeface="+mn-ea"/>
        <a:cs typeface="+mn-cs"/>
      </a:defRPr>
    </a:lvl8pPr>
    <a:lvl9pPr marL="3657600" algn="l" defTabSz="914400" rtl="0" eaLnBrk="1" latinLnBrk="0" hangingPunct="1">
      <a:defRPr sz="2400" i="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92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29"/>
    <p:restoredTop sz="87067"/>
  </p:normalViewPr>
  <p:slideViewPr>
    <p:cSldViewPr snapToObjects="1">
      <p:cViewPr varScale="1">
        <p:scale>
          <a:sx n="64" d="100"/>
          <a:sy n="64" d="100"/>
        </p:scale>
        <p:origin x="1404" y="78"/>
      </p:cViewPr>
      <p:guideLst>
        <p:guide orient="horz" pos="19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p:scale>
          <a:sx n="100" d="100"/>
          <a:sy n="100" d="100"/>
        </p:scale>
        <p:origin x="-780" y="2172"/>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D16E0782-1C96-7F42-9969-7FCF92715188}"/>
              </a:ext>
            </a:extLst>
          </p:cNvPr>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eaLnBrk="1" hangingPunct="1">
              <a:defRPr sz="1200" i="0">
                <a:latin typeface="Tahoma" panose="020B0604030504040204" pitchFamily="34" charset="0"/>
              </a:defRPr>
            </a:lvl1pPr>
          </a:lstStyle>
          <a:p>
            <a:pPr>
              <a:defRPr/>
            </a:pPr>
            <a:endParaRPr lang="en-CA" altLang="en-US"/>
          </a:p>
        </p:txBody>
      </p:sp>
      <p:sp>
        <p:nvSpPr>
          <p:cNvPr id="60419" name="Rectangle 3">
            <a:extLst>
              <a:ext uri="{FF2B5EF4-FFF2-40B4-BE49-F238E27FC236}">
                <a16:creationId xmlns:a16="http://schemas.microsoft.com/office/drawing/2014/main" id="{1E877CC9-3A8F-0542-AC82-F366C660F0D5}"/>
              </a:ext>
            </a:extLst>
          </p:cNvPr>
          <p:cNvSpPr>
            <a:spLocks noGrp="1" noChangeArrowheads="1"/>
          </p:cNvSpPr>
          <p:nvPr>
            <p:ph type="dt" sz="quarter" idx="1"/>
          </p:nvPr>
        </p:nvSpPr>
        <p:spPr bwMode="auto">
          <a:xfrm>
            <a:off x="3971925"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eaLnBrk="1" hangingPunct="1">
              <a:defRPr sz="1200" i="0">
                <a:latin typeface="Tahoma" panose="020B0604030504040204" pitchFamily="34" charset="0"/>
              </a:defRPr>
            </a:lvl1pPr>
          </a:lstStyle>
          <a:p>
            <a:pPr>
              <a:defRPr/>
            </a:pPr>
            <a:endParaRPr lang="en-CA" altLang="en-US"/>
          </a:p>
        </p:txBody>
      </p:sp>
      <p:sp>
        <p:nvSpPr>
          <p:cNvPr id="60420" name="Rectangle 4">
            <a:extLst>
              <a:ext uri="{FF2B5EF4-FFF2-40B4-BE49-F238E27FC236}">
                <a16:creationId xmlns:a16="http://schemas.microsoft.com/office/drawing/2014/main" id="{52427728-7A72-2449-AD8C-EECCA887582B}"/>
              </a:ext>
            </a:extLst>
          </p:cNvPr>
          <p:cNvSpPr>
            <a:spLocks noGrp="1" noChangeArrowheads="1"/>
          </p:cNvSpPr>
          <p:nvPr>
            <p:ph type="ftr" sz="quarter" idx="2"/>
          </p:nvPr>
        </p:nvSpPr>
        <p:spPr bwMode="auto">
          <a:xfrm>
            <a:off x="0" y="8831263"/>
            <a:ext cx="3038475"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eaLnBrk="1" hangingPunct="1">
              <a:defRPr sz="1200" i="0">
                <a:latin typeface="Tahoma" panose="020B0604030504040204" pitchFamily="34" charset="0"/>
              </a:defRPr>
            </a:lvl1pPr>
          </a:lstStyle>
          <a:p>
            <a:pPr>
              <a:defRPr/>
            </a:pPr>
            <a:endParaRPr lang="en-CA" altLang="en-US"/>
          </a:p>
        </p:txBody>
      </p:sp>
      <p:sp>
        <p:nvSpPr>
          <p:cNvPr id="60421" name="Rectangle 5">
            <a:extLst>
              <a:ext uri="{FF2B5EF4-FFF2-40B4-BE49-F238E27FC236}">
                <a16:creationId xmlns:a16="http://schemas.microsoft.com/office/drawing/2014/main" id="{EBB28C98-2924-6C49-A41D-94840F7B001F}"/>
              </a:ext>
            </a:extLst>
          </p:cNvPr>
          <p:cNvSpPr>
            <a:spLocks noGrp="1" noChangeArrowheads="1"/>
          </p:cNvSpPr>
          <p:nvPr>
            <p:ph type="sldNum" sz="quarter" idx="3"/>
          </p:nvPr>
        </p:nvSpPr>
        <p:spPr bwMode="auto">
          <a:xfrm>
            <a:off x="3971925" y="8831263"/>
            <a:ext cx="3038475"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eaLnBrk="1" hangingPunct="1">
              <a:defRPr sz="1200" i="0">
                <a:latin typeface="Tahoma" panose="020B0604030504040204" pitchFamily="34" charset="0"/>
              </a:defRPr>
            </a:lvl1pPr>
          </a:lstStyle>
          <a:p>
            <a:pPr>
              <a:defRPr/>
            </a:pPr>
            <a:fld id="{02B39C42-F834-4923-A3AB-59113DAB49DF}" type="slidenum">
              <a:rPr lang="en-CA" altLang="en-US"/>
              <a:pPr>
                <a:defRPr/>
              </a:pPr>
              <a:t>‹#›</a:t>
            </a:fld>
            <a:endParaRPr lang="en-CA"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A215EC17-CB17-AD49-899D-270788D920A5}"/>
              </a:ext>
            </a:extLst>
          </p:cNvPr>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eaLnBrk="1" hangingPunct="1">
              <a:defRPr sz="1200" i="0">
                <a:latin typeface="Tahoma" panose="020B0604030504040204" pitchFamily="34" charset="0"/>
              </a:defRPr>
            </a:lvl1pPr>
          </a:lstStyle>
          <a:p>
            <a:pPr>
              <a:defRPr/>
            </a:pPr>
            <a:endParaRPr lang="en-CA" altLang="en-US"/>
          </a:p>
        </p:txBody>
      </p:sp>
      <p:sp>
        <p:nvSpPr>
          <p:cNvPr id="61443" name="Rectangle 3">
            <a:extLst>
              <a:ext uri="{FF2B5EF4-FFF2-40B4-BE49-F238E27FC236}">
                <a16:creationId xmlns:a16="http://schemas.microsoft.com/office/drawing/2014/main" id="{DBF75784-09D9-FF45-8374-9E65125E985F}"/>
              </a:ext>
            </a:extLst>
          </p:cNvPr>
          <p:cNvSpPr>
            <a:spLocks noGrp="1" noChangeArrowheads="1"/>
          </p:cNvSpPr>
          <p:nvPr>
            <p:ph type="dt" idx="1"/>
          </p:nvPr>
        </p:nvSpPr>
        <p:spPr bwMode="auto">
          <a:xfrm>
            <a:off x="3971925"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eaLnBrk="1" hangingPunct="1">
              <a:defRPr sz="1200" i="0">
                <a:latin typeface="Tahoma" panose="020B0604030504040204" pitchFamily="34" charset="0"/>
              </a:defRPr>
            </a:lvl1pPr>
          </a:lstStyle>
          <a:p>
            <a:pPr>
              <a:defRPr/>
            </a:pPr>
            <a:endParaRPr lang="en-CA" altLang="en-US"/>
          </a:p>
        </p:txBody>
      </p:sp>
      <p:sp>
        <p:nvSpPr>
          <p:cNvPr id="3076" name="Rectangle 4"/>
          <p:cNvSpPr>
            <a:spLocks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45" name="Rectangle 5">
            <a:extLst>
              <a:ext uri="{FF2B5EF4-FFF2-40B4-BE49-F238E27FC236}">
                <a16:creationId xmlns:a16="http://schemas.microsoft.com/office/drawing/2014/main" id="{49C316B9-348D-5A4B-88EB-04F350CBD5BF}"/>
              </a:ext>
            </a:extLst>
          </p:cNvPr>
          <p:cNvSpPr>
            <a:spLocks noGrp="1" noChangeArrowheads="1"/>
          </p:cNvSpPr>
          <p:nvPr>
            <p:ph type="body" sz="quarter" idx="3"/>
          </p:nvPr>
        </p:nvSpPr>
        <p:spPr bwMode="auto">
          <a:xfrm>
            <a:off x="935038" y="4416425"/>
            <a:ext cx="5140325"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p>
            <a:pPr lvl="0"/>
            <a:r>
              <a:rPr lang="en-CA" altLang="en-US" noProof="0"/>
              <a:t>Click to edit Master text styles</a:t>
            </a:r>
          </a:p>
          <a:p>
            <a:pPr lvl="1"/>
            <a:r>
              <a:rPr lang="en-CA" altLang="en-US" noProof="0"/>
              <a:t>Second level</a:t>
            </a:r>
          </a:p>
          <a:p>
            <a:pPr lvl="2"/>
            <a:r>
              <a:rPr lang="en-CA" altLang="en-US" noProof="0"/>
              <a:t>Third level</a:t>
            </a:r>
          </a:p>
          <a:p>
            <a:pPr lvl="3"/>
            <a:r>
              <a:rPr lang="en-CA" altLang="en-US" noProof="0"/>
              <a:t>Fourth level</a:t>
            </a:r>
          </a:p>
          <a:p>
            <a:pPr lvl="4"/>
            <a:r>
              <a:rPr lang="en-CA" altLang="en-US" noProof="0"/>
              <a:t>Fifth level</a:t>
            </a:r>
          </a:p>
        </p:txBody>
      </p:sp>
      <p:sp>
        <p:nvSpPr>
          <p:cNvPr id="61446" name="Rectangle 6">
            <a:extLst>
              <a:ext uri="{FF2B5EF4-FFF2-40B4-BE49-F238E27FC236}">
                <a16:creationId xmlns:a16="http://schemas.microsoft.com/office/drawing/2014/main" id="{95D442B2-B94C-1349-B3B4-CE944730542D}"/>
              </a:ext>
            </a:extLst>
          </p:cNvPr>
          <p:cNvSpPr>
            <a:spLocks noGrp="1" noChangeArrowheads="1"/>
          </p:cNvSpPr>
          <p:nvPr>
            <p:ph type="ftr" sz="quarter" idx="4"/>
          </p:nvPr>
        </p:nvSpPr>
        <p:spPr bwMode="auto">
          <a:xfrm>
            <a:off x="0" y="8831263"/>
            <a:ext cx="3038475"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eaLnBrk="1" hangingPunct="1">
              <a:defRPr sz="1200" i="0">
                <a:latin typeface="Tahoma" panose="020B0604030504040204" pitchFamily="34" charset="0"/>
              </a:defRPr>
            </a:lvl1pPr>
          </a:lstStyle>
          <a:p>
            <a:pPr>
              <a:defRPr/>
            </a:pPr>
            <a:endParaRPr lang="en-CA" altLang="en-US"/>
          </a:p>
        </p:txBody>
      </p:sp>
      <p:sp>
        <p:nvSpPr>
          <p:cNvPr id="61447" name="Rectangle 7">
            <a:extLst>
              <a:ext uri="{FF2B5EF4-FFF2-40B4-BE49-F238E27FC236}">
                <a16:creationId xmlns:a16="http://schemas.microsoft.com/office/drawing/2014/main" id="{E09EC2D6-F640-B947-8CC5-D2E5B03E15BB}"/>
              </a:ext>
            </a:extLst>
          </p:cNvPr>
          <p:cNvSpPr>
            <a:spLocks noGrp="1" noChangeArrowheads="1"/>
          </p:cNvSpPr>
          <p:nvPr>
            <p:ph type="sldNum" sz="quarter" idx="5"/>
          </p:nvPr>
        </p:nvSpPr>
        <p:spPr bwMode="auto">
          <a:xfrm>
            <a:off x="3971925" y="8831263"/>
            <a:ext cx="3038475"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eaLnBrk="1" hangingPunct="1">
              <a:defRPr sz="1200" i="0">
                <a:latin typeface="Tahoma" panose="020B0604030504040204" pitchFamily="34" charset="0"/>
              </a:defRPr>
            </a:lvl1pPr>
          </a:lstStyle>
          <a:p>
            <a:pPr>
              <a:defRPr/>
            </a:pPr>
            <a:fld id="{2EE28FB2-578C-49EE-BA7C-795B4F20DB8B}" type="slidenum">
              <a:rPr lang="en-CA" altLang="en-US"/>
              <a:pPr>
                <a:defRPr/>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6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a:defRPr sz="2400" i="1">
                <a:solidFill>
                  <a:schemeClr val="tx1"/>
                </a:solidFill>
                <a:latin typeface="Arial" panose="020B0604020202020204" pitchFamily="34" charset="0"/>
              </a:defRPr>
            </a:lvl1pPr>
            <a:lvl2pPr marL="755650" indent="-290513">
              <a:defRPr sz="2400" i="1">
                <a:solidFill>
                  <a:schemeClr val="tx1"/>
                </a:solidFill>
                <a:latin typeface="Arial" panose="020B0604020202020204" pitchFamily="34" charset="0"/>
              </a:defRPr>
            </a:lvl2pPr>
            <a:lvl3pPr marL="1163638" indent="-231775">
              <a:defRPr sz="2400" i="1">
                <a:solidFill>
                  <a:schemeClr val="tx1"/>
                </a:solidFill>
                <a:latin typeface="Arial" panose="020B0604020202020204" pitchFamily="34" charset="0"/>
              </a:defRPr>
            </a:lvl3pPr>
            <a:lvl4pPr marL="1630363" indent="-231775">
              <a:defRPr sz="2400" i="1">
                <a:solidFill>
                  <a:schemeClr val="tx1"/>
                </a:solidFill>
                <a:latin typeface="Arial" panose="020B0604020202020204" pitchFamily="34" charset="0"/>
              </a:defRPr>
            </a:lvl4pPr>
            <a:lvl5pPr marL="2095500" indent="-231775">
              <a:defRPr sz="2400" i="1">
                <a:solidFill>
                  <a:schemeClr val="tx1"/>
                </a:solidFill>
                <a:latin typeface="Arial" panose="020B0604020202020204" pitchFamily="34" charset="0"/>
              </a:defRPr>
            </a:lvl5pPr>
            <a:lvl6pPr marL="2552700" indent="-231775" eaLnBrk="0" fontAlgn="base" hangingPunct="0">
              <a:spcBef>
                <a:spcPct val="0"/>
              </a:spcBef>
              <a:spcAft>
                <a:spcPct val="0"/>
              </a:spcAft>
              <a:defRPr sz="2400" i="1">
                <a:solidFill>
                  <a:schemeClr val="tx1"/>
                </a:solidFill>
                <a:latin typeface="Arial" panose="020B0604020202020204" pitchFamily="34" charset="0"/>
              </a:defRPr>
            </a:lvl6pPr>
            <a:lvl7pPr marL="3009900" indent="-231775" eaLnBrk="0" fontAlgn="base" hangingPunct="0">
              <a:spcBef>
                <a:spcPct val="0"/>
              </a:spcBef>
              <a:spcAft>
                <a:spcPct val="0"/>
              </a:spcAft>
              <a:defRPr sz="2400" i="1">
                <a:solidFill>
                  <a:schemeClr val="tx1"/>
                </a:solidFill>
                <a:latin typeface="Arial" panose="020B0604020202020204" pitchFamily="34" charset="0"/>
              </a:defRPr>
            </a:lvl7pPr>
            <a:lvl8pPr marL="3467100" indent="-231775" eaLnBrk="0" fontAlgn="base" hangingPunct="0">
              <a:spcBef>
                <a:spcPct val="0"/>
              </a:spcBef>
              <a:spcAft>
                <a:spcPct val="0"/>
              </a:spcAft>
              <a:defRPr sz="2400" i="1">
                <a:solidFill>
                  <a:schemeClr val="tx1"/>
                </a:solidFill>
                <a:latin typeface="Arial" panose="020B0604020202020204" pitchFamily="34" charset="0"/>
              </a:defRPr>
            </a:lvl8pPr>
            <a:lvl9pPr marL="3924300" indent="-231775" eaLnBrk="0" fontAlgn="base" hangingPunct="0">
              <a:spcBef>
                <a:spcPct val="0"/>
              </a:spcBef>
              <a:spcAft>
                <a:spcPct val="0"/>
              </a:spcAft>
              <a:defRPr sz="2400" i="1">
                <a:solidFill>
                  <a:schemeClr val="tx1"/>
                </a:solidFill>
                <a:latin typeface="Arial" panose="020B0604020202020204" pitchFamily="34" charset="0"/>
              </a:defRPr>
            </a:lvl9pPr>
          </a:lstStyle>
          <a:p>
            <a:fld id="{49ABC710-9885-4393-979A-9E274DCD2BA7}" type="slidenum">
              <a:rPr lang="en-CA" altLang="en-US" sz="1200" i="0" smtClean="0">
                <a:latin typeface="Tahoma" panose="020B0604030504040204" pitchFamily="34" charset="0"/>
              </a:rPr>
              <a:pPr/>
              <a:t>1</a:t>
            </a:fld>
            <a:endParaRPr lang="en-CA" altLang="en-US" sz="1200" i="0" smtClean="0">
              <a:latin typeface="Tahoma" panose="020B0604030504040204" pitchFamily="34" charset="0"/>
            </a:endParaRPr>
          </a:p>
        </p:txBody>
      </p:sp>
      <p:sp>
        <p:nvSpPr>
          <p:cNvPr id="6147" name="Rectangle 2"/>
          <p:cNvSpPr>
            <a:spLocks noChangeArrowheads="1" noTextEdit="1"/>
          </p:cNvSpPr>
          <p:nvPr>
            <p:ph type="sldImg"/>
          </p:nvPr>
        </p:nvSpPr>
        <p:spPr>
          <a:ln/>
        </p:spPr>
      </p:sp>
      <p:sp>
        <p:nvSpPr>
          <p:cNvPr id="614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lvl1pPr>
              <a:defRPr sz="2400" i="1">
                <a:solidFill>
                  <a:schemeClr val="tx1"/>
                </a:solidFill>
                <a:latin typeface="Arial" panose="020B0604020202020204" pitchFamily="34" charset="0"/>
              </a:defRPr>
            </a:lvl1pPr>
            <a:lvl2pPr marL="755650" indent="-290513">
              <a:defRPr sz="2400" i="1">
                <a:solidFill>
                  <a:schemeClr val="tx1"/>
                </a:solidFill>
                <a:latin typeface="Arial" panose="020B0604020202020204" pitchFamily="34" charset="0"/>
              </a:defRPr>
            </a:lvl2pPr>
            <a:lvl3pPr marL="1163638" indent="-231775">
              <a:defRPr sz="2400" i="1">
                <a:solidFill>
                  <a:schemeClr val="tx1"/>
                </a:solidFill>
                <a:latin typeface="Arial" panose="020B0604020202020204" pitchFamily="34" charset="0"/>
              </a:defRPr>
            </a:lvl3pPr>
            <a:lvl4pPr marL="1630363" indent="-231775">
              <a:defRPr sz="2400" i="1">
                <a:solidFill>
                  <a:schemeClr val="tx1"/>
                </a:solidFill>
                <a:latin typeface="Arial" panose="020B0604020202020204" pitchFamily="34" charset="0"/>
              </a:defRPr>
            </a:lvl4pPr>
            <a:lvl5pPr marL="2095500" indent="-231775">
              <a:defRPr sz="2400" i="1">
                <a:solidFill>
                  <a:schemeClr val="tx1"/>
                </a:solidFill>
                <a:latin typeface="Arial" panose="020B0604020202020204" pitchFamily="34" charset="0"/>
              </a:defRPr>
            </a:lvl5pPr>
            <a:lvl6pPr marL="2552700" indent="-231775" eaLnBrk="0" fontAlgn="base" hangingPunct="0">
              <a:spcBef>
                <a:spcPct val="0"/>
              </a:spcBef>
              <a:spcAft>
                <a:spcPct val="0"/>
              </a:spcAft>
              <a:defRPr sz="2400" i="1">
                <a:solidFill>
                  <a:schemeClr val="tx1"/>
                </a:solidFill>
                <a:latin typeface="Arial" panose="020B0604020202020204" pitchFamily="34" charset="0"/>
              </a:defRPr>
            </a:lvl6pPr>
            <a:lvl7pPr marL="3009900" indent="-231775" eaLnBrk="0" fontAlgn="base" hangingPunct="0">
              <a:spcBef>
                <a:spcPct val="0"/>
              </a:spcBef>
              <a:spcAft>
                <a:spcPct val="0"/>
              </a:spcAft>
              <a:defRPr sz="2400" i="1">
                <a:solidFill>
                  <a:schemeClr val="tx1"/>
                </a:solidFill>
                <a:latin typeface="Arial" panose="020B0604020202020204" pitchFamily="34" charset="0"/>
              </a:defRPr>
            </a:lvl7pPr>
            <a:lvl8pPr marL="3467100" indent="-231775" eaLnBrk="0" fontAlgn="base" hangingPunct="0">
              <a:spcBef>
                <a:spcPct val="0"/>
              </a:spcBef>
              <a:spcAft>
                <a:spcPct val="0"/>
              </a:spcAft>
              <a:defRPr sz="2400" i="1">
                <a:solidFill>
                  <a:schemeClr val="tx1"/>
                </a:solidFill>
                <a:latin typeface="Arial" panose="020B0604020202020204" pitchFamily="34" charset="0"/>
              </a:defRPr>
            </a:lvl8pPr>
            <a:lvl9pPr marL="3924300" indent="-231775" eaLnBrk="0" fontAlgn="base" hangingPunct="0">
              <a:spcBef>
                <a:spcPct val="0"/>
              </a:spcBef>
              <a:spcAft>
                <a:spcPct val="0"/>
              </a:spcAft>
              <a:defRPr sz="2400" i="1">
                <a:solidFill>
                  <a:schemeClr val="tx1"/>
                </a:solidFill>
                <a:latin typeface="Arial" panose="020B0604020202020204" pitchFamily="34" charset="0"/>
              </a:defRPr>
            </a:lvl9pPr>
          </a:lstStyle>
          <a:p>
            <a:fld id="{048A8A70-C667-49E2-B587-216C6F132CBC}" type="slidenum">
              <a:rPr lang="en-CA" altLang="en-US" sz="1200" i="0" smtClean="0">
                <a:latin typeface="Tahoma" panose="020B0604030504040204" pitchFamily="34" charset="0"/>
              </a:rPr>
              <a:pPr/>
              <a:t>2</a:t>
            </a:fld>
            <a:endParaRPr lang="en-CA" altLang="en-US" sz="1200" i="0" smtClean="0">
              <a:latin typeface="Tahoma" panose="020B0604030504040204" pitchFamily="34" charset="0"/>
            </a:endParaRPr>
          </a:p>
        </p:txBody>
      </p:sp>
      <p:sp>
        <p:nvSpPr>
          <p:cNvPr id="8195" name="Rectangle 2"/>
          <p:cNvSpPr>
            <a:spLocks noChangeArrowheads="1" noTextEdit="1"/>
          </p:cNvSpPr>
          <p:nvPr>
            <p:ph type="sldImg"/>
          </p:nvPr>
        </p:nvSpPr>
        <p:spPr>
          <a:ln/>
        </p:spPr>
      </p:sp>
      <p:sp>
        <p:nvSpPr>
          <p:cNvPr id="8196"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lvl1pPr>
              <a:defRPr sz="2400" i="1">
                <a:solidFill>
                  <a:schemeClr val="tx1"/>
                </a:solidFill>
                <a:latin typeface="Arial" panose="020B0604020202020204" pitchFamily="34" charset="0"/>
              </a:defRPr>
            </a:lvl1pPr>
            <a:lvl2pPr marL="755650" indent="-290513">
              <a:defRPr sz="2400" i="1">
                <a:solidFill>
                  <a:schemeClr val="tx1"/>
                </a:solidFill>
                <a:latin typeface="Arial" panose="020B0604020202020204" pitchFamily="34" charset="0"/>
              </a:defRPr>
            </a:lvl2pPr>
            <a:lvl3pPr marL="1163638" indent="-231775">
              <a:defRPr sz="2400" i="1">
                <a:solidFill>
                  <a:schemeClr val="tx1"/>
                </a:solidFill>
                <a:latin typeface="Arial" panose="020B0604020202020204" pitchFamily="34" charset="0"/>
              </a:defRPr>
            </a:lvl3pPr>
            <a:lvl4pPr marL="1630363" indent="-231775">
              <a:defRPr sz="2400" i="1">
                <a:solidFill>
                  <a:schemeClr val="tx1"/>
                </a:solidFill>
                <a:latin typeface="Arial" panose="020B0604020202020204" pitchFamily="34" charset="0"/>
              </a:defRPr>
            </a:lvl4pPr>
            <a:lvl5pPr marL="2095500" indent="-231775">
              <a:defRPr sz="2400" i="1">
                <a:solidFill>
                  <a:schemeClr val="tx1"/>
                </a:solidFill>
                <a:latin typeface="Arial" panose="020B0604020202020204" pitchFamily="34" charset="0"/>
              </a:defRPr>
            </a:lvl5pPr>
            <a:lvl6pPr marL="2552700" indent="-231775" eaLnBrk="0" fontAlgn="base" hangingPunct="0">
              <a:spcBef>
                <a:spcPct val="0"/>
              </a:spcBef>
              <a:spcAft>
                <a:spcPct val="0"/>
              </a:spcAft>
              <a:defRPr sz="2400" i="1">
                <a:solidFill>
                  <a:schemeClr val="tx1"/>
                </a:solidFill>
                <a:latin typeface="Arial" panose="020B0604020202020204" pitchFamily="34" charset="0"/>
              </a:defRPr>
            </a:lvl6pPr>
            <a:lvl7pPr marL="3009900" indent="-231775" eaLnBrk="0" fontAlgn="base" hangingPunct="0">
              <a:spcBef>
                <a:spcPct val="0"/>
              </a:spcBef>
              <a:spcAft>
                <a:spcPct val="0"/>
              </a:spcAft>
              <a:defRPr sz="2400" i="1">
                <a:solidFill>
                  <a:schemeClr val="tx1"/>
                </a:solidFill>
                <a:latin typeface="Arial" panose="020B0604020202020204" pitchFamily="34" charset="0"/>
              </a:defRPr>
            </a:lvl7pPr>
            <a:lvl8pPr marL="3467100" indent="-231775" eaLnBrk="0" fontAlgn="base" hangingPunct="0">
              <a:spcBef>
                <a:spcPct val="0"/>
              </a:spcBef>
              <a:spcAft>
                <a:spcPct val="0"/>
              </a:spcAft>
              <a:defRPr sz="2400" i="1">
                <a:solidFill>
                  <a:schemeClr val="tx1"/>
                </a:solidFill>
                <a:latin typeface="Arial" panose="020B0604020202020204" pitchFamily="34" charset="0"/>
              </a:defRPr>
            </a:lvl8pPr>
            <a:lvl9pPr marL="3924300" indent="-231775" eaLnBrk="0" fontAlgn="base" hangingPunct="0">
              <a:spcBef>
                <a:spcPct val="0"/>
              </a:spcBef>
              <a:spcAft>
                <a:spcPct val="0"/>
              </a:spcAft>
              <a:defRPr sz="2400" i="1">
                <a:solidFill>
                  <a:schemeClr val="tx1"/>
                </a:solidFill>
                <a:latin typeface="Arial" panose="020B0604020202020204" pitchFamily="34" charset="0"/>
              </a:defRPr>
            </a:lvl9pPr>
          </a:lstStyle>
          <a:p>
            <a:fld id="{44508055-5D19-430B-A02E-0DA7451CA4B8}" type="slidenum">
              <a:rPr lang="en-CA" altLang="en-US" sz="1200" i="0" smtClean="0">
                <a:latin typeface="Tahoma" panose="020B0604030504040204" pitchFamily="34" charset="0"/>
              </a:rPr>
              <a:pPr/>
              <a:t>3</a:t>
            </a:fld>
            <a:endParaRPr lang="en-CA" altLang="en-US" sz="1200" i="0" smtClean="0">
              <a:latin typeface="Tahoma" panose="020B0604030504040204" pitchFamily="34" charset="0"/>
            </a:endParaRPr>
          </a:p>
        </p:txBody>
      </p:sp>
      <p:sp>
        <p:nvSpPr>
          <p:cNvPr id="10243" name="Rectangle 2"/>
          <p:cNvSpPr>
            <a:spLocks noChangeArrowheads="1" noTextEdit="1"/>
          </p:cNvSpPr>
          <p:nvPr>
            <p:ph type="sldImg"/>
          </p:nvPr>
        </p:nvSpPr>
        <p:spPr>
          <a:ln/>
        </p:spPr>
      </p:sp>
      <p:sp>
        <p:nvSpPr>
          <p:cNvPr id="10244"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a:defRPr sz="2400" i="1">
                <a:solidFill>
                  <a:schemeClr val="tx1"/>
                </a:solidFill>
                <a:latin typeface="Arial" panose="020B0604020202020204" pitchFamily="34" charset="0"/>
              </a:defRPr>
            </a:lvl1pPr>
            <a:lvl2pPr marL="755650" indent="-290513">
              <a:defRPr sz="2400" i="1">
                <a:solidFill>
                  <a:schemeClr val="tx1"/>
                </a:solidFill>
                <a:latin typeface="Arial" panose="020B0604020202020204" pitchFamily="34" charset="0"/>
              </a:defRPr>
            </a:lvl2pPr>
            <a:lvl3pPr marL="1163638" indent="-231775">
              <a:defRPr sz="2400" i="1">
                <a:solidFill>
                  <a:schemeClr val="tx1"/>
                </a:solidFill>
                <a:latin typeface="Arial" panose="020B0604020202020204" pitchFamily="34" charset="0"/>
              </a:defRPr>
            </a:lvl3pPr>
            <a:lvl4pPr marL="1630363" indent="-231775">
              <a:defRPr sz="2400" i="1">
                <a:solidFill>
                  <a:schemeClr val="tx1"/>
                </a:solidFill>
                <a:latin typeface="Arial" panose="020B0604020202020204" pitchFamily="34" charset="0"/>
              </a:defRPr>
            </a:lvl4pPr>
            <a:lvl5pPr marL="2095500" indent="-231775">
              <a:defRPr sz="2400" i="1">
                <a:solidFill>
                  <a:schemeClr val="tx1"/>
                </a:solidFill>
                <a:latin typeface="Arial" panose="020B0604020202020204" pitchFamily="34" charset="0"/>
              </a:defRPr>
            </a:lvl5pPr>
            <a:lvl6pPr marL="2552700" indent="-231775" eaLnBrk="0" fontAlgn="base" hangingPunct="0">
              <a:spcBef>
                <a:spcPct val="0"/>
              </a:spcBef>
              <a:spcAft>
                <a:spcPct val="0"/>
              </a:spcAft>
              <a:defRPr sz="2400" i="1">
                <a:solidFill>
                  <a:schemeClr val="tx1"/>
                </a:solidFill>
                <a:latin typeface="Arial" panose="020B0604020202020204" pitchFamily="34" charset="0"/>
              </a:defRPr>
            </a:lvl6pPr>
            <a:lvl7pPr marL="3009900" indent="-231775" eaLnBrk="0" fontAlgn="base" hangingPunct="0">
              <a:spcBef>
                <a:spcPct val="0"/>
              </a:spcBef>
              <a:spcAft>
                <a:spcPct val="0"/>
              </a:spcAft>
              <a:defRPr sz="2400" i="1">
                <a:solidFill>
                  <a:schemeClr val="tx1"/>
                </a:solidFill>
                <a:latin typeface="Arial" panose="020B0604020202020204" pitchFamily="34" charset="0"/>
              </a:defRPr>
            </a:lvl7pPr>
            <a:lvl8pPr marL="3467100" indent="-231775" eaLnBrk="0" fontAlgn="base" hangingPunct="0">
              <a:spcBef>
                <a:spcPct val="0"/>
              </a:spcBef>
              <a:spcAft>
                <a:spcPct val="0"/>
              </a:spcAft>
              <a:defRPr sz="2400" i="1">
                <a:solidFill>
                  <a:schemeClr val="tx1"/>
                </a:solidFill>
                <a:latin typeface="Arial" panose="020B0604020202020204" pitchFamily="34" charset="0"/>
              </a:defRPr>
            </a:lvl8pPr>
            <a:lvl9pPr marL="3924300" indent="-231775" eaLnBrk="0" fontAlgn="base" hangingPunct="0">
              <a:spcBef>
                <a:spcPct val="0"/>
              </a:spcBef>
              <a:spcAft>
                <a:spcPct val="0"/>
              </a:spcAft>
              <a:defRPr sz="2400" i="1">
                <a:solidFill>
                  <a:schemeClr val="tx1"/>
                </a:solidFill>
                <a:latin typeface="Arial" panose="020B0604020202020204" pitchFamily="34" charset="0"/>
              </a:defRPr>
            </a:lvl9pPr>
          </a:lstStyle>
          <a:p>
            <a:fld id="{844E4FC1-9C14-4D9F-A4C9-A276A1C5E767}" type="slidenum">
              <a:rPr lang="en-CA" altLang="en-US" sz="1200" i="0" smtClean="0">
                <a:latin typeface="Tahoma" panose="020B0604030504040204" pitchFamily="34" charset="0"/>
              </a:rPr>
              <a:pPr/>
              <a:t>4</a:t>
            </a:fld>
            <a:endParaRPr lang="en-CA" altLang="en-US" sz="1200" i="0" smtClean="0">
              <a:latin typeface="Tahoma" panose="020B0604030504040204" pitchFamily="34" charset="0"/>
            </a:endParaRPr>
          </a:p>
        </p:txBody>
      </p:sp>
      <p:sp>
        <p:nvSpPr>
          <p:cNvPr id="12291" name="Rectangle 2"/>
          <p:cNvSpPr>
            <a:spLocks noChangeArrowheads="1" noTextEdit="1"/>
          </p:cNvSpPr>
          <p:nvPr>
            <p:ph type="sldImg"/>
          </p:nvPr>
        </p:nvSpPr>
        <p:spPr>
          <a:ln/>
        </p:spPr>
      </p:sp>
      <p:sp>
        <p:nvSpPr>
          <p:cNvPr id="12292"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p:spPr>
        <p:txBody>
          <a:bodyPr/>
          <a:lstStyle>
            <a:lvl1pPr>
              <a:defRPr sz="2400" i="1">
                <a:solidFill>
                  <a:schemeClr val="tx1"/>
                </a:solidFill>
                <a:latin typeface="Arial" panose="020B0604020202020204" pitchFamily="34" charset="0"/>
              </a:defRPr>
            </a:lvl1pPr>
            <a:lvl2pPr marL="755650" indent="-290513">
              <a:defRPr sz="2400" i="1">
                <a:solidFill>
                  <a:schemeClr val="tx1"/>
                </a:solidFill>
                <a:latin typeface="Arial" panose="020B0604020202020204" pitchFamily="34" charset="0"/>
              </a:defRPr>
            </a:lvl2pPr>
            <a:lvl3pPr marL="1163638" indent="-231775">
              <a:defRPr sz="2400" i="1">
                <a:solidFill>
                  <a:schemeClr val="tx1"/>
                </a:solidFill>
                <a:latin typeface="Arial" panose="020B0604020202020204" pitchFamily="34" charset="0"/>
              </a:defRPr>
            </a:lvl3pPr>
            <a:lvl4pPr marL="1630363" indent="-231775">
              <a:defRPr sz="2400" i="1">
                <a:solidFill>
                  <a:schemeClr val="tx1"/>
                </a:solidFill>
                <a:latin typeface="Arial" panose="020B0604020202020204" pitchFamily="34" charset="0"/>
              </a:defRPr>
            </a:lvl4pPr>
            <a:lvl5pPr marL="2095500" indent="-231775">
              <a:defRPr sz="2400" i="1">
                <a:solidFill>
                  <a:schemeClr val="tx1"/>
                </a:solidFill>
                <a:latin typeface="Arial" panose="020B0604020202020204" pitchFamily="34" charset="0"/>
              </a:defRPr>
            </a:lvl5pPr>
            <a:lvl6pPr marL="2552700" indent="-231775" eaLnBrk="0" fontAlgn="base" hangingPunct="0">
              <a:spcBef>
                <a:spcPct val="0"/>
              </a:spcBef>
              <a:spcAft>
                <a:spcPct val="0"/>
              </a:spcAft>
              <a:defRPr sz="2400" i="1">
                <a:solidFill>
                  <a:schemeClr val="tx1"/>
                </a:solidFill>
                <a:latin typeface="Arial" panose="020B0604020202020204" pitchFamily="34" charset="0"/>
              </a:defRPr>
            </a:lvl6pPr>
            <a:lvl7pPr marL="3009900" indent="-231775" eaLnBrk="0" fontAlgn="base" hangingPunct="0">
              <a:spcBef>
                <a:spcPct val="0"/>
              </a:spcBef>
              <a:spcAft>
                <a:spcPct val="0"/>
              </a:spcAft>
              <a:defRPr sz="2400" i="1">
                <a:solidFill>
                  <a:schemeClr val="tx1"/>
                </a:solidFill>
                <a:latin typeface="Arial" panose="020B0604020202020204" pitchFamily="34" charset="0"/>
              </a:defRPr>
            </a:lvl7pPr>
            <a:lvl8pPr marL="3467100" indent="-231775" eaLnBrk="0" fontAlgn="base" hangingPunct="0">
              <a:spcBef>
                <a:spcPct val="0"/>
              </a:spcBef>
              <a:spcAft>
                <a:spcPct val="0"/>
              </a:spcAft>
              <a:defRPr sz="2400" i="1">
                <a:solidFill>
                  <a:schemeClr val="tx1"/>
                </a:solidFill>
                <a:latin typeface="Arial" panose="020B0604020202020204" pitchFamily="34" charset="0"/>
              </a:defRPr>
            </a:lvl8pPr>
            <a:lvl9pPr marL="3924300" indent="-231775" eaLnBrk="0" fontAlgn="base" hangingPunct="0">
              <a:spcBef>
                <a:spcPct val="0"/>
              </a:spcBef>
              <a:spcAft>
                <a:spcPct val="0"/>
              </a:spcAft>
              <a:defRPr sz="2400" i="1">
                <a:solidFill>
                  <a:schemeClr val="tx1"/>
                </a:solidFill>
                <a:latin typeface="Arial" panose="020B0604020202020204" pitchFamily="34" charset="0"/>
              </a:defRPr>
            </a:lvl9pPr>
          </a:lstStyle>
          <a:p>
            <a:fld id="{FA23AC61-FC85-45C7-9A3D-CD84ED97C2B2}" type="slidenum">
              <a:rPr lang="en-CA" altLang="en-US" sz="1200" i="0" smtClean="0">
                <a:latin typeface="Tahoma" panose="020B0604030504040204" pitchFamily="34" charset="0"/>
              </a:rPr>
              <a:pPr/>
              <a:t>5</a:t>
            </a:fld>
            <a:endParaRPr lang="en-CA" altLang="en-US" sz="1200" i="0" smtClean="0">
              <a:latin typeface="Tahoma" panose="020B0604030504040204" pitchFamily="34" charset="0"/>
            </a:endParaRPr>
          </a:p>
        </p:txBody>
      </p:sp>
      <p:sp>
        <p:nvSpPr>
          <p:cNvPr id="14339" name="Rectangle 2"/>
          <p:cNvSpPr>
            <a:spLocks noChangeArrowheads="1" noTextEdit="1"/>
          </p:cNvSpPr>
          <p:nvPr>
            <p:ph type="sldImg"/>
          </p:nvPr>
        </p:nvSpPr>
        <p:spPr>
          <a:ln/>
        </p:spPr>
      </p:sp>
      <p:sp>
        <p:nvSpPr>
          <p:cNvPr id="14340"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lvl1pPr>
              <a:defRPr sz="2400" i="1">
                <a:solidFill>
                  <a:schemeClr val="tx1"/>
                </a:solidFill>
                <a:latin typeface="Arial" panose="020B0604020202020204" pitchFamily="34" charset="0"/>
              </a:defRPr>
            </a:lvl1pPr>
            <a:lvl2pPr marL="755650" indent="-290513">
              <a:defRPr sz="2400" i="1">
                <a:solidFill>
                  <a:schemeClr val="tx1"/>
                </a:solidFill>
                <a:latin typeface="Arial" panose="020B0604020202020204" pitchFamily="34" charset="0"/>
              </a:defRPr>
            </a:lvl2pPr>
            <a:lvl3pPr marL="1163638" indent="-231775">
              <a:defRPr sz="2400" i="1">
                <a:solidFill>
                  <a:schemeClr val="tx1"/>
                </a:solidFill>
                <a:latin typeface="Arial" panose="020B0604020202020204" pitchFamily="34" charset="0"/>
              </a:defRPr>
            </a:lvl3pPr>
            <a:lvl4pPr marL="1630363" indent="-231775">
              <a:defRPr sz="2400" i="1">
                <a:solidFill>
                  <a:schemeClr val="tx1"/>
                </a:solidFill>
                <a:latin typeface="Arial" panose="020B0604020202020204" pitchFamily="34" charset="0"/>
              </a:defRPr>
            </a:lvl4pPr>
            <a:lvl5pPr marL="2095500" indent="-231775">
              <a:defRPr sz="2400" i="1">
                <a:solidFill>
                  <a:schemeClr val="tx1"/>
                </a:solidFill>
                <a:latin typeface="Arial" panose="020B0604020202020204" pitchFamily="34" charset="0"/>
              </a:defRPr>
            </a:lvl5pPr>
            <a:lvl6pPr marL="2552700" indent="-231775" eaLnBrk="0" fontAlgn="base" hangingPunct="0">
              <a:spcBef>
                <a:spcPct val="0"/>
              </a:spcBef>
              <a:spcAft>
                <a:spcPct val="0"/>
              </a:spcAft>
              <a:defRPr sz="2400" i="1">
                <a:solidFill>
                  <a:schemeClr val="tx1"/>
                </a:solidFill>
                <a:latin typeface="Arial" panose="020B0604020202020204" pitchFamily="34" charset="0"/>
              </a:defRPr>
            </a:lvl6pPr>
            <a:lvl7pPr marL="3009900" indent="-231775" eaLnBrk="0" fontAlgn="base" hangingPunct="0">
              <a:spcBef>
                <a:spcPct val="0"/>
              </a:spcBef>
              <a:spcAft>
                <a:spcPct val="0"/>
              </a:spcAft>
              <a:defRPr sz="2400" i="1">
                <a:solidFill>
                  <a:schemeClr val="tx1"/>
                </a:solidFill>
                <a:latin typeface="Arial" panose="020B0604020202020204" pitchFamily="34" charset="0"/>
              </a:defRPr>
            </a:lvl7pPr>
            <a:lvl8pPr marL="3467100" indent="-231775" eaLnBrk="0" fontAlgn="base" hangingPunct="0">
              <a:spcBef>
                <a:spcPct val="0"/>
              </a:spcBef>
              <a:spcAft>
                <a:spcPct val="0"/>
              </a:spcAft>
              <a:defRPr sz="2400" i="1">
                <a:solidFill>
                  <a:schemeClr val="tx1"/>
                </a:solidFill>
                <a:latin typeface="Arial" panose="020B0604020202020204" pitchFamily="34" charset="0"/>
              </a:defRPr>
            </a:lvl8pPr>
            <a:lvl9pPr marL="3924300" indent="-231775" eaLnBrk="0" fontAlgn="base" hangingPunct="0">
              <a:spcBef>
                <a:spcPct val="0"/>
              </a:spcBef>
              <a:spcAft>
                <a:spcPct val="0"/>
              </a:spcAft>
              <a:defRPr sz="2400" i="1">
                <a:solidFill>
                  <a:schemeClr val="tx1"/>
                </a:solidFill>
                <a:latin typeface="Arial" panose="020B0604020202020204" pitchFamily="34" charset="0"/>
              </a:defRPr>
            </a:lvl9pPr>
          </a:lstStyle>
          <a:p>
            <a:fld id="{2DC7AB97-6C76-4391-99CE-3A5583544CEB}" type="slidenum">
              <a:rPr lang="en-CA" altLang="en-US" sz="1200" i="0" smtClean="0">
                <a:latin typeface="Tahoma" panose="020B0604030504040204" pitchFamily="34" charset="0"/>
              </a:rPr>
              <a:pPr/>
              <a:t>6</a:t>
            </a:fld>
            <a:endParaRPr lang="en-CA" altLang="en-US" sz="1200" i="0" smtClean="0">
              <a:latin typeface="Tahoma" panose="020B0604030504040204" pitchFamily="34" charset="0"/>
            </a:endParaRPr>
          </a:p>
        </p:txBody>
      </p:sp>
      <p:sp>
        <p:nvSpPr>
          <p:cNvPr id="16387" name="Rectangle 2"/>
          <p:cNvSpPr>
            <a:spLocks noChangeArrowheads="1" noTextEdit="1"/>
          </p:cNvSpPr>
          <p:nvPr>
            <p:ph type="sldImg"/>
          </p:nvPr>
        </p:nvSpPr>
        <p:spPr>
          <a:ln/>
        </p:spPr>
      </p:sp>
      <p:sp>
        <p:nvSpPr>
          <p:cNvPr id="1638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a:defRPr sz="2400" i="1">
                <a:solidFill>
                  <a:schemeClr val="tx1"/>
                </a:solidFill>
                <a:latin typeface="Arial" panose="020B0604020202020204" pitchFamily="34" charset="0"/>
              </a:defRPr>
            </a:lvl1pPr>
            <a:lvl2pPr marL="755650" indent="-290513">
              <a:defRPr sz="2400" i="1">
                <a:solidFill>
                  <a:schemeClr val="tx1"/>
                </a:solidFill>
                <a:latin typeface="Arial" panose="020B0604020202020204" pitchFamily="34" charset="0"/>
              </a:defRPr>
            </a:lvl2pPr>
            <a:lvl3pPr marL="1163638" indent="-231775">
              <a:defRPr sz="2400" i="1">
                <a:solidFill>
                  <a:schemeClr val="tx1"/>
                </a:solidFill>
                <a:latin typeface="Arial" panose="020B0604020202020204" pitchFamily="34" charset="0"/>
              </a:defRPr>
            </a:lvl3pPr>
            <a:lvl4pPr marL="1630363" indent="-231775">
              <a:defRPr sz="2400" i="1">
                <a:solidFill>
                  <a:schemeClr val="tx1"/>
                </a:solidFill>
                <a:latin typeface="Arial" panose="020B0604020202020204" pitchFamily="34" charset="0"/>
              </a:defRPr>
            </a:lvl4pPr>
            <a:lvl5pPr marL="2095500" indent="-231775">
              <a:defRPr sz="2400" i="1">
                <a:solidFill>
                  <a:schemeClr val="tx1"/>
                </a:solidFill>
                <a:latin typeface="Arial" panose="020B0604020202020204" pitchFamily="34" charset="0"/>
              </a:defRPr>
            </a:lvl5pPr>
            <a:lvl6pPr marL="2552700" indent="-231775" eaLnBrk="0" fontAlgn="base" hangingPunct="0">
              <a:spcBef>
                <a:spcPct val="0"/>
              </a:spcBef>
              <a:spcAft>
                <a:spcPct val="0"/>
              </a:spcAft>
              <a:defRPr sz="2400" i="1">
                <a:solidFill>
                  <a:schemeClr val="tx1"/>
                </a:solidFill>
                <a:latin typeface="Arial" panose="020B0604020202020204" pitchFamily="34" charset="0"/>
              </a:defRPr>
            </a:lvl6pPr>
            <a:lvl7pPr marL="3009900" indent="-231775" eaLnBrk="0" fontAlgn="base" hangingPunct="0">
              <a:spcBef>
                <a:spcPct val="0"/>
              </a:spcBef>
              <a:spcAft>
                <a:spcPct val="0"/>
              </a:spcAft>
              <a:defRPr sz="2400" i="1">
                <a:solidFill>
                  <a:schemeClr val="tx1"/>
                </a:solidFill>
                <a:latin typeface="Arial" panose="020B0604020202020204" pitchFamily="34" charset="0"/>
              </a:defRPr>
            </a:lvl7pPr>
            <a:lvl8pPr marL="3467100" indent="-231775" eaLnBrk="0" fontAlgn="base" hangingPunct="0">
              <a:spcBef>
                <a:spcPct val="0"/>
              </a:spcBef>
              <a:spcAft>
                <a:spcPct val="0"/>
              </a:spcAft>
              <a:defRPr sz="2400" i="1">
                <a:solidFill>
                  <a:schemeClr val="tx1"/>
                </a:solidFill>
                <a:latin typeface="Arial" panose="020B0604020202020204" pitchFamily="34" charset="0"/>
              </a:defRPr>
            </a:lvl8pPr>
            <a:lvl9pPr marL="3924300" indent="-231775" eaLnBrk="0" fontAlgn="base" hangingPunct="0">
              <a:spcBef>
                <a:spcPct val="0"/>
              </a:spcBef>
              <a:spcAft>
                <a:spcPct val="0"/>
              </a:spcAft>
              <a:defRPr sz="2400" i="1">
                <a:solidFill>
                  <a:schemeClr val="tx1"/>
                </a:solidFill>
                <a:latin typeface="Arial" panose="020B0604020202020204" pitchFamily="34" charset="0"/>
              </a:defRPr>
            </a:lvl9pPr>
          </a:lstStyle>
          <a:p>
            <a:fld id="{FB0BDDBC-F787-4D38-9AE9-B6F24E1BD5D2}" type="slidenum">
              <a:rPr lang="en-CA" altLang="en-US" sz="1200" i="0" smtClean="0">
                <a:latin typeface="Tahoma" panose="020B0604030504040204" pitchFamily="34" charset="0"/>
              </a:rPr>
              <a:pPr/>
              <a:t>7</a:t>
            </a:fld>
            <a:endParaRPr lang="en-CA" altLang="en-US" sz="1200" i="0" smtClean="0">
              <a:latin typeface="Tahoma" panose="020B0604030504040204" pitchFamily="34" charset="0"/>
            </a:endParaRPr>
          </a:p>
        </p:txBody>
      </p:sp>
      <p:sp>
        <p:nvSpPr>
          <p:cNvPr id="18435" name="Rectangle 2"/>
          <p:cNvSpPr>
            <a:spLocks noChangeArrowheads="1" noTextEdit="1"/>
          </p:cNvSpPr>
          <p:nvPr>
            <p:ph type="sldImg"/>
          </p:nvPr>
        </p:nvSpPr>
        <p:spPr>
          <a:ln/>
        </p:spPr>
      </p:sp>
      <p:sp>
        <p:nvSpPr>
          <p:cNvPr id="18436"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a:defRPr sz="2400" i="1">
                <a:solidFill>
                  <a:schemeClr val="tx1"/>
                </a:solidFill>
                <a:latin typeface="Arial" panose="020B0604020202020204" pitchFamily="34" charset="0"/>
              </a:defRPr>
            </a:lvl1pPr>
            <a:lvl2pPr marL="755650" indent="-290513">
              <a:defRPr sz="2400" i="1">
                <a:solidFill>
                  <a:schemeClr val="tx1"/>
                </a:solidFill>
                <a:latin typeface="Arial" panose="020B0604020202020204" pitchFamily="34" charset="0"/>
              </a:defRPr>
            </a:lvl2pPr>
            <a:lvl3pPr marL="1163638" indent="-231775">
              <a:defRPr sz="2400" i="1">
                <a:solidFill>
                  <a:schemeClr val="tx1"/>
                </a:solidFill>
                <a:latin typeface="Arial" panose="020B0604020202020204" pitchFamily="34" charset="0"/>
              </a:defRPr>
            </a:lvl3pPr>
            <a:lvl4pPr marL="1630363" indent="-231775">
              <a:defRPr sz="2400" i="1">
                <a:solidFill>
                  <a:schemeClr val="tx1"/>
                </a:solidFill>
                <a:latin typeface="Arial" panose="020B0604020202020204" pitchFamily="34" charset="0"/>
              </a:defRPr>
            </a:lvl4pPr>
            <a:lvl5pPr marL="2095500" indent="-231775">
              <a:defRPr sz="2400" i="1">
                <a:solidFill>
                  <a:schemeClr val="tx1"/>
                </a:solidFill>
                <a:latin typeface="Arial" panose="020B0604020202020204" pitchFamily="34" charset="0"/>
              </a:defRPr>
            </a:lvl5pPr>
            <a:lvl6pPr marL="2552700" indent="-231775" eaLnBrk="0" fontAlgn="base" hangingPunct="0">
              <a:spcBef>
                <a:spcPct val="0"/>
              </a:spcBef>
              <a:spcAft>
                <a:spcPct val="0"/>
              </a:spcAft>
              <a:defRPr sz="2400" i="1">
                <a:solidFill>
                  <a:schemeClr val="tx1"/>
                </a:solidFill>
                <a:latin typeface="Arial" panose="020B0604020202020204" pitchFamily="34" charset="0"/>
              </a:defRPr>
            </a:lvl6pPr>
            <a:lvl7pPr marL="3009900" indent="-231775" eaLnBrk="0" fontAlgn="base" hangingPunct="0">
              <a:spcBef>
                <a:spcPct val="0"/>
              </a:spcBef>
              <a:spcAft>
                <a:spcPct val="0"/>
              </a:spcAft>
              <a:defRPr sz="2400" i="1">
                <a:solidFill>
                  <a:schemeClr val="tx1"/>
                </a:solidFill>
                <a:latin typeface="Arial" panose="020B0604020202020204" pitchFamily="34" charset="0"/>
              </a:defRPr>
            </a:lvl7pPr>
            <a:lvl8pPr marL="3467100" indent="-231775" eaLnBrk="0" fontAlgn="base" hangingPunct="0">
              <a:spcBef>
                <a:spcPct val="0"/>
              </a:spcBef>
              <a:spcAft>
                <a:spcPct val="0"/>
              </a:spcAft>
              <a:defRPr sz="2400" i="1">
                <a:solidFill>
                  <a:schemeClr val="tx1"/>
                </a:solidFill>
                <a:latin typeface="Arial" panose="020B0604020202020204" pitchFamily="34" charset="0"/>
              </a:defRPr>
            </a:lvl8pPr>
            <a:lvl9pPr marL="3924300" indent="-231775" eaLnBrk="0" fontAlgn="base" hangingPunct="0">
              <a:spcBef>
                <a:spcPct val="0"/>
              </a:spcBef>
              <a:spcAft>
                <a:spcPct val="0"/>
              </a:spcAft>
              <a:defRPr sz="2400" i="1">
                <a:solidFill>
                  <a:schemeClr val="tx1"/>
                </a:solidFill>
                <a:latin typeface="Arial" panose="020B0604020202020204" pitchFamily="34" charset="0"/>
              </a:defRPr>
            </a:lvl9pPr>
          </a:lstStyle>
          <a:p>
            <a:fld id="{F2148F9B-62F6-4368-A68E-C810648E0836}" type="slidenum">
              <a:rPr lang="en-CA" altLang="en-US" sz="1200" i="0" smtClean="0">
                <a:latin typeface="Tahoma" panose="020B0604030504040204" pitchFamily="34" charset="0"/>
              </a:rPr>
              <a:pPr/>
              <a:t>8</a:t>
            </a:fld>
            <a:endParaRPr lang="en-CA" altLang="en-US" sz="1200" i="0" smtClean="0">
              <a:latin typeface="Tahoma" panose="020B0604030504040204" pitchFamily="34" charset="0"/>
            </a:endParaRPr>
          </a:p>
        </p:txBody>
      </p:sp>
      <p:sp>
        <p:nvSpPr>
          <p:cNvPr id="20483" name="Rectangle 2"/>
          <p:cNvSpPr>
            <a:spLocks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ln/>
        </p:spPr>
      </p:sp>
      <p:sp>
        <p:nvSpPr>
          <p:cNvPr id="225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253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1FEC555-4129-4D30-B1F3-559905BF8A1B}" type="slidenum">
              <a:rPr lang="en-US" altLang="en-US" smtClean="0"/>
              <a:pPr>
                <a:spcBef>
                  <a:spcPct val="0"/>
                </a:spcBef>
              </a:pPr>
              <a:t>9</a:t>
            </a:fld>
            <a:endParaRPr lang="en-US"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458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C16DD13-37C8-40EB-ABB1-0D28E0FF978A}" type="slidenum">
              <a:rPr lang="en-US" altLang="en-US" smtClean="0"/>
              <a:pPr>
                <a:spcBef>
                  <a:spcPct val="0"/>
                </a:spcBef>
              </a:pPr>
              <a:t>10</a:t>
            </a:fld>
            <a:endParaRPr lang="en-US"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lvl1pPr>
              <a:defRPr sz="2400" i="1">
                <a:solidFill>
                  <a:schemeClr val="tx1"/>
                </a:solidFill>
                <a:latin typeface="Arial" panose="020B0604020202020204" pitchFamily="34" charset="0"/>
              </a:defRPr>
            </a:lvl1pPr>
            <a:lvl2pPr marL="755650" indent="-290513">
              <a:defRPr sz="2400" i="1">
                <a:solidFill>
                  <a:schemeClr val="tx1"/>
                </a:solidFill>
                <a:latin typeface="Arial" panose="020B0604020202020204" pitchFamily="34" charset="0"/>
              </a:defRPr>
            </a:lvl2pPr>
            <a:lvl3pPr marL="1163638" indent="-231775">
              <a:defRPr sz="2400" i="1">
                <a:solidFill>
                  <a:schemeClr val="tx1"/>
                </a:solidFill>
                <a:latin typeface="Arial" panose="020B0604020202020204" pitchFamily="34" charset="0"/>
              </a:defRPr>
            </a:lvl3pPr>
            <a:lvl4pPr marL="1630363" indent="-231775">
              <a:defRPr sz="2400" i="1">
                <a:solidFill>
                  <a:schemeClr val="tx1"/>
                </a:solidFill>
                <a:latin typeface="Arial" panose="020B0604020202020204" pitchFamily="34" charset="0"/>
              </a:defRPr>
            </a:lvl4pPr>
            <a:lvl5pPr marL="2095500" indent="-231775">
              <a:defRPr sz="2400" i="1">
                <a:solidFill>
                  <a:schemeClr val="tx1"/>
                </a:solidFill>
                <a:latin typeface="Arial" panose="020B0604020202020204" pitchFamily="34" charset="0"/>
              </a:defRPr>
            </a:lvl5pPr>
            <a:lvl6pPr marL="2552700" indent="-231775" eaLnBrk="0" fontAlgn="base" hangingPunct="0">
              <a:spcBef>
                <a:spcPct val="0"/>
              </a:spcBef>
              <a:spcAft>
                <a:spcPct val="0"/>
              </a:spcAft>
              <a:defRPr sz="2400" i="1">
                <a:solidFill>
                  <a:schemeClr val="tx1"/>
                </a:solidFill>
                <a:latin typeface="Arial" panose="020B0604020202020204" pitchFamily="34" charset="0"/>
              </a:defRPr>
            </a:lvl6pPr>
            <a:lvl7pPr marL="3009900" indent="-231775" eaLnBrk="0" fontAlgn="base" hangingPunct="0">
              <a:spcBef>
                <a:spcPct val="0"/>
              </a:spcBef>
              <a:spcAft>
                <a:spcPct val="0"/>
              </a:spcAft>
              <a:defRPr sz="2400" i="1">
                <a:solidFill>
                  <a:schemeClr val="tx1"/>
                </a:solidFill>
                <a:latin typeface="Arial" panose="020B0604020202020204" pitchFamily="34" charset="0"/>
              </a:defRPr>
            </a:lvl7pPr>
            <a:lvl8pPr marL="3467100" indent="-231775" eaLnBrk="0" fontAlgn="base" hangingPunct="0">
              <a:spcBef>
                <a:spcPct val="0"/>
              </a:spcBef>
              <a:spcAft>
                <a:spcPct val="0"/>
              </a:spcAft>
              <a:defRPr sz="2400" i="1">
                <a:solidFill>
                  <a:schemeClr val="tx1"/>
                </a:solidFill>
                <a:latin typeface="Arial" panose="020B0604020202020204" pitchFamily="34" charset="0"/>
              </a:defRPr>
            </a:lvl8pPr>
            <a:lvl9pPr marL="3924300" indent="-231775" eaLnBrk="0" fontAlgn="base" hangingPunct="0">
              <a:spcBef>
                <a:spcPct val="0"/>
              </a:spcBef>
              <a:spcAft>
                <a:spcPct val="0"/>
              </a:spcAft>
              <a:defRPr sz="2400" i="1">
                <a:solidFill>
                  <a:schemeClr val="tx1"/>
                </a:solidFill>
                <a:latin typeface="Arial" panose="020B0604020202020204" pitchFamily="34" charset="0"/>
              </a:defRPr>
            </a:lvl9pPr>
          </a:lstStyle>
          <a:p>
            <a:fld id="{A8F44969-5CDF-4FAB-917F-49A3B8A90A8C}" type="slidenum">
              <a:rPr lang="en-CA" altLang="en-US" sz="1200" i="0" smtClean="0">
                <a:latin typeface="Tahoma" panose="020B0604030504040204" pitchFamily="34" charset="0"/>
              </a:rPr>
              <a:pPr/>
              <a:t>11</a:t>
            </a:fld>
            <a:endParaRPr lang="en-CA" altLang="en-US" sz="1200" i="0" smtClean="0">
              <a:latin typeface="Tahoma" panose="020B0604030504040204" pitchFamily="34" charset="0"/>
            </a:endParaRPr>
          </a:p>
        </p:txBody>
      </p:sp>
      <p:sp>
        <p:nvSpPr>
          <p:cNvPr id="26627" name="Rectangle 2"/>
          <p:cNvSpPr>
            <a:spLocks noChangeArrowheads="1" noTextEdit="1"/>
          </p:cNvSpPr>
          <p:nvPr>
            <p:ph type="sldImg"/>
          </p:nvPr>
        </p:nvSpPr>
        <p:spPr>
          <a:ln/>
        </p:spPr>
      </p:sp>
      <p:sp>
        <p:nvSpPr>
          <p:cNvPr id="2662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a:defRPr sz="2400" i="1">
                <a:solidFill>
                  <a:schemeClr val="tx1"/>
                </a:solidFill>
                <a:latin typeface="Arial" panose="020B0604020202020204" pitchFamily="34" charset="0"/>
              </a:defRPr>
            </a:lvl1pPr>
            <a:lvl2pPr marL="755650" indent="-290513">
              <a:defRPr sz="2400" i="1">
                <a:solidFill>
                  <a:schemeClr val="tx1"/>
                </a:solidFill>
                <a:latin typeface="Arial" panose="020B0604020202020204" pitchFamily="34" charset="0"/>
              </a:defRPr>
            </a:lvl2pPr>
            <a:lvl3pPr marL="1163638" indent="-231775">
              <a:defRPr sz="2400" i="1">
                <a:solidFill>
                  <a:schemeClr val="tx1"/>
                </a:solidFill>
                <a:latin typeface="Arial" panose="020B0604020202020204" pitchFamily="34" charset="0"/>
              </a:defRPr>
            </a:lvl3pPr>
            <a:lvl4pPr marL="1630363" indent="-231775">
              <a:defRPr sz="2400" i="1">
                <a:solidFill>
                  <a:schemeClr val="tx1"/>
                </a:solidFill>
                <a:latin typeface="Arial" panose="020B0604020202020204" pitchFamily="34" charset="0"/>
              </a:defRPr>
            </a:lvl4pPr>
            <a:lvl5pPr marL="2095500" indent="-231775">
              <a:defRPr sz="2400" i="1">
                <a:solidFill>
                  <a:schemeClr val="tx1"/>
                </a:solidFill>
                <a:latin typeface="Arial" panose="020B0604020202020204" pitchFamily="34" charset="0"/>
              </a:defRPr>
            </a:lvl5pPr>
            <a:lvl6pPr marL="2552700" indent="-231775" eaLnBrk="0" fontAlgn="base" hangingPunct="0">
              <a:spcBef>
                <a:spcPct val="0"/>
              </a:spcBef>
              <a:spcAft>
                <a:spcPct val="0"/>
              </a:spcAft>
              <a:defRPr sz="2400" i="1">
                <a:solidFill>
                  <a:schemeClr val="tx1"/>
                </a:solidFill>
                <a:latin typeface="Arial" panose="020B0604020202020204" pitchFamily="34" charset="0"/>
              </a:defRPr>
            </a:lvl6pPr>
            <a:lvl7pPr marL="3009900" indent="-231775" eaLnBrk="0" fontAlgn="base" hangingPunct="0">
              <a:spcBef>
                <a:spcPct val="0"/>
              </a:spcBef>
              <a:spcAft>
                <a:spcPct val="0"/>
              </a:spcAft>
              <a:defRPr sz="2400" i="1">
                <a:solidFill>
                  <a:schemeClr val="tx1"/>
                </a:solidFill>
                <a:latin typeface="Arial" panose="020B0604020202020204" pitchFamily="34" charset="0"/>
              </a:defRPr>
            </a:lvl7pPr>
            <a:lvl8pPr marL="3467100" indent="-231775" eaLnBrk="0" fontAlgn="base" hangingPunct="0">
              <a:spcBef>
                <a:spcPct val="0"/>
              </a:spcBef>
              <a:spcAft>
                <a:spcPct val="0"/>
              </a:spcAft>
              <a:defRPr sz="2400" i="1">
                <a:solidFill>
                  <a:schemeClr val="tx1"/>
                </a:solidFill>
                <a:latin typeface="Arial" panose="020B0604020202020204" pitchFamily="34" charset="0"/>
              </a:defRPr>
            </a:lvl8pPr>
            <a:lvl9pPr marL="3924300" indent="-231775" eaLnBrk="0" fontAlgn="base" hangingPunct="0">
              <a:spcBef>
                <a:spcPct val="0"/>
              </a:spcBef>
              <a:spcAft>
                <a:spcPct val="0"/>
              </a:spcAft>
              <a:defRPr sz="2400" i="1">
                <a:solidFill>
                  <a:schemeClr val="tx1"/>
                </a:solidFill>
                <a:latin typeface="Arial" panose="020B0604020202020204" pitchFamily="34" charset="0"/>
              </a:defRPr>
            </a:lvl9pPr>
          </a:lstStyle>
          <a:p>
            <a:fld id="{D323CE06-E41B-4C60-B209-2BCF63D7495B}" type="slidenum">
              <a:rPr lang="en-CA" altLang="en-US" sz="1200" i="0" smtClean="0">
                <a:latin typeface="Tahoma" panose="020B0604030504040204" pitchFamily="34" charset="0"/>
              </a:rPr>
              <a:pPr/>
              <a:t>12</a:t>
            </a:fld>
            <a:endParaRPr lang="en-CA" altLang="en-US" sz="1200" i="0" smtClean="0">
              <a:latin typeface="Tahoma" panose="020B0604030504040204" pitchFamily="34" charset="0"/>
            </a:endParaRPr>
          </a:p>
        </p:txBody>
      </p:sp>
      <p:sp>
        <p:nvSpPr>
          <p:cNvPr id="28675" name="Rectangle 2"/>
          <p:cNvSpPr>
            <a:spLocks noChangeArrowheads="1" noTextEdit="1"/>
          </p:cNvSpPr>
          <p:nvPr>
            <p:ph type="sldImg"/>
          </p:nvPr>
        </p:nvSpPr>
        <p:spPr>
          <a:ln/>
        </p:spPr>
      </p:sp>
      <p:sp>
        <p:nvSpPr>
          <p:cNvPr id="28676"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a:defRPr sz="2400" i="1">
                <a:solidFill>
                  <a:schemeClr val="tx1"/>
                </a:solidFill>
                <a:latin typeface="Arial" panose="020B0604020202020204" pitchFamily="34" charset="0"/>
              </a:defRPr>
            </a:lvl1pPr>
            <a:lvl2pPr marL="755650" indent="-290513">
              <a:defRPr sz="2400" i="1">
                <a:solidFill>
                  <a:schemeClr val="tx1"/>
                </a:solidFill>
                <a:latin typeface="Arial" panose="020B0604020202020204" pitchFamily="34" charset="0"/>
              </a:defRPr>
            </a:lvl2pPr>
            <a:lvl3pPr marL="1163638" indent="-231775">
              <a:defRPr sz="2400" i="1">
                <a:solidFill>
                  <a:schemeClr val="tx1"/>
                </a:solidFill>
                <a:latin typeface="Arial" panose="020B0604020202020204" pitchFamily="34" charset="0"/>
              </a:defRPr>
            </a:lvl3pPr>
            <a:lvl4pPr marL="1630363" indent="-231775">
              <a:defRPr sz="2400" i="1">
                <a:solidFill>
                  <a:schemeClr val="tx1"/>
                </a:solidFill>
                <a:latin typeface="Arial" panose="020B0604020202020204" pitchFamily="34" charset="0"/>
              </a:defRPr>
            </a:lvl4pPr>
            <a:lvl5pPr marL="2095500" indent="-231775">
              <a:defRPr sz="2400" i="1">
                <a:solidFill>
                  <a:schemeClr val="tx1"/>
                </a:solidFill>
                <a:latin typeface="Arial" panose="020B0604020202020204" pitchFamily="34" charset="0"/>
              </a:defRPr>
            </a:lvl5pPr>
            <a:lvl6pPr marL="2552700" indent="-231775" eaLnBrk="0" fontAlgn="base" hangingPunct="0">
              <a:spcBef>
                <a:spcPct val="0"/>
              </a:spcBef>
              <a:spcAft>
                <a:spcPct val="0"/>
              </a:spcAft>
              <a:defRPr sz="2400" i="1">
                <a:solidFill>
                  <a:schemeClr val="tx1"/>
                </a:solidFill>
                <a:latin typeface="Arial" panose="020B0604020202020204" pitchFamily="34" charset="0"/>
              </a:defRPr>
            </a:lvl6pPr>
            <a:lvl7pPr marL="3009900" indent="-231775" eaLnBrk="0" fontAlgn="base" hangingPunct="0">
              <a:spcBef>
                <a:spcPct val="0"/>
              </a:spcBef>
              <a:spcAft>
                <a:spcPct val="0"/>
              </a:spcAft>
              <a:defRPr sz="2400" i="1">
                <a:solidFill>
                  <a:schemeClr val="tx1"/>
                </a:solidFill>
                <a:latin typeface="Arial" panose="020B0604020202020204" pitchFamily="34" charset="0"/>
              </a:defRPr>
            </a:lvl7pPr>
            <a:lvl8pPr marL="3467100" indent="-231775" eaLnBrk="0" fontAlgn="base" hangingPunct="0">
              <a:spcBef>
                <a:spcPct val="0"/>
              </a:spcBef>
              <a:spcAft>
                <a:spcPct val="0"/>
              </a:spcAft>
              <a:defRPr sz="2400" i="1">
                <a:solidFill>
                  <a:schemeClr val="tx1"/>
                </a:solidFill>
                <a:latin typeface="Arial" panose="020B0604020202020204" pitchFamily="34" charset="0"/>
              </a:defRPr>
            </a:lvl8pPr>
            <a:lvl9pPr marL="3924300" indent="-231775" eaLnBrk="0" fontAlgn="base" hangingPunct="0">
              <a:spcBef>
                <a:spcPct val="0"/>
              </a:spcBef>
              <a:spcAft>
                <a:spcPct val="0"/>
              </a:spcAft>
              <a:defRPr sz="2400" i="1">
                <a:solidFill>
                  <a:schemeClr val="tx1"/>
                </a:solidFill>
                <a:latin typeface="Arial" panose="020B0604020202020204" pitchFamily="34" charset="0"/>
              </a:defRPr>
            </a:lvl9pPr>
          </a:lstStyle>
          <a:p>
            <a:fld id="{3C617AFD-8365-424D-81F4-4E61B09DE0A5}" type="slidenum">
              <a:rPr lang="en-CA" altLang="en-US" sz="1200" i="0" smtClean="0">
                <a:latin typeface="Tahoma" panose="020B0604030504040204" pitchFamily="34" charset="0"/>
              </a:rPr>
              <a:pPr/>
              <a:t>19</a:t>
            </a:fld>
            <a:endParaRPr lang="en-CA" altLang="en-US" sz="1200" i="0" smtClean="0">
              <a:latin typeface="Tahoma" panose="020B0604030504040204" pitchFamily="34" charset="0"/>
            </a:endParaRPr>
          </a:p>
        </p:txBody>
      </p:sp>
      <p:sp>
        <p:nvSpPr>
          <p:cNvPr id="36867" name="Rectangle 2"/>
          <p:cNvSpPr>
            <a:spLocks noChangeArrowheads="1" noTextEdit="1"/>
          </p:cNvSpPr>
          <p:nvPr>
            <p:ph type="sldImg"/>
          </p:nvPr>
        </p:nvSpPr>
        <p:spPr>
          <a:ln/>
        </p:spPr>
      </p:sp>
      <p:sp>
        <p:nvSpPr>
          <p:cNvPr id="3686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a:defRPr sz="2400" i="1">
                <a:solidFill>
                  <a:schemeClr val="tx1"/>
                </a:solidFill>
                <a:latin typeface="Arial" panose="020B0604020202020204" pitchFamily="34" charset="0"/>
              </a:defRPr>
            </a:lvl1pPr>
            <a:lvl2pPr marL="755650" indent="-290513">
              <a:defRPr sz="2400" i="1">
                <a:solidFill>
                  <a:schemeClr val="tx1"/>
                </a:solidFill>
                <a:latin typeface="Arial" panose="020B0604020202020204" pitchFamily="34" charset="0"/>
              </a:defRPr>
            </a:lvl2pPr>
            <a:lvl3pPr marL="1163638" indent="-231775">
              <a:defRPr sz="2400" i="1">
                <a:solidFill>
                  <a:schemeClr val="tx1"/>
                </a:solidFill>
                <a:latin typeface="Arial" panose="020B0604020202020204" pitchFamily="34" charset="0"/>
              </a:defRPr>
            </a:lvl3pPr>
            <a:lvl4pPr marL="1630363" indent="-231775">
              <a:defRPr sz="2400" i="1">
                <a:solidFill>
                  <a:schemeClr val="tx1"/>
                </a:solidFill>
                <a:latin typeface="Arial" panose="020B0604020202020204" pitchFamily="34" charset="0"/>
              </a:defRPr>
            </a:lvl4pPr>
            <a:lvl5pPr marL="2095500" indent="-231775">
              <a:defRPr sz="2400" i="1">
                <a:solidFill>
                  <a:schemeClr val="tx1"/>
                </a:solidFill>
                <a:latin typeface="Arial" panose="020B0604020202020204" pitchFamily="34" charset="0"/>
              </a:defRPr>
            </a:lvl5pPr>
            <a:lvl6pPr marL="2552700" indent="-231775" eaLnBrk="0" fontAlgn="base" hangingPunct="0">
              <a:spcBef>
                <a:spcPct val="0"/>
              </a:spcBef>
              <a:spcAft>
                <a:spcPct val="0"/>
              </a:spcAft>
              <a:defRPr sz="2400" i="1">
                <a:solidFill>
                  <a:schemeClr val="tx1"/>
                </a:solidFill>
                <a:latin typeface="Arial" panose="020B0604020202020204" pitchFamily="34" charset="0"/>
              </a:defRPr>
            </a:lvl6pPr>
            <a:lvl7pPr marL="3009900" indent="-231775" eaLnBrk="0" fontAlgn="base" hangingPunct="0">
              <a:spcBef>
                <a:spcPct val="0"/>
              </a:spcBef>
              <a:spcAft>
                <a:spcPct val="0"/>
              </a:spcAft>
              <a:defRPr sz="2400" i="1">
                <a:solidFill>
                  <a:schemeClr val="tx1"/>
                </a:solidFill>
                <a:latin typeface="Arial" panose="020B0604020202020204" pitchFamily="34" charset="0"/>
              </a:defRPr>
            </a:lvl7pPr>
            <a:lvl8pPr marL="3467100" indent="-231775" eaLnBrk="0" fontAlgn="base" hangingPunct="0">
              <a:spcBef>
                <a:spcPct val="0"/>
              </a:spcBef>
              <a:spcAft>
                <a:spcPct val="0"/>
              </a:spcAft>
              <a:defRPr sz="2400" i="1">
                <a:solidFill>
                  <a:schemeClr val="tx1"/>
                </a:solidFill>
                <a:latin typeface="Arial" panose="020B0604020202020204" pitchFamily="34" charset="0"/>
              </a:defRPr>
            </a:lvl8pPr>
            <a:lvl9pPr marL="3924300" indent="-231775" eaLnBrk="0" fontAlgn="base" hangingPunct="0">
              <a:spcBef>
                <a:spcPct val="0"/>
              </a:spcBef>
              <a:spcAft>
                <a:spcPct val="0"/>
              </a:spcAft>
              <a:defRPr sz="2400" i="1">
                <a:solidFill>
                  <a:schemeClr val="tx1"/>
                </a:solidFill>
                <a:latin typeface="Arial" panose="020B0604020202020204" pitchFamily="34" charset="0"/>
              </a:defRPr>
            </a:lvl9pPr>
          </a:lstStyle>
          <a:p>
            <a:fld id="{D96B578D-421D-4D22-AA78-F943F0AF5E3A}" type="slidenum">
              <a:rPr lang="en-CA" altLang="en-US" sz="1200" i="0" smtClean="0">
                <a:latin typeface="Tahoma" panose="020B0604030504040204" pitchFamily="34" charset="0"/>
              </a:rPr>
              <a:pPr/>
              <a:t>20</a:t>
            </a:fld>
            <a:endParaRPr lang="en-CA" altLang="en-US" sz="1200" i="0" smtClean="0">
              <a:latin typeface="Tahoma" panose="020B0604030504040204" pitchFamily="34" charset="0"/>
            </a:endParaRPr>
          </a:p>
        </p:txBody>
      </p:sp>
      <p:sp>
        <p:nvSpPr>
          <p:cNvPr id="38915" name="Rectangle 2"/>
          <p:cNvSpPr>
            <a:spLocks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r>
              <a:rPr lang="en-US" altLang="en-US" smtClean="0"/>
              <a:t>A </a:t>
            </a:r>
            <a:r>
              <a:rPr lang="en-US" altLang="en-US" b="1" smtClean="0"/>
              <a:t>proper subset</a:t>
            </a:r>
            <a:r>
              <a:rPr lang="en-US" altLang="en-US" smtClean="0"/>
              <a:t> is one that contains a few elements of the original set whereas an </a:t>
            </a:r>
            <a:r>
              <a:rPr lang="en-US" altLang="en-US" b="1" smtClean="0"/>
              <a:t>improper subset</a:t>
            </a:r>
            <a:r>
              <a:rPr lang="en-US" altLang="en-US" smtClean="0"/>
              <a:t>, contains every element of the original set along with the null set.</a:t>
            </a:r>
          </a:p>
          <a:p>
            <a:pPr eaLnBrk="1" hangingPunct="1"/>
            <a:endParaRPr lang="en-US"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a:defRPr sz="2400" i="1">
                <a:solidFill>
                  <a:schemeClr val="tx1"/>
                </a:solidFill>
                <a:latin typeface="Arial" panose="020B0604020202020204" pitchFamily="34" charset="0"/>
              </a:defRPr>
            </a:lvl1pPr>
            <a:lvl2pPr marL="755650" indent="-290513">
              <a:defRPr sz="2400" i="1">
                <a:solidFill>
                  <a:schemeClr val="tx1"/>
                </a:solidFill>
                <a:latin typeface="Arial" panose="020B0604020202020204" pitchFamily="34" charset="0"/>
              </a:defRPr>
            </a:lvl2pPr>
            <a:lvl3pPr marL="1163638" indent="-231775">
              <a:defRPr sz="2400" i="1">
                <a:solidFill>
                  <a:schemeClr val="tx1"/>
                </a:solidFill>
                <a:latin typeface="Arial" panose="020B0604020202020204" pitchFamily="34" charset="0"/>
              </a:defRPr>
            </a:lvl3pPr>
            <a:lvl4pPr marL="1630363" indent="-231775">
              <a:defRPr sz="2400" i="1">
                <a:solidFill>
                  <a:schemeClr val="tx1"/>
                </a:solidFill>
                <a:latin typeface="Arial" panose="020B0604020202020204" pitchFamily="34" charset="0"/>
              </a:defRPr>
            </a:lvl4pPr>
            <a:lvl5pPr marL="2095500" indent="-231775">
              <a:defRPr sz="2400" i="1">
                <a:solidFill>
                  <a:schemeClr val="tx1"/>
                </a:solidFill>
                <a:latin typeface="Arial" panose="020B0604020202020204" pitchFamily="34" charset="0"/>
              </a:defRPr>
            </a:lvl5pPr>
            <a:lvl6pPr marL="2552700" indent="-231775" eaLnBrk="0" fontAlgn="base" hangingPunct="0">
              <a:spcBef>
                <a:spcPct val="0"/>
              </a:spcBef>
              <a:spcAft>
                <a:spcPct val="0"/>
              </a:spcAft>
              <a:defRPr sz="2400" i="1">
                <a:solidFill>
                  <a:schemeClr val="tx1"/>
                </a:solidFill>
                <a:latin typeface="Arial" panose="020B0604020202020204" pitchFamily="34" charset="0"/>
              </a:defRPr>
            </a:lvl6pPr>
            <a:lvl7pPr marL="3009900" indent="-231775" eaLnBrk="0" fontAlgn="base" hangingPunct="0">
              <a:spcBef>
                <a:spcPct val="0"/>
              </a:spcBef>
              <a:spcAft>
                <a:spcPct val="0"/>
              </a:spcAft>
              <a:defRPr sz="2400" i="1">
                <a:solidFill>
                  <a:schemeClr val="tx1"/>
                </a:solidFill>
                <a:latin typeface="Arial" panose="020B0604020202020204" pitchFamily="34" charset="0"/>
              </a:defRPr>
            </a:lvl7pPr>
            <a:lvl8pPr marL="3467100" indent="-231775" eaLnBrk="0" fontAlgn="base" hangingPunct="0">
              <a:spcBef>
                <a:spcPct val="0"/>
              </a:spcBef>
              <a:spcAft>
                <a:spcPct val="0"/>
              </a:spcAft>
              <a:defRPr sz="2400" i="1">
                <a:solidFill>
                  <a:schemeClr val="tx1"/>
                </a:solidFill>
                <a:latin typeface="Arial" panose="020B0604020202020204" pitchFamily="34" charset="0"/>
              </a:defRPr>
            </a:lvl8pPr>
            <a:lvl9pPr marL="3924300" indent="-231775" eaLnBrk="0" fontAlgn="base" hangingPunct="0">
              <a:spcBef>
                <a:spcPct val="0"/>
              </a:spcBef>
              <a:spcAft>
                <a:spcPct val="0"/>
              </a:spcAft>
              <a:defRPr sz="2400" i="1">
                <a:solidFill>
                  <a:schemeClr val="tx1"/>
                </a:solidFill>
                <a:latin typeface="Arial" panose="020B0604020202020204" pitchFamily="34" charset="0"/>
              </a:defRPr>
            </a:lvl9pPr>
          </a:lstStyle>
          <a:p>
            <a:fld id="{A8536234-79D4-4F57-9865-41CEA776BC3E}" type="slidenum">
              <a:rPr lang="en-CA" altLang="en-US" sz="1200" i="0" smtClean="0">
                <a:latin typeface="Tahoma" panose="020B0604030504040204" pitchFamily="34" charset="0"/>
              </a:rPr>
              <a:pPr/>
              <a:t>21</a:t>
            </a:fld>
            <a:endParaRPr lang="en-CA" altLang="en-US" sz="1200" i="0" smtClean="0">
              <a:latin typeface="Tahoma" panose="020B0604030504040204" pitchFamily="34" charset="0"/>
            </a:endParaRPr>
          </a:p>
        </p:txBody>
      </p:sp>
      <p:sp>
        <p:nvSpPr>
          <p:cNvPr id="40963" name="Rectangle 2"/>
          <p:cNvSpPr>
            <a:spLocks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ChangeArrowheads="1" noTextEdit="1"/>
          </p:cNvSpPr>
          <p:nvPr>
            <p:ph type="sldImg"/>
          </p:nvPr>
        </p:nvSpPr>
        <p:spPr>
          <a:ln/>
        </p:spPr>
      </p:sp>
      <p:sp>
        <p:nvSpPr>
          <p:cNvPr id="43011" name="Notes Placeholder 2"/>
          <p:cNvSpPr>
            <a:spLocks noGrp="1" noChangeArrowheads="1"/>
          </p:cNvSpPr>
          <p:nvPr>
            <p:ph type="body" idx="1"/>
          </p:nvPr>
        </p:nvSpPr>
        <p:spPr>
          <a:noFill/>
        </p:spPr>
        <p:txBody>
          <a:bodyPr/>
          <a:lstStyle/>
          <a:p>
            <a:endParaRPr lang="en-US" altLang="en-US" smtClean="0"/>
          </a:p>
        </p:txBody>
      </p:sp>
      <p:sp>
        <p:nvSpPr>
          <p:cNvPr id="43012" name="Slide Number Placeholder 3"/>
          <p:cNvSpPr>
            <a:spLocks noGrp="1"/>
          </p:cNvSpPr>
          <p:nvPr>
            <p:ph type="sldNum" sz="quarter" idx="5"/>
          </p:nvPr>
        </p:nvSpPr>
        <p:spPr>
          <a:noFill/>
        </p:spPr>
        <p:txBody>
          <a:bodyPr/>
          <a:lstStyle>
            <a:lvl1pPr>
              <a:defRPr sz="2400" i="1">
                <a:solidFill>
                  <a:schemeClr val="tx1"/>
                </a:solidFill>
                <a:latin typeface="Arial" panose="020B0604020202020204" pitchFamily="34" charset="0"/>
              </a:defRPr>
            </a:lvl1pPr>
            <a:lvl2pPr marL="755650" indent="-290513">
              <a:defRPr sz="2400" i="1">
                <a:solidFill>
                  <a:schemeClr val="tx1"/>
                </a:solidFill>
                <a:latin typeface="Arial" panose="020B0604020202020204" pitchFamily="34" charset="0"/>
              </a:defRPr>
            </a:lvl2pPr>
            <a:lvl3pPr marL="1163638" indent="-231775">
              <a:defRPr sz="2400" i="1">
                <a:solidFill>
                  <a:schemeClr val="tx1"/>
                </a:solidFill>
                <a:latin typeface="Arial" panose="020B0604020202020204" pitchFamily="34" charset="0"/>
              </a:defRPr>
            </a:lvl3pPr>
            <a:lvl4pPr marL="1630363" indent="-231775">
              <a:defRPr sz="2400" i="1">
                <a:solidFill>
                  <a:schemeClr val="tx1"/>
                </a:solidFill>
                <a:latin typeface="Arial" panose="020B0604020202020204" pitchFamily="34" charset="0"/>
              </a:defRPr>
            </a:lvl4pPr>
            <a:lvl5pPr marL="2095500" indent="-231775">
              <a:defRPr sz="2400" i="1">
                <a:solidFill>
                  <a:schemeClr val="tx1"/>
                </a:solidFill>
                <a:latin typeface="Arial" panose="020B0604020202020204" pitchFamily="34" charset="0"/>
              </a:defRPr>
            </a:lvl5pPr>
            <a:lvl6pPr marL="2552700" indent="-231775" eaLnBrk="0" fontAlgn="base" hangingPunct="0">
              <a:spcBef>
                <a:spcPct val="0"/>
              </a:spcBef>
              <a:spcAft>
                <a:spcPct val="0"/>
              </a:spcAft>
              <a:defRPr sz="2400" i="1">
                <a:solidFill>
                  <a:schemeClr val="tx1"/>
                </a:solidFill>
                <a:latin typeface="Arial" panose="020B0604020202020204" pitchFamily="34" charset="0"/>
              </a:defRPr>
            </a:lvl6pPr>
            <a:lvl7pPr marL="3009900" indent="-231775" eaLnBrk="0" fontAlgn="base" hangingPunct="0">
              <a:spcBef>
                <a:spcPct val="0"/>
              </a:spcBef>
              <a:spcAft>
                <a:spcPct val="0"/>
              </a:spcAft>
              <a:defRPr sz="2400" i="1">
                <a:solidFill>
                  <a:schemeClr val="tx1"/>
                </a:solidFill>
                <a:latin typeface="Arial" panose="020B0604020202020204" pitchFamily="34" charset="0"/>
              </a:defRPr>
            </a:lvl7pPr>
            <a:lvl8pPr marL="3467100" indent="-231775" eaLnBrk="0" fontAlgn="base" hangingPunct="0">
              <a:spcBef>
                <a:spcPct val="0"/>
              </a:spcBef>
              <a:spcAft>
                <a:spcPct val="0"/>
              </a:spcAft>
              <a:defRPr sz="2400" i="1">
                <a:solidFill>
                  <a:schemeClr val="tx1"/>
                </a:solidFill>
                <a:latin typeface="Arial" panose="020B0604020202020204" pitchFamily="34" charset="0"/>
              </a:defRPr>
            </a:lvl8pPr>
            <a:lvl9pPr marL="3924300" indent="-231775" eaLnBrk="0" fontAlgn="base" hangingPunct="0">
              <a:spcBef>
                <a:spcPct val="0"/>
              </a:spcBef>
              <a:spcAft>
                <a:spcPct val="0"/>
              </a:spcAft>
              <a:defRPr sz="2400" i="1">
                <a:solidFill>
                  <a:schemeClr val="tx1"/>
                </a:solidFill>
                <a:latin typeface="Arial" panose="020B0604020202020204" pitchFamily="34" charset="0"/>
              </a:defRPr>
            </a:lvl9pPr>
          </a:lstStyle>
          <a:p>
            <a:fld id="{1DEAF8DB-3044-47D4-A95F-AB3C656CFFB3}" type="slidenum">
              <a:rPr lang="en-CA" altLang="en-US" sz="1200" i="0" smtClean="0">
                <a:latin typeface="Tahoma" panose="020B0604030504040204" pitchFamily="34" charset="0"/>
              </a:rPr>
              <a:pPr/>
              <a:t>22</a:t>
            </a:fld>
            <a:endParaRPr lang="en-CA" altLang="en-US" sz="1200" i="0" smtClean="0">
              <a:latin typeface="Tahoma" panose="020B060403050404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ectangle 44">
            <a:extLst>
              <a:ext uri="{FF2B5EF4-FFF2-40B4-BE49-F238E27FC236}">
                <a16:creationId xmlns:a16="http://schemas.microsoft.com/office/drawing/2014/main" id="{07BFA021-8362-534B-8ABA-A9312CA2BD73}"/>
              </a:ext>
            </a:extLst>
          </p:cNvPr>
          <p:cNvSpPr>
            <a:spLocks noChangeArrowheads="1"/>
          </p:cNvSpPr>
          <p:nvPr/>
        </p:nvSpPr>
        <p:spPr bwMode="auto">
          <a:xfrm>
            <a:off x="8305800" y="0"/>
            <a:ext cx="609600" cy="6858000"/>
          </a:xfrm>
          <a:prstGeom prst="rect">
            <a:avLst/>
          </a:prstGeom>
          <a:gradFill rotWithShape="1">
            <a:gsLst>
              <a:gs pos="0">
                <a:srgbClr val="677228">
                  <a:alpha val="43999"/>
                </a:srgbClr>
              </a:gs>
              <a:gs pos="100000">
                <a:srgbClr val="5A6423"/>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defRPr/>
            </a:pPr>
            <a:endParaRPr lang="en-US" altLang="en-US"/>
          </a:p>
        </p:txBody>
      </p:sp>
      <p:sp>
        <p:nvSpPr>
          <p:cNvPr id="5" name="Rectangle 47">
            <a:extLst>
              <a:ext uri="{FF2B5EF4-FFF2-40B4-BE49-F238E27FC236}">
                <a16:creationId xmlns:a16="http://schemas.microsoft.com/office/drawing/2014/main" id="{94950418-03B1-D74B-A49D-779BDD2FF6E4}"/>
              </a:ext>
            </a:extLst>
          </p:cNvPr>
          <p:cNvSpPr>
            <a:spLocks noChangeArrowheads="1"/>
          </p:cNvSpPr>
          <p:nvPr userDrawn="1"/>
        </p:nvSpPr>
        <p:spPr bwMode="auto">
          <a:xfrm rot="16200000">
            <a:off x="3500437" y="-985837"/>
            <a:ext cx="2143125" cy="9144000"/>
          </a:xfrm>
          <a:prstGeom prst="rect">
            <a:avLst/>
          </a:prstGeom>
          <a:solidFill>
            <a:srgbClr val="677228">
              <a:alpha val="4392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defRPr/>
            </a:pPr>
            <a:endParaRPr lang="en-US" altLang="en-US"/>
          </a:p>
        </p:txBody>
      </p:sp>
      <p:sp>
        <p:nvSpPr>
          <p:cNvPr id="6" name="Rectangle 48">
            <a:extLst>
              <a:ext uri="{FF2B5EF4-FFF2-40B4-BE49-F238E27FC236}">
                <a16:creationId xmlns:a16="http://schemas.microsoft.com/office/drawing/2014/main" id="{331F3423-2974-EB45-B3D5-563FB52FAB3B}"/>
              </a:ext>
            </a:extLst>
          </p:cNvPr>
          <p:cNvSpPr>
            <a:spLocks noChangeArrowheads="1"/>
          </p:cNvSpPr>
          <p:nvPr userDrawn="1"/>
        </p:nvSpPr>
        <p:spPr bwMode="auto">
          <a:xfrm>
            <a:off x="7315200" y="2438400"/>
            <a:ext cx="1828800" cy="22907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defRPr/>
            </a:pPr>
            <a:endParaRPr lang="en-US" altLang="en-US"/>
          </a:p>
        </p:txBody>
      </p:sp>
      <p:pic>
        <p:nvPicPr>
          <p:cNvPr id="7" name="Picture 35" descr="awtri_4c UPDATE_col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5949950"/>
            <a:ext cx="684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6" descr="elmasri_thumb"/>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19975" y="2514600"/>
            <a:ext cx="17240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26" name="Rectangle 30" descr="Pink tissue paper">
            <a:extLst>
              <a:ext uri="{FF2B5EF4-FFF2-40B4-BE49-F238E27FC236}">
                <a16:creationId xmlns:a16="http://schemas.microsoft.com/office/drawing/2014/main" id="{B65508D1-3AB2-894A-BEE0-574CF808045B}"/>
              </a:ext>
            </a:extLst>
          </p:cNvPr>
          <p:cNvSpPr>
            <a:spLocks noGrp="1" noChangeArrowheads="1"/>
          </p:cNvSpPr>
          <p:nvPr>
            <p:ph type="ctrTitle" sz="quarter"/>
          </p:nvPr>
        </p:nvSpPr>
        <p:spPr>
          <a:xfrm>
            <a:off x="228600" y="152400"/>
            <a:ext cx="7086600" cy="2286000"/>
          </a:xfrm>
          <a:extLst>
            <a:ext uri="{909E8E84-426E-40DD-AFC4-6F175D3DCCD1}">
              <a14:hiddenFill xmlns:a14="http://schemas.microsoft.com/office/drawing/2010/main">
                <a:blipFill dpi="0" rotWithShape="0">
                  <a:blip r:embed="rId4"/>
                  <a:srcRect/>
                  <a:tile tx="0" ty="0" sx="100000" sy="100000" flip="none" algn="tl"/>
                </a:blipFill>
              </a14:hiddenFill>
            </a:ext>
          </a:extLst>
        </p:spPr>
        <p:txBody>
          <a:bodyPr wrap="none" anchor="ctr"/>
          <a:lstStyle>
            <a:lvl1pPr>
              <a:defRPr sz="6600">
                <a:solidFill>
                  <a:srgbClr val="990033"/>
                </a:solidFill>
              </a:defRPr>
            </a:lvl1pPr>
          </a:lstStyle>
          <a:p>
            <a:pPr lvl="0"/>
            <a:r>
              <a:rPr lang="en-US" altLang="en-US" noProof="0"/>
              <a:t>Click to edit Master title style</a:t>
            </a:r>
          </a:p>
        </p:txBody>
      </p:sp>
      <p:sp>
        <p:nvSpPr>
          <p:cNvPr id="4134" name="Rectangle 38" descr="Pink tissue paper">
            <a:extLst>
              <a:ext uri="{FF2B5EF4-FFF2-40B4-BE49-F238E27FC236}">
                <a16:creationId xmlns:a16="http://schemas.microsoft.com/office/drawing/2014/main" id="{B3EBAF1E-B307-EB48-9C8F-711432508D20}"/>
              </a:ext>
            </a:extLst>
          </p:cNvPr>
          <p:cNvSpPr>
            <a:spLocks noGrp="1" noChangeArrowheads="1"/>
          </p:cNvSpPr>
          <p:nvPr>
            <p:ph type="subTitle" sz="quarter" idx="1"/>
          </p:nvPr>
        </p:nvSpPr>
        <p:spPr>
          <a:xfrm>
            <a:off x="304800" y="2590800"/>
            <a:ext cx="6629400" cy="1905000"/>
          </a:xfrm>
          <a:extLst>
            <a:ext uri="{909E8E84-426E-40DD-AFC4-6F175D3DCCD1}">
              <a14:hiddenFill xmlns:a14="http://schemas.microsoft.com/office/drawing/2010/main">
                <a:blipFill dpi="0" rotWithShape="0">
                  <a:blip r:embed="rId4"/>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0" indent="0">
              <a:buFont typeface="Wingdings" pitchFamily="2" charset="2"/>
              <a:buNone/>
              <a:defRPr sz="3200"/>
            </a:lvl1pPr>
          </a:lstStyle>
          <a:p>
            <a:pPr lvl="0"/>
            <a:r>
              <a:rPr lang="en-US" altLang="en-US" noProof="0"/>
              <a:t>Click to edit Master subtitle style</a:t>
            </a:r>
          </a:p>
        </p:txBody>
      </p:sp>
      <p:sp>
        <p:nvSpPr>
          <p:cNvPr id="9" name="Rectangle 29">
            <a:extLst>
              <a:ext uri="{FF2B5EF4-FFF2-40B4-BE49-F238E27FC236}">
                <a16:creationId xmlns:a16="http://schemas.microsoft.com/office/drawing/2014/main" id="{643CEC9C-50F9-244E-A308-8215CD355100}"/>
              </a:ext>
            </a:extLst>
          </p:cNvPr>
          <p:cNvSpPr>
            <a:spLocks noGrp="1" noChangeArrowheads="1"/>
          </p:cNvSpPr>
          <p:nvPr>
            <p:ph type="ftr" sz="quarter" idx="10"/>
          </p:nvPr>
        </p:nvSpPr>
        <p:spPr bwMode="auto">
          <a:xfrm>
            <a:off x="838200" y="6397625"/>
            <a:ext cx="44958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900" i="0"/>
            </a:lvl1pPr>
          </a:lstStyle>
          <a:p>
            <a:pPr>
              <a:defRPr/>
            </a:pPr>
            <a:r>
              <a:rPr lang="en-US" altLang="en-US"/>
              <a:t>Copyright © 2007 </a:t>
            </a:r>
            <a:r>
              <a:rPr lang="en-US" altLang="en-US">
                <a:solidFill>
                  <a:srgbClr val="000000"/>
                </a:solidFill>
              </a:rPr>
              <a:t>Ramez Elmasri and Shamkant B. Navathe</a:t>
            </a:r>
          </a:p>
        </p:txBody>
      </p:sp>
    </p:spTree>
    <p:extLst>
      <p:ext uri="{BB962C8B-B14F-4D97-AF65-F5344CB8AC3E}">
        <p14:creationId xmlns:p14="http://schemas.microsoft.com/office/powerpoint/2010/main" val="353614298"/>
      </p:ext>
    </p:extLst>
  </p:cSld>
  <p:clrMapOvr>
    <a:masterClrMapping/>
  </p:clrMapOvr>
  <p:transition spd="med"/>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CC924-D1F4-284D-974A-B5B1090E4E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3DE880-FFAF-2D46-A88F-85C23031756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D740ADD3-46E4-C54E-AECC-61C0A5BF2533}"/>
              </a:ext>
            </a:extLst>
          </p:cNvPr>
          <p:cNvSpPr>
            <a:spLocks noGrp="1" noChangeArrowheads="1"/>
          </p:cNvSpPr>
          <p:nvPr>
            <p:ph type="sldNum" sz="quarter" idx="10"/>
          </p:nvPr>
        </p:nvSpPr>
        <p:spPr>
          <a:ln/>
        </p:spPr>
        <p:txBody>
          <a:bodyPr/>
          <a:lstStyle>
            <a:lvl1pPr>
              <a:defRPr/>
            </a:lvl1pPr>
          </a:lstStyle>
          <a:p>
            <a:pPr>
              <a:defRPr/>
            </a:pPr>
            <a:r>
              <a:rPr lang="en-US" altLang="en-US"/>
              <a:t>Slide 10- </a:t>
            </a:r>
            <a:fld id="{4E189FDA-E801-415B-8672-6B09DE24E713}" type="slidenum">
              <a:rPr lang="en-US" altLang="en-US" smtClean="0"/>
              <a:pPr>
                <a:defRPr/>
              </a:pPr>
              <a:t>‹#›</a:t>
            </a:fld>
            <a:endParaRPr lang="en-CA" altLang="en-US"/>
          </a:p>
        </p:txBody>
      </p:sp>
    </p:spTree>
    <p:extLst>
      <p:ext uri="{BB962C8B-B14F-4D97-AF65-F5344CB8AC3E}">
        <p14:creationId xmlns:p14="http://schemas.microsoft.com/office/powerpoint/2010/main" val="545049721"/>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E0F2C-B6D8-B746-9556-822402032422}"/>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34E0F93-CB61-2546-B535-224F8C6350A9}"/>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13">
            <a:extLst>
              <a:ext uri="{FF2B5EF4-FFF2-40B4-BE49-F238E27FC236}">
                <a16:creationId xmlns:a16="http://schemas.microsoft.com/office/drawing/2014/main" id="{D740ADD3-46E4-C54E-AECC-61C0A5BF2533}"/>
              </a:ext>
            </a:extLst>
          </p:cNvPr>
          <p:cNvSpPr>
            <a:spLocks noGrp="1" noChangeArrowheads="1"/>
          </p:cNvSpPr>
          <p:nvPr>
            <p:ph type="sldNum" sz="quarter" idx="10"/>
          </p:nvPr>
        </p:nvSpPr>
        <p:spPr>
          <a:ln/>
        </p:spPr>
        <p:txBody>
          <a:bodyPr/>
          <a:lstStyle>
            <a:lvl1pPr>
              <a:defRPr/>
            </a:lvl1pPr>
          </a:lstStyle>
          <a:p>
            <a:pPr>
              <a:defRPr/>
            </a:pPr>
            <a:r>
              <a:rPr lang="en-US" altLang="en-US"/>
              <a:t>Slide 10- </a:t>
            </a:r>
            <a:fld id="{37BBAD09-63C7-4410-BEB0-BF0E11F0CBF9}" type="slidenum">
              <a:rPr lang="en-US" altLang="en-US" smtClean="0"/>
              <a:pPr>
                <a:defRPr/>
              </a:pPr>
              <a:t>‹#›</a:t>
            </a:fld>
            <a:endParaRPr lang="en-CA" altLang="en-US"/>
          </a:p>
        </p:txBody>
      </p:sp>
    </p:spTree>
    <p:extLst>
      <p:ext uri="{BB962C8B-B14F-4D97-AF65-F5344CB8AC3E}">
        <p14:creationId xmlns:p14="http://schemas.microsoft.com/office/powerpoint/2010/main" val="290961539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40BDA-5EB5-7A49-9E2F-D0EE4B55A5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6CD10D-9F0E-E941-AC57-E8C4EA1F5377}"/>
              </a:ext>
            </a:extLst>
          </p:cNvPr>
          <p:cNvSpPr>
            <a:spLocks noGrp="1"/>
          </p:cNvSpPr>
          <p:nvPr>
            <p:ph sz="half" idx="1"/>
          </p:nvPr>
        </p:nvSpPr>
        <p:spPr>
          <a:xfrm>
            <a:off x="239713" y="1600200"/>
            <a:ext cx="4070350" cy="4572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CA12FF-B6CA-9142-A76E-51EFD2CA9FC6}"/>
              </a:ext>
            </a:extLst>
          </p:cNvPr>
          <p:cNvSpPr>
            <a:spLocks noGrp="1"/>
          </p:cNvSpPr>
          <p:nvPr>
            <p:ph sz="half" idx="2"/>
          </p:nvPr>
        </p:nvSpPr>
        <p:spPr>
          <a:xfrm>
            <a:off x="4462463" y="1600200"/>
            <a:ext cx="4071937" cy="4572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3">
            <a:extLst>
              <a:ext uri="{FF2B5EF4-FFF2-40B4-BE49-F238E27FC236}">
                <a16:creationId xmlns:a16="http://schemas.microsoft.com/office/drawing/2014/main" id="{D740ADD3-46E4-C54E-AECC-61C0A5BF2533}"/>
              </a:ext>
            </a:extLst>
          </p:cNvPr>
          <p:cNvSpPr>
            <a:spLocks noGrp="1" noChangeArrowheads="1"/>
          </p:cNvSpPr>
          <p:nvPr>
            <p:ph type="sldNum" sz="quarter" idx="10"/>
          </p:nvPr>
        </p:nvSpPr>
        <p:spPr>
          <a:ln/>
        </p:spPr>
        <p:txBody>
          <a:bodyPr/>
          <a:lstStyle>
            <a:lvl1pPr>
              <a:defRPr/>
            </a:lvl1pPr>
          </a:lstStyle>
          <a:p>
            <a:pPr>
              <a:defRPr/>
            </a:pPr>
            <a:r>
              <a:rPr lang="en-US" altLang="en-US"/>
              <a:t>Slide 10- </a:t>
            </a:r>
            <a:fld id="{B864C7ED-D8EF-4DE8-8DAC-4A26C1ECDA6F}" type="slidenum">
              <a:rPr lang="en-US" altLang="en-US" smtClean="0"/>
              <a:pPr>
                <a:defRPr/>
              </a:pPr>
              <a:t>‹#›</a:t>
            </a:fld>
            <a:endParaRPr lang="en-CA" altLang="en-US"/>
          </a:p>
        </p:txBody>
      </p:sp>
    </p:spTree>
    <p:extLst>
      <p:ext uri="{BB962C8B-B14F-4D97-AF65-F5344CB8AC3E}">
        <p14:creationId xmlns:p14="http://schemas.microsoft.com/office/powerpoint/2010/main" val="587826093"/>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F8A3D-94F4-284D-AEBB-8D0412FEF76E}"/>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108DD0-7CF5-694E-AC2B-883C8ED84D86}"/>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0BC1645-6A6A-5846-903A-FEC5680D4F58}"/>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00C74B-F610-D24B-97CB-E23081ACDD65}"/>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BC58447-283E-604F-B3E6-88EF8AC29FCF}"/>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3">
            <a:extLst>
              <a:ext uri="{FF2B5EF4-FFF2-40B4-BE49-F238E27FC236}">
                <a16:creationId xmlns:a16="http://schemas.microsoft.com/office/drawing/2014/main" id="{D740ADD3-46E4-C54E-AECC-61C0A5BF2533}"/>
              </a:ext>
            </a:extLst>
          </p:cNvPr>
          <p:cNvSpPr>
            <a:spLocks noGrp="1" noChangeArrowheads="1"/>
          </p:cNvSpPr>
          <p:nvPr>
            <p:ph type="sldNum" sz="quarter" idx="10"/>
          </p:nvPr>
        </p:nvSpPr>
        <p:spPr>
          <a:ln/>
        </p:spPr>
        <p:txBody>
          <a:bodyPr/>
          <a:lstStyle>
            <a:lvl1pPr>
              <a:defRPr/>
            </a:lvl1pPr>
          </a:lstStyle>
          <a:p>
            <a:pPr>
              <a:defRPr/>
            </a:pPr>
            <a:r>
              <a:rPr lang="en-US" altLang="en-US"/>
              <a:t>Slide 10- </a:t>
            </a:r>
            <a:fld id="{DC269F7C-D53C-4661-AC8F-CB8FDC34A8F5}" type="slidenum">
              <a:rPr lang="en-US" altLang="en-US" smtClean="0"/>
              <a:pPr>
                <a:defRPr/>
              </a:pPr>
              <a:t>‹#›</a:t>
            </a:fld>
            <a:endParaRPr lang="en-CA" altLang="en-US"/>
          </a:p>
        </p:txBody>
      </p:sp>
    </p:spTree>
    <p:extLst>
      <p:ext uri="{BB962C8B-B14F-4D97-AF65-F5344CB8AC3E}">
        <p14:creationId xmlns:p14="http://schemas.microsoft.com/office/powerpoint/2010/main" val="165268460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F9B41-9025-3F4A-901C-EA511CFC994A}"/>
              </a:ext>
            </a:extLst>
          </p:cNvPr>
          <p:cNvSpPr>
            <a:spLocks noGrp="1"/>
          </p:cNvSpPr>
          <p:nvPr>
            <p:ph type="title"/>
          </p:nvPr>
        </p:nvSpPr>
        <p:spPr/>
        <p:txBody>
          <a:bodyPr/>
          <a:lstStyle/>
          <a:p>
            <a:r>
              <a:rPr lang="en-US"/>
              <a:t>Click to edit Master title style</a:t>
            </a:r>
          </a:p>
        </p:txBody>
      </p:sp>
      <p:sp>
        <p:nvSpPr>
          <p:cNvPr id="3" name="Rectangle 13">
            <a:extLst>
              <a:ext uri="{FF2B5EF4-FFF2-40B4-BE49-F238E27FC236}">
                <a16:creationId xmlns:a16="http://schemas.microsoft.com/office/drawing/2014/main" id="{D740ADD3-46E4-C54E-AECC-61C0A5BF2533}"/>
              </a:ext>
            </a:extLst>
          </p:cNvPr>
          <p:cNvSpPr>
            <a:spLocks noGrp="1" noChangeArrowheads="1"/>
          </p:cNvSpPr>
          <p:nvPr>
            <p:ph type="sldNum" sz="quarter" idx="10"/>
          </p:nvPr>
        </p:nvSpPr>
        <p:spPr>
          <a:ln/>
        </p:spPr>
        <p:txBody>
          <a:bodyPr/>
          <a:lstStyle>
            <a:lvl1pPr>
              <a:defRPr/>
            </a:lvl1pPr>
          </a:lstStyle>
          <a:p>
            <a:pPr>
              <a:defRPr/>
            </a:pPr>
            <a:r>
              <a:rPr lang="en-US" altLang="en-US"/>
              <a:t>Slide 10- </a:t>
            </a:r>
            <a:fld id="{0C4B4E2C-2CA7-4F6B-95FD-3A43C318148F}" type="slidenum">
              <a:rPr lang="en-US" altLang="en-US" smtClean="0"/>
              <a:pPr>
                <a:defRPr/>
              </a:pPr>
              <a:t>‹#›</a:t>
            </a:fld>
            <a:endParaRPr lang="en-CA" altLang="en-US"/>
          </a:p>
        </p:txBody>
      </p:sp>
    </p:spTree>
    <p:extLst>
      <p:ext uri="{BB962C8B-B14F-4D97-AF65-F5344CB8AC3E}">
        <p14:creationId xmlns:p14="http://schemas.microsoft.com/office/powerpoint/2010/main" val="3822652592"/>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a:extLst>
              <a:ext uri="{FF2B5EF4-FFF2-40B4-BE49-F238E27FC236}">
                <a16:creationId xmlns:a16="http://schemas.microsoft.com/office/drawing/2014/main" id="{D740ADD3-46E4-C54E-AECC-61C0A5BF2533}"/>
              </a:ext>
            </a:extLst>
          </p:cNvPr>
          <p:cNvSpPr>
            <a:spLocks noGrp="1" noChangeArrowheads="1"/>
          </p:cNvSpPr>
          <p:nvPr>
            <p:ph type="sldNum" sz="quarter" idx="10"/>
          </p:nvPr>
        </p:nvSpPr>
        <p:spPr>
          <a:ln/>
        </p:spPr>
        <p:txBody>
          <a:bodyPr/>
          <a:lstStyle>
            <a:lvl1pPr>
              <a:defRPr/>
            </a:lvl1pPr>
          </a:lstStyle>
          <a:p>
            <a:pPr>
              <a:defRPr/>
            </a:pPr>
            <a:r>
              <a:rPr lang="en-US" altLang="en-US"/>
              <a:t>Slide 10- </a:t>
            </a:r>
            <a:fld id="{0BF0E34F-D217-4041-B325-6A5950FB4911}" type="slidenum">
              <a:rPr lang="en-US" altLang="en-US" smtClean="0"/>
              <a:pPr>
                <a:defRPr/>
              </a:pPr>
              <a:t>‹#›</a:t>
            </a:fld>
            <a:endParaRPr lang="en-CA" altLang="en-US"/>
          </a:p>
        </p:txBody>
      </p:sp>
    </p:spTree>
    <p:extLst>
      <p:ext uri="{BB962C8B-B14F-4D97-AF65-F5344CB8AC3E}">
        <p14:creationId xmlns:p14="http://schemas.microsoft.com/office/powerpoint/2010/main" val="1828193232"/>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E20B7-9A12-264B-A3AB-E3E94CB32A16}"/>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D13095-4DB7-EB40-9CD3-D14E2D9B2D98}"/>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2A3E1E-1DA5-8246-AD21-5FE908C3B4C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3">
            <a:extLst>
              <a:ext uri="{FF2B5EF4-FFF2-40B4-BE49-F238E27FC236}">
                <a16:creationId xmlns:a16="http://schemas.microsoft.com/office/drawing/2014/main" id="{D740ADD3-46E4-C54E-AECC-61C0A5BF2533}"/>
              </a:ext>
            </a:extLst>
          </p:cNvPr>
          <p:cNvSpPr>
            <a:spLocks noGrp="1" noChangeArrowheads="1"/>
          </p:cNvSpPr>
          <p:nvPr>
            <p:ph type="sldNum" sz="quarter" idx="10"/>
          </p:nvPr>
        </p:nvSpPr>
        <p:spPr>
          <a:ln/>
        </p:spPr>
        <p:txBody>
          <a:bodyPr/>
          <a:lstStyle>
            <a:lvl1pPr>
              <a:defRPr/>
            </a:lvl1pPr>
          </a:lstStyle>
          <a:p>
            <a:pPr>
              <a:defRPr/>
            </a:pPr>
            <a:r>
              <a:rPr lang="en-US" altLang="en-US"/>
              <a:t>Slide 10- </a:t>
            </a:r>
            <a:fld id="{19679CEA-2197-44F9-8F2B-AD8EC110D8B3}" type="slidenum">
              <a:rPr lang="en-US" altLang="en-US" smtClean="0"/>
              <a:pPr>
                <a:defRPr/>
              </a:pPr>
              <a:t>‹#›</a:t>
            </a:fld>
            <a:endParaRPr lang="en-CA" altLang="en-US"/>
          </a:p>
        </p:txBody>
      </p:sp>
    </p:spTree>
    <p:extLst>
      <p:ext uri="{BB962C8B-B14F-4D97-AF65-F5344CB8AC3E}">
        <p14:creationId xmlns:p14="http://schemas.microsoft.com/office/powerpoint/2010/main" val="1654733035"/>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55423-D72E-2149-8F47-3F3A2B455B50}"/>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ED4F55-0EDE-8C4D-B3F4-7059523DBE53}"/>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a:extLst>
              <a:ext uri="{FF2B5EF4-FFF2-40B4-BE49-F238E27FC236}">
                <a16:creationId xmlns:a16="http://schemas.microsoft.com/office/drawing/2014/main" id="{AC972326-A2F2-6C4E-B013-9A7D9761A68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3">
            <a:extLst>
              <a:ext uri="{FF2B5EF4-FFF2-40B4-BE49-F238E27FC236}">
                <a16:creationId xmlns:a16="http://schemas.microsoft.com/office/drawing/2014/main" id="{D740ADD3-46E4-C54E-AECC-61C0A5BF2533}"/>
              </a:ext>
            </a:extLst>
          </p:cNvPr>
          <p:cNvSpPr>
            <a:spLocks noGrp="1" noChangeArrowheads="1"/>
          </p:cNvSpPr>
          <p:nvPr>
            <p:ph type="sldNum" sz="quarter" idx="10"/>
          </p:nvPr>
        </p:nvSpPr>
        <p:spPr>
          <a:ln/>
        </p:spPr>
        <p:txBody>
          <a:bodyPr/>
          <a:lstStyle>
            <a:lvl1pPr>
              <a:defRPr/>
            </a:lvl1pPr>
          </a:lstStyle>
          <a:p>
            <a:pPr>
              <a:defRPr/>
            </a:pPr>
            <a:r>
              <a:rPr lang="en-US" altLang="en-US"/>
              <a:t>Slide 10- </a:t>
            </a:r>
            <a:fld id="{772492B7-83FD-4AFF-B618-CD81AD2915E7}" type="slidenum">
              <a:rPr lang="en-US" altLang="en-US" smtClean="0"/>
              <a:pPr>
                <a:defRPr/>
              </a:pPr>
              <a:t>‹#›</a:t>
            </a:fld>
            <a:endParaRPr lang="en-CA" altLang="en-US"/>
          </a:p>
        </p:txBody>
      </p:sp>
    </p:spTree>
    <p:extLst>
      <p:ext uri="{BB962C8B-B14F-4D97-AF65-F5344CB8AC3E}">
        <p14:creationId xmlns:p14="http://schemas.microsoft.com/office/powerpoint/2010/main" val="272235832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A4032-4B0D-DE4F-AB43-F23D8E393E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86570A-3A6F-F946-8BFE-B24BAB3F466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D740ADD3-46E4-C54E-AECC-61C0A5BF2533}"/>
              </a:ext>
            </a:extLst>
          </p:cNvPr>
          <p:cNvSpPr>
            <a:spLocks noGrp="1" noChangeArrowheads="1"/>
          </p:cNvSpPr>
          <p:nvPr>
            <p:ph type="sldNum" sz="quarter" idx="10"/>
          </p:nvPr>
        </p:nvSpPr>
        <p:spPr>
          <a:ln/>
        </p:spPr>
        <p:txBody>
          <a:bodyPr/>
          <a:lstStyle>
            <a:lvl1pPr>
              <a:defRPr/>
            </a:lvl1pPr>
          </a:lstStyle>
          <a:p>
            <a:pPr>
              <a:defRPr/>
            </a:pPr>
            <a:r>
              <a:rPr lang="en-US" altLang="en-US"/>
              <a:t>Slide 10- </a:t>
            </a:r>
            <a:fld id="{A4FCA47C-8692-41FC-A714-18E1E727E8F0}" type="slidenum">
              <a:rPr lang="en-US" altLang="en-US" smtClean="0"/>
              <a:pPr>
                <a:defRPr/>
              </a:pPr>
              <a:t>‹#›</a:t>
            </a:fld>
            <a:endParaRPr lang="en-CA" altLang="en-US"/>
          </a:p>
        </p:txBody>
      </p:sp>
    </p:spTree>
    <p:extLst>
      <p:ext uri="{BB962C8B-B14F-4D97-AF65-F5344CB8AC3E}">
        <p14:creationId xmlns:p14="http://schemas.microsoft.com/office/powerpoint/2010/main" val="2249043803"/>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EE7DDA-9366-CD47-946E-3B90336244B4}"/>
              </a:ext>
            </a:extLst>
          </p:cNvPr>
          <p:cNvSpPr>
            <a:spLocks noGrp="1"/>
          </p:cNvSpPr>
          <p:nvPr>
            <p:ph type="title" orient="vert"/>
          </p:nvPr>
        </p:nvSpPr>
        <p:spPr>
          <a:xfrm>
            <a:off x="6457950" y="303213"/>
            <a:ext cx="2076450" cy="586898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FC838B-D53F-704F-B223-AB932BEB55CE}"/>
              </a:ext>
            </a:extLst>
          </p:cNvPr>
          <p:cNvSpPr>
            <a:spLocks noGrp="1"/>
          </p:cNvSpPr>
          <p:nvPr>
            <p:ph type="body" orient="vert" idx="1"/>
          </p:nvPr>
        </p:nvSpPr>
        <p:spPr>
          <a:xfrm>
            <a:off x="228600" y="303213"/>
            <a:ext cx="6076950" cy="586898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D740ADD3-46E4-C54E-AECC-61C0A5BF2533}"/>
              </a:ext>
            </a:extLst>
          </p:cNvPr>
          <p:cNvSpPr>
            <a:spLocks noGrp="1" noChangeArrowheads="1"/>
          </p:cNvSpPr>
          <p:nvPr>
            <p:ph type="sldNum" sz="quarter" idx="10"/>
          </p:nvPr>
        </p:nvSpPr>
        <p:spPr>
          <a:ln/>
        </p:spPr>
        <p:txBody>
          <a:bodyPr/>
          <a:lstStyle>
            <a:lvl1pPr>
              <a:defRPr/>
            </a:lvl1pPr>
          </a:lstStyle>
          <a:p>
            <a:pPr>
              <a:defRPr/>
            </a:pPr>
            <a:r>
              <a:rPr lang="en-US" altLang="en-US"/>
              <a:t>Slide 10- </a:t>
            </a:r>
            <a:fld id="{6660A2D1-56BB-43E9-A82B-16570C9FA76C}" type="slidenum">
              <a:rPr lang="en-US" altLang="en-US" smtClean="0"/>
              <a:pPr>
                <a:defRPr/>
              </a:pPr>
              <a:t>‹#›</a:t>
            </a:fld>
            <a:endParaRPr lang="en-CA" altLang="en-US"/>
          </a:p>
        </p:txBody>
      </p:sp>
    </p:spTree>
    <p:extLst>
      <p:ext uri="{BB962C8B-B14F-4D97-AF65-F5344CB8AC3E}">
        <p14:creationId xmlns:p14="http://schemas.microsoft.com/office/powerpoint/2010/main" val="120673856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45"/>
          <p:cNvGrpSpPr>
            <a:grpSpLocks/>
          </p:cNvGrpSpPr>
          <p:nvPr userDrawn="1"/>
        </p:nvGrpSpPr>
        <p:grpSpPr bwMode="auto">
          <a:xfrm>
            <a:off x="8936038" y="1449388"/>
            <a:ext cx="207962" cy="5408612"/>
            <a:chOff x="5606" y="889"/>
            <a:chExt cx="154" cy="3431"/>
          </a:xfrm>
        </p:grpSpPr>
        <p:sp>
          <p:nvSpPr>
            <p:cNvPr id="1032" name="Rectangle 38">
              <a:extLst>
                <a:ext uri="{FF2B5EF4-FFF2-40B4-BE49-F238E27FC236}">
                  <a16:creationId xmlns:a16="http://schemas.microsoft.com/office/drawing/2014/main" id="{D21C8903-887C-8648-8993-CD6DD927ABA7}"/>
                </a:ext>
              </a:extLst>
            </p:cNvPr>
            <p:cNvSpPr>
              <a:spLocks noChangeArrowheads="1"/>
            </p:cNvSpPr>
            <p:nvPr userDrawn="1"/>
          </p:nvSpPr>
          <p:spPr bwMode="gray">
            <a:xfrm flipH="1">
              <a:off x="5685" y="889"/>
              <a:ext cx="75" cy="3431"/>
            </a:xfrm>
            <a:prstGeom prst="rect">
              <a:avLst/>
            </a:prstGeom>
            <a:solidFill>
              <a:srgbClr val="677228"/>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algn="ctr" eaLnBrk="1" hangingPunct="1">
                <a:defRPr/>
              </a:pPr>
              <a:endParaRPr kumimoji="1" lang="en-US" altLang="en-US" sz="3200" i="0">
                <a:latin typeface="Tahoma" panose="020B0604030504040204" pitchFamily="34" charset="0"/>
              </a:endParaRPr>
            </a:p>
          </p:txBody>
        </p:sp>
        <p:grpSp>
          <p:nvGrpSpPr>
            <p:cNvPr id="1033" name="Group 44"/>
            <p:cNvGrpSpPr>
              <a:grpSpLocks/>
            </p:cNvGrpSpPr>
            <p:nvPr userDrawn="1"/>
          </p:nvGrpSpPr>
          <p:grpSpPr bwMode="auto">
            <a:xfrm>
              <a:off x="5606" y="889"/>
              <a:ext cx="106" cy="3431"/>
              <a:chOff x="5606" y="889"/>
              <a:chExt cx="106" cy="3431"/>
            </a:xfrm>
          </p:grpSpPr>
          <p:sp>
            <p:nvSpPr>
              <p:cNvPr id="1034" name="Rectangle 43">
                <a:extLst>
                  <a:ext uri="{FF2B5EF4-FFF2-40B4-BE49-F238E27FC236}">
                    <a16:creationId xmlns:a16="http://schemas.microsoft.com/office/drawing/2014/main" id="{98BC479C-B424-4449-938E-B9B7229EAD35}"/>
                  </a:ext>
                </a:extLst>
              </p:cNvPr>
              <p:cNvSpPr>
                <a:spLocks noChangeArrowheads="1"/>
              </p:cNvSpPr>
              <p:nvPr userDrawn="1"/>
            </p:nvSpPr>
            <p:spPr bwMode="gray">
              <a:xfrm rot="10800000" flipH="1">
                <a:off x="5606" y="889"/>
                <a:ext cx="58" cy="3431"/>
              </a:xfrm>
              <a:prstGeom prst="rect">
                <a:avLst/>
              </a:prstGeom>
              <a:solidFill>
                <a:schemeClr val="tx2"/>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algn="ctr" eaLnBrk="1" hangingPunct="1">
                  <a:defRPr/>
                </a:pPr>
                <a:endParaRPr kumimoji="1" lang="en-US" altLang="en-US" sz="3200" i="0">
                  <a:latin typeface="Tahoma" panose="020B0604030504040204" pitchFamily="34" charset="0"/>
                </a:endParaRPr>
              </a:p>
            </p:txBody>
          </p:sp>
          <p:sp>
            <p:nvSpPr>
              <p:cNvPr id="1035" name="Rectangle 32">
                <a:extLst>
                  <a:ext uri="{FF2B5EF4-FFF2-40B4-BE49-F238E27FC236}">
                    <a16:creationId xmlns:a16="http://schemas.microsoft.com/office/drawing/2014/main" id="{C272B82F-3FF5-BE4E-8291-1FCAE32D43D4}"/>
                  </a:ext>
                </a:extLst>
              </p:cNvPr>
              <p:cNvSpPr>
                <a:spLocks noChangeArrowheads="1"/>
              </p:cNvSpPr>
              <p:nvPr userDrawn="1"/>
            </p:nvSpPr>
            <p:spPr bwMode="gray">
              <a:xfrm rot="10800000" flipH="1">
                <a:off x="5654" y="889"/>
                <a:ext cx="58" cy="3431"/>
              </a:xfrm>
              <a:prstGeom prst="rect">
                <a:avLst/>
              </a:prstGeom>
              <a:solidFill>
                <a:srgbClr val="990033"/>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algn="ctr" eaLnBrk="1" hangingPunct="1">
                  <a:defRPr/>
                </a:pPr>
                <a:endParaRPr kumimoji="1" lang="en-US" altLang="en-US" sz="3200" i="0">
                  <a:latin typeface="Tahoma" panose="020B0604030504040204" pitchFamily="34" charset="0"/>
                </a:endParaRPr>
              </a:p>
            </p:txBody>
          </p:sp>
        </p:grpSp>
      </p:grpSp>
      <p:sp>
        <p:nvSpPr>
          <p:cNvPr id="1027" name="Rectangle 37">
            <a:extLst>
              <a:ext uri="{FF2B5EF4-FFF2-40B4-BE49-F238E27FC236}">
                <a16:creationId xmlns:a16="http://schemas.microsoft.com/office/drawing/2014/main" id="{AB242988-A86D-CD44-829E-833623BFD1A9}"/>
              </a:ext>
            </a:extLst>
          </p:cNvPr>
          <p:cNvSpPr>
            <a:spLocks noChangeArrowheads="1"/>
          </p:cNvSpPr>
          <p:nvPr userDrawn="1"/>
        </p:nvSpPr>
        <p:spPr bwMode="gray">
          <a:xfrm rot="-5400000">
            <a:off x="3845719" y="-3845719"/>
            <a:ext cx="1449388" cy="9140825"/>
          </a:xfrm>
          <a:prstGeom prst="rect">
            <a:avLst/>
          </a:prstGeom>
          <a:solidFill>
            <a:srgbClr val="677228">
              <a:alpha val="36078"/>
            </a:srgbClr>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algn="ctr" eaLnBrk="1" hangingPunct="1">
              <a:defRPr/>
            </a:pPr>
            <a:endParaRPr kumimoji="1" lang="en-US" altLang="en-US" sz="3200" i="0">
              <a:latin typeface="Tahoma" panose="020B0604030504040204" pitchFamily="34" charset="0"/>
            </a:endParaRPr>
          </a:p>
        </p:txBody>
      </p:sp>
      <p:sp>
        <p:nvSpPr>
          <p:cNvPr id="1028" name="Rectangle 9"/>
          <p:cNvSpPr>
            <a:spLocks noGrp="1" noChangeArrowheads="1"/>
          </p:cNvSpPr>
          <p:nvPr>
            <p:ph type="title"/>
          </p:nvPr>
        </p:nvSpPr>
        <p:spPr bwMode="auto">
          <a:xfrm>
            <a:off x="228600" y="303213"/>
            <a:ext cx="7796213" cy="99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3085" name="Rectangle 13">
            <a:extLst>
              <a:ext uri="{FF2B5EF4-FFF2-40B4-BE49-F238E27FC236}">
                <a16:creationId xmlns:a16="http://schemas.microsoft.com/office/drawing/2014/main" id="{D740ADD3-46E4-C54E-AECC-61C0A5BF2533}"/>
              </a:ext>
            </a:extLst>
          </p:cNvPr>
          <p:cNvSpPr>
            <a:spLocks noGrp="1" noChangeArrowheads="1"/>
          </p:cNvSpPr>
          <p:nvPr>
            <p:ph type="sldNum" sz="quarter" idx="4"/>
          </p:nvPr>
        </p:nvSpPr>
        <p:spPr bwMode="auto">
          <a:xfrm>
            <a:off x="69342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b="1" i="0">
                <a:solidFill>
                  <a:srgbClr val="990033"/>
                </a:solidFill>
              </a:defRPr>
            </a:lvl1pPr>
          </a:lstStyle>
          <a:p>
            <a:pPr>
              <a:defRPr/>
            </a:pPr>
            <a:r>
              <a:rPr lang="en-US" altLang="en-US"/>
              <a:t>Slide 10- </a:t>
            </a:r>
            <a:fld id="{CDCEAF08-BF07-490B-8B36-EACAFC9C45A8}" type="slidenum">
              <a:rPr lang="en-US" altLang="en-US" smtClean="0"/>
              <a:pPr>
                <a:defRPr/>
              </a:pPr>
              <a:t>‹#›</a:t>
            </a:fld>
            <a:endParaRPr lang="en-CA" altLang="en-US"/>
          </a:p>
        </p:txBody>
      </p:sp>
      <p:sp>
        <p:nvSpPr>
          <p:cNvPr id="1030" name="Rectangle 21"/>
          <p:cNvSpPr>
            <a:spLocks noGrp="1" noChangeArrowheads="1"/>
          </p:cNvSpPr>
          <p:nvPr>
            <p:ph type="body" idx="1"/>
          </p:nvPr>
        </p:nvSpPr>
        <p:spPr bwMode="auto">
          <a:xfrm>
            <a:off x="239713" y="1600200"/>
            <a:ext cx="8294687"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31" name="Rectangle 30">
            <a:extLst>
              <a:ext uri="{FF2B5EF4-FFF2-40B4-BE49-F238E27FC236}">
                <a16:creationId xmlns:a16="http://schemas.microsoft.com/office/drawing/2014/main" id="{C413AA26-A738-874C-9A8B-1FFA176D720B}"/>
              </a:ext>
            </a:extLst>
          </p:cNvPr>
          <p:cNvSpPr>
            <a:spLocks noChangeArrowheads="1"/>
          </p:cNvSpPr>
          <p:nvPr/>
        </p:nvSpPr>
        <p:spPr bwMode="auto">
          <a:xfrm>
            <a:off x="838200" y="6397625"/>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defRPr/>
            </a:pPr>
            <a:r>
              <a:rPr lang="en-US" altLang="en-US" sz="900" i="0"/>
              <a:t>Copyright © 2007 </a:t>
            </a:r>
            <a:r>
              <a:rPr lang="en-US" altLang="en-US" sz="900" i="0">
                <a:solidFill>
                  <a:srgbClr val="000000"/>
                </a:solidFill>
              </a:rPr>
              <a:t>Ramez Elmasri and Shamkant B. Navathe</a:t>
            </a:r>
          </a:p>
        </p:txBody>
      </p:sp>
    </p:spTree>
  </p:cSld>
  <p:clrMap bg1="lt1" tx1="dk1" bg2="lt2" tx2="dk2" accent1="accent1" accent2="accent2" accent3="accent3" accent4="accent4" accent5="accent5" accent6="accent6" hlink="hlink" folHlink="folHlink"/>
  <p:sldLayoutIdLst>
    <p:sldLayoutId id="2147483780"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spd="med"/>
  <p:hf hdr="0" ftr="0" dt="0"/>
  <p:txStyles>
    <p:titleStyle>
      <a:lvl1pPr algn="l" rtl="0" eaLnBrk="0" fontAlgn="base" hangingPunct="0">
        <a:spcBef>
          <a:spcPct val="0"/>
        </a:spcBef>
        <a:spcAft>
          <a:spcPct val="0"/>
        </a:spcAft>
        <a:defRPr sz="3600" kern="1200">
          <a:solidFill>
            <a:srgbClr val="800000"/>
          </a:solidFill>
          <a:latin typeface="+mj-lt"/>
          <a:ea typeface="+mj-ea"/>
          <a:cs typeface="+mj-cs"/>
        </a:defRPr>
      </a:lvl1pPr>
      <a:lvl2pPr algn="l" rtl="0" eaLnBrk="0" fontAlgn="base" hangingPunct="0">
        <a:spcBef>
          <a:spcPct val="0"/>
        </a:spcBef>
        <a:spcAft>
          <a:spcPct val="0"/>
        </a:spcAft>
        <a:defRPr sz="3600">
          <a:solidFill>
            <a:srgbClr val="800000"/>
          </a:solidFill>
          <a:latin typeface="Arial" panose="020B0604020202020204" pitchFamily="34" charset="0"/>
        </a:defRPr>
      </a:lvl2pPr>
      <a:lvl3pPr algn="l" rtl="0" eaLnBrk="0" fontAlgn="base" hangingPunct="0">
        <a:spcBef>
          <a:spcPct val="0"/>
        </a:spcBef>
        <a:spcAft>
          <a:spcPct val="0"/>
        </a:spcAft>
        <a:defRPr sz="3600">
          <a:solidFill>
            <a:srgbClr val="800000"/>
          </a:solidFill>
          <a:latin typeface="Arial" panose="020B0604020202020204" pitchFamily="34" charset="0"/>
        </a:defRPr>
      </a:lvl3pPr>
      <a:lvl4pPr algn="l" rtl="0" eaLnBrk="0" fontAlgn="base" hangingPunct="0">
        <a:spcBef>
          <a:spcPct val="0"/>
        </a:spcBef>
        <a:spcAft>
          <a:spcPct val="0"/>
        </a:spcAft>
        <a:defRPr sz="3600">
          <a:solidFill>
            <a:srgbClr val="800000"/>
          </a:solidFill>
          <a:latin typeface="Arial" panose="020B0604020202020204" pitchFamily="34" charset="0"/>
        </a:defRPr>
      </a:lvl4pPr>
      <a:lvl5pPr algn="l" rtl="0" eaLnBrk="0" fontAlgn="base" hangingPunct="0">
        <a:spcBef>
          <a:spcPct val="0"/>
        </a:spcBef>
        <a:spcAft>
          <a:spcPct val="0"/>
        </a:spcAft>
        <a:defRPr sz="3600">
          <a:solidFill>
            <a:srgbClr val="800000"/>
          </a:solidFill>
          <a:latin typeface="Arial" panose="020B0604020202020204" pitchFamily="34" charset="0"/>
        </a:defRPr>
      </a:lvl5pPr>
      <a:lvl6pPr marL="457200" algn="l" rtl="0" fontAlgn="base">
        <a:spcBef>
          <a:spcPct val="0"/>
        </a:spcBef>
        <a:spcAft>
          <a:spcPct val="0"/>
        </a:spcAft>
        <a:defRPr sz="3600">
          <a:solidFill>
            <a:srgbClr val="800000"/>
          </a:solidFill>
          <a:latin typeface="Arial" panose="020B0604020202020204" pitchFamily="34" charset="0"/>
        </a:defRPr>
      </a:lvl6pPr>
      <a:lvl7pPr marL="914400" algn="l" rtl="0" fontAlgn="base">
        <a:spcBef>
          <a:spcPct val="0"/>
        </a:spcBef>
        <a:spcAft>
          <a:spcPct val="0"/>
        </a:spcAft>
        <a:defRPr sz="3600">
          <a:solidFill>
            <a:srgbClr val="800000"/>
          </a:solidFill>
          <a:latin typeface="Arial" panose="020B0604020202020204" pitchFamily="34" charset="0"/>
        </a:defRPr>
      </a:lvl7pPr>
      <a:lvl8pPr marL="1371600" algn="l" rtl="0" fontAlgn="base">
        <a:spcBef>
          <a:spcPct val="0"/>
        </a:spcBef>
        <a:spcAft>
          <a:spcPct val="0"/>
        </a:spcAft>
        <a:defRPr sz="3600">
          <a:solidFill>
            <a:srgbClr val="800000"/>
          </a:solidFill>
          <a:latin typeface="Arial" panose="020B0604020202020204" pitchFamily="34" charset="0"/>
        </a:defRPr>
      </a:lvl8pPr>
      <a:lvl9pPr marL="1828800" algn="l" rtl="0" fontAlgn="base">
        <a:spcBef>
          <a:spcPct val="0"/>
        </a:spcBef>
        <a:spcAft>
          <a:spcPct val="0"/>
        </a:spcAft>
        <a:defRPr sz="3600">
          <a:solidFill>
            <a:srgbClr val="8000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33"/>
        </a:buClr>
        <a:buSzPct val="60000"/>
        <a:buFont typeface="Wingdings" panose="05000000000000000000" pitchFamily="2" charset="2"/>
        <a:buChar char="n"/>
        <a:defRPr sz="2800" kern="1200">
          <a:solidFill>
            <a:schemeClr val="tx2"/>
          </a:solidFill>
          <a:latin typeface="+mn-lt"/>
          <a:ea typeface="+mn-ea"/>
          <a:cs typeface="+mn-cs"/>
        </a:defRPr>
      </a:lvl1pPr>
      <a:lvl2pPr marL="742950" indent="-285750" algn="l" rtl="0" eaLnBrk="0" fontAlgn="base" hangingPunct="0">
        <a:spcBef>
          <a:spcPct val="20000"/>
        </a:spcBef>
        <a:spcAft>
          <a:spcPct val="0"/>
        </a:spcAft>
        <a:buClr>
          <a:schemeClr val="tx2"/>
        </a:buClr>
        <a:buSzPct val="55000"/>
        <a:buFont typeface="Wingdings" panose="05000000000000000000" pitchFamily="2" charset="2"/>
        <a:buChar char="n"/>
        <a:defRPr sz="2600" kern="1200">
          <a:solidFill>
            <a:srgbClr val="800000"/>
          </a:solidFill>
          <a:latin typeface="+mn-lt"/>
          <a:ea typeface="+mn-ea"/>
          <a:cs typeface="+mn-cs"/>
        </a:defRPr>
      </a:lvl2pPr>
      <a:lvl3pPr marL="1143000" indent="-228600" algn="l" rtl="0" eaLnBrk="0" fontAlgn="base" hangingPunct="0">
        <a:spcBef>
          <a:spcPct val="20000"/>
        </a:spcBef>
        <a:spcAft>
          <a:spcPct val="0"/>
        </a:spcAft>
        <a:buClr>
          <a:srgbClr val="990033"/>
        </a:buClr>
        <a:buSzPct val="50000"/>
        <a:buFont typeface="Wingdings" panose="05000000000000000000" pitchFamily="2" charset="2"/>
        <a:buChar char="n"/>
        <a:defRPr sz="2400" kern="1200">
          <a:solidFill>
            <a:schemeClr val="tx2"/>
          </a:solidFill>
          <a:latin typeface="+mn-lt"/>
          <a:ea typeface="+mn-ea"/>
          <a:cs typeface="+mn-cs"/>
        </a:defRPr>
      </a:lvl3pPr>
      <a:lvl4pPr marL="1600200" indent="-228600" algn="l" rtl="0" eaLnBrk="0" fontAlgn="base" hangingPunct="0">
        <a:spcBef>
          <a:spcPct val="20000"/>
        </a:spcBef>
        <a:spcAft>
          <a:spcPct val="0"/>
        </a:spcAft>
        <a:buClr>
          <a:schemeClr val="tx2"/>
        </a:buClr>
        <a:buSzPct val="55000"/>
        <a:buFont typeface="Wingdings" panose="05000000000000000000" pitchFamily="2" charset="2"/>
        <a:buChar char="n"/>
        <a:defRPr sz="2000" kern="1200">
          <a:solidFill>
            <a:srgbClr val="800000"/>
          </a:solidFill>
          <a:latin typeface="+mn-lt"/>
          <a:ea typeface="+mn-ea"/>
          <a:cs typeface="+mn-cs"/>
        </a:defRPr>
      </a:lvl4pPr>
      <a:lvl5pPr marL="2057400" indent="-228600" algn="l" rtl="0" eaLnBrk="0" fontAlgn="base" hangingPunct="0">
        <a:spcBef>
          <a:spcPct val="20000"/>
        </a:spcBef>
        <a:spcAft>
          <a:spcPct val="0"/>
        </a:spcAft>
        <a:buClr>
          <a:srgbClr val="990033"/>
        </a:buClr>
        <a:buSzPct val="50000"/>
        <a:buFont typeface="Wingdings" panose="05000000000000000000" pitchFamily="2" charset="2"/>
        <a:buChar char="n"/>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2"/>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CDD0888C-AD18-4EF5-888E-34B17F98B568}" type="slidenum">
              <a:rPr lang="en-US" altLang="en-US" sz="1400" smtClean="0">
                <a:solidFill>
                  <a:srgbClr val="990033"/>
                </a:solidFill>
              </a:rPr>
              <a:pPr>
                <a:spcBef>
                  <a:spcPct val="0"/>
                </a:spcBef>
                <a:buClrTx/>
                <a:buSzTx/>
                <a:buFontTx/>
                <a:buNone/>
              </a:pPr>
              <a:t>1</a:t>
            </a:fld>
            <a:endParaRPr lang="en-CA" altLang="en-US" sz="1400" smtClean="0">
              <a:solidFill>
                <a:srgbClr val="990033"/>
              </a:solidFill>
            </a:endParaRPr>
          </a:p>
        </p:txBody>
      </p:sp>
      <p:sp>
        <p:nvSpPr>
          <p:cNvPr id="5123" name="Rectangle 3"/>
          <p:cNvSpPr>
            <a:spLocks noGrp="1" noChangeArrowheads="1"/>
          </p:cNvSpPr>
          <p:nvPr>
            <p:ph type="title"/>
          </p:nvPr>
        </p:nvSpPr>
        <p:spPr/>
        <p:txBody>
          <a:bodyPr/>
          <a:lstStyle/>
          <a:p>
            <a:pPr eaLnBrk="1" hangingPunct="1"/>
            <a:endParaRPr lang="en-US" altLang="en-US" smtClean="0"/>
          </a:p>
        </p:txBody>
      </p:sp>
      <p:pic>
        <p:nvPicPr>
          <p:cNvPr id="5124" name="Picture 11" descr="Elmasri_cov"/>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9"/>
          <p:cNvSpPr>
            <a:spLocks noGrp="1" noChangeArrowheads="1"/>
          </p:cNvSpPr>
          <p:nvPr>
            <p:ph type="ftr"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900" smtClean="0">
                <a:solidFill>
                  <a:schemeClr val="tx1"/>
                </a:solidFill>
              </a:rPr>
              <a:t>Copyright © 2007 </a:t>
            </a:r>
            <a:r>
              <a:rPr lang="en-US" altLang="en-US" sz="900" smtClean="0">
                <a:solidFill>
                  <a:srgbClr val="000000"/>
                </a:solidFill>
              </a:rPr>
              <a:t>Ramez Elmasri and Shamkant B. Navathe</a:t>
            </a:r>
          </a:p>
        </p:txBody>
      </p:sp>
      <p:sp>
        <p:nvSpPr>
          <p:cNvPr id="7171" name="Rectangle 2" descr="Pink tissue paper"/>
          <p:cNvSpPr>
            <a:spLocks noGrp="1" noChangeArrowheads="1"/>
          </p:cNvSpPr>
          <p:nvPr>
            <p:ph type="ctrTitle"/>
          </p:nvPr>
        </p:nvSpPr>
        <p:spPr/>
        <p:txBody>
          <a:bodyPr/>
          <a:lstStyle/>
          <a:p>
            <a:pPr eaLnBrk="1" hangingPunct="1"/>
            <a:r>
              <a:rPr lang="en-US" altLang="en-US" smtClean="0"/>
              <a:t>Chapter 15</a:t>
            </a:r>
          </a:p>
        </p:txBody>
      </p:sp>
      <p:sp>
        <p:nvSpPr>
          <p:cNvPr id="7172" name="Rectangle 3" descr="Pink tissue paper"/>
          <p:cNvSpPr>
            <a:spLocks noGrp="1" noChangeArrowheads="1"/>
          </p:cNvSpPr>
          <p:nvPr>
            <p:ph type="subTitle" idx="1"/>
          </p:nvPr>
        </p:nvSpPr>
        <p:spPr/>
        <p:txBody>
          <a:bodyPr/>
          <a:lstStyle/>
          <a:p>
            <a:pPr eaLnBrk="1" hangingPunct="1"/>
            <a:r>
              <a:rPr lang="en-US" altLang="en-US" smtClean="0"/>
              <a:t>Functional Dependencies and Normalization for Relational Databases</a:t>
            </a: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D594E536-00E9-4763-ABFF-D0F86BFF8E3B}" type="slidenum">
              <a:rPr lang="en-US" altLang="en-US" sz="1400" smtClean="0">
                <a:solidFill>
                  <a:srgbClr val="990033"/>
                </a:solidFill>
              </a:rPr>
              <a:pPr>
                <a:spcBef>
                  <a:spcPct val="0"/>
                </a:spcBef>
                <a:buClrTx/>
                <a:buSzTx/>
                <a:buFontTx/>
                <a:buNone/>
              </a:pPr>
              <a:t>3</a:t>
            </a:fld>
            <a:endParaRPr lang="en-CA" altLang="en-US" sz="1400" smtClean="0">
              <a:solidFill>
                <a:srgbClr val="990033"/>
              </a:solidFill>
            </a:endParaRPr>
          </a:p>
        </p:txBody>
      </p:sp>
      <p:sp>
        <p:nvSpPr>
          <p:cNvPr id="9219" name="Rectangle 8"/>
          <p:cNvSpPr>
            <a:spLocks noGrp="1" noChangeArrowheads="1"/>
          </p:cNvSpPr>
          <p:nvPr>
            <p:ph type="title"/>
          </p:nvPr>
        </p:nvSpPr>
        <p:spPr/>
        <p:txBody>
          <a:bodyPr/>
          <a:lstStyle/>
          <a:p>
            <a:pPr eaLnBrk="1" hangingPunct="1"/>
            <a:r>
              <a:rPr lang="en-US" altLang="en-US" smtClean="0"/>
              <a:t>Chapter Outline</a:t>
            </a:r>
          </a:p>
        </p:txBody>
      </p:sp>
      <p:sp>
        <p:nvSpPr>
          <p:cNvPr id="9220" name="Rectangle 9"/>
          <p:cNvSpPr>
            <a:spLocks noGrp="1" noChangeArrowheads="1"/>
          </p:cNvSpPr>
          <p:nvPr>
            <p:ph type="body" idx="1"/>
          </p:nvPr>
        </p:nvSpPr>
        <p:spPr/>
        <p:txBody>
          <a:bodyPr/>
          <a:lstStyle/>
          <a:p>
            <a:pPr lvl="1" eaLnBrk="1" hangingPunct="1"/>
            <a:endParaRPr lang="en-US" altLang="en-US" sz="2200" smtClean="0"/>
          </a:p>
          <a:p>
            <a:pPr eaLnBrk="1" hangingPunct="1"/>
            <a:r>
              <a:rPr lang="en-US" altLang="en-US" sz="2400" smtClean="0"/>
              <a:t>1 Functional Dependencies (FDs)</a:t>
            </a:r>
          </a:p>
          <a:p>
            <a:pPr lvl="1" eaLnBrk="1" hangingPunct="1"/>
            <a:r>
              <a:rPr lang="en-US" altLang="en-US" sz="2200" smtClean="0"/>
              <a:t>2.1 Definition of FD</a:t>
            </a:r>
          </a:p>
          <a:p>
            <a:pPr lvl="1" eaLnBrk="1" hangingPunct="1"/>
            <a:r>
              <a:rPr lang="en-US" altLang="en-US" sz="2200" smtClean="0"/>
              <a:t>2.2 Inference Rules for FDs</a:t>
            </a:r>
          </a:p>
          <a:p>
            <a:pPr lvl="1" eaLnBrk="1" hangingPunct="1"/>
            <a:r>
              <a:rPr lang="en-US" altLang="en-US" sz="2200" smtClean="0"/>
              <a:t>2.3 Equivalence of Sets of FDs</a:t>
            </a:r>
          </a:p>
          <a:p>
            <a:pPr lvl="1" eaLnBrk="1" hangingPunct="1"/>
            <a:r>
              <a:rPr lang="en-US" altLang="en-US" sz="2200" smtClean="0"/>
              <a:t>2.4 Minimal Sets of FDs</a:t>
            </a: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E571104F-B73A-42A8-A4DE-E9E6389F5618}" type="slidenum">
              <a:rPr lang="en-US" altLang="en-US" sz="1400" smtClean="0">
                <a:solidFill>
                  <a:srgbClr val="990033"/>
                </a:solidFill>
              </a:rPr>
              <a:pPr>
                <a:spcBef>
                  <a:spcPct val="0"/>
                </a:spcBef>
                <a:buClrTx/>
                <a:buSzTx/>
                <a:buFontTx/>
                <a:buNone/>
              </a:pPr>
              <a:t>4</a:t>
            </a:fld>
            <a:endParaRPr lang="en-CA" altLang="en-US" sz="1400" smtClean="0">
              <a:solidFill>
                <a:srgbClr val="990033"/>
              </a:solidFill>
            </a:endParaRPr>
          </a:p>
        </p:txBody>
      </p:sp>
      <p:sp>
        <p:nvSpPr>
          <p:cNvPr id="11267" name="Rectangle 6"/>
          <p:cNvSpPr>
            <a:spLocks noGrp="1" noChangeArrowheads="1"/>
          </p:cNvSpPr>
          <p:nvPr>
            <p:ph type="title"/>
          </p:nvPr>
        </p:nvSpPr>
        <p:spPr/>
        <p:txBody>
          <a:bodyPr/>
          <a:lstStyle/>
          <a:p>
            <a:pPr eaLnBrk="1" hangingPunct="1"/>
            <a:r>
              <a:rPr lang="en-US" altLang="en-US" smtClean="0"/>
              <a:t>2.1  Functional Dependencies (1) </a:t>
            </a:r>
          </a:p>
        </p:txBody>
      </p:sp>
      <p:sp>
        <p:nvSpPr>
          <p:cNvPr id="11268" name="Rectangle 7"/>
          <p:cNvSpPr>
            <a:spLocks noGrp="1" noChangeArrowheads="1"/>
          </p:cNvSpPr>
          <p:nvPr>
            <p:ph type="body" idx="1"/>
          </p:nvPr>
        </p:nvSpPr>
        <p:spPr/>
        <p:txBody>
          <a:bodyPr/>
          <a:lstStyle/>
          <a:p>
            <a:pPr eaLnBrk="1" hangingPunct="1"/>
            <a:r>
              <a:rPr lang="en-US" altLang="en-US" smtClean="0"/>
              <a:t>Functional dependencies (FDs)</a:t>
            </a:r>
          </a:p>
          <a:p>
            <a:pPr lvl="1" eaLnBrk="1" hangingPunct="1"/>
            <a:r>
              <a:rPr lang="en-US" altLang="en-US" smtClean="0"/>
              <a:t>Are used to specify </a:t>
            </a:r>
            <a:r>
              <a:rPr lang="en-US" altLang="en-US" i="1" smtClean="0"/>
              <a:t>formal measures</a:t>
            </a:r>
            <a:r>
              <a:rPr lang="en-US" altLang="en-US" smtClean="0"/>
              <a:t> of the "goodness" of relational designs</a:t>
            </a:r>
          </a:p>
          <a:p>
            <a:pPr lvl="1" eaLnBrk="1" hangingPunct="1"/>
            <a:r>
              <a:rPr lang="en-US" altLang="en-US" smtClean="0"/>
              <a:t>And keys are used to define </a:t>
            </a:r>
            <a:r>
              <a:rPr lang="en-US" altLang="en-US" b="1" smtClean="0"/>
              <a:t>normal forms</a:t>
            </a:r>
            <a:r>
              <a:rPr lang="en-US" altLang="en-US" smtClean="0"/>
              <a:t> for relations</a:t>
            </a:r>
          </a:p>
          <a:p>
            <a:pPr lvl="1" eaLnBrk="1" hangingPunct="1"/>
            <a:r>
              <a:rPr lang="en-US" altLang="en-US" smtClean="0"/>
              <a:t>Are </a:t>
            </a:r>
            <a:r>
              <a:rPr lang="en-US" altLang="en-US" b="1" smtClean="0"/>
              <a:t>constraints</a:t>
            </a:r>
            <a:r>
              <a:rPr lang="en-US" altLang="en-US" smtClean="0"/>
              <a:t> that are derived from the </a:t>
            </a:r>
            <a:r>
              <a:rPr lang="en-US" altLang="en-US" i="1" smtClean="0"/>
              <a:t>meaning</a:t>
            </a:r>
            <a:r>
              <a:rPr lang="en-US" altLang="en-US" smtClean="0"/>
              <a:t>  and </a:t>
            </a:r>
            <a:r>
              <a:rPr lang="en-US" altLang="en-US" i="1" smtClean="0"/>
              <a:t>interrelationships</a:t>
            </a:r>
            <a:r>
              <a:rPr lang="en-US" altLang="en-US" smtClean="0"/>
              <a:t>  of the data attributes</a:t>
            </a:r>
          </a:p>
          <a:p>
            <a:pPr eaLnBrk="1" hangingPunct="1"/>
            <a:r>
              <a:rPr lang="en-US" altLang="en-US" smtClean="0"/>
              <a:t>A set of attributes X </a:t>
            </a:r>
            <a:r>
              <a:rPr lang="en-US" altLang="en-US" i="1" smtClean="0"/>
              <a:t>functionally</a:t>
            </a:r>
            <a:r>
              <a:rPr lang="en-US" altLang="en-US" smtClean="0"/>
              <a:t> </a:t>
            </a:r>
            <a:r>
              <a:rPr lang="en-US" altLang="en-US" i="1" smtClean="0"/>
              <a:t>determines</a:t>
            </a:r>
            <a:r>
              <a:rPr lang="en-US" altLang="en-US" smtClean="0"/>
              <a:t>  a set of attributes Y if the value of X determines a unique value for Y</a:t>
            </a: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1F3051F5-3676-4CC0-9984-F4870FE47C20}" type="slidenum">
              <a:rPr lang="en-US" altLang="en-US" sz="1400" smtClean="0">
                <a:solidFill>
                  <a:srgbClr val="990033"/>
                </a:solidFill>
              </a:rPr>
              <a:pPr>
                <a:spcBef>
                  <a:spcPct val="0"/>
                </a:spcBef>
                <a:buClrTx/>
                <a:buSzTx/>
                <a:buFontTx/>
                <a:buNone/>
              </a:pPr>
              <a:t>5</a:t>
            </a:fld>
            <a:endParaRPr lang="en-CA" altLang="en-US" sz="1400" smtClean="0">
              <a:solidFill>
                <a:srgbClr val="990033"/>
              </a:solidFill>
            </a:endParaRPr>
          </a:p>
        </p:txBody>
      </p:sp>
      <p:sp>
        <p:nvSpPr>
          <p:cNvPr id="13315" name="Rectangle 6"/>
          <p:cNvSpPr>
            <a:spLocks noGrp="1" noChangeArrowheads="1"/>
          </p:cNvSpPr>
          <p:nvPr>
            <p:ph type="title"/>
          </p:nvPr>
        </p:nvSpPr>
        <p:spPr/>
        <p:txBody>
          <a:bodyPr/>
          <a:lstStyle/>
          <a:p>
            <a:pPr eaLnBrk="1" hangingPunct="1"/>
            <a:r>
              <a:rPr lang="en-US" altLang="en-US" smtClean="0"/>
              <a:t>Functional Dependencies (2)</a:t>
            </a:r>
          </a:p>
        </p:txBody>
      </p:sp>
      <p:sp>
        <p:nvSpPr>
          <p:cNvPr id="13316" name="Rectangle 7"/>
          <p:cNvSpPr>
            <a:spLocks noGrp="1" noChangeArrowheads="1"/>
          </p:cNvSpPr>
          <p:nvPr>
            <p:ph type="body" idx="1"/>
          </p:nvPr>
        </p:nvSpPr>
        <p:spPr/>
        <p:txBody>
          <a:bodyPr/>
          <a:lstStyle/>
          <a:p>
            <a:pPr eaLnBrk="1" hangingPunct="1"/>
            <a:r>
              <a:rPr lang="en-US" altLang="en-US" sz="2400" smtClean="0"/>
              <a:t>Written as X -&gt; Y; can be displayed graphically on a relation schema</a:t>
            </a:r>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D585155E-4432-4B90-80FD-DF32CA4A0EF7}" type="slidenum">
              <a:rPr lang="en-US" altLang="en-US" sz="1400" smtClean="0">
                <a:solidFill>
                  <a:srgbClr val="990033"/>
                </a:solidFill>
              </a:rPr>
              <a:pPr>
                <a:spcBef>
                  <a:spcPct val="0"/>
                </a:spcBef>
                <a:buClrTx/>
                <a:buSzTx/>
                <a:buFontTx/>
                <a:buNone/>
              </a:pPr>
              <a:t>6</a:t>
            </a:fld>
            <a:endParaRPr lang="en-CA" altLang="en-US" sz="1400" smtClean="0">
              <a:solidFill>
                <a:srgbClr val="990033"/>
              </a:solidFill>
            </a:endParaRPr>
          </a:p>
        </p:txBody>
      </p:sp>
      <p:sp>
        <p:nvSpPr>
          <p:cNvPr id="15363" name="Rectangle 6"/>
          <p:cNvSpPr>
            <a:spLocks noGrp="1" noChangeArrowheads="1"/>
          </p:cNvSpPr>
          <p:nvPr>
            <p:ph type="title"/>
          </p:nvPr>
        </p:nvSpPr>
        <p:spPr/>
        <p:txBody>
          <a:bodyPr/>
          <a:lstStyle/>
          <a:p>
            <a:pPr eaLnBrk="1" hangingPunct="1"/>
            <a:r>
              <a:rPr lang="en-US" altLang="en-US" smtClean="0"/>
              <a:t>Examples of FD constraints (1) </a:t>
            </a:r>
          </a:p>
        </p:txBody>
      </p:sp>
      <p:sp>
        <p:nvSpPr>
          <p:cNvPr id="15364" name="Rectangle 7"/>
          <p:cNvSpPr>
            <a:spLocks noGrp="1" noChangeArrowheads="1"/>
          </p:cNvSpPr>
          <p:nvPr>
            <p:ph type="body" idx="1"/>
          </p:nvPr>
        </p:nvSpPr>
        <p:spPr/>
        <p:txBody>
          <a:bodyPr/>
          <a:lstStyle/>
          <a:p>
            <a:pPr eaLnBrk="1" hangingPunct="1">
              <a:lnSpc>
                <a:spcPct val="90000"/>
              </a:lnSpc>
            </a:pPr>
            <a:r>
              <a:rPr lang="en-US" altLang="en-US" smtClean="0"/>
              <a:t>Social security number determines employee name</a:t>
            </a:r>
          </a:p>
          <a:p>
            <a:pPr lvl="1" eaLnBrk="1" hangingPunct="1">
              <a:lnSpc>
                <a:spcPct val="90000"/>
              </a:lnSpc>
            </a:pPr>
            <a:r>
              <a:rPr lang="en-US" altLang="en-US" smtClean="0"/>
              <a:t>SSN -&gt; ENAME</a:t>
            </a:r>
          </a:p>
          <a:p>
            <a:pPr eaLnBrk="1" hangingPunct="1">
              <a:lnSpc>
                <a:spcPct val="90000"/>
              </a:lnSpc>
            </a:pPr>
            <a:r>
              <a:rPr lang="en-US" altLang="en-US" smtClean="0"/>
              <a:t>Project number determines project name and location</a:t>
            </a:r>
          </a:p>
          <a:p>
            <a:pPr lvl="1" eaLnBrk="1" hangingPunct="1">
              <a:lnSpc>
                <a:spcPct val="90000"/>
              </a:lnSpc>
            </a:pPr>
            <a:r>
              <a:rPr lang="en-US" altLang="en-US" smtClean="0"/>
              <a:t>PNUMBER -&gt; {PNAME, PLOCATION}</a:t>
            </a:r>
          </a:p>
          <a:p>
            <a:pPr eaLnBrk="1" hangingPunct="1">
              <a:lnSpc>
                <a:spcPct val="90000"/>
              </a:lnSpc>
            </a:pPr>
            <a:r>
              <a:rPr lang="en-US" altLang="en-US" smtClean="0"/>
              <a:t>Employee ssn and project number determines the hours per week that the employee works on the project</a:t>
            </a:r>
          </a:p>
          <a:p>
            <a:pPr lvl="1" eaLnBrk="1" hangingPunct="1">
              <a:lnSpc>
                <a:spcPct val="90000"/>
              </a:lnSpc>
            </a:pPr>
            <a:r>
              <a:rPr lang="en-US" altLang="en-US" smtClean="0"/>
              <a:t>{SSN, PNUMBER} -&gt; HOURS </a:t>
            </a:r>
          </a:p>
        </p:txBody>
      </p:sp>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98A68DC7-11D6-4FEE-AD82-88CFE19157BD}" type="slidenum">
              <a:rPr lang="en-US" altLang="en-US" sz="1400" smtClean="0">
                <a:solidFill>
                  <a:srgbClr val="990033"/>
                </a:solidFill>
              </a:rPr>
              <a:pPr>
                <a:spcBef>
                  <a:spcPct val="0"/>
                </a:spcBef>
                <a:buClrTx/>
                <a:buSzTx/>
                <a:buFontTx/>
                <a:buNone/>
              </a:pPr>
              <a:t>7</a:t>
            </a:fld>
            <a:endParaRPr lang="en-CA" altLang="en-US" sz="1400" smtClean="0">
              <a:solidFill>
                <a:srgbClr val="990033"/>
              </a:solidFill>
            </a:endParaRPr>
          </a:p>
        </p:txBody>
      </p:sp>
      <p:sp>
        <p:nvSpPr>
          <p:cNvPr id="17411" name="Rectangle 6"/>
          <p:cNvSpPr>
            <a:spLocks noGrp="1" noChangeArrowheads="1"/>
          </p:cNvSpPr>
          <p:nvPr>
            <p:ph type="title"/>
          </p:nvPr>
        </p:nvSpPr>
        <p:spPr/>
        <p:txBody>
          <a:bodyPr/>
          <a:lstStyle/>
          <a:p>
            <a:pPr eaLnBrk="1" hangingPunct="1"/>
            <a:r>
              <a:rPr lang="en-US" altLang="en-US" smtClean="0"/>
              <a:t>Examples of FD constraints (2)</a:t>
            </a:r>
          </a:p>
        </p:txBody>
      </p:sp>
      <p:sp>
        <p:nvSpPr>
          <p:cNvPr id="17412" name="Rectangle 7"/>
          <p:cNvSpPr>
            <a:spLocks noGrp="1" noChangeArrowheads="1"/>
          </p:cNvSpPr>
          <p:nvPr>
            <p:ph type="body" idx="1"/>
          </p:nvPr>
        </p:nvSpPr>
        <p:spPr/>
        <p:txBody>
          <a:bodyPr/>
          <a:lstStyle/>
          <a:p>
            <a:pPr eaLnBrk="1" hangingPunct="1"/>
            <a:r>
              <a:rPr lang="en-US" altLang="en-US" smtClean="0"/>
              <a:t>An FD is a property of the attributes in the schema R</a:t>
            </a:r>
          </a:p>
          <a:p>
            <a:pPr eaLnBrk="1" hangingPunct="1"/>
            <a:r>
              <a:rPr lang="en-US" altLang="en-US" smtClean="0"/>
              <a:t>The constraint must hold on </a:t>
            </a:r>
            <a:r>
              <a:rPr lang="en-US" altLang="en-US" i="1" smtClean="0"/>
              <a:t>every</a:t>
            </a:r>
            <a:r>
              <a:rPr lang="en-US" altLang="en-US" smtClean="0"/>
              <a:t> relation instance r(R)</a:t>
            </a:r>
          </a:p>
          <a:p>
            <a:pPr eaLnBrk="1" hangingPunct="1"/>
            <a:r>
              <a:rPr lang="en-US" altLang="en-US" smtClean="0"/>
              <a:t>If K is a key of R, then K functionally determines all attributes in R </a:t>
            </a:r>
          </a:p>
          <a:p>
            <a:pPr lvl="1" eaLnBrk="1" hangingPunct="1"/>
            <a:r>
              <a:rPr lang="en-US" altLang="en-US" smtClean="0"/>
              <a:t>(since we never have two distinct tuples with t1[K]=t2[K]) </a:t>
            </a:r>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4F88579C-F439-41CD-A55F-33087007770C}" type="slidenum">
              <a:rPr lang="en-US" altLang="en-US" sz="1400" smtClean="0">
                <a:solidFill>
                  <a:srgbClr val="990033"/>
                </a:solidFill>
              </a:rPr>
              <a:pPr>
                <a:spcBef>
                  <a:spcPct val="0"/>
                </a:spcBef>
                <a:buClrTx/>
                <a:buSzTx/>
                <a:buFontTx/>
                <a:buNone/>
              </a:pPr>
              <a:t>8</a:t>
            </a:fld>
            <a:endParaRPr lang="en-CA" altLang="en-US" sz="1400" smtClean="0">
              <a:solidFill>
                <a:srgbClr val="990033"/>
              </a:solidFill>
            </a:endParaRPr>
          </a:p>
        </p:txBody>
      </p:sp>
      <p:sp>
        <p:nvSpPr>
          <p:cNvPr id="19459" name="Rectangle 6"/>
          <p:cNvSpPr>
            <a:spLocks noGrp="1" noChangeArrowheads="1"/>
          </p:cNvSpPr>
          <p:nvPr>
            <p:ph type="title"/>
          </p:nvPr>
        </p:nvSpPr>
        <p:spPr/>
        <p:txBody>
          <a:bodyPr/>
          <a:lstStyle/>
          <a:p>
            <a:pPr eaLnBrk="1" hangingPunct="1"/>
            <a:r>
              <a:rPr lang="en-US" altLang="en-US" smtClean="0"/>
              <a:t>2.2 Inference Rules for FDs (1) </a:t>
            </a:r>
          </a:p>
        </p:txBody>
      </p:sp>
      <p:sp>
        <p:nvSpPr>
          <p:cNvPr id="19460" name="Rectangle 7"/>
          <p:cNvSpPr>
            <a:spLocks noGrp="1" noChangeArrowheads="1"/>
          </p:cNvSpPr>
          <p:nvPr>
            <p:ph type="body" idx="1"/>
          </p:nvPr>
        </p:nvSpPr>
        <p:spPr/>
        <p:txBody>
          <a:bodyPr/>
          <a:lstStyle/>
          <a:p>
            <a:pPr eaLnBrk="1" hangingPunct="1">
              <a:lnSpc>
                <a:spcPct val="90000"/>
              </a:lnSpc>
            </a:pPr>
            <a:r>
              <a:rPr lang="en-US" altLang="en-US" sz="2400" smtClean="0"/>
              <a:t>Given a set of FDs F, we can </a:t>
            </a:r>
            <a:r>
              <a:rPr lang="en-US" altLang="en-US" sz="2400" b="1" smtClean="0"/>
              <a:t>infer</a:t>
            </a:r>
            <a:r>
              <a:rPr lang="en-US" altLang="en-US" sz="2400" smtClean="0"/>
              <a:t> additional FDs that hold whenever the FDs in F hold</a:t>
            </a:r>
          </a:p>
          <a:p>
            <a:pPr eaLnBrk="1" hangingPunct="1">
              <a:lnSpc>
                <a:spcPct val="90000"/>
              </a:lnSpc>
            </a:pPr>
            <a:r>
              <a:rPr lang="en-US" altLang="en-US" sz="2400" smtClean="0"/>
              <a:t>Armstrong's inference rules:</a:t>
            </a:r>
          </a:p>
          <a:p>
            <a:pPr lvl="1" eaLnBrk="1" hangingPunct="1">
              <a:lnSpc>
                <a:spcPct val="90000"/>
              </a:lnSpc>
            </a:pPr>
            <a:r>
              <a:rPr lang="en-US" altLang="en-US" sz="2200" smtClean="0"/>
              <a:t>IR1. (</a:t>
            </a:r>
            <a:r>
              <a:rPr lang="en-US" altLang="en-US" sz="2200" b="1" smtClean="0"/>
              <a:t>Reflexive</a:t>
            </a:r>
            <a:r>
              <a:rPr lang="en-US" altLang="en-US" sz="2200" smtClean="0"/>
              <a:t>) If Y </a:t>
            </a:r>
            <a:r>
              <a:rPr lang="en-US" altLang="en-US" sz="2200" i="1" smtClean="0"/>
              <a:t>subset-of</a:t>
            </a:r>
            <a:r>
              <a:rPr lang="en-US" altLang="en-US" sz="2200" smtClean="0"/>
              <a:t> X, then X -&gt; Y</a:t>
            </a:r>
          </a:p>
          <a:p>
            <a:pPr lvl="1" eaLnBrk="1" hangingPunct="1">
              <a:lnSpc>
                <a:spcPct val="90000"/>
              </a:lnSpc>
            </a:pPr>
            <a:r>
              <a:rPr lang="en-US" altLang="en-US" sz="2200" smtClean="0"/>
              <a:t>IR2. (</a:t>
            </a:r>
            <a:r>
              <a:rPr lang="en-US" altLang="en-US" sz="2200" b="1" smtClean="0"/>
              <a:t>Augmentation</a:t>
            </a:r>
            <a:r>
              <a:rPr lang="en-US" altLang="en-US" sz="2200" smtClean="0"/>
              <a:t>) If X -&gt; Y, then XZ -&gt; YZ</a:t>
            </a:r>
          </a:p>
          <a:p>
            <a:pPr lvl="2" eaLnBrk="1" hangingPunct="1">
              <a:lnSpc>
                <a:spcPct val="90000"/>
              </a:lnSpc>
            </a:pPr>
            <a:r>
              <a:rPr lang="en-US" altLang="en-US" sz="2000" smtClean="0"/>
              <a:t>(Notation: XZ stands for X U Z)</a:t>
            </a:r>
          </a:p>
          <a:p>
            <a:pPr lvl="1" eaLnBrk="1" hangingPunct="1">
              <a:lnSpc>
                <a:spcPct val="90000"/>
              </a:lnSpc>
            </a:pPr>
            <a:r>
              <a:rPr lang="en-US" altLang="en-US" sz="2200" smtClean="0"/>
              <a:t>IR3. (</a:t>
            </a:r>
            <a:r>
              <a:rPr lang="en-US" altLang="en-US" sz="2200" b="1" smtClean="0"/>
              <a:t>Transitive</a:t>
            </a:r>
            <a:r>
              <a:rPr lang="en-US" altLang="en-US" sz="2200" smtClean="0"/>
              <a:t>) If X -&gt; Y and Y -&gt; Z, then X -&gt; Z</a:t>
            </a:r>
          </a:p>
          <a:p>
            <a:pPr eaLnBrk="1" hangingPunct="1">
              <a:lnSpc>
                <a:spcPct val="90000"/>
              </a:lnSpc>
            </a:pPr>
            <a:endParaRPr lang="en-US" altLang="en-US" sz="2400" smtClean="0"/>
          </a:p>
          <a:p>
            <a:pPr eaLnBrk="1" hangingPunct="1">
              <a:lnSpc>
                <a:spcPct val="90000"/>
              </a:lnSpc>
            </a:pPr>
            <a:r>
              <a:rPr lang="en-US" altLang="en-US" sz="2400" smtClean="0"/>
              <a:t>IR1, IR2, IR3 form a </a:t>
            </a:r>
            <a:r>
              <a:rPr lang="en-US" altLang="en-US" sz="2400" b="1" smtClean="0"/>
              <a:t>sound</a:t>
            </a:r>
            <a:r>
              <a:rPr lang="en-US" altLang="en-US" sz="2400" smtClean="0"/>
              <a:t> and </a:t>
            </a:r>
            <a:r>
              <a:rPr lang="en-US" altLang="en-US" sz="2400" b="1" smtClean="0"/>
              <a:t>complete</a:t>
            </a:r>
            <a:r>
              <a:rPr lang="en-US" altLang="en-US" sz="2400" smtClean="0"/>
              <a:t> set of inference rules</a:t>
            </a:r>
          </a:p>
          <a:p>
            <a:pPr lvl="1" eaLnBrk="1" hangingPunct="1">
              <a:lnSpc>
                <a:spcPct val="90000"/>
              </a:lnSpc>
            </a:pPr>
            <a:r>
              <a:rPr lang="en-US" altLang="en-US" sz="2200" smtClean="0"/>
              <a:t>These rules hold and all other rules that hold can be deduced from these</a:t>
            </a: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304800"/>
            <a:ext cx="7543800" cy="1295400"/>
          </a:xfrm>
        </p:spPr>
        <p:txBody>
          <a:bodyPr/>
          <a:lstStyle/>
          <a:p>
            <a:r>
              <a:rPr lang="en-US" altLang="en-US" smtClean="0">
                <a:cs typeface="Times New Roman" panose="02020603050405020304" pitchFamily="18" charset="0"/>
              </a:rPr>
              <a:t>Inference Rules for FDs</a:t>
            </a:r>
            <a:r>
              <a:rPr lang="en-US" altLang="en-US" smtClean="0"/>
              <a:t> </a:t>
            </a:r>
          </a:p>
        </p:txBody>
      </p:sp>
      <p:sp>
        <p:nvSpPr>
          <p:cNvPr id="6147" name="Rectangle 3"/>
          <p:cNvSpPr>
            <a:spLocks noGrp="1" noChangeArrowheads="1"/>
          </p:cNvSpPr>
          <p:nvPr>
            <p:ph type="body" idx="1"/>
          </p:nvPr>
        </p:nvSpPr>
        <p:spPr>
          <a:xfrm>
            <a:off x="0" y="914400"/>
            <a:ext cx="9144000" cy="5410200"/>
          </a:xfrm>
        </p:spPr>
        <p:txBody>
          <a:bodyPr/>
          <a:lstStyle/>
          <a:p>
            <a:pPr algn="just">
              <a:lnSpc>
                <a:spcPct val="90000"/>
              </a:lnSpc>
              <a:defRPr/>
            </a:pPr>
            <a:r>
              <a:rPr lang="en-US" sz="2000" dirty="0" smtClean="0">
                <a:cs typeface="Times New Roman" pitchFamily="18" charset="0"/>
              </a:rPr>
              <a:t>Given a set of FDs F, we can </a:t>
            </a:r>
            <a:r>
              <a:rPr lang="en-US" sz="2000" i="1" dirty="0" smtClean="0">
                <a:cs typeface="Times New Roman" pitchFamily="18" charset="0"/>
              </a:rPr>
              <a:t>infer</a:t>
            </a:r>
            <a:r>
              <a:rPr lang="en-US" sz="2000" dirty="0" smtClean="0">
                <a:cs typeface="Times New Roman" pitchFamily="18" charset="0"/>
              </a:rPr>
              <a:t> additional FDs that hold whenever the FDs in F hold</a:t>
            </a:r>
          </a:p>
          <a:p>
            <a:pPr algn="just">
              <a:lnSpc>
                <a:spcPct val="90000"/>
              </a:lnSpc>
              <a:defRPr/>
            </a:pPr>
            <a:endParaRPr lang="en-US" sz="2000" dirty="0" smtClean="0">
              <a:cs typeface="Times New Roman" pitchFamily="18" charset="0"/>
            </a:endParaRPr>
          </a:p>
          <a:p>
            <a:pPr algn="just">
              <a:lnSpc>
                <a:spcPct val="90000"/>
              </a:lnSpc>
              <a:defRPr/>
            </a:pPr>
            <a:r>
              <a:rPr lang="en-US" sz="2000" dirty="0" smtClean="0">
                <a:cs typeface="Times New Roman" pitchFamily="18" charset="0"/>
              </a:rPr>
              <a:t>Armstrong's inference rules</a:t>
            </a:r>
          </a:p>
          <a:p>
            <a:pPr lvl="1" algn="just">
              <a:lnSpc>
                <a:spcPct val="90000"/>
              </a:lnSpc>
              <a:buFont typeface="Wingdings" panose="05000000000000000000" pitchFamily="2" charset="2"/>
              <a:buNone/>
              <a:defRPr/>
            </a:pPr>
            <a:endParaRPr lang="en-US" sz="2000" dirty="0" smtClean="0">
              <a:cs typeface="Times New Roman" pitchFamily="18" charset="0"/>
            </a:endParaRPr>
          </a:p>
          <a:p>
            <a:pPr marL="801687" lvl="1" indent="-457200" algn="just">
              <a:lnSpc>
                <a:spcPct val="90000"/>
              </a:lnSpc>
              <a:buFontTx/>
              <a:buNone/>
              <a:defRPr/>
            </a:pPr>
            <a:r>
              <a:rPr lang="en-US" sz="2000" b="1" dirty="0" smtClean="0">
                <a:solidFill>
                  <a:srgbClr val="C00000"/>
                </a:solidFill>
                <a:cs typeface="Times New Roman" pitchFamily="18" charset="0"/>
              </a:rPr>
              <a:t>A1. (IR1): (Reflexive) If Y </a:t>
            </a:r>
            <a:r>
              <a:rPr lang="en-US" sz="2000" b="1" u="sng" dirty="0" smtClean="0">
                <a:solidFill>
                  <a:srgbClr val="C00000"/>
                </a:solidFill>
                <a:latin typeface="BostonII"/>
                <a:cs typeface="Times New Roman" pitchFamily="18" charset="0"/>
              </a:rPr>
              <a:t>subset-of</a:t>
            </a:r>
            <a:r>
              <a:rPr lang="en-US" sz="2000" b="1" dirty="0" smtClean="0">
                <a:solidFill>
                  <a:srgbClr val="C00000"/>
                </a:solidFill>
                <a:cs typeface="Times New Roman" pitchFamily="18" charset="0"/>
              </a:rPr>
              <a:t> X, then X </a:t>
            </a:r>
            <a:r>
              <a:rPr lang="en-US" sz="2000" b="1" dirty="0" smtClean="0">
                <a:solidFill>
                  <a:srgbClr val="C00000"/>
                </a:solidFill>
                <a:cs typeface="Times New Roman" pitchFamily="18" charset="0"/>
                <a:sym typeface="Wingdings" pitchFamily="2" charset="2"/>
              </a:rPr>
              <a:t></a:t>
            </a:r>
            <a:r>
              <a:rPr lang="en-US" sz="2000" b="1" dirty="0" smtClean="0">
                <a:solidFill>
                  <a:srgbClr val="C00000"/>
                </a:solidFill>
                <a:latin typeface="BostonII"/>
                <a:cs typeface="Times New Roman" pitchFamily="18" charset="0"/>
              </a:rPr>
              <a:t> </a:t>
            </a:r>
            <a:r>
              <a:rPr lang="en-US" sz="2000" b="1" dirty="0" smtClean="0">
                <a:solidFill>
                  <a:srgbClr val="C00000"/>
                </a:solidFill>
                <a:cs typeface="Times New Roman" pitchFamily="18" charset="0"/>
              </a:rPr>
              <a:t>Y</a:t>
            </a:r>
          </a:p>
          <a:p>
            <a:pPr marL="801687" lvl="1" indent="-457200" algn="just">
              <a:lnSpc>
                <a:spcPct val="90000"/>
              </a:lnSpc>
              <a:buFont typeface="Wingdings" panose="05000000000000000000" pitchFamily="2" charset="2"/>
              <a:buNone/>
              <a:defRPr/>
            </a:pPr>
            <a:r>
              <a:rPr lang="en-US" sz="2000" dirty="0" smtClean="0">
                <a:cs typeface="Times New Roman" pitchFamily="18" charset="0"/>
              </a:rPr>
              <a:t>e.g. {</a:t>
            </a:r>
            <a:r>
              <a:rPr lang="en-US" sz="2000" dirty="0" err="1" smtClean="0">
                <a:cs typeface="Times New Roman" pitchFamily="18" charset="0"/>
              </a:rPr>
              <a:t>Name,DOB</a:t>
            </a:r>
            <a:r>
              <a:rPr lang="en-US" sz="2000" dirty="0" smtClean="0">
                <a:cs typeface="Times New Roman" pitchFamily="18" charset="0"/>
              </a:rPr>
              <a:t>}-&gt;{Name} </a:t>
            </a:r>
          </a:p>
          <a:p>
            <a:pPr marL="801687" lvl="1" indent="-457200" algn="just">
              <a:lnSpc>
                <a:spcPct val="90000"/>
              </a:lnSpc>
              <a:buFontTx/>
              <a:buNone/>
              <a:defRPr/>
            </a:pPr>
            <a:endParaRPr lang="en-US" sz="2000" dirty="0" smtClean="0"/>
          </a:p>
          <a:p>
            <a:pPr marL="801687" lvl="1" indent="-457200" algn="just">
              <a:lnSpc>
                <a:spcPct val="90000"/>
              </a:lnSpc>
              <a:defRPr/>
            </a:pPr>
            <a:r>
              <a:rPr lang="en-US" sz="2000" dirty="0" smtClean="0"/>
              <a:t>The reflexive rule (IR1) states that a set of attributes always determines itself or any of its subsets, which is obvious. </a:t>
            </a:r>
          </a:p>
          <a:p>
            <a:pPr marL="801687" lvl="1" indent="-457200" algn="just">
              <a:lnSpc>
                <a:spcPct val="90000"/>
              </a:lnSpc>
              <a:defRPr/>
            </a:pPr>
            <a:r>
              <a:rPr lang="en-US" sz="2000" dirty="0" smtClean="0"/>
              <a:t>Because IR1 generates dependencies that are always true, such dependencies are called trivial. </a:t>
            </a:r>
          </a:p>
          <a:p>
            <a:pPr marL="801687" lvl="1" indent="-457200" algn="just">
              <a:lnSpc>
                <a:spcPct val="90000"/>
              </a:lnSpc>
              <a:buFontTx/>
              <a:buNone/>
              <a:defRPr/>
            </a:pPr>
            <a:endParaRPr lang="en-US" sz="2000" dirty="0" smtClean="0"/>
          </a:p>
          <a:p>
            <a:pPr marL="801687" lvl="1" indent="-457200" algn="just">
              <a:lnSpc>
                <a:spcPct val="90000"/>
              </a:lnSpc>
              <a:buFont typeface="Wingdings" panose="05000000000000000000" pitchFamily="2" charset="2"/>
              <a:buNone/>
              <a:defRPr/>
            </a:pPr>
            <a:endParaRPr lang="en-US" sz="2000" dirty="0" smtClean="0">
              <a:cs typeface="Times New Roman" pitchFamily="18" charset="0"/>
            </a:endParaRPr>
          </a:p>
          <a:p>
            <a:pPr marL="801687" lvl="1" indent="-457200" algn="just">
              <a:lnSpc>
                <a:spcPct val="90000"/>
              </a:lnSpc>
              <a:buFont typeface="+mj-lt"/>
              <a:buAutoNum type="arabicPeriod"/>
              <a:defRPr/>
            </a:pPr>
            <a:endParaRPr lang="en-US" sz="2000" dirty="0" smtClean="0">
              <a:cs typeface="Times New Roman" pitchFamily="18" charset="0"/>
            </a:endParaRPr>
          </a:p>
          <a:p>
            <a:pPr marL="801687" lvl="1" indent="-457200" algn="just">
              <a:lnSpc>
                <a:spcPct val="90000"/>
              </a:lnSpc>
              <a:buFont typeface="+mj-lt"/>
              <a:buAutoNum type="arabicPeriod"/>
              <a:defRPr/>
            </a:pPr>
            <a:endParaRPr lang="en-US" sz="2000" dirty="0" smtClean="0"/>
          </a:p>
        </p:txBody>
      </p:sp>
      <p:sp>
        <p:nvSpPr>
          <p:cNvPr id="21508" name="Slide Number Placehold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endParaRPr lang="en-US" altLang="en-US" sz="1400" smtClean="0">
              <a:solidFill>
                <a:schemeClr val="tx1"/>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0" y="-304800"/>
            <a:ext cx="7543800" cy="1295400"/>
          </a:xfrm>
        </p:spPr>
        <p:txBody>
          <a:bodyPr/>
          <a:lstStyle/>
          <a:p>
            <a:r>
              <a:rPr lang="en-US" altLang="en-US" smtClean="0">
                <a:cs typeface="Times New Roman" panose="02020603050405020304" pitchFamily="18" charset="0"/>
              </a:rPr>
              <a:t>Inference Rules for FDs</a:t>
            </a:r>
            <a:r>
              <a:rPr lang="en-US" altLang="en-US" smtClean="0"/>
              <a:t> </a:t>
            </a:r>
          </a:p>
        </p:txBody>
      </p:sp>
      <p:sp>
        <p:nvSpPr>
          <p:cNvPr id="23555" name="Rectangle 3"/>
          <p:cNvSpPr>
            <a:spLocks noGrp="1" noChangeArrowheads="1"/>
          </p:cNvSpPr>
          <p:nvPr>
            <p:ph type="body" idx="1"/>
          </p:nvPr>
        </p:nvSpPr>
        <p:spPr>
          <a:xfrm>
            <a:off x="-396875" y="914400"/>
            <a:ext cx="9144000" cy="5410200"/>
          </a:xfrm>
        </p:spPr>
        <p:txBody>
          <a:bodyPr/>
          <a:lstStyle/>
          <a:p>
            <a:pPr algn="just">
              <a:lnSpc>
                <a:spcPct val="90000"/>
              </a:lnSpc>
            </a:pPr>
            <a:r>
              <a:rPr lang="en-US" altLang="en-US" sz="2000" smtClean="0">
                <a:cs typeface="Times New Roman" panose="02020603050405020304" pitchFamily="18" charset="0"/>
              </a:rPr>
              <a:t>Armstrong's inference rules</a:t>
            </a:r>
          </a:p>
          <a:p>
            <a:pPr lvl="1" algn="just">
              <a:lnSpc>
                <a:spcPct val="90000"/>
              </a:lnSpc>
              <a:buFont typeface="Wingdings" panose="05000000000000000000" pitchFamily="2" charset="2"/>
              <a:buNone/>
            </a:pPr>
            <a:endParaRPr lang="en-US" altLang="en-US" sz="2000" smtClean="0">
              <a:cs typeface="Times New Roman" panose="02020603050405020304" pitchFamily="18" charset="0"/>
            </a:endParaRPr>
          </a:p>
          <a:p>
            <a:pPr lvl="1" algn="just">
              <a:lnSpc>
                <a:spcPct val="90000"/>
              </a:lnSpc>
              <a:buFont typeface="Arial" panose="020B0604020202020204" pitchFamily="34" charset="0"/>
              <a:buAutoNum type="arabicPeriod"/>
            </a:pPr>
            <a:endParaRPr lang="en-US" altLang="en-US" sz="2000" smtClean="0">
              <a:cs typeface="Times New Roman" panose="02020603050405020304" pitchFamily="18" charset="0"/>
            </a:endParaRPr>
          </a:p>
          <a:p>
            <a:pPr lvl="1" algn="just">
              <a:lnSpc>
                <a:spcPct val="90000"/>
              </a:lnSpc>
              <a:buFontTx/>
              <a:buNone/>
            </a:pPr>
            <a:r>
              <a:rPr lang="en-US" altLang="en-US" sz="2000" b="1" smtClean="0">
                <a:solidFill>
                  <a:srgbClr val="C00000"/>
                </a:solidFill>
                <a:cs typeface="Times New Roman" panose="02020603050405020304" pitchFamily="18" charset="0"/>
              </a:rPr>
              <a:t>A2. (IR2): (Augmentation) If X </a:t>
            </a:r>
            <a:r>
              <a:rPr lang="en-US" altLang="en-US" sz="2000" b="1" smtClean="0">
                <a:solidFill>
                  <a:srgbClr val="C00000"/>
                </a:solidFill>
                <a:cs typeface="Times New Roman" panose="02020603050405020304" pitchFamily="18" charset="0"/>
                <a:sym typeface="Wingdings" panose="05000000000000000000" pitchFamily="2" charset="2"/>
              </a:rPr>
              <a:t></a:t>
            </a:r>
            <a:r>
              <a:rPr lang="en-US" altLang="en-US" sz="2000" b="1" smtClean="0">
                <a:solidFill>
                  <a:srgbClr val="C00000"/>
                </a:solidFill>
                <a:latin typeface="BostonII"/>
                <a:cs typeface="Times New Roman" panose="02020603050405020304" pitchFamily="18" charset="0"/>
              </a:rPr>
              <a:t> </a:t>
            </a:r>
            <a:r>
              <a:rPr lang="en-US" altLang="en-US" sz="2000" b="1" smtClean="0">
                <a:solidFill>
                  <a:srgbClr val="C00000"/>
                </a:solidFill>
                <a:cs typeface="Times New Roman" panose="02020603050405020304" pitchFamily="18" charset="0"/>
              </a:rPr>
              <a:t>Y, then XZ </a:t>
            </a:r>
            <a:r>
              <a:rPr lang="en-US" altLang="en-US" sz="2000" b="1" smtClean="0">
                <a:solidFill>
                  <a:srgbClr val="C00000"/>
                </a:solidFill>
                <a:cs typeface="Times New Roman" panose="02020603050405020304" pitchFamily="18" charset="0"/>
                <a:sym typeface="Wingdings" panose="05000000000000000000" pitchFamily="2" charset="2"/>
              </a:rPr>
              <a:t></a:t>
            </a:r>
            <a:r>
              <a:rPr lang="en-US" altLang="en-US" sz="2000" b="1" smtClean="0">
                <a:solidFill>
                  <a:srgbClr val="C00000"/>
                </a:solidFill>
                <a:latin typeface="BostonII"/>
                <a:cs typeface="Times New Roman" panose="02020603050405020304" pitchFamily="18" charset="0"/>
              </a:rPr>
              <a:t> </a:t>
            </a:r>
            <a:r>
              <a:rPr lang="en-US" altLang="en-US" sz="2000" b="1" smtClean="0">
                <a:solidFill>
                  <a:srgbClr val="C00000"/>
                </a:solidFill>
                <a:cs typeface="Times New Roman" panose="02020603050405020304" pitchFamily="18" charset="0"/>
              </a:rPr>
              <a:t>YZ</a:t>
            </a:r>
          </a:p>
          <a:p>
            <a:pPr lvl="1" algn="just">
              <a:lnSpc>
                <a:spcPct val="90000"/>
              </a:lnSpc>
              <a:buFont typeface="Wingdings" panose="05000000000000000000" pitchFamily="2" charset="2"/>
              <a:buNone/>
            </a:pPr>
            <a:r>
              <a:rPr lang="en-US" altLang="en-US" sz="2000" smtClean="0">
                <a:cs typeface="Times New Roman" panose="02020603050405020304" pitchFamily="18" charset="0"/>
              </a:rPr>
              <a:t>		 (Notation: XZ stands for X </a:t>
            </a:r>
            <a:r>
              <a:rPr lang="en-US" altLang="en-US" sz="2000" smtClean="0">
                <a:latin typeface="BostonII"/>
                <a:cs typeface="Times New Roman" panose="02020603050405020304" pitchFamily="18" charset="0"/>
              </a:rPr>
              <a:t>U</a:t>
            </a:r>
            <a:r>
              <a:rPr lang="en-US" altLang="en-US" sz="2000" smtClean="0">
                <a:cs typeface="Times New Roman" panose="02020603050405020304" pitchFamily="18" charset="0"/>
              </a:rPr>
              <a:t> Z)</a:t>
            </a:r>
          </a:p>
          <a:p>
            <a:pPr lvl="1" algn="just">
              <a:lnSpc>
                <a:spcPct val="90000"/>
              </a:lnSpc>
              <a:buFont typeface="Wingdings" panose="05000000000000000000" pitchFamily="2" charset="2"/>
              <a:buNone/>
            </a:pPr>
            <a:r>
              <a:rPr lang="en-US" altLang="en-US" sz="2000" smtClean="0">
                <a:cs typeface="Times New Roman" panose="02020603050405020304" pitchFamily="18" charset="0"/>
              </a:rPr>
              <a:t>		{Name, DOB}-&gt;{Name}</a:t>
            </a:r>
          </a:p>
          <a:p>
            <a:pPr lvl="1" algn="just">
              <a:lnSpc>
                <a:spcPct val="90000"/>
              </a:lnSpc>
              <a:buFont typeface="Wingdings" panose="05000000000000000000" pitchFamily="2" charset="2"/>
              <a:buNone/>
            </a:pPr>
            <a:r>
              <a:rPr lang="en-US" altLang="en-US" sz="2000" smtClean="0">
                <a:cs typeface="Times New Roman" panose="02020603050405020304" pitchFamily="18" charset="0"/>
              </a:rPr>
              <a:t>		implies {Name,DOB,Father_Name}-&gt;{Name,Father_Name} </a:t>
            </a:r>
          </a:p>
          <a:p>
            <a:pPr lvl="1" algn="just">
              <a:lnSpc>
                <a:spcPct val="90000"/>
              </a:lnSpc>
              <a:buFont typeface="Arial" panose="020B0604020202020204" pitchFamily="34" charset="0"/>
              <a:buAutoNum type="arabicPeriod"/>
            </a:pPr>
            <a:endParaRPr lang="en-US" altLang="en-US" sz="2000" smtClean="0">
              <a:cs typeface="Times New Roman" panose="02020603050405020304" pitchFamily="18" charset="0"/>
            </a:endParaRPr>
          </a:p>
          <a:p>
            <a:pPr lvl="1" algn="just">
              <a:lnSpc>
                <a:spcPct val="90000"/>
              </a:lnSpc>
              <a:buFont typeface="Arial" panose="020B0604020202020204" pitchFamily="34" charset="0"/>
              <a:buChar char="–"/>
            </a:pPr>
            <a:r>
              <a:rPr lang="en-US" altLang="en-US" sz="2000" smtClean="0"/>
              <a:t>The augmentation rule (IR2) says that adding the same set of attributes to both the left- and right-hand sides of a dependency results in another valid dependency.</a:t>
            </a:r>
          </a:p>
        </p:txBody>
      </p:sp>
      <p:sp>
        <p:nvSpPr>
          <p:cNvPr id="23556" name="Slide Number Placehold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endParaRPr lang="en-US" altLang="en-US" sz="1400" smtClean="0">
              <a:solidFill>
                <a:schemeClr val="tx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03F2E36E-D39F-4F2B-8C82-A7B987E07306}" type="slidenum">
              <a:rPr lang="en-US" altLang="en-US" sz="1400" smtClean="0">
                <a:solidFill>
                  <a:srgbClr val="990033"/>
                </a:solidFill>
              </a:rPr>
              <a:pPr>
                <a:spcBef>
                  <a:spcPct val="0"/>
                </a:spcBef>
                <a:buClrTx/>
                <a:buSzTx/>
                <a:buFontTx/>
                <a:buNone/>
              </a:pPr>
              <a:t>11</a:t>
            </a:fld>
            <a:endParaRPr lang="en-CA" altLang="en-US" sz="1400" smtClean="0">
              <a:solidFill>
                <a:srgbClr val="990033"/>
              </a:solidFill>
            </a:endParaRPr>
          </a:p>
        </p:txBody>
      </p:sp>
      <p:sp>
        <p:nvSpPr>
          <p:cNvPr id="25603" name="Rectangle 6"/>
          <p:cNvSpPr>
            <a:spLocks noGrp="1" noChangeArrowheads="1"/>
          </p:cNvSpPr>
          <p:nvPr>
            <p:ph type="title"/>
          </p:nvPr>
        </p:nvSpPr>
        <p:spPr/>
        <p:txBody>
          <a:bodyPr/>
          <a:lstStyle/>
          <a:p>
            <a:pPr eaLnBrk="1" hangingPunct="1"/>
            <a:r>
              <a:rPr lang="en-US" altLang="en-US" smtClean="0"/>
              <a:t>Inference Rules for FDs (2)</a:t>
            </a:r>
          </a:p>
        </p:txBody>
      </p:sp>
      <p:sp>
        <p:nvSpPr>
          <p:cNvPr id="25604" name="Rectangle 7"/>
          <p:cNvSpPr>
            <a:spLocks noGrp="1" noChangeArrowheads="1"/>
          </p:cNvSpPr>
          <p:nvPr>
            <p:ph type="body" idx="1"/>
          </p:nvPr>
        </p:nvSpPr>
        <p:spPr/>
        <p:txBody>
          <a:bodyPr/>
          <a:lstStyle/>
          <a:p>
            <a:pPr eaLnBrk="1" hangingPunct="1">
              <a:lnSpc>
                <a:spcPct val="90000"/>
              </a:lnSpc>
            </a:pPr>
            <a:r>
              <a:rPr lang="en-US" altLang="en-US" smtClean="0"/>
              <a:t>Some additional inference rules that are useful:</a:t>
            </a:r>
          </a:p>
          <a:p>
            <a:pPr lvl="1" eaLnBrk="1" hangingPunct="1">
              <a:lnSpc>
                <a:spcPct val="90000"/>
              </a:lnSpc>
            </a:pPr>
            <a:r>
              <a:rPr lang="en-US" altLang="en-US" b="1" smtClean="0"/>
              <a:t>Decomposition:</a:t>
            </a:r>
            <a:r>
              <a:rPr lang="en-US" altLang="en-US" smtClean="0"/>
              <a:t> If X -&gt; YZ, then X -&gt; Y and X -&gt; Z</a:t>
            </a:r>
          </a:p>
          <a:p>
            <a:pPr lvl="1" eaLnBrk="1" hangingPunct="1">
              <a:lnSpc>
                <a:spcPct val="90000"/>
              </a:lnSpc>
            </a:pPr>
            <a:r>
              <a:rPr lang="en-US" altLang="en-US" b="1" smtClean="0"/>
              <a:t>Union:</a:t>
            </a:r>
            <a:r>
              <a:rPr lang="en-US" altLang="en-US" smtClean="0"/>
              <a:t> If X -&gt; Y and X -&gt; Z, then X -&gt; YZ</a:t>
            </a:r>
          </a:p>
          <a:p>
            <a:pPr lvl="1" eaLnBrk="1" hangingPunct="1">
              <a:lnSpc>
                <a:spcPct val="90000"/>
              </a:lnSpc>
            </a:pPr>
            <a:r>
              <a:rPr lang="en-US" altLang="en-US" b="1" smtClean="0"/>
              <a:t>Psuedotransitivity:</a:t>
            </a:r>
            <a:r>
              <a:rPr lang="en-US" altLang="en-US" smtClean="0"/>
              <a:t> If X -&gt; Y and WY -&gt; Z, then WX -&gt; Z</a:t>
            </a:r>
          </a:p>
          <a:p>
            <a:pPr eaLnBrk="1" hangingPunct="1">
              <a:lnSpc>
                <a:spcPct val="90000"/>
              </a:lnSpc>
            </a:pPr>
            <a:endParaRPr lang="en-US" altLang="en-US" smtClean="0"/>
          </a:p>
          <a:p>
            <a:pPr eaLnBrk="1" hangingPunct="1">
              <a:lnSpc>
                <a:spcPct val="90000"/>
              </a:lnSpc>
            </a:pPr>
            <a:r>
              <a:rPr lang="en-US" altLang="en-US" smtClean="0"/>
              <a:t>The last three inference rules, as well as any other inference rules, can be deduced from IR1, IR2, and IR3 (completeness property) </a:t>
            </a:r>
          </a:p>
        </p:txBody>
      </p:sp>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0AF7A969-DFDD-4D22-9418-3AC026C820FD}" type="slidenum">
              <a:rPr lang="en-US" altLang="en-US" sz="1400" smtClean="0">
                <a:solidFill>
                  <a:srgbClr val="990033"/>
                </a:solidFill>
              </a:rPr>
              <a:pPr>
                <a:spcBef>
                  <a:spcPct val="0"/>
                </a:spcBef>
                <a:buClrTx/>
                <a:buSzTx/>
                <a:buFontTx/>
                <a:buNone/>
              </a:pPr>
              <a:t>12</a:t>
            </a:fld>
            <a:endParaRPr lang="en-CA" altLang="en-US" sz="1400" smtClean="0">
              <a:solidFill>
                <a:srgbClr val="990033"/>
              </a:solidFill>
            </a:endParaRPr>
          </a:p>
        </p:txBody>
      </p:sp>
      <p:sp>
        <p:nvSpPr>
          <p:cNvPr id="27651" name="Rectangle 6"/>
          <p:cNvSpPr>
            <a:spLocks noGrp="1" noChangeArrowheads="1"/>
          </p:cNvSpPr>
          <p:nvPr>
            <p:ph type="title"/>
          </p:nvPr>
        </p:nvSpPr>
        <p:spPr/>
        <p:txBody>
          <a:bodyPr/>
          <a:lstStyle/>
          <a:p>
            <a:pPr eaLnBrk="1" hangingPunct="1"/>
            <a:r>
              <a:rPr lang="en-US" altLang="en-US" smtClean="0"/>
              <a:t>Inference Rules for FDs (3)</a:t>
            </a:r>
          </a:p>
        </p:txBody>
      </p:sp>
      <p:sp>
        <p:nvSpPr>
          <p:cNvPr id="27652" name="Rectangle 7"/>
          <p:cNvSpPr>
            <a:spLocks noGrp="1" noChangeArrowheads="1"/>
          </p:cNvSpPr>
          <p:nvPr>
            <p:ph type="body" idx="1"/>
          </p:nvPr>
        </p:nvSpPr>
        <p:spPr/>
        <p:txBody>
          <a:bodyPr/>
          <a:lstStyle/>
          <a:p>
            <a:pPr eaLnBrk="1" hangingPunct="1"/>
            <a:r>
              <a:rPr lang="en-US" altLang="en-US" b="1" smtClean="0"/>
              <a:t>Closure</a:t>
            </a:r>
            <a:r>
              <a:rPr lang="en-US" altLang="en-US" smtClean="0"/>
              <a:t> of a set F of FDs is the set F</a:t>
            </a:r>
            <a:r>
              <a:rPr lang="en-US" altLang="en-US" baseline="30000" smtClean="0"/>
              <a:t>+</a:t>
            </a:r>
            <a:r>
              <a:rPr lang="en-US" altLang="en-US" smtClean="0"/>
              <a:t> of all FDs that can be inferred from F</a:t>
            </a:r>
          </a:p>
          <a:p>
            <a:pPr eaLnBrk="1" hangingPunct="1"/>
            <a:endParaRPr lang="en-US" altLang="en-US" smtClean="0"/>
          </a:p>
          <a:p>
            <a:pPr eaLnBrk="1" hangingPunct="1"/>
            <a:r>
              <a:rPr lang="en-US" altLang="en-US" b="1" smtClean="0"/>
              <a:t>Closure</a:t>
            </a:r>
            <a:r>
              <a:rPr lang="en-US" altLang="en-US" smtClean="0"/>
              <a:t> of a set of attributes X with respect to F is the set X</a:t>
            </a:r>
            <a:r>
              <a:rPr lang="en-US" altLang="en-US" baseline="30000" smtClean="0"/>
              <a:t>+</a:t>
            </a:r>
            <a:r>
              <a:rPr lang="en-US" altLang="en-US" smtClean="0"/>
              <a:t> of all attributes that are functionally determined by X</a:t>
            </a:r>
          </a:p>
          <a:p>
            <a:pPr eaLnBrk="1" hangingPunct="1"/>
            <a:endParaRPr lang="en-US" altLang="en-US" smtClean="0"/>
          </a:p>
          <a:p>
            <a:pPr eaLnBrk="1" hangingPunct="1"/>
            <a:r>
              <a:rPr lang="en-US" altLang="en-US" smtClean="0"/>
              <a:t>X</a:t>
            </a:r>
            <a:r>
              <a:rPr lang="en-US" altLang="en-US" baseline="30000" smtClean="0"/>
              <a:t>+</a:t>
            </a:r>
            <a:r>
              <a:rPr lang="en-US" altLang="en-US" smtClean="0"/>
              <a:t> can be calculated by repeatedly applying IR1, IR2, IR3 using the FDs in F </a:t>
            </a:r>
          </a:p>
        </p:txBody>
      </p: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pPr eaLnBrk="1" hangingPunct="1"/>
            <a:r>
              <a:rPr lang="en-US" altLang="en-US" smtClean="0"/>
              <a:t>Example</a:t>
            </a:r>
          </a:p>
        </p:txBody>
      </p:sp>
      <p:sp>
        <p:nvSpPr>
          <p:cNvPr id="29699" name="Content Placeholder 2"/>
          <p:cNvSpPr>
            <a:spLocks noGrp="1" noChangeArrowheads="1"/>
          </p:cNvSpPr>
          <p:nvPr>
            <p:ph idx="1"/>
          </p:nvPr>
        </p:nvSpPr>
        <p:spPr/>
        <p:txBody>
          <a:bodyPr/>
          <a:lstStyle/>
          <a:p>
            <a:pPr eaLnBrk="1" hangingPunct="1"/>
            <a:r>
              <a:rPr lang="en-US" altLang="en-US" smtClean="0"/>
              <a:t>Let we specify the following set </a:t>
            </a:r>
            <a:r>
              <a:rPr lang="en-US" altLang="en-US" i="1" smtClean="0"/>
              <a:t>F of functional dependencies that should hold on EMP_PROJ:</a:t>
            </a:r>
          </a:p>
          <a:p>
            <a:pPr lvl="1" eaLnBrk="1" hangingPunct="1">
              <a:buFont typeface="Wingdings" panose="05000000000000000000" pitchFamily="2" charset="2"/>
              <a:buNone/>
            </a:pPr>
            <a:r>
              <a:rPr lang="en-US" altLang="en-US" sz="2200" i="1" smtClean="0"/>
              <a:t>F 	= 	{SSN-&gt;ENAME, 	</a:t>
            </a:r>
          </a:p>
          <a:p>
            <a:pPr lvl="1" eaLnBrk="1" hangingPunct="1">
              <a:buFont typeface="Wingdings" panose="05000000000000000000" pitchFamily="2" charset="2"/>
              <a:buNone/>
            </a:pPr>
            <a:r>
              <a:rPr lang="en-US" altLang="en-US" sz="2200" smtClean="0"/>
              <a:t>PNUMBER-&gt;{PNAME, PLOCATION}, 	</a:t>
            </a:r>
          </a:p>
          <a:p>
            <a:pPr lvl="1" eaLnBrk="1" hangingPunct="1">
              <a:buFont typeface="Wingdings" panose="05000000000000000000" pitchFamily="2" charset="2"/>
              <a:buNone/>
            </a:pPr>
            <a:r>
              <a:rPr lang="en-US" altLang="en-US" sz="2200" smtClean="0"/>
              <a:t>{SSN, PNUMBER}-&gt;HOURS} </a:t>
            </a:r>
            <a:r>
              <a:rPr lang="en-US" altLang="en-US" smtClean="0"/>
              <a:t>	</a:t>
            </a:r>
          </a:p>
          <a:p>
            <a:pPr eaLnBrk="1" hangingPunct="1"/>
            <a:endParaRPr lang="en-US" altLang="en-US" smtClean="0"/>
          </a:p>
        </p:txBody>
      </p:sp>
      <p:sp>
        <p:nvSpPr>
          <p:cNvPr id="2970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E2D21061-A47B-4415-B5C9-78C48AD74188}" type="slidenum">
              <a:rPr lang="en-US" altLang="en-US" sz="1400" smtClean="0">
                <a:solidFill>
                  <a:srgbClr val="990033"/>
                </a:solidFill>
              </a:rPr>
              <a:pPr>
                <a:spcBef>
                  <a:spcPct val="0"/>
                </a:spcBef>
                <a:buClrTx/>
                <a:buSzTx/>
                <a:buFontTx/>
                <a:buNone/>
              </a:pPr>
              <a:t>13</a:t>
            </a:fld>
            <a:endParaRPr lang="en-CA" altLang="en-US" sz="1400" smtClean="0">
              <a:solidFill>
                <a:srgbClr val="990033"/>
              </a:solidFill>
            </a:endParaRPr>
          </a:p>
        </p:txBody>
      </p:sp>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noChangeArrowheads="1"/>
          </p:cNvSpPr>
          <p:nvPr>
            <p:ph type="title"/>
          </p:nvPr>
        </p:nvSpPr>
        <p:spPr/>
        <p:txBody>
          <a:bodyPr/>
          <a:lstStyle/>
          <a:p>
            <a:pPr eaLnBrk="1" hangingPunct="1"/>
            <a:r>
              <a:rPr lang="en-US" altLang="en-US" smtClean="0"/>
              <a:t>Example (Cont..)</a:t>
            </a:r>
          </a:p>
        </p:txBody>
      </p:sp>
      <p:sp>
        <p:nvSpPr>
          <p:cNvPr id="30723" name="Content Placeholder 2"/>
          <p:cNvSpPr>
            <a:spLocks noGrp="1" noChangeArrowheads="1"/>
          </p:cNvSpPr>
          <p:nvPr>
            <p:ph idx="1"/>
          </p:nvPr>
        </p:nvSpPr>
        <p:spPr/>
        <p:txBody>
          <a:bodyPr/>
          <a:lstStyle/>
          <a:p>
            <a:pPr eaLnBrk="1" hangingPunct="1"/>
            <a:r>
              <a:rPr lang="en-US" altLang="en-US" smtClean="0"/>
              <a:t>we calculate the following closure sets with respect to </a:t>
            </a:r>
            <a:r>
              <a:rPr lang="en-US" altLang="en-US" i="1" smtClean="0"/>
              <a:t>F: </a:t>
            </a:r>
          </a:p>
          <a:p>
            <a:pPr eaLnBrk="1" hangingPunct="1"/>
            <a:r>
              <a:rPr lang="en-US" altLang="en-US" smtClean="0"/>
              <a:t>{ SSN }</a:t>
            </a:r>
            <a:r>
              <a:rPr lang="en-US" altLang="en-US" baseline="30000" smtClean="0"/>
              <a:t>+</a:t>
            </a:r>
            <a:r>
              <a:rPr lang="en-US" altLang="en-US" smtClean="0"/>
              <a:t> = { SSN, ENAME } </a:t>
            </a:r>
          </a:p>
          <a:p>
            <a:pPr eaLnBrk="1" hangingPunct="1"/>
            <a:endParaRPr lang="en-US" altLang="en-US" smtClean="0"/>
          </a:p>
          <a:p>
            <a:pPr eaLnBrk="1" hangingPunct="1"/>
            <a:r>
              <a:rPr lang="en-US" altLang="en-US" smtClean="0"/>
              <a:t>{ PNUMBER }</a:t>
            </a:r>
            <a:r>
              <a:rPr lang="en-US" altLang="en-US" baseline="30000" smtClean="0"/>
              <a:t>+</a:t>
            </a:r>
            <a:r>
              <a:rPr lang="en-US" altLang="en-US" smtClean="0"/>
              <a:t> = { PNUMBER, PNAME, PLOCATION } </a:t>
            </a:r>
          </a:p>
          <a:p>
            <a:pPr eaLnBrk="1" hangingPunct="1"/>
            <a:endParaRPr lang="en-US" altLang="en-US" smtClean="0"/>
          </a:p>
          <a:p>
            <a:pPr eaLnBrk="1" hangingPunct="1"/>
            <a:r>
              <a:rPr lang="en-US" altLang="en-US" smtClean="0"/>
              <a:t>{ SSN, PNUMBER }</a:t>
            </a:r>
            <a:r>
              <a:rPr lang="en-US" altLang="en-US" baseline="30000" smtClean="0"/>
              <a:t>+</a:t>
            </a:r>
            <a:r>
              <a:rPr lang="en-US" altLang="en-US" smtClean="0"/>
              <a:t> = { SSN, PNUMBER, HOURS }</a:t>
            </a:r>
          </a:p>
          <a:p>
            <a:pPr eaLnBrk="1" hangingPunct="1"/>
            <a:endParaRPr lang="en-US" altLang="en-US" smtClean="0"/>
          </a:p>
        </p:txBody>
      </p:sp>
      <p:sp>
        <p:nvSpPr>
          <p:cNvPr id="3072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4E7AC099-A0C4-4A1E-8F02-616EF8F26BD0}" type="slidenum">
              <a:rPr lang="en-US" altLang="en-US" sz="1400" smtClean="0">
                <a:solidFill>
                  <a:srgbClr val="990033"/>
                </a:solidFill>
              </a:rPr>
              <a:pPr>
                <a:spcBef>
                  <a:spcPct val="0"/>
                </a:spcBef>
                <a:buClrTx/>
                <a:buSzTx/>
                <a:buFontTx/>
                <a:buNone/>
              </a:pPr>
              <a:t>14</a:t>
            </a:fld>
            <a:endParaRPr lang="en-CA" altLang="en-US" sz="1400" smtClean="0">
              <a:solidFill>
                <a:srgbClr val="990033"/>
              </a:solidFill>
            </a:endParaRPr>
          </a:p>
        </p:txBody>
      </p:sp>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noChangeArrowheads="1"/>
          </p:cNvSpPr>
          <p:nvPr>
            <p:ph type="title"/>
          </p:nvPr>
        </p:nvSpPr>
        <p:spPr/>
        <p:txBody>
          <a:bodyPr/>
          <a:lstStyle/>
          <a:p>
            <a:pPr eaLnBrk="1" hangingPunct="1"/>
            <a:r>
              <a:rPr lang="en-US" altLang="en-US" smtClean="0"/>
              <a:t>Example (Cont..)</a:t>
            </a:r>
          </a:p>
        </p:txBody>
      </p:sp>
      <p:sp>
        <p:nvSpPr>
          <p:cNvPr id="3" name="Content Placeholder 2">
            <a:extLst>
              <a:ext uri="{FF2B5EF4-FFF2-40B4-BE49-F238E27FC236}">
                <a16:creationId xmlns:a16="http://schemas.microsoft.com/office/drawing/2014/main" id="{6E5B4976-7DA0-F341-8AA8-DDD10709AEE1}"/>
              </a:ext>
            </a:extLst>
          </p:cNvPr>
          <p:cNvSpPr>
            <a:spLocks noGrp="1"/>
          </p:cNvSpPr>
          <p:nvPr>
            <p:ph idx="1"/>
          </p:nvPr>
        </p:nvSpPr>
        <p:spPr/>
        <p:txBody>
          <a:bodyPr/>
          <a:lstStyle/>
          <a:p>
            <a:pPr eaLnBrk="1" hangingPunct="1">
              <a:defRPr/>
            </a:pPr>
            <a:r>
              <a:rPr lang="en-US" sz="2000" dirty="0"/>
              <a:t>Functional Dependency set</a:t>
            </a:r>
          </a:p>
          <a:p>
            <a:pPr lvl="1" eaLnBrk="1" hangingPunct="1">
              <a:defRPr/>
            </a:pPr>
            <a:r>
              <a:rPr lang="en-US" sz="1800" dirty="0"/>
              <a:t>{ STUD_NO-&gt;STUD_NAME, </a:t>
            </a:r>
          </a:p>
          <a:p>
            <a:pPr marL="400050" lvl="1" indent="0" eaLnBrk="1" hangingPunct="1">
              <a:buFont typeface="Wingdings" panose="05000000000000000000" pitchFamily="2" charset="2"/>
              <a:buNone/>
              <a:defRPr/>
            </a:pPr>
            <a:r>
              <a:rPr lang="en-US" sz="1800" dirty="0"/>
              <a:t>STUD_NO-&gt;STUD_PHONE, </a:t>
            </a:r>
          </a:p>
          <a:p>
            <a:pPr marL="400050" lvl="1" indent="0" eaLnBrk="1" hangingPunct="1">
              <a:buFont typeface="Wingdings" panose="05000000000000000000" pitchFamily="2" charset="2"/>
              <a:buNone/>
              <a:defRPr/>
            </a:pPr>
            <a:r>
              <a:rPr lang="en-US" sz="1800" dirty="0"/>
              <a:t>STUD_NO-&gt;STUD_STATE, </a:t>
            </a:r>
          </a:p>
          <a:p>
            <a:pPr marL="400050" lvl="1" indent="0" eaLnBrk="1" hangingPunct="1">
              <a:buFont typeface="Wingdings" panose="05000000000000000000" pitchFamily="2" charset="2"/>
              <a:buNone/>
              <a:defRPr/>
            </a:pPr>
            <a:r>
              <a:rPr lang="en-US" sz="1800" dirty="0"/>
              <a:t>STUD_NO-&gt;STUD_COUNTRY, </a:t>
            </a:r>
          </a:p>
          <a:p>
            <a:pPr marL="400050" lvl="1" indent="0" eaLnBrk="1" hangingPunct="1">
              <a:buFont typeface="Wingdings" panose="05000000000000000000" pitchFamily="2" charset="2"/>
              <a:buNone/>
              <a:defRPr/>
            </a:pPr>
            <a:r>
              <a:rPr lang="en-US" sz="1800" dirty="0"/>
              <a:t>STUD_NO -&gt; STUD_AGE, </a:t>
            </a:r>
          </a:p>
          <a:p>
            <a:pPr marL="400050" lvl="1" indent="0" eaLnBrk="1" hangingPunct="1">
              <a:buFont typeface="Wingdings" panose="05000000000000000000" pitchFamily="2" charset="2"/>
              <a:buNone/>
              <a:defRPr/>
            </a:pPr>
            <a:r>
              <a:rPr lang="en-US" sz="1800" dirty="0"/>
              <a:t>STUD_STATE-&gt;STUD_COUNTRY }</a:t>
            </a:r>
          </a:p>
          <a:p>
            <a:pPr marL="0" indent="0" eaLnBrk="1" hangingPunct="1">
              <a:buFont typeface="Wingdings" panose="05000000000000000000" pitchFamily="2" charset="2"/>
              <a:buNone/>
              <a:defRPr/>
            </a:pPr>
            <a:endParaRPr lang="en-US" sz="2000" dirty="0"/>
          </a:p>
          <a:p>
            <a:pPr eaLnBrk="1" hangingPunct="1">
              <a:defRPr/>
            </a:pPr>
            <a:r>
              <a:rPr lang="en-US" sz="2000" dirty="0"/>
              <a:t>Closure Set</a:t>
            </a:r>
          </a:p>
          <a:p>
            <a:pPr lvl="1" eaLnBrk="1" hangingPunct="1">
              <a:defRPr/>
            </a:pPr>
            <a:r>
              <a:rPr lang="en-US" sz="1800" dirty="0"/>
              <a:t>(STUD_NO)+ = {STUD_NO, STUD_NAME, STUD_PHONE, STUD_STATE, STUD_COUNTRY, STUD_AGE} </a:t>
            </a:r>
          </a:p>
          <a:p>
            <a:pPr marL="0" indent="0" eaLnBrk="1" hangingPunct="1">
              <a:buFont typeface="Wingdings" panose="05000000000000000000" pitchFamily="2" charset="2"/>
              <a:buNone/>
              <a:defRPr/>
            </a:pPr>
            <a:r>
              <a:rPr lang="en-US" sz="1800" dirty="0">
                <a:solidFill>
                  <a:srgbClr val="800000"/>
                </a:solidFill>
              </a:rPr>
              <a:t>            (STUD_STATE)+ = {STUD_STATE, STUD_COUNTRY}</a:t>
            </a:r>
          </a:p>
        </p:txBody>
      </p:sp>
      <p:sp>
        <p:nvSpPr>
          <p:cNvPr id="3174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080DCF47-F264-4758-8C5D-76A5AE6BC556}" type="slidenum">
              <a:rPr lang="en-US" altLang="en-US" sz="1400" smtClean="0">
                <a:solidFill>
                  <a:srgbClr val="990033"/>
                </a:solidFill>
              </a:rPr>
              <a:pPr>
                <a:spcBef>
                  <a:spcPct val="0"/>
                </a:spcBef>
                <a:buClrTx/>
                <a:buSzTx/>
                <a:buFontTx/>
                <a:buNone/>
              </a:pPr>
              <a:t>15</a:t>
            </a:fld>
            <a:endParaRPr lang="en-CA" altLang="en-US" sz="1400" smtClean="0">
              <a:solidFill>
                <a:srgbClr val="990033"/>
              </a:solidFill>
            </a:endParaRPr>
          </a:p>
        </p:txBody>
      </p:sp>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noChangeArrowheads="1"/>
          </p:cNvSpPr>
          <p:nvPr>
            <p:ph type="title"/>
          </p:nvPr>
        </p:nvSpPr>
        <p:spPr/>
        <p:txBody>
          <a:bodyPr/>
          <a:lstStyle/>
          <a:p>
            <a:pPr eaLnBrk="1" hangingPunct="1"/>
            <a:r>
              <a:rPr lang="en-US" altLang="en-US" smtClean="0">
                <a:latin typeface="Times New Roman" panose="02020603050405020304" pitchFamily="18" charset="0"/>
              </a:rPr>
              <a:t>Functional Dependency: Exercise</a:t>
            </a:r>
            <a:endParaRPr lang="en-US" altLang="en-US" smtClean="0"/>
          </a:p>
        </p:txBody>
      </p:sp>
      <p:sp>
        <p:nvSpPr>
          <p:cNvPr id="32771" name="Content Placeholder 2"/>
          <p:cNvSpPr>
            <a:spLocks noGrp="1" noChangeArrowheads="1"/>
          </p:cNvSpPr>
          <p:nvPr>
            <p:ph idx="1"/>
          </p:nvPr>
        </p:nvSpPr>
        <p:spPr/>
        <p:txBody>
          <a:bodyPr/>
          <a:lstStyle/>
          <a:p>
            <a:pPr eaLnBrk="1" hangingPunct="1"/>
            <a:endParaRPr lang="en-US" altLang="en-US" smtClean="0"/>
          </a:p>
        </p:txBody>
      </p:sp>
      <p:sp>
        <p:nvSpPr>
          <p:cNvPr id="3277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C1995E31-DFA0-4C2B-9559-EA82B974BF08}" type="slidenum">
              <a:rPr lang="en-US" altLang="en-US" sz="1400" smtClean="0">
                <a:solidFill>
                  <a:srgbClr val="990033"/>
                </a:solidFill>
              </a:rPr>
              <a:pPr>
                <a:spcBef>
                  <a:spcPct val="0"/>
                </a:spcBef>
                <a:buClrTx/>
                <a:buSzTx/>
                <a:buFontTx/>
                <a:buNone/>
              </a:pPr>
              <a:t>16</a:t>
            </a:fld>
            <a:endParaRPr lang="en-CA" altLang="en-US" sz="1400" smtClean="0">
              <a:solidFill>
                <a:srgbClr val="990033"/>
              </a:solidFill>
            </a:endParaRPr>
          </a:p>
        </p:txBody>
      </p:sp>
      <p:graphicFrame>
        <p:nvGraphicFramePr>
          <p:cNvPr id="5" name="Content Placeholder 3">
            <a:extLst>
              <a:ext uri="{FF2B5EF4-FFF2-40B4-BE49-F238E27FC236}">
                <a16:creationId xmlns:a16="http://schemas.microsoft.com/office/drawing/2014/main" id="{A68FF7E4-D97E-8F4B-8805-9505F1DADC31}"/>
              </a:ext>
            </a:extLst>
          </p:cNvPr>
          <p:cNvGraphicFramePr>
            <a:graphicFrameLocks/>
          </p:cNvGraphicFramePr>
          <p:nvPr/>
        </p:nvGraphicFramePr>
        <p:xfrm>
          <a:off x="228600" y="2108200"/>
          <a:ext cx="8534400" cy="2773363"/>
        </p:xfrm>
        <a:graphic>
          <a:graphicData uri="http://schemas.openxmlformats.org/drawingml/2006/table">
            <a:tbl>
              <a:tblPr firstRow="1" bandRow="1">
                <a:tableStyleId>{073A0DAA-6AF3-43AB-8588-CEC1D06C72B9}</a:tableStyleId>
              </a:tblPr>
              <a:tblGrid>
                <a:gridCol w="426720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3961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ym typeface="Wingdings" pitchFamily="2" charset="2"/>
                        </a:rPr>
                        <a:t>Abbreviations</a:t>
                      </a:r>
                    </a:p>
                  </a:txBody>
                  <a:tcPr marT="45699" marB="45699"/>
                </a:tc>
                <a:tc>
                  <a:txBody>
                    <a:bodyPr/>
                    <a:lstStyle/>
                    <a:p>
                      <a:r>
                        <a:rPr lang="en-US" sz="2000" b="1" dirty="0"/>
                        <a:t>Meaning</a:t>
                      </a:r>
                    </a:p>
                  </a:txBody>
                  <a:tcPr marT="45699" marB="45699"/>
                </a:tc>
                <a:extLst>
                  <a:ext uri="{0D108BD9-81ED-4DB2-BD59-A6C34878D82A}">
                    <a16:rowId xmlns:a16="http://schemas.microsoft.com/office/drawing/2014/main" val="10000"/>
                  </a:ext>
                </a:extLst>
              </a:tr>
              <a:tr h="3961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ym typeface="Wingdings" pitchFamily="2" charset="2"/>
                        </a:rPr>
                        <a:t>A</a:t>
                      </a:r>
                    </a:p>
                  </a:txBody>
                  <a:tcPr marT="45699" marB="4569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ym typeface="Wingdings" pitchFamily="2" charset="2"/>
                        </a:rPr>
                        <a:t>Employee no</a:t>
                      </a:r>
                    </a:p>
                  </a:txBody>
                  <a:tcPr marT="45699" marB="45699"/>
                </a:tc>
                <a:extLst>
                  <a:ext uri="{0D108BD9-81ED-4DB2-BD59-A6C34878D82A}">
                    <a16:rowId xmlns:a16="http://schemas.microsoft.com/office/drawing/2014/main" val="10001"/>
                  </a:ext>
                </a:extLst>
              </a:tr>
              <a:tr h="396195">
                <a:tc>
                  <a:txBody>
                    <a:bodyPr/>
                    <a:lstStyle/>
                    <a:p>
                      <a:r>
                        <a:rPr lang="en-US" sz="2000" b="1" dirty="0">
                          <a:sym typeface="Wingdings" pitchFamily="2" charset="2"/>
                        </a:rPr>
                        <a:t>B</a:t>
                      </a:r>
                      <a:endParaRPr lang="en-US" sz="2000" b="1" dirty="0"/>
                    </a:p>
                  </a:txBody>
                  <a:tcPr marT="45699" marB="4569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ym typeface="Wingdings" pitchFamily="2" charset="2"/>
                        </a:rPr>
                        <a:t>Dept no</a:t>
                      </a:r>
                      <a:endParaRPr lang="en-US" sz="2000" b="1" dirty="0"/>
                    </a:p>
                  </a:txBody>
                  <a:tcPr marT="45699" marB="45699"/>
                </a:tc>
                <a:extLst>
                  <a:ext uri="{0D108BD9-81ED-4DB2-BD59-A6C34878D82A}">
                    <a16:rowId xmlns:a16="http://schemas.microsoft.com/office/drawing/2014/main" val="10002"/>
                  </a:ext>
                </a:extLst>
              </a:tr>
              <a:tr h="396195">
                <a:tc>
                  <a:txBody>
                    <a:bodyPr/>
                    <a:lstStyle/>
                    <a:p>
                      <a:r>
                        <a:rPr lang="en-US" sz="2000" b="1" dirty="0">
                          <a:sym typeface="Wingdings" pitchFamily="2" charset="2"/>
                        </a:rPr>
                        <a:t>C</a:t>
                      </a:r>
                      <a:endParaRPr lang="en-US" sz="2000" b="1" dirty="0"/>
                    </a:p>
                  </a:txBody>
                  <a:tcPr marT="45699" marB="4569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ym typeface="Wingdings" pitchFamily="2" charset="2"/>
                        </a:rPr>
                        <a:t>Manager’s </a:t>
                      </a:r>
                      <a:r>
                        <a:rPr lang="en-US" sz="2000" b="1" dirty="0" err="1">
                          <a:sym typeface="Wingdings" pitchFamily="2" charset="2"/>
                        </a:rPr>
                        <a:t>emp</a:t>
                      </a:r>
                      <a:r>
                        <a:rPr lang="en-US" sz="2000" b="1" dirty="0">
                          <a:sym typeface="Wingdings" pitchFamily="2" charset="2"/>
                        </a:rPr>
                        <a:t> no</a:t>
                      </a:r>
                      <a:endParaRPr lang="en-US" sz="2000" b="1" dirty="0"/>
                    </a:p>
                  </a:txBody>
                  <a:tcPr marT="45699" marB="45699"/>
                </a:tc>
                <a:extLst>
                  <a:ext uri="{0D108BD9-81ED-4DB2-BD59-A6C34878D82A}">
                    <a16:rowId xmlns:a16="http://schemas.microsoft.com/office/drawing/2014/main" val="10003"/>
                  </a:ext>
                </a:extLst>
              </a:tr>
              <a:tr h="396195">
                <a:tc>
                  <a:txBody>
                    <a:bodyPr/>
                    <a:lstStyle/>
                    <a:p>
                      <a:r>
                        <a:rPr lang="en-US" sz="2000" b="1" dirty="0">
                          <a:sym typeface="Wingdings" pitchFamily="2" charset="2"/>
                        </a:rPr>
                        <a:t>D</a:t>
                      </a:r>
                      <a:endParaRPr lang="en-US" sz="2000" b="1" dirty="0"/>
                    </a:p>
                  </a:txBody>
                  <a:tcPr marT="45699" marB="4569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ym typeface="Wingdings" pitchFamily="2" charset="2"/>
                        </a:rPr>
                        <a:t>Proj no directed by that manager</a:t>
                      </a:r>
                      <a:endParaRPr lang="en-US" sz="2000" b="1" dirty="0"/>
                    </a:p>
                  </a:txBody>
                  <a:tcPr marT="45699" marB="45699"/>
                </a:tc>
                <a:extLst>
                  <a:ext uri="{0D108BD9-81ED-4DB2-BD59-A6C34878D82A}">
                    <a16:rowId xmlns:a16="http://schemas.microsoft.com/office/drawing/2014/main" val="10004"/>
                  </a:ext>
                </a:extLst>
              </a:tr>
              <a:tr h="396195">
                <a:tc>
                  <a:txBody>
                    <a:bodyPr/>
                    <a:lstStyle/>
                    <a:p>
                      <a:r>
                        <a:rPr lang="en-US" sz="2000" b="1" dirty="0">
                          <a:sym typeface="Wingdings" pitchFamily="2" charset="2"/>
                        </a:rPr>
                        <a:t>E</a:t>
                      </a:r>
                      <a:endParaRPr lang="en-US" sz="2000" b="1" dirty="0"/>
                    </a:p>
                  </a:txBody>
                  <a:tcPr marT="45699" marB="4569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ym typeface="Wingdings" pitchFamily="2" charset="2"/>
                        </a:rPr>
                        <a:t>Dept name</a:t>
                      </a:r>
                      <a:endParaRPr lang="en-US" sz="2000" b="1" dirty="0"/>
                    </a:p>
                  </a:txBody>
                  <a:tcPr marT="45699" marB="45699"/>
                </a:tc>
                <a:extLst>
                  <a:ext uri="{0D108BD9-81ED-4DB2-BD59-A6C34878D82A}">
                    <a16:rowId xmlns:a16="http://schemas.microsoft.com/office/drawing/2014/main" val="10005"/>
                  </a:ext>
                </a:extLst>
              </a:tr>
              <a:tr h="396195">
                <a:tc>
                  <a:txBody>
                    <a:bodyPr/>
                    <a:lstStyle/>
                    <a:p>
                      <a:r>
                        <a:rPr lang="en-US" sz="2000" b="1" dirty="0">
                          <a:sym typeface="Wingdings" pitchFamily="2" charset="2"/>
                        </a:rPr>
                        <a:t>F</a:t>
                      </a:r>
                      <a:endParaRPr lang="en-US" sz="2000" b="1" dirty="0"/>
                    </a:p>
                  </a:txBody>
                  <a:tcPr marT="45699" marB="4569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ym typeface="Wingdings" pitchFamily="2" charset="2"/>
                        </a:rPr>
                        <a:t>Time allocated to specified </a:t>
                      </a:r>
                      <a:r>
                        <a:rPr lang="en-US" sz="2000" b="1" dirty="0" err="1">
                          <a:sym typeface="Wingdings" pitchFamily="2" charset="2"/>
                        </a:rPr>
                        <a:t>proj</a:t>
                      </a:r>
                      <a:endParaRPr lang="en-US" sz="2000" b="1" dirty="0"/>
                    </a:p>
                  </a:txBody>
                  <a:tcPr marT="45699" marB="45699"/>
                </a:tc>
                <a:extLst>
                  <a:ext uri="{0D108BD9-81ED-4DB2-BD59-A6C34878D82A}">
                    <a16:rowId xmlns:a16="http://schemas.microsoft.com/office/drawing/2014/main" val="10006"/>
                  </a:ext>
                </a:extLst>
              </a:tr>
            </a:tbl>
          </a:graphicData>
        </a:graphic>
      </p:graphicFrame>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noChangeArrowheads="1"/>
          </p:cNvSpPr>
          <p:nvPr>
            <p:ph type="title"/>
          </p:nvPr>
        </p:nvSpPr>
        <p:spPr/>
        <p:txBody>
          <a:bodyPr/>
          <a:lstStyle/>
          <a:p>
            <a:pPr eaLnBrk="1" hangingPunct="1"/>
            <a:r>
              <a:rPr lang="en-US" altLang="en-US" smtClean="0">
                <a:latin typeface="Times New Roman" panose="02020603050405020304" pitchFamily="18" charset="0"/>
              </a:rPr>
              <a:t>Functional Dependency: Exercise</a:t>
            </a:r>
            <a:endParaRPr lang="en-US" altLang="en-US" smtClean="0"/>
          </a:p>
        </p:txBody>
      </p:sp>
      <p:sp>
        <p:nvSpPr>
          <p:cNvPr id="33795" name="Content Placeholder 2"/>
          <p:cNvSpPr>
            <a:spLocks noGrp="1" noChangeArrowheads="1"/>
          </p:cNvSpPr>
          <p:nvPr>
            <p:ph idx="1"/>
          </p:nvPr>
        </p:nvSpPr>
        <p:spPr/>
        <p:txBody>
          <a:bodyPr/>
          <a:lstStyle/>
          <a:p>
            <a:pPr eaLnBrk="1" hangingPunct="1"/>
            <a:endParaRPr lang="en-US" altLang="en-US" smtClean="0"/>
          </a:p>
        </p:txBody>
      </p:sp>
      <p:sp>
        <p:nvSpPr>
          <p:cNvPr id="3379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07878C89-E6DC-4A41-BF55-B1FEF87ADCC9}" type="slidenum">
              <a:rPr lang="en-US" altLang="en-US" sz="1400" smtClean="0">
                <a:solidFill>
                  <a:srgbClr val="990033"/>
                </a:solidFill>
              </a:rPr>
              <a:pPr>
                <a:spcBef>
                  <a:spcPct val="0"/>
                </a:spcBef>
                <a:buClrTx/>
                <a:buSzTx/>
                <a:buFontTx/>
                <a:buNone/>
              </a:pPr>
              <a:t>17</a:t>
            </a:fld>
            <a:endParaRPr lang="en-CA" altLang="en-US" sz="1400" smtClean="0">
              <a:solidFill>
                <a:srgbClr val="990033"/>
              </a:solidFill>
            </a:endParaRPr>
          </a:p>
        </p:txBody>
      </p:sp>
      <p:graphicFrame>
        <p:nvGraphicFramePr>
          <p:cNvPr id="5" name="Content Placeholder 3">
            <a:extLst>
              <a:ext uri="{FF2B5EF4-FFF2-40B4-BE49-F238E27FC236}">
                <a16:creationId xmlns:a16="http://schemas.microsoft.com/office/drawing/2014/main" id="{2E744994-90B1-FE46-B0D0-D3091978FD5A}"/>
              </a:ext>
            </a:extLst>
          </p:cNvPr>
          <p:cNvGraphicFramePr>
            <a:graphicFrameLocks/>
          </p:cNvGraphicFramePr>
          <p:nvPr/>
        </p:nvGraphicFramePr>
        <p:xfrm>
          <a:off x="228600" y="1905000"/>
          <a:ext cx="8534400" cy="3200400"/>
        </p:xfrm>
        <a:graphic>
          <a:graphicData uri="http://schemas.openxmlformats.org/drawingml/2006/table">
            <a:tbl>
              <a:tblPr firstRow="1" bandRow="1">
                <a:tableStyleId>{073A0DAA-6AF3-43AB-8588-CEC1D06C72B9}</a:tableStyleId>
              </a:tblPr>
              <a:tblGrid>
                <a:gridCol w="4427881">
                  <a:extLst>
                    <a:ext uri="{9D8B030D-6E8A-4147-A177-3AD203B41FA5}">
                      <a16:colId xmlns:a16="http://schemas.microsoft.com/office/drawing/2014/main" val="20000"/>
                    </a:ext>
                  </a:extLst>
                </a:gridCol>
                <a:gridCol w="4106519">
                  <a:extLst>
                    <a:ext uri="{9D8B030D-6E8A-4147-A177-3AD203B41FA5}">
                      <a16:colId xmlns:a16="http://schemas.microsoft.com/office/drawing/2014/main" val="20001"/>
                    </a:ext>
                  </a:extLst>
                </a:gridCol>
              </a:tblGrid>
              <a:tr h="3396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ym typeface="Wingdings" pitchFamily="2" charset="2"/>
                        </a:rPr>
                        <a:t>Abbreviations</a:t>
                      </a:r>
                    </a:p>
                  </a:txBody>
                  <a:tcPr/>
                </a:tc>
                <a:tc>
                  <a:txBody>
                    <a:bodyPr/>
                    <a:lstStyle/>
                    <a:p>
                      <a:r>
                        <a:rPr lang="en-US" sz="2000" b="1" dirty="0"/>
                        <a:t>Meaning</a:t>
                      </a:r>
                    </a:p>
                  </a:txBody>
                  <a:tcPr/>
                </a:tc>
                <a:extLst>
                  <a:ext uri="{0D108BD9-81ED-4DB2-BD59-A6C34878D82A}">
                    <a16:rowId xmlns:a16="http://schemas.microsoft.com/office/drawing/2014/main" val="10000"/>
                  </a:ext>
                </a:extLst>
              </a:tr>
              <a:tr h="5181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ym typeface="Wingdings" pitchFamily="2" charset="2"/>
                        </a:rPr>
                        <a:t>A </a:t>
                      </a:r>
                      <a:r>
                        <a:rPr lang="en-US" sz="2000" b="1" baseline="0" dirty="0">
                          <a:sym typeface="Wingdings" pitchFamily="2" charset="2"/>
                        </a:rPr>
                        <a:t>  BC</a:t>
                      </a:r>
                      <a:endParaRPr lang="en-US" sz="2000" b="1" dirty="0">
                        <a:sym typeface="Wingdings" pitchFamily="2" charset="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ym typeface="Wingdings" pitchFamily="2" charset="2"/>
                        </a:rPr>
                        <a:t>Employee no  </a:t>
                      </a:r>
                      <a:r>
                        <a:rPr lang="en-US" sz="2000" b="1" dirty="0" err="1">
                          <a:sym typeface="Wingdings" pitchFamily="2" charset="2"/>
                        </a:rPr>
                        <a:t>Deptno</a:t>
                      </a:r>
                      <a:r>
                        <a:rPr lang="en-US" sz="2000" b="1" dirty="0">
                          <a:sym typeface="Wingdings" pitchFamily="2" charset="2"/>
                        </a:rPr>
                        <a:t>,</a:t>
                      </a:r>
                      <a:r>
                        <a:rPr lang="en-US" sz="2000" b="1" baseline="0" dirty="0">
                          <a:sym typeface="Wingdings" pitchFamily="2" charset="2"/>
                        </a:rPr>
                        <a:t> </a:t>
                      </a:r>
                      <a:r>
                        <a:rPr lang="en-US" sz="2000" b="1" dirty="0">
                          <a:sym typeface="Wingdings" pitchFamily="2" charset="2"/>
                        </a:rPr>
                        <a:t>Manager’s emp no</a:t>
                      </a:r>
                    </a:p>
                  </a:txBody>
                  <a:tcPr/>
                </a:tc>
                <a:extLst>
                  <a:ext uri="{0D108BD9-81ED-4DB2-BD59-A6C34878D82A}">
                    <a16:rowId xmlns:a16="http://schemas.microsoft.com/office/drawing/2014/main" val="10001"/>
                  </a:ext>
                </a:extLst>
              </a:tr>
              <a:tr h="339634">
                <a:tc>
                  <a:txBody>
                    <a:bodyPr/>
                    <a:lstStyle/>
                    <a:p>
                      <a:r>
                        <a:rPr lang="en-US" sz="2000" b="1" dirty="0">
                          <a:sym typeface="Wingdings" pitchFamily="2" charset="2"/>
                        </a:rPr>
                        <a:t>B  E</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ym typeface="Wingdings" pitchFamily="2" charset="2"/>
                        </a:rPr>
                        <a:t>Dept no  Dept name</a:t>
                      </a:r>
                      <a:endParaRPr lang="en-US" sz="2000" b="1" dirty="0"/>
                    </a:p>
                  </a:txBody>
                  <a:tcPr/>
                </a:tc>
                <a:extLst>
                  <a:ext uri="{0D108BD9-81ED-4DB2-BD59-A6C34878D82A}">
                    <a16:rowId xmlns:a16="http://schemas.microsoft.com/office/drawing/2014/main" val="10002"/>
                  </a:ext>
                </a:extLst>
              </a:tr>
              <a:tr h="1123406">
                <a:tc>
                  <a:txBody>
                    <a:bodyPr/>
                    <a:lstStyle/>
                    <a:p>
                      <a:r>
                        <a:rPr lang="en-US" sz="2000" b="1" dirty="0">
                          <a:sym typeface="Wingdings" pitchFamily="2" charset="2"/>
                        </a:rPr>
                        <a:t>CD  EF</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ym typeface="Wingdings" pitchFamily="2" charset="2"/>
                        </a:rPr>
                        <a:t>Manager’s </a:t>
                      </a:r>
                      <a:r>
                        <a:rPr lang="en-US" sz="2000" b="1" dirty="0" err="1">
                          <a:sym typeface="Wingdings" pitchFamily="2" charset="2"/>
                        </a:rPr>
                        <a:t>emp</a:t>
                      </a:r>
                      <a:r>
                        <a:rPr lang="en-US" sz="2000" b="1" dirty="0">
                          <a:sym typeface="Wingdings" pitchFamily="2" charset="2"/>
                        </a:rPr>
                        <a:t> no, </a:t>
                      </a:r>
                      <a:r>
                        <a:rPr lang="en-US" sz="2000" b="1" dirty="0" err="1">
                          <a:sym typeface="Wingdings" pitchFamily="2" charset="2"/>
                        </a:rPr>
                        <a:t>Proj</a:t>
                      </a:r>
                      <a:r>
                        <a:rPr lang="en-US" sz="2000" b="1" dirty="0">
                          <a:sym typeface="Wingdings" pitchFamily="2" charset="2"/>
                        </a:rPr>
                        <a:t> no directed by that manager  Dept name, Time allocated to specified </a:t>
                      </a:r>
                      <a:r>
                        <a:rPr lang="en-US" sz="2000" b="1" dirty="0" err="1">
                          <a:sym typeface="Wingdings" pitchFamily="2" charset="2"/>
                        </a:rPr>
                        <a:t>proj</a:t>
                      </a:r>
                      <a:endParaRPr lang="en-US" sz="2000" b="1" dirty="0"/>
                    </a:p>
                  </a:txBody>
                  <a:tcPr/>
                </a:tc>
                <a:extLst>
                  <a:ext uri="{0D108BD9-81ED-4DB2-BD59-A6C34878D82A}">
                    <a16:rowId xmlns:a16="http://schemas.microsoft.com/office/drawing/2014/main" val="10003"/>
                  </a:ext>
                </a:extLst>
              </a:tr>
              <a:tr h="339634">
                <a:tc gridSpan="2">
                  <a:txBody>
                    <a:bodyPr/>
                    <a:lstStyle/>
                    <a:p>
                      <a:pPr algn="ctr"/>
                      <a:r>
                        <a:rPr lang="en-US" sz="2000" b="1" i="0" dirty="0">
                          <a:sym typeface="Wingdings" pitchFamily="2" charset="2"/>
                        </a:rPr>
                        <a:t>We now show that FD (AD  F) holds in R</a:t>
                      </a:r>
                      <a:endParaRPr lang="en-US" sz="2000" b="1" i="0" dirty="0"/>
                    </a:p>
                  </a:txBody>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dirty="0"/>
                    </a:p>
                  </a:txBody>
                  <a:tcPr/>
                </a:tc>
                <a:extLst>
                  <a:ext uri="{0D108BD9-81ED-4DB2-BD59-A6C34878D82A}">
                    <a16:rowId xmlns:a16="http://schemas.microsoft.com/office/drawing/2014/main" val="10004"/>
                  </a:ext>
                </a:extLst>
              </a:tr>
            </a:tbl>
          </a:graphicData>
        </a:graphic>
      </p:graphicFrame>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noChangeArrowheads="1"/>
          </p:cNvSpPr>
          <p:nvPr>
            <p:ph type="title"/>
          </p:nvPr>
        </p:nvSpPr>
        <p:spPr/>
        <p:txBody>
          <a:bodyPr/>
          <a:lstStyle/>
          <a:p>
            <a:pPr eaLnBrk="1" hangingPunct="1"/>
            <a:r>
              <a:rPr lang="en-US" altLang="en-US" smtClean="0"/>
              <a:t>Solution</a:t>
            </a:r>
          </a:p>
        </p:txBody>
      </p:sp>
      <p:sp>
        <p:nvSpPr>
          <p:cNvPr id="3" name="Content Placeholder 2"/>
          <p:cNvSpPr>
            <a:spLocks noGrp="1" noChangeArrowheads="1"/>
          </p:cNvSpPr>
          <p:nvPr>
            <p:ph idx="1"/>
          </p:nvPr>
        </p:nvSpPr>
        <p:spPr/>
        <p:txBody>
          <a:bodyPr/>
          <a:lstStyle/>
          <a:p>
            <a:pPr eaLnBrk="1" hangingPunct="1"/>
            <a:r>
              <a:rPr lang="en-US" altLang="en-US" b="1" smtClean="0"/>
              <a:t>As A </a:t>
            </a:r>
            <a:r>
              <a:rPr lang="en-US" altLang="en-US" b="1" smtClean="0">
                <a:sym typeface="Wingdings" panose="05000000000000000000" pitchFamily="2" charset="2"/>
              </a:rPr>
              <a:t> BC  (given)</a:t>
            </a:r>
          </a:p>
          <a:p>
            <a:pPr eaLnBrk="1" hangingPunct="1"/>
            <a:r>
              <a:rPr lang="en-US" altLang="en-US" smtClean="0">
                <a:sym typeface="Wingdings" panose="05000000000000000000" pitchFamily="2" charset="2"/>
              </a:rPr>
              <a:t>So,  A  C    (1, decomposition)</a:t>
            </a:r>
          </a:p>
          <a:p>
            <a:pPr eaLnBrk="1" hangingPunct="1"/>
            <a:r>
              <a:rPr lang="en-US" altLang="en-US" smtClean="0">
                <a:sym typeface="Wingdings" panose="05000000000000000000" pitchFamily="2" charset="2"/>
              </a:rPr>
              <a:t>And AD  CD  (2, augmentation)</a:t>
            </a:r>
          </a:p>
          <a:p>
            <a:pPr eaLnBrk="1" hangingPunct="1"/>
            <a:endParaRPr lang="en-US" altLang="en-US" b="1" smtClean="0">
              <a:sym typeface="Wingdings" panose="05000000000000000000" pitchFamily="2" charset="2"/>
            </a:endParaRPr>
          </a:p>
          <a:p>
            <a:pPr eaLnBrk="1" hangingPunct="1"/>
            <a:r>
              <a:rPr lang="en-US" altLang="en-US" b="1" smtClean="0">
                <a:sym typeface="Wingdings" panose="05000000000000000000" pitchFamily="2" charset="2"/>
              </a:rPr>
              <a:t>Similarly, as CD  EF (given)</a:t>
            </a:r>
          </a:p>
          <a:p>
            <a:pPr eaLnBrk="1" hangingPunct="1"/>
            <a:r>
              <a:rPr lang="en-US" altLang="en-US" smtClean="0">
                <a:sym typeface="Wingdings" panose="05000000000000000000" pitchFamily="2" charset="2"/>
              </a:rPr>
              <a:t>So AD  EF  (3 and 4, transitivity)</a:t>
            </a:r>
          </a:p>
          <a:p>
            <a:pPr eaLnBrk="1" hangingPunct="1"/>
            <a:r>
              <a:rPr lang="en-US" altLang="en-US" smtClean="0">
                <a:sym typeface="Wingdings" panose="05000000000000000000" pitchFamily="2" charset="2"/>
              </a:rPr>
              <a:t>Hence, AD  F  (5, decomposition)</a:t>
            </a:r>
            <a:endParaRPr lang="en-US" altLang="en-US" smtClean="0"/>
          </a:p>
          <a:p>
            <a:pPr eaLnBrk="1" hangingPunct="1"/>
            <a:endParaRPr lang="en-US" altLang="en-US" smtClean="0"/>
          </a:p>
        </p:txBody>
      </p:sp>
      <p:sp>
        <p:nvSpPr>
          <p:cNvPr id="3482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F69C954A-24AE-4071-8136-9DDB7FC45D82}" type="slidenum">
              <a:rPr lang="en-US" altLang="en-US" sz="1400" smtClean="0">
                <a:solidFill>
                  <a:srgbClr val="990033"/>
                </a:solidFill>
              </a:rPr>
              <a:pPr>
                <a:spcBef>
                  <a:spcPct val="0"/>
                </a:spcBef>
                <a:buClrTx/>
                <a:buSzTx/>
                <a:buFontTx/>
                <a:buNone/>
              </a:pPr>
              <a:t>18</a:t>
            </a:fld>
            <a:endParaRPr lang="en-CA" altLang="en-US" sz="1400" smtClean="0">
              <a:solidFill>
                <a:srgbClr val="990033"/>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7C1CDB4A-BFE9-4EF6-83B1-C9BD04106827}" type="slidenum">
              <a:rPr lang="en-US" altLang="en-US" sz="1400" smtClean="0">
                <a:solidFill>
                  <a:srgbClr val="990033"/>
                </a:solidFill>
              </a:rPr>
              <a:pPr>
                <a:spcBef>
                  <a:spcPct val="0"/>
                </a:spcBef>
                <a:buClrTx/>
                <a:buSzTx/>
                <a:buFontTx/>
                <a:buNone/>
              </a:pPr>
              <a:t>19</a:t>
            </a:fld>
            <a:endParaRPr lang="en-CA" altLang="en-US" sz="1400" smtClean="0">
              <a:solidFill>
                <a:srgbClr val="990033"/>
              </a:solidFill>
            </a:endParaRPr>
          </a:p>
        </p:txBody>
      </p:sp>
      <p:sp>
        <p:nvSpPr>
          <p:cNvPr id="35843" name="Rectangle 6"/>
          <p:cNvSpPr>
            <a:spLocks noGrp="1" noChangeArrowheads="1"/>
          </p:cNvSpPr>
          <p:nvPr>
            <p:ph type="title"/>
          </p:nvPr>
        </p:nvSpPr>
        <p:spPr/>
        <p:txBody>
          <a:bodyPr/>
          <a:lstStyle/>
          <a:p>
            <a:pPr eaLnBrk="1" hangingPunct="1"/>
            <a:r>
              <a:rPr lang="en-US" altLang="en-US" smtClean="0"/>
              <a:t>2.3 Equivalence of Sets of FDs </a:t>
            </a:r>
          </a:p>
        </p:txBody>
      </p:sp>
      <p:sp>
        <p:nvSpPr>
          <p:cNvPr id="35844" name="Rectangle 7"/>
          <p:cNvSpPr>
            <a:spLocks noGrp="1" noChangeArrowheads="1"/>
          </p:cNvSpPr>
          <p:nvPr>
            <p:ph type="body" idx="1"/>
          </p:nvPr>
        </p:nvSpPr>
        <p:spPr/>
        <p:txBody>
          <a:bodyPr/>
          <a:lstStyle/>
          <a:p>
            <a:pPr eaLnBrk="1" hangingPunct="1"/>
            <a:r>
              <a:rPr lang="en-US" altLang="en-US" sz="2400" smtClean="0"/>
              <a:t>Two sets of FDs F and G are </a:t>
            </a:r>
            <a:r>
              <a:rPr lang="en-US" altLang="en-US" sz="2400" b="1" smtClean="0"/>
              <a:t>equivalent</a:t>
            </a:r>
            <a:r>
              <a:rPr lang="en-US" altLang="en-US" sz="2400" smtClean="0"/>
              <a:t> if:</a:t>
            </a:r>
          </a:p>
          <a:p>
            <a:pPr lvl="1" eaLnBrk="1" hangingPunct="1"/>
            <a:r>
              <a:rPr lang="en-US" altLang="en-US" sz="2200" smtClean="0"/>
              <a:t>Every FD in F can be inferred from G, and</a:t>
            </a:r>
          </a:p>
          <a:p>
            <a:pPr lvl="1" eaLnBrk="1" hangingPunct="1"/>
            <a:r>
              <a:rPr lang="en-US" altLang="en-US" sz="2200" smtClean="0"/>
              <a:t>Every FD in G can be inferred from F</a:t>
            </a:r>
          </a:p>
          <a:p>
            <a:pPr lvl="1" eaLnBrk="1" hangingPunct="1"/>
            <a:r>
              <a:rPr lang="en-US" altLang="en-US" sz="2200" smtClean="0"/>
              <a:t>Hence, F and G are equivalent if F</a:t>
            </a:r>
            <a:r>
              <a:rPr lang="en-US" altLang="en-US" sz="2200" baseline="30000" smtClean="0"/>
              <a:t>+</a:t>
            </a:r>
            <a:r>
              <a:rPr lang="en-US" altLang="en-US" sz="2200" smtClean="0"/>
              <a:t> =G</a:t>
            </a:r>
            <a:r>
              <a:rPr lang="en-US" altLang="en-US" sz="2200" baseline="30000" smtClean="0"/>
              <a:t>+</a:t>
            </a:r>
          </a:p>
          <a:p>
            <a:pPr eaLnBrk="1" hangingPunct="1"/>
            <a:r>
              <a:rPr lang="en-US" altLang="en-US" sz="2400" smtClean="0"/>
              <a:t>Definition (</a:t>
            </a:r>
            <a:r>
              <a:rPr lang="en-US" altLang="en-US" sz="2400" b="1" smtClean="0"/>
              <a:t>Covers</a:t>
            </a:r>
            <a:r>
              <a:rPr lang="en-US" altLang="en-US" sz="2400" smtClean="0"/>
              <a:t>):</a:t>
            </a:r>
          </a:p>
          <a:p>
            <a:pPr lvl="1" eaLnBrk="1" hangingPunct="1"/>
            <a:r>
              <a:rPr lang="en-US" altLang="en-US" sz="2200" smtClean="0"/>
              <a:t>F </a:t>
            </a:r>
            <a:r>
              <a:rPr lang="en-US" altLang="en-US" sz="2200" b="1" smtClean="0"/>
              <a:t>covers</a:t>
            </a:r>
            <a:r>
              <a:rPr lang="en-US" altLang="en-US" sz="2200" smtClean="0"/>
              <a:t> G if every FD in G can be inferred from F</a:t>
            </a:r>
          </a:p>
          <a:p>
            <a:pPr lvl="2" eaLnBrk="1" hangingPunct="1"/>
            <a:r>
              <a:rPr lang="en-US" altLang="en-US" sz="2000" smtClean="0"/>
              <a:t>(i.e., if G</a:t>
            </a:r>
            <a:r>
              <a:rPr lang="en-US" altLang="en-US" sz="2000" baseline="30000" smtClean="0"/>
              <a:t>+</a:t>
            </a:r>
            <a:r>
              <a:rPr lang="en-US" altLang="en-US" sz="2000" smtClean="0"/>
              <a:t> </a:t>
            </a:r>
            <a:r>
              <a:rPr lang="en-US" altLang="en-US" sz="2000" i="1" smtClean="0"/>
              <a:t>subset-of</a:t>
            </a:r>
            <a:r>
              <a:rPr lang="en-US" altLang="en-US" sz="2000" smtClean="0"/>
              <a:t> F</a:t>
            </a:r>
            <a:r>
              <a:rPr lang="en-US" altLang="en-US" sz="2000" baseline="30000" smtClean="0"/>
              <a:t>+</a:t>
            </a:r>
            <a:r>
              <a:rPr lang="en-US" altLang="en-US" sz="2000" smtClean="0"/>
              <a:t>)</a:t>
            </a:r>
          </a:p>
          <a:p>
            <a:pPr eaLnBrk="1" hangingPunct="1"/>
            <a:r>
              <a:rPr lang="en-US" altLang="en-US" sz="2400" smtClean="0"/>
              <a:t>F and G are equivalent if F covers G and G covers F</a:t>
            </a:r>
          </a:p>
          <a:p>
            <a:pPr eaLnBrk="1" hangingPunct="1"/>
            <a:r>
              <a:rPr lang="en-US" altLang="en-US" sz="2400" smtClean="0"/>
              <a:t>There is an algorithm for checking equivalence of sets of FDs </a:t>
            </a:r>
          </a:p>
          <a:p>
            <a:pPr lvl="1" eaLnBrk="1" hangingPunct="1"/>
            <a:r>
              <a:rPr lang="en-US" altLang="en-US" sz="2200" smtClean="0"/>
              <a:t>See text book</a:t>
            </a:r>
          </a:p>
        </p:txBody>
      </p:sp>
    </p:spTree>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5B754B3D-4102-4EF8-BD3D-BAA4097BC3CC}" type="slidenum">
              <a:rPr lang="en-US" altLang="en-US" sz="1400" smtClean="0">
                <a:solidFill>
                  <a:srgbClr val="990033"/>
                </a:solidFill>
              </a:rPr>
              <a:pPr>
                <a:spcBef>
                  <a:spcPct val="0"/>
                </a:spcBef>
                <a:buClrTx/>
                <a:buSzTx/>
                <a:buFontTx/>
                <a:buNone/>
              </a:pPr>
              <a:t>20</a:t>
            </a:fld>
            <a:endParaRPr lang="en-CA" altLang="en-US" sz="1400" smtClean="0">
              <a:solidFill>
                <a:srgbClr val="990033"/>
              </a:solidFill>
            </a:endParaRPr>
          </a:p>
        </p:txBody>
      </p:sp>
      <p:sp>
        <p:nvSpPr>
          <p:cNvPr id="37891" name="Rectangle 6"/>
          <p:cNvSpPr>
            <a:spLocks noGrp="1" noChangeArrowheads="1"/>
          </p:cNvSpPr>
          <p:nvPr>
            <p:ph type="title"/>
          </p:nvPr>
        </p:nvSpPr>
        <p:spPr/>
        <p:txBody>
          <a:bodyPr/>
          <a:lstStyle/>
          <a:p>
            <a:pPr eaLnBrk="1" hangingPunct="1"/>
            <a:r>
              <a:rPr lang="en-US" altLang="en-US" smtClean="0"/>
              <a:t>2.4 Minimal Sets of FDs (1)</a:t>
            </a:r>
          </a:p>
        </p:txBody>
      </p:sp>
      <p:sp>
        <p:nvSpPr>
          <p:cNvPr id="37892" name="Rectangle 7"/>
          <p:cNvSpPr>
            <a:spLocks noGrp="1" noChangeArrowheads="1"/>
          </p:cNvSpPr>
          <p:nvPr>
            <p:ph type="body" idx="1"/>
          </p:nvPr>
        </p:nvSpPr>
        <p:spPr/>
        <p:txBody>
          <a:bodyPr/>
          <a:lstStyle/>
          <a:p>
            <a:pPr marL="533400" indent="-533400" eaLnBrk="1" hangingPunct="1">
              <a:lnSpc>
                <a:spcPct val="90000"/>
              </a:lnSpc>
            </a:pPr>
            <a:r>
              <a:rPr lang="en-US" altLang="en-US" smtClean="0"/>
              <a:t>A set of FDs is </a:t>
            </a:r>
            <a:r>
              <a:rPr lang="en-US" altLang="en-US" b="1" smtClean="0"/>
              <a:t>minimal</a:t>
            </a:r>
            <a:r>
              <a:rPr lang="en-US" altLang="en-US" smtClean="0"/>
              <a:t> if it satisfies the following conditions:</a:t>
            </a:r>
          </a:p>
          <a:p>
            <a:pPr marL="952500" lvl="1" indent="-495300" eaLnBrk="1" hangingPunct="1">
              <a:lnSpc>
                <a:spcPct val="90000"/>
              </a:lnSpc>
              <a:buSzTx/>
              <a:buFont typeface="Wingdings" panose="05000000000000000000" pitchFamily="2" charset="2"/>
              <a:buAutoNum type="arabicPeriod"/>
            </a:pPr>
            <a:r>
              <a:rPr lang="en-US" altLang="en-US" smtClean="0"/>
              <a:t>Every dependency in F has a single attribute for its RHS.</a:t>
            </a:r>
          </a:p>
          <a:p>
            <a:pPr marL="952500" lvl="1" indent="-495300" eaLnBrk="1" hangingPunct="1">
              <a:lnSpc>
                <a:spcPct val="90000"/>
              </a:lnSpc>
              <a:buSzTx/>
              <a:buFont typeface="Wingdings" panose="05000000000000000000" pitchFamily="2" charset="2"/>
              <a:buAutoNum type="arabicPeriod"/>
            </a:pPr>
            <a:r>
              <a:rPr lang="en-US" altLang="en-US" smtClean="0"/>
              <a:t>We cannot remove any dependency from F and have a set of dependencies that is equivalent to F.</a:t>
            </a:r>
          </a:p>
          <a:p>
            <a:pPr marL="952500" lvl="1" indent="-495300" eaLnBrk="1" hangingPunct="1">
              <a:lnSpc>
                <a:spcPct val="90000"/>
              </a:lnSpc>
              <a:buSzTx/>
              <a:buFont typeface="Wingdings" panose="05000000000000000000" pitchFamily="2" charset="2"/>
              <a:buAutoNum type="arabicPeriod"/>
            </a:pPr>
            <a:r>
              <a:rPr lang="en-US" altLang="en-US" smtClean="0"/>
              <a:t>We cannot replace any dependency X -&gt; A in F with a dependency Y -&gt; A, where Y is subset-of X and still have a set of dependencies that is equivalent to F.</a:t>
            </a:r>
          </a:p>
        </p:txBody>
      </p:sp>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21BE6BB3-82A7-478A-8F5B-336BB8C579DB}" type="slidenum">
              <a:rPr lang="en-US" altLang="en-US" sz="1400" smtClean="0">
                <a:solidFill>
                  <a:srgbClr val="990033"/>
                </a:solidFill>
              </a:rPr>
              <a:pPr>
                <a:spcBef>
                  <a:spcPct val="0"/>
                </a:spcBef>
                <a:buClrTx/>
                <a:buSzTx/>
                <a:buFontTx/>
                <a:buNone/>
              </a:pPr>
              <a:t>21</a:t>
            </a:fld>
            <a:endParaRPr lang="en-CA" altLang="en-US" sz="1400" smtClean="0">
              <a:solidFill>
                <a:srgbClr val="990033"/>
              </a:solidFill>
            </a:endParaRPr>
          </a:p>
        </p:txBody>
      </p:sp>
      <p:sp>
        <p:nvSpPr>
          <p:cNvPr id="39939" name="Rectangle 6"/>
          <p:cNvSpPr>
            <a:spLocks noGrp="1" noChangeArrowheads="1"/>
          </p:cNvSpPr>
          <p:nvPr>
            <p:ph type="title"/>
          </p:nvPr>
        </p:nvSpPr>
        <p:spPr/>
        <p:txBody>
          <a:bodyPr/>
          <a:lstStyle/>
          <a:p>
            <a:pPr eaLnBrk="1" hangingPunct="1"/>
            <a:r>
              <a:rPr lang="en-US" altLang="en-US" smtClean="0"/>
              <a:t>Minimal Sets of FDs (2)</a:t>
            </a:r>
          </a:p>
        </p:txBody>
      </p:sp>
      <p:sp>
        <p:nvSpPr>
          <p:cNvPr id="39940" name="Rectangle 7"/>
          <p:cNvSpPr>
            <a:spLocks noGrp="1" noChangeArrowheads="1"/>
          </p:cNvSpPr>
          <p:nvPr>
            <p:ph type="body" idx="1"/>
          </p:nvPr>
        </p:nvSpPr>
        <p:spPr/>
        <p:txBody>
          <a:bodyPr/>
          <a:lstStyle/>
          <a:p>
            <a:pPr eaLnBrk="1" hangingPunct="1"/>
            <a:r>
              <a:rPr lang="en-US" altLang="en-US" smtClean="0"/>
              <a:t>Every set of FDs has an equivalent minimal set</a:t>
            </a:r>
          </a:p>
          <a:p>
            <a:pPr eaLnBrk="1" hangingPunct="1"/>
            <a:r>
              <a:rPr lang="en-US" altLang="en-US" smtClean="0"/>
              <a:t>There can be several equivalent minimal sets</a:t>
            </a:r>
          </a:p>
          <a:p>
            <a:pPr eaLnBrk="1" hangingPunct="1"/>
            <a:r>
              <a:rPr lang="en-US" altLang="en-US" smtClean="0"/>
              <a:t>There is no simple algorithm for computing a minimal set of FDs that is equivalent to a set F of FDs</a:t>
            </a:r>
          </a:p>
          <a:p>
            <a:pPr eaLnBrk="1" hangingPunct="1"/>
            <a:r>
              <a:rPr lang="en-US" altLang="en-US" smtClean="0"/>
              <a:t>To synthesize a set of relations, we assume that we start with a set of dependencies that is a minimal set</a:t>
            </a:r>
          </a:p>
          <a:p>
            <a:pPr lvl="1" eaLnBrk="1" hangingPunct="1"/>
            <a:r>
              <a:rPr lang="en-US" altLang="en-US" smtClean="0"/>
              <a:t>E.g., see algorithms 11.2 and 11.4 </a:t>
            </a:r>
          </a:p>
        </p:txBody>
      </p:sp>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noChangeArrowheads="1"/>
          </p:cNvSpPr>
          <p:nvPr>
            <p:ph type="title"/>
          </p:nvPr>
        </p:nvSpPr>
        <p:spPr/>
        <p:txBody>
          <a:bodyPr/>
          <a:lstStyle/>
          <a:p>
            <a:r>
              <a:rPr lang="en-US" altLang="en-US" smtClean="0"/>
              <a:t>An Easy Way to Compute Minimal Set</a:t>
            </a:r>
          </a:p>
        </p:txBody>
      </p:sp>
      <p:sp>
        <p:nvSpPr>
          <p:cNvPr id="41987" name="Content Placeholder 2"/>
          <p:cNvSpPr>
            <a:spLocks noGrp="1" noChangeArrowheads="1"/>
          </p:cNvSpPr>
          <p:nvPr>
            <p:ph idx="1"/>
          </p:nvPr>
        </p:nvSpPr>
        <p:spPr/>
        <p:txBody>
          <a:bodyPr/>
          <a:lstStyle/>
          <a:p>
            <a:r>
              <a:rPr lang="en-US" altLang="en-US" b="1" smtClean="0"/>
              <a:t>Simple properties/steps of minimal cover:</a:t>
            </a:r>
            <a:endParaRPr lang="en-US" altLang="en-US" smtClean="0"/>
          </a:p>
          <a:p>
            <a:pPr marL="971550" lvl="1" indent="-514350">
              <a:buFont typeface="Arial" panose="020B0604020202020204" pitchFamily="34" charset="0"/>
              <a:buAutoNum type="arabicPeriod"/>
            </a:pPr>
            <a:r>
              <a:rPr lang="en-US" altLang="en-US" smtClean="0"/>
              <a:t>Right Hand Side (RHS) of all FDs should be single attribute</a:t>
            </a:r>
            <a:endParaRPr lang="en-US" altLang="en-US" sz="5200" smtClean="0"/>
          </a:p>
          <a:p>
            <a:pPr marL="971550" lvl="1" indent="-514350">
              <a:buFont typeface="Arial" panose="020B0604020202020204" pitchFamily="34" charset="0"/>
              <a:buAutoNum type="arabicPeriod"/>
            </a:pPr>
            <a:r>
              <a:rPr lang="en-US" altLang="en-US" smtClean="0"/>
              <a:t>Remove extraneous attributes</a:t>
            </a:r>
          </a:p>
          <a:p>
            <a:pPr marL="971550" lvl="1" indent="-514350">
              <a:buFont typeface="Arial" panose="020B0604020202020204" pitchFamily="34" charset="0"/>
              <a:buAutoNum type="arabicPeriod"/>
            </a:pPr>
            <a:r>
              <a:rPr lang="en-US" altLang="en-US" smtClean="0"/>
              <a:t>Eliminate redundant functional dependencies</a:t>
            </a:r>
            <a:br>
              <a:rPr lang="en-US" altLang="en-US" smtClean="0"/>
            </a:br>
            <a:r>
              <a:rPr lang="en-US" altLang="en-US" smtClean="0"/>
              <a:t/>
            </a:r>
            <a:br>
              <a:rPr lang="en-US" altLang="en-US" smtClean="0"/>
            </a:br>
            <a:endParaRPr lang="en-US" altLang="en-US" smtClean="0"/>
          </a:p>
        </p:txBody>
      </p:sp>
      <p:sp>
        <p:nvSpPr>
          <p:cNvPr id="4198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11E6CA3C-42D6-4C56-AFEA-3EF6D04D4F23}" type="slidenum">
              <a:rPr lang="en-US" altLang="en-US" sz="1400" smtClean="0">
                <a:solidFill>
                  <a:srgbClr val="990033"/>
                </a:solidFill>
              </a:rPr>
              <a:pPr>
                <a:spcBef>
                  <a:spcPct val="0"/>
                </a:spcBef>
                <a:buClrTx/>
                <a:buSzTx/>
                <a:buFontTx/>
                <a:buNone/>
              </a:pPr>
              <a:t>22</a:t>
            </a:fld>
            <a:endParaRPr lang="en-CA" altLang="en-US" sz="1400" smtClean="0">
              <a:solidFill>
                <a:srgbClr val="990033"/>
              </a:solidFill>
            </a:endParaRPr>
          </a:p>
        </p:txBody>
      </p:sp>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noChangeArrowheads="1"/>
          </p:cNvSpPr>
          <p:nvPr>
            <p:ph type="title"/>
          </p:nvPr>
        </p:nvSpPr>
        <p:spPr/>
        <p:txBody>
          <a:bodyPr/>
          <a:lstStyle/>
          <a:p>
            <a:r>
              <a:rPr lang="en-US" altLang="en-US" b="1" smtClean="0"/>
              <a:t>Finding Extraneous Attributes: Example (1/8)</a:t>
            </a:r>
            <a:endParaRPr lang="en-US" altLang="en-US" smtClean="0"/>
          </a:p>
        </p:txBody>
      </p:sp>
      <p:sp>
        <p:nvSpPr>
          <p:cNvPr id="3" name="Content Placeholder 2"/>
          <p:cNvSpPr>
            <a:spLocks noGrp="1" noChangeArrowheads="1"/>
          </p:cNvSpPr>
          <p:nvPr>
            <p:ph idx="1"/>
          </p:nvPr>
        </p:nvSpPr>
        <p:spPr/>
        <p:txBody>
          <a:bodyPr/>
          <a:lstStyle/>
          <a:p>
            <a:r>
              <a:rPr lang="en-US" altLang="en-US" smtClean="0"/>
              <a:t>Let we have set of FDs</a:t>
            </a:r>
          </a:p>
          <a:p>
            <a:pPr lvl="1"/>
            <a:r>
              <a:rPr lang="en-US" altLang="en-US" smtClean="0"/>
              <a:t>{ A → B, C → B, D → ABC, AC → D}</a:t>
            </a:r>
          </a:p>
          <a:p>
            <a:r>
              <a:rPr lang="en-US" altLang="en-US" smtClean="0"/>
              <a:t>Step 1: RHS should be single</a:t>
            </a:r>
          </a:p>
          <a:p>
            <a:pPr lvl="1"/>
            <a:r>
              <a:rPr lang="en-US" altLang="en-US" smtClean="0"/>
              <a:t>A → B</a:t>
            </a:r>
          </a:p>
          <a:p>
            <a:pPr lvl="1"/>
            <a:r>
              <a:rPr lang="en-US" altLang="en-US" smtClean="0"/>
              <a:t>C → B</a:t>
            </a:r>
          </a:p>
          <a:p>
            <a:pPr lvl="1"/>
            <a:r>
              <a:rPr lang="en-US" altLang="en-US" smtClean="0"/>
              <a:t>D → A</a:t>
            </a:r>
          </a:p>
          <a:p>
            <a:pPr lvl="1"/>
            <a:r>
              <a:rPr lang="en-US" altLang="en-US" smtClean="0"/>
              <a:t>D → B</a:t>
            </a:r>
          </a:p>
          <a:p>
            <a:pPr lvl="1"/>
            <a:r>
              <a:rPr lang="en-US" altLang="en-US" smtClean="0"/>
              <a:t>D → C</a:t>
            </a:r>
          </a:p>
          <a:p>
            <a:pPr lvl="1"/>
            <a:r>
              <a:rPr lang="en-US" altLang="en-US" smtClean="0"/>
              <a:t>AC → D</a:t>
            </a:r>
          </a:p>
          <a:p>
            <a:pPr lvl="1"/>
            <a:endParaRPr lang="en-US" altLang="en-US" smtClean="0"/>
          </a:p>
        </p:txBody>
      </p:sp>
      <p:sp>
        <p:nvSpPr>
          <p:cNvPr id="4403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4797837C-217B-4A95-B187-CE642792BC9F}" type="slidenum">
              <a:rPr lang="en-US" altLang="en-US" sz="1400" smtClean="0">
                <a:solidFill>
                  <a:srgbClr val="990033"/>
                </a:solidFill>
              </a:rPr>
              <a:pPr>
                <a:spcBef>
                  <a:spcPct val="0"/>
                </a:spcBef>
                <a:buClrTx/>
                <a:buSzTx/>
                <a:buFontTx/>
                <a:buNone/>
              </a:pPr>
              <a:t>23</a:t>
            </a:fld>
            <a:endParaRPr lang="en-CA" altLang="en-US" sz="1400" smtClean="0">
              <a:solidFill>
                <a:srgbClr val="990033"/>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noChangeArrowheads="1"/>
          </p:cNvSpPr>
          <p:nvPr>
            <p:ph type="title"/>
          </p:nvPr>
        </p:nvSpPr>
        <p:spPr/>
        <p:txBody>
          <a:bodyPr/>
          <a:lstStyle/>
          <a:p>
            <a:r>
              <a:rPr lang="en-US" altLang="en-US" b="1" smtClean="0"/>
              <a:t>Finding Extraneous Attributes: Example (2/8)</a:t>
            </a:r>
            <a:endParaRPr lang="en-US" altLang="en-US" smtClean="0"/>
          </a:p>
        </p:txBody>
      </p:sp>
      <p:sp>
        <p:nvSpPr>
          <p:cNvPr id="3" name="Content Placeholder 2"/>
          <p:cNvSpPr>
            <a:spLocks noGrp="1" noChangeArrowheads="1"/>
          </p:cNvSpPr>
          <p:nvPr>
            <p:ph idx="1"/>
          </p:nvPr>
        </p:nvSpPr>
        <p:spPr/>
        <p:txBody>
          <a:bodyPr/>
          <a:lstStyle/>
          <a:p>
            <a:r>
              <a:rPr lang="en-US" altLang="en-US" smtClean="0"/>
              <a:t>Step 2: Using the obtained set, check whether each FD is redundant or not on </a:t>
            </a:r>
            <a:r>
              <a:rPr lang="en-US" altLang="en-US" u="sng" smtClean="0"/>
              <a:t>RHS</a:t>
            </a:r>
          </a:p>
          <a:p>
            <a:pPr lvl="1"/>
            <a:r>
              <a:rPr lang="en-US" altLang="en-US" smtClean="0"/>
              <a:t>{ A → B, C → B, D → A, D → B, D → C, AC → D}</a:t>
            </a:r>
          </a:p>
          <a:p>
            <a:r>
              <a:rPr lang="en-US" altLang="en-US" smtClean="0"/>
              <a:t>Procedure</a:t>
            </a:r>
          </a:p>
          <a:p>
            <a:pPr lvl="1"/>
            <a:r>
              <a:rPr lang="en-US" altLang="en-US" smtClean="0"/>
              <a:t>Remove an FD, and then compute closure set</a:t>
            </a:r>
          </a:p>
          <a:p>
            <a:pPr lvl="1"/>
            <a:r>
              <a:rPr lang="en-US" altLang="en-US" smtClean="0"/>
              <a:t>Example</a:t>
            </a:r>
          </a:p>
          <a:p>
            <a:pPr lvl="2"/>
            <a:r>
              <a:rPr lang="en-US" altLang="en-US" smtClean="0"/>
              <a:t>To see whether A → B is redundant or not, remove it from FD set and see can we derive B from A</a:t>
            </a:r>
          </a:p>
          <a:p>
            <a:pPr lvl="2"/>
            <a:r>
              <a:rPr lang="en-US" altLang="en-US" smtClean="0"/>
              <a:t>Closure of A is A</a:t>
            </a:r>
            <a:r>
              <a:rPr lang="en-US" altLang="en-US" baseline="30000" smtClean="0"/>
              <a:t>+ </a:t>
            </a:r>
            <a:r>
              <a:rPr lang="en-US" altLang="en-US" smtClean="0"/>
              <a:t>= A</a:t>
            </a:r>
            <a:r>
              <a:rPr lang="en-US" altLang="en-US" baseline="30000" smtClean="0"/>
              <a:t> </a:t>
            </a:r>
          </a:p>
          <a:p>
            <a:pPr lvl="3"/>
            <a:r>
              <a:rPr lang="en-US" altLang="en-US" smtClean="0"/>
              <a:t>Closure set of A does not include B, so this FD is not redundant</a:t>
            </a:r>
          </a:p>
          <a:p>
            <a:pPr lvl="1"/>
            <a:endParaRPr lang="en-US" altLang="en-US" smtClean="0"/>
          </a:p>
        </p:txBody>
      </p:sp>
      <p:sp>
        <p:nvSpPr>
          <p:cNvPr id="4506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381CB2F5-A537-4AD9-990B-8D8D9541FD20}" type="slidenum">
              <a:rPr lang="en-US" altLang="en-US" sz="1400" smtClean="0">
                <a:solidFill>
                  <a:srgbClr val="990033"/>
                </a:solidFill>
              </a:rPr>
              <a:pPr>
                <a:spcBef>
                  <a:spcPct val="0"/>
                </a:spcBef>
                <a:buClrTx/>
                <a:buSzTx/>
                <a:buFontTx/>
                <a:buNone/>
              </a:pPr>
              <a:t>24</a:t>
            </a:fld>
            <a:endParaRPr lang="en-CA" altLang="en-US" sz="1400" smtClean="0">
              <a:solidFill>
                <a:srgbClr val="990033"/>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noChangeArrowheads="1"/>
          </p:cNvSpPr>
          <p:nvPr>
            <p:ph type="title"/>
          </p:nvPr>
        </p:nvSpPr>
        <p:spPr/>
        <p:txBody>
          <a:bodyPr/>
          <a:lstStyle/>
          <a:p>
            <a:r>
              <a:rPr lang="en-US" altLang="en-US" b="1" smtClean="0"/>
              <a:t>Finding Extraneous Attributes: Example (3/8)</a:t>
            </a:r>
            <a:endParaRPr lang="en-US" altLang="en-US" smtClean="0"/>
          </a:p>
        </p:txBody>
      </p:sp>
      <p:sp>
        <p:nvSpPr>
          <p:cNvPr id="3" name="Content Placeholder 2"/>
          <p:cNvSpPr>
            <a:spLocks noGrp="1" noChangeArrowheads="1"/>
          </p:cNvSpPr>
          <p:nvPr>
            <p:ph idx="1"/>
          </p:nvPr>
        </p:nvSpPr>
        <p:spPr/>
        <p:txBody>
          <a:bodyPr/>
          <a:lstStyle/>
          <a:p>
            <a:r>
              <a:rPr lang="en-US" altLang="en-US" smtClean="0"/>
              <a:t>Repeat the Same Procedure for C → B</a:t>
            </a:r>
          </a:p>
          <a:p>
            <a:pPr lvl="1"/>
            <a:r>
              <a:rPr lang="en-US" altLang="en-US" smtClean="0"/>
              <a:t>Closure of C is C</a:t>
            </a:r>
            <a:r>
              <a:rPr lang="en-US" altLang="en-US" baseline="30000" smtClean="0"/>
              <a:t>+ </a:t>
            </a:r>
            <a:r>
              <a:rPr lang="en-US" altLang="en-US" smtClean="0"/>
              <a:t>= C</a:t>
            </a:r>
            <a:r>
              <a:rPr lang="en-US" altLang="en-US" baseline="30000" smtClean="0"/>
              <a:t> </a:t>
            </a:r>
          </a:p>
          <a:p>
            <a:pPr lvl="1"/>
            <a:r>
              <a:rPr lang="en-US" altLang="en-US" smtClean="0"/>
              <a:t>Result</a:t>
            </a:r>
          </a:p>
          <a:p>
            <a:pPr lvl="2"/>
            <a:r>
              <a:rPr lang="en-US" altLang="en-US" smtClean="0"/>
              <a:t>Closure set of C does not include B, so this FD is not redundant</a:t>
            </a:r>
          </a:p>
          <a:p>
            <a:pPr lvl="1"/>
            <a:endParaRPr lang="en-US" altLang="en-US" smtClean="0"/>
          </a:p>
        </p:txBody>
      </p:sp>
      <p:sp>
        <p:nvSpPr>
          <p:cNvPr id="4608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2221FBEA-A8FE-47E4-ADB2-0259A2EDB0A5}" type="slidenum">
              <a:rPr lang="en-US" altLang="en-US" sz="1400" smtClean="0">
                <a:solidFill>
                  <a:srgbClr val="990033"/>
                </a:solidFill>
              </a:rPr>
              <a:pPr>
                <a:spcBef>
                  <a:spcPct val="0"/>
                </a:spcBef>
                <a:buClrTx/>
                <a:buSzTx/>
                <a:buFontTx/>
                <a:buNone/>
              </a:pPr>
              <a:t>25</a:t>
            </a:fld>
            <a:endParaRPr lang="en-CA" altLang="en-US" sz="1400" smtClean="0">
              <a:solidFill>
                <a:srgbClr val="990033"/>
              </a:solidFill>
            </a:endParaRPr>
          </a:p>
        </p:txBody>
      </p:sp>
      <p:sp>
        <p:nvSpPr>
          <p:cNvPr id="46085" name="Rectangle 4"/>
          <p:cNvSpPr>
            <a:spLocks noChangeArrowheads="1"/>
          </p:cNvSpPr>
          <p:nvPr/>
        </p:nvSpPr>
        <p:spPr bwMode="auto">
          <a:xfrm>
            <a:off x="103188" y="6172200"/>
            <a:ext cx="856773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lvl="1">
              <a:spcBef>
                <a:spcPct val="0"/>
              </a:spcBef>
              <a:buClrTx/>
              <a:buSzTx/>
              <a:buFontTx/>
              <a:buNone/>
            </a:pPr>
            <a:r>
              <a:rPr lang="en-US" altLang="en-US" sz="2200" i="0">
                <a:solidFill>
                  <a:schemeClr val="tx1"/>
                </a:solidFill>
              </a:rPr>
              <a:t>Set of FDs = { A → B, </a:t>
            </a:r>
            <a:r>
              <a:rPr lang="en-US" altLang="en-US" sz="2200" b="1" i="0">
                <a:solidFill>
                  <a:srgbClr val="FF0000"/>
                </a:solidFill>
              </a:rPr>
              <a:t>C → B</a:t>
            </a:r>
            <a:r>
              <a:rPr lang="en-US" altLang="en-US" sz="2200" i="0">
                <a:solidFill>
                  <a:schemeClr val="tx1"/>
                </a:solidFill>
              </a:rPr>
              <a:t>, D → A, D → B, D → C, AC → D}</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noChangeArrowheads="1"/>
          </p:cNvSpPr>
          <p:nvPr>
            <p:ph type="title"/>
          </p:nvPr>
        </p:nvSpPr>
        <p:spPr/>
        <p:txBody>
          <a:bodyPr/>
          <a:lstStyle/>
          <a:p>
            <a:r>
              <a:rPr lang="en-US" altLang="en-US" b="1" smtClean="0"/>
              <a:t>Finding Extraneous Attributes: Example (4/8)</a:t>
            </a:r>
            <a:endParaRPr lang="en-US" altLang="en-US" smtClean="0"/>
          </a:p>
        </p:txBody>
      </p:sp>
      <p:sp>
        <p:nvSpPr>
          <p:cNvPr id="3" name="Content Placeholder 2"/>
          <p:cNvSpPr>
            <a:spLocks noGrp="1" noChangeArrowheads="1"/>
          </p:cNvSpPr>
          <p:nvPr>
            <p:ph idx="1"/>
          </p:nvPr>
        </p:nvSpPr>
        <p:spPr/>
        <p:txBody>
          <a:bodyPr/>
          <a:lstStyle/>
          <a:p>
            <a:r>
              <a:rPr lang="en-US" altLang="en-US" smtClean="0"/>
              <a:t>Repeat the Same Procedure for D → A</a:t>
            </a:r>
          </a:p>
          <a:p>
            <a:pPr lvl="1"/>
            <a:r>
              <a:rPr lang="en-US" altLang="en-US" smtClean="0"/>
              <a:t>Closure of D is D</a:t>
            </a:r>
            <a:r>
              <a:rPr lang="en-US" altLang="en-US" baseline="30000" smtClean="0"/>
              <a:t>+ </a:t>
            </a:r>
            <a:r>
              <a:rPr lang="en-US" altLang="en-US" smtClean="0"/>
              <a:t>= BCD</a:t>
            </a:r>
            <a:r>
              <a:rPr lang="en-US" altLang="en-US" baseline="30000" smtClean="0"/>
              <a:t> </a:t>
            </a:r>
          </a:p>
          <a:p>
            <a:pPr lvl="1"/>
            <a:r>
              <a:rPr lang="en-US" altLang="en-US" smtClean="0"/>
              <a:t>Result</a:t>
            </a:r>
          </a:p>
          <a:p>
            <a:pPr lvl="2"/>
            <a:r>
              <a:rPr lang="en-US" altLang="en-US" smtClean="0"/>
              <a:t>Closure set of D does not include A, so this FD is not redundant</a:t>
            </a:r>
          </a:p>
          <a:p>
            <a:pPr lvl="1"/>
            <a:endParaRPr lang="en-US" altLang="en-US" smtClean="0"/>
          </a:p>
        </p:txBody>
      </p:sp>
      <p:sp>
        <p:nvSpPr>
          <p:cNvPr id="4710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65CB6262-3560-4D18-AFBD-6D726910DDB0}" type="slidenum">
              <a:rPr lang="en-US" altLang="en-US" sz="1400" smtClean="0">
                <a:solidFill>
                  <a:srgbClr val="990033"/>
                </a:solidFill>
              </a:rPr>
              <a:pPr>
                <a:spcBef>
                  <a:spcPct val="0"/>
                </a:spcBef>
                <a:buClrTx/>
                <a:buSzTx/>
                <a:buFontTx/>
                <a:buNone/>
              </a:pPr>
              <a:t>26</a:t>
            </a:fld>
            <a:endParaRPr lang="en-CA" altLang="en-US" sz="1400" smtClean="0">
              <a:solidFill>
                <a:srgbClr val="990033"/>
              </a:solidFill>
            </a:endParaRPr>
          </a:p>
        </p:txBody>
      </p:sp>
      <p:sp>
        <p:nvSpPr>
          <p:cNvPr id="47109" name="Rectangle 4"/>
          <p:cNvSpPr>
            <a:spLocks noChangeArrowheads="1"/>
          </p:cNvSpPr>
          <p:nvPr/>
        </p:nvSpPr>
        <p:spPr bwMode="auto">
          <a:xfrm>
            <a:off x="103188" y="6172200"/>
            <a:ext cx="856773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lvl="1">
              <a:spcBef>
                <a:spcPct val="0"/>
              </a:spcBef>
              <a:buClrTx/>
              <a:buSzTx/>
              <a:buFontTx/>
              <a:buNone/>
            </a:pPr>
            <a:r>
              <a:rPr lang="en-US" altLang="en-US" sz="2200" i="0">
                <a:solidFill>
                  <a:schemeClr val="tx1"/>
                </a:solidFill>
              </a:rPr>
              <a:t>Set of FDs = { A → B, C → B, </a:t>
            </a:r>
            <a:r>
              <a:rPr lang="en-US" altLang="en-US" sz="2200" b="1" i="0">
                <a:solidFill>
                  <a:srgbClr val="FF0000"/>
                </a:solidFill>
              </a:rPr>
              <a:t>D → A</a:t>
            </a:r>
            <a:r>
              <a:rPr lang="en-US" altLang="en-US" sz="2200" i="0">
                <a:solidFill>
                  <a:schemeClr val="tx1"/>
                </a:solidFill>
              </a:rPr>
              <a:t>, D → B, D → C, AC → D}</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noChangeArrowheads="1"/>
          </p:cNvSpPr>
          <p:nvPr>
            <p:ph type="title"/>
          </p:nvPr>
        </p:nvSpPr>
        <p:spPr/>
        <p:txBody>
          <a:bodyPr/>
          <a:lstStyle/>
          <a:p>
            <a:r>
              <a:rPr lang="en-US" altLang="en-US" b="1" smtClean="0"/>
              <a:t>Finding Extraneous Attributes: Example (5/8)</a:t>
            </a:r>
            <a:endParaRPr lang="en-US" altLang="en-US" smtClean="0"/>
          </a:p>
        </p:txBody>
      </p:sp>
      <p:sp>
        <p:nvSpPr>
          <p:cNvPr id="3" name="Content Placeholder 2"/>
          <p:cNvSpPr>
            <a:spLocks noGrp="1" noChangeArrowheads="1"/>
          </p:cNvSpPr>
          <p:nvPr>
            <p:ph idx="1"/>
          </p:nvPr>
        </p:nvSpPr>
        <p:spPr/>
        <p:txBody>
          <a:bodyPr/>
          <a:lstStyle/>
          <a:p>
            <a:r>
              <a:rPr lang="en-US" altLang="en-US" smtClean="0"/>
              <a:t>Repeat the Same Procedure for D → B</a:t>
            </a:r>
          </a:p>
          <a:p>
            <a:pPr lvl="1"/>
            <a:r>
              <a:rPr lang="en-US" altLang="en-US" smtClean="0"/>
              <a:t>Closure of D is D</a:t>
            </a:r>
            <a:r>
              <a:rPr lang="en-US" altLang="en-US" baseline="30000" smtClean="0"/>
              <a:t>+ </a:t>
            </a:r>
            <a:r>
              <a:rPr lang="en-US" altLang="en-US" smtClean="0"/>
              <a:t>= ABCD</a:t>
            </a:r>
            <a:r>
              <a:rPr lang="en-US" altLang="en-US" baseline="30000" smtClean="0"/>
              <a:t> </a:t>
            </a:r>
          </a:p>
          <a:p>
            <a:pPr lvl="3"/>
            <a:r>
              <a:rPr lang="en-US" altLang="en-US" smtClean="0"/>
              <a:t>B is here coz of D → A and then A → B</a:t>
            </a:r>
          </a:p>
          <a:p>
            <a:pPr lvl="1"/>
            <a:r>
              <a:rPr lang="en-US" altLang="en-US" smtClean="0"/>
              <a:t>Result</a:t>
            </a:r>
          </a:p>
          <a:p>
            <a:pPr lvl="2"/>
            <a:r>
              <a:rPr lang="en-US" altLang="en-US" smtClean="0"/>
              <a:t>Closure set of D includes B, so this FD is redundant</a:t>
            </a:r>
          </a:p>
          <a:p>
            <a:pPr lvl="2"/>
            <a:r>
              <a:rPr lang="en-US" altLang="en-US" smtClean="0"/>
              <a:t>Remove this FD from the set</a:t>
            </a:r>
          </a:p>
          <a:p>
            <a:pPr lvl="1"/>
            <a:endParaRPr lang="en-US" altLang="en-US" smtClean="0"/>
          </a:p>
        </p:txBody>
      </p:sp>
      <p:sp>
        <p:nvSpPr>
          <p:cNvPr id="4813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0FE44D71-6167-4758-A16B-C740F6DFDD82}" type="slidenum">
              <a:rPr lang="en-US" altLang="en-US" sz="1400" smtClean="0">
                <a:solidFill>
                  <a:srgbClr val="990033"/>
                </a:solidFill>
              </a:rPr>
              <a:pPr>
                <a:spcBef>
                  <a:spcPct val="0"/>
                </a:spcBef>
                <a:buClrTx/>
                <a:buSzTx/>
                <a:buFontTx/>
                <a:buNone/>
              </a:pPr>
              <a:t>27</a:t>
            </a:fld>
            <a:endParaRPr lang="en-CA" altLang="en-US" sz="1400" smtClean="0">
              <a:solidFill>
                <a:srgbClr val="990033"/>
              </a:solidFill>
            </a:endParaRPr>
          </a:p>
        </p:txBody>
      </p:sp>
      <p:sp>
        <p:nvSpPr>
          <p:cNvPr id="48133" name="Rectangle 4"/>
          <p:cNvSpPr>
            <a:spLocks noChangeArrowheads="1"/>
          </p:cNvSpPr>
          <p:nvPr/>
        </p:nvSpPr>
        <p:spPr bwMode="auto">
          <a:xfrm>
            <a:off x="103188" y="6172200"/>
            <a:ext cx="856773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lvl="1">
              <a:spcBef>
                <a:spcPct val="0"/>
              </a:spcBef>
              <a:buClrTx/>
              <a:buSzTx/>
              <a:buFontTx/>
              <a:buNone/>
            </a:pPr>
            <a:r>
              <a:rPr lang="en-US" altLang="en-US" sz="2200" i="0">
                <a:solidFill>
                  <a:schemeClr val="tx1"/>
                </a:solidFill>
              </a:rPr>
              <a:t>Set of FDs = { A → B, C → B, D → A, </a:t>
            </a:r>
            <a:r>
              <a:rPr lang="en-US" altLang="en-US" sz="2200" b="1" i="0">
                <a:solidFill>
                  <a:srgbClr val="FF0000"/>
                </a:solidFill>
              </a:rPr>
              <a:t>D → B</a:t>
            </a:r>
            <a:r>
              <a:rPr lang="en-US" altLang="en-US" sz="2200" i="0">
                <a:solidFill>
                  <a:schemeClr val="tx1"/>
                </a:solidFill>
              </a:rPr>
              <a:t>, D → C, AC → D}</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noChangeArrowheads="1"/>
          </p:cNvSpPr>
          <p:nvPr>
            <p:ph type="title"/>
          </p:nvPr>
        </p:nvSpPr>
        <p:spPr/>
        <p:txBody>
          <a:bodyPr/>
          <a:lstStyle/>
          <a:p>
            <a:r>
              <a:rPr lang="en-US" altLang="en-US" b="1" smtClean="0"/>
              <a:t>Finding Extraneous Attributes: Example (6/8)</a:t>
            </a:r>
            <a:endParaRPr lang="en-US" altLang="en-US" smtClean="0"/>
          </a:p>
        </p:txBody>
      </p:sp>
      <p:sp>
        <p:nvSpPr>
          <p:cNvPr id="3" name="Content Placeholder 2"/>
          <p:cNvSpPr>
            <a:spLocks noGrp="1" noChangeArrowheads="1"/>
          </p:cNvSpPr>
          <p:nvPr>
            <p:ph idx="1"/>
          </p:nvPr>
        </p:nvSpPr>
        <p:spPr/>
        <p:txBody>
          <a:bodyPr/>
          <a:lstStyle/>
          <a:p>
            <a:r>
              <a:rPr lang="en-US" altLang="en-US" smtClean="0"/>
              <a:t>Repeat the Same Procedure for D → C</a:t>
            </a:r>
          </a:p>
          <a:p>
            <a:pPr lvl="1"/>
            <a:r>
              <a:rPr lang="en-US" altLang="en-US" smtClean="0"/>
              <a:t>Closure of D is D</a:t>
            </a:r>
            <a:r>
              <a:rPr lang="en-US" altLang="en-US" baseline="30000" smtClean="0"/>
              <a:t>+ </a:t>
            </a:r>
            <a:r>
              <a:rPr lang="en-US" altLang="en-US" smtClean="0"/>
              <a:t>= ABD</a:t>
            </a:r>
            <a:r>
              <a:rPr lang="en-US" altLang="en-US" baseline="30000" smtClean="0"/>
              <a:t> </a:t>
            </a:r>
          </a:p>
          <a:p>
            <a:pPr lvl="3"/>
            <a:r>
              <a:rPr lang="en-US" altLang="en-US" smtClean="0"/>
              <a:t>B is here coz of D → A and then A → B</a:t>
            </a:r>
          </a:p>
          <a:p>
            <a:pPr lvl="1"/>
            <a:r>
              <a:rPr lang="en-US" altLang="en-US" smtClean="0"/>
              <a:t>Result</a:t>
            </a:r>
          </a:p>
          <a:p>
            <a:pPr lvl="2"/>
            <a:r>
              <a:rPr lang="en-US" altLang="en-US" smtClean="0"/>
              <a:t>Closure set of D does not include C, so this FD is not redundant</a:t>
            </a:r>
          </a:p>
          <a:p>
            <a:pPr lvl="1"/>
            <a:endParaRPr lang="en-US" altLang="en-US" smtClean="0"/>
          </a:p>
        </p:txBody>
      </p:sp>
      <p:sp>
        <p:nvSpPr>
          <p:cNvPr id="4915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25218F21-63CB-4320-A99B-4016591493F6}" type="slidenum">
              <a:rPr lang="en-US" altLang="en-US" sz="1400" smtClean="0">
                <a:solidFill>
                  <a:srgbClr val="990033"/>
                </a:solidFill>
              </a:rPr>
              <a:pPr>
                <a:spcBef>
                  <a:spcPct val="0"/>
                </a:spcBef>
                <a:buClrTx/>
                <a:buSzTx/>
                <a:buFontTx/>
                <a:buNone/>
              </a:pPr>
              <a:t>28</a:t>
            </a:fld>
            <a:endParaRPr lang="en-CA" altLang="en-US" sz="1400" smtClean="0">
              <a:solidFill>
                <a:srgbClr val="990033"/>
              </a:solidFill>
            </a:endParaRPr>
          </a:p>
        </p:txBody>
      </p:sp>
      <p:sp>
        <p:nvSpPr>
          <p:cNvPr id="49157" name="Rectangle 4"/>
          <p:cNvSpPr>
            <a:spLocks noChangeArrowheads="1"/>
          </p:cNvSpPr>
          <p:nvPr/>
        </p:nvSpPr>
        <p:spPr bwMode="auto">
          <a:xfrm>
            <a:off x="103188" y="6172200"/>
            <a:ext cx="856773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lvl="1">
              <a:spcBef>
                <a:spcPct val="0"/>
              </a:spcBef>
              <a:buClrTx/>
              <a:buSzTx/>
              <a:buFontTx/>
              <a:buNone/>
            </a:pPr>
            <a:r>
              <a:rPr lang="en-US" altLang="en-US" sz="2200" i="0">
                <a:solidFill>
                  <a:schemeClr val="tx1"/>
                </a:solidFill>
              </a:rPr>
              <a:t>Set of FDs = { A → B, C → B, D → A, </a:t>
            </a:r>
            <a:r>
              <a:rPr lang="en-US" altLang="en-US" sz="2200" b="1" i="0">
                <a:solidFill>
                  <a:srgbClr val="FF0000"/>
                </a:solidFill>
              </a:rPr>
              <a:t>D → C</a:t>
            </a:r>
            <a:r>
              <a:rPr lang="en-US" altLang="en-US" sz="2200" i="0">
                <a:solidFill>
                  <a:schemeClr val="tx1"/>
                </a:solidFill>
              </a:rPr>
              <a:t>, AC → D}</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noChangeArrowheads="1"/>
          </p:cNvSpPr>
          <p:nvPr>
            <p:ph type="title"/>
          </p:nvPr>
        </p:nvSpPr>
        <p:spPr/>
        <p:txBody>
          <a:bodyPr/>
          <a:lstStyle/>
          <a:p>
            <a:r>
              <a:rPr lang="en-US" altLang="en-US" b="1" smtClean="0"/>
              <a:t>Finding Extraneous Attributes: Example (7/8)</a:t>
            </a:r>
            <a:endParaRPr lang="en-US" altLang="en-US" smtClean="0"/>
          </a:p>
        </p:txBody>
      </p:sp>
      <p:sp>
        <p:nvSpPr>
          <p:cNvPr id="3" name="Content Placeholder 2"/>
          <p:cNvSpPr>
            <a:spLocks noGrp="1" noChangeArrowheads="1"/>
          </p:cNvSpPr>
          <p:nvPr>
            <p:ph idx="1"/>
          </p:nvPr>
        </p:nvSpPr>
        <p:spPr/>
        <p:txBody>
          <a:bodyPr/>
          <a:lstStyle/>
          <a:p>
            <a:r>
              <a:rPr lang="en-US" altLang="en-US" smtClean="0"/>
              <a:t>Repeat the Same Procedure for AC → D</a:t>
            </a:r>
          </a:p>
          <a:p>
            <a:pPr lvl="1"/>
            <a:r>
              <a:rPr lang="en-US" altLang="en-US" smtClean="0"/>
              <a:t>Closure of AC is AC</a:t>
            </a:r>
            <a:r>
              <a:rPr lang="en-US" altLang="en-US" baseline="30000" smtClean="0"/>
              <a:t>+ </a:t>
            </a:r>
            <a:r>
              <a:rPr lang="en-US" altLang="en-US" smtClean="0"/>
              <a:t>= ACB</a:t>
            </a:r>
            <a:endParaRPr lang="en-US" altLang="en-US" baseline="30000" smtClean="0"/>
          </a:p>
          <a:p>
            <a:pPr lvl="3"/>
            <a:r>
              <a:rPr lang="en-US" altLang="en-US" smtClean="0"/>
              <a:t>B is here coz of A → B and C → B </a:t>
            </a:r>
          </a:p>
          <a:p>
            <a:pPr lvl="1"/>
            <a:r>
              <a:rPr lang="en-US" altLang="en-US" smtClean="0"/>
              <a:t>Result</a:t>
            </a:r>
          </a:p>
          <a:p>
            <a:pPr lvl="2"/>
            <a:r>
              <a:rPr lang="en-US" altLang="en-US" smtClean="0"/>
              <a:t>Closure set of AC does not include D, so this FD is not redundant</a:t>
            </a:r>
          </a:p>
          <a:p>
            <a:pPr lvl="1"/>
            <a:endParaRPr lang="en-US" altLang="en-US" smtClean="0"/>
          </a:p>
        </p:txBody>
      </p:sp>
      <p:sp>
        <p:nvSpPr>
          <p:cNvPr id="5018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0FB9429D-6AFB-4B2B-B49F-A722B7FA919D}" type="slidenum">
              <a:rPr lang="en-US" altLang="en-US" sz="1400" smtClean="0">
                <a:solidFill>
                  <a:srgbClr val="990033"/>
                </a:solidFill>
              </a:rPr>
              <a:pPr>
                <a:spcBef>
                  <a:spcPct val="0"/>
                </a:spcBef>
                <a:buClrTx/>
                <a:buSzTx/>
                <a:buFontTx/>
                <a:buNone/>
              </a:pPr>
              <a:t>29</a:t>
            </a:fld>
            <a:endParaRPr lang="en-CA" altLang="en-US" sz="1400" smtClean="0">
              <a:solidFill>
                <a:srgbClr val="990033"/>
              </a:solidFill>
            </a:endParaRPr>
          </a:p>
        </p:txBody>
      </p:sp>
      <p:sp>
        <p:nvSpPr>
          <p:cNvPr id="50181" name="Rectangle 4"/>
          <p:cNvSpPr>
            <a:spLocks noChangeArrowheads="1"/>
          </p:cNvSpPr>
          <p:nvPr/>
        </p:nvSpPr>
        <p:spPr bwMode="auto">
          <a:xfrm>
            <a:off x="103188" y="6172200"/>
            <a:ext cx="856773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lvl="1">
              <a:spcBef>
                <a:spcPct val="0"/>
              </a:spcBef>
              <a:buClrTx/>
              <a:buSzTx/>
              <a:buFontTx/>
              <a:buNone/>
            </a:pPr>
            <a:r>
              <a:rPr lang="en-US" altLang="en-US" sz="2200" i="0">
                <a:solidFill>
                  <a:schemeClr val="tx1"/>
                </a:solidFill>
              </a:rPr>
              <a:t>Set of FDs = { A → B, C → B, D → A, D → C, </a:t>
            </a:r>
            <a:r>
              <a:rPr lang="en-US" altLang="en-US" sz="2200" b="1" i="0">
                <a:solidFill>
                  <a:srgbClr val="FF0000"/>
                </a:solidFill>
              </a:rPr>
              <a:t>AC → D</a:t>
            </a:r>
            <a:r>
              <a:rPr lang="en-US" altLang="en-US" sz="2200" i="0">
                <a:solidFill>
                  <a:schemeClr val="tx1"/>
                </a:solidFill>
              </a:rPr>
              <a: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noChangeArrowheads="1"/>
          </p:cNvSpPr>
          <p:nvPr>
            <p:ph type="title"/>
          </p:nvPr>
        </p:nvSpPr>
        <p:spPr/>
        <p:txBody>
          <a:bodyPr/>
          <a:lstStyle/>
          <a:p>
            <a:r>
              <a:rPr lang="en-US" altLang="en-US" b="1" smtClean="0"/>
              <a:t>Finding Extraneous Attributes: Example (8/8)</a:t>
            </a:r>
            <a:endParaRPr lang="en-US" altLang="en-US" smtClean="0"/>
          </a:p>
        </p:txBody>
      </p:sp>
      <p:sp>
        <p:nvSpPr>
          <p:cNvPr id="3" name="Content Placeholder 2"/>
          <p:cNvSpPr>
            <a:spLocks noGrp="1" noChangeArrowheads="1"/>
          </p:cNvSpPr>
          <p:nvPr>
            <p:ph idx="1"/>
          </p:nvPr>
        </p:nvSpPr>
        <p:spPr/>
        <p:txBody>
          <a:bodyPr/>
          <a:lstStyle/>
          <a:p>
            <a:r>
              <a:rPr lang="en-US" altLang="en-US" sz="2000" smtClean="0"/>
              <a:t>Step 3: Using the obtained set, try to have single attribute on </a:t>
            </a:r>
            <a:r>
              <a:rPr lang="en-US" altLang="en-US" sz="2000" u="sng" smtClean="0"/>
              <a:t>LHS</a:t>
            </a:r>
          </a:p>
          <a:p>
            <a:pPr lvl="1"/>
            <a:r>
              <a:rPr lang="en-US" altLang="en-US" sz="1800" smtClean="0"/>
              <a:t>FD Set = { A → B, C → B, D → A, D → C, AC → D}</a:t>
            </a:r>
            <a:endParaRPr lang="en-US" altLang="en-US" sz="1800" u="sng" smtClean="0"/>
          </a:p>
          <a:p>
            <a:r>
              <a:rPr lang="en-US" altLang="en-US" sz="2000" smtClean="0"/>
              <a:t>So, we need to solve for AC → D</a:t>
            </a:r>
          </a:p>
          <a:p>
            <a:r>
              <a:rPr lang="en-US" altLang="en-US" sz="2000" smtClean="0"/>
              <a:t>Procedure</a:t>
            </a:r>
          </a:p>
          <a:p>
            <a:pPr lvl="1"/>
            <a:r>
              <a:rPr lang="en-US" altLang="en-US" sz="2000" smtClean="0"/>
              <a:t>(i)Take any of attribute of LHS, (ii) remove it, (iii) take closure set of remaining attribute(s), (iv) if removed attribute exists in this closure set then, this removed attribute is redundant </a:t>
            </a:r>
          </a:p>
          <a:p>
            <a:pPr lvl="1"/>
            <a:r>
              <a:rPr lang="en-US" altLang="en-US" sz="2000" smtClean="0"/>
              <a:t>Let we remove A and take closure set of C</a:t>
            </a:r>
          </a:p>
          <a:p>
            <a:pPr lvl="1"/>
            <a:r>
              <a:rPr lang="en-US" altLang="en-US" sz="2000" smtClean="0"/>
              <a:t>C</a:t>
            </a:r>
            <a:r>
              <a:rPr lang="en-US" altLang="en-US" sz="2000" baseline="30000" smtClean="0"/>
              <a:t>+ </a:t>
            </a:r>
            <a:r>
              <a:rPr lang="en-US" altLang="en-US" sz="2000" smtClean="0"/>
              <a:t>= CB, it does not include A, so A is not redundant</a:t>
            </a:r>
          </a:p>
          <a:p>
            <a:pPr lvl="1"/>
            <a:r>
              <a:rPr lang="en-US" altLang="en-US" sz="2000" smtClean="0"/>
              <a:t>Do the same using A</a:t>
            </a:r>
          </a:p>
          <a:p>
            <a:pPr lvl="1"/>
            <a:r>
              <a:rPr lang="en-US" altLang="en-US" sz="2000" smtClean="0"/>
              <a:t>A</a:t>
            </a:r>
            <a:r>
              <a:rPr lang="en-US" altLang="en-US" sz="2000" baseline="30000" smtClean="0"/>
              <a:t>+ </a:t>
            </a:r>
            <a:r>
              <a:rPr lang="en-US" altLang="en-US" sz="2000" smtClean="0"/>
              <a:t>= AB, it does not include C, so C is not redundant</a:t>
            </a:r>
          </a:p>
          <a:p>
            <a:r>
              <a:rPr lang="en-US" altLang="en-US" sz="2200" smtClean="0"/>
              <a:t>Net Result</a:t>
            </a:r>
          </a:p>
          <a:p>
            <a:pPr lvl="1"/>
            <a:r>
              <a:rPr lang="en-US" altLang="en-US" sz="2000" smtClean="0"/>
              <a:t>FD Set = { A → B, C → B, D → A, D → C, AC → D}</a:t>
            </a:r>
            <a:endParaRPr lang="en-US" altLang="en-US" sz="2000" u="sng" smtClean="0"/>
          </a:p>
          <a:p>
            <a:pPr lvl="1"/>
            <a:endParaRPr lang="en-US" altLang="en-US" sz="2000" smtClean="0"/>
          </a:p>
        </p:txBody>
      </p:sp>
      <p:sp>
        <p:nvSpPr>
          <p:cNvPr id="5120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2538C03C-D6F6-4CA9-A5D4-65E932B9DEAD}" type="slidenum">
              <a:rPr lang="en-US" altLang="en-US" sz="1400" smtClean="0">
                <a:solidFill>
                  <a:srgbClr val="990033"/>
                </a:solidFill>
              </a:rPr>
              <a:pPr>
                <a:spcBef>
                  <a:spcPct val="0"/>
                </a:spcBef>
                <a:buClrTx/>
                <a:buSzTx/>
                <a:buFontTx/>
                <a:buNone/>
              </a:pPr>
              <a:t>30</a:t>
            </a:fld>
            <a:endParaRPr lang="en-CA" altLang="en-US" sz="1400" smtClean="0">
              <a:solidFill>
                <a:srgbClr val="990033"/>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noChangeArrowheads="1"/>
          </p:cNvSpPr>
          <p:nvPr>
            <p:ph type="title"/>
          </p:nvPr>
        </p:nvSpPr>
        <p:spPr/>
        <p:txBody>
          <a:bodyPr/>
          <a:lstStyle/>
          <a:p>
            <a:pPr eaLnBrk="1" hangingPunct="1"/>
            <a:r>
              <a:rPr lang="en-US" altLang="en-US" smtClean="0"/>
              <a:t>Another Example</a:t>
            </a:r>
          </a:p>
        </p:txBody>
      </p:sp>
      <p:sp>
        <p:nvSpPr>
          <p:cNvPr id="52227" name="Content Placeholder 2"/>
          <p:cNvSpPr>
            <a:spLocks noGrp="1" noChangeArrowheads="1"/>
          </p:cNvSpPr>
          <p:nvPr>
            <p:ph idx="1"/>
          </p:nvPr>
        </p:nvSpPr>
        <p:spPr/>
        <p:txBody>
          <a:bodyPr/>
          <a:lstStyle/>
          <a:p>
            <a:pPr eaLnBrk="1" hangingPunct="1"/>
            <a:r>
              <a:rPr lang="en-US" altLang="en-US" smtClean="0"/>
              <a:t>Suppose we are given relation R with attributes A, B, C, D, and FD’s</a:t>
            </a:r>
          </a:p>
          <a:p>
            <a:pPr lvl="2" eaLnBrk="1" hangingPunct="1">
              <a:buFont typeface="Wingdings" panose="05000000000000000000" pitchFamily="2" charset="2"/>
              <a:buNone/>
            </a:pPr>
            <a:r>
              <a:rPr lang="en-US" altLang="en-US" smtClean="0"/>
              <a:t>A </a:t>
            </a:r>
            <a:r>
              <a:rPr lang="en-US" altLang="en-US" smtClean="0">
                <a:sym typeface="Wingdings" panose="05000000000000000000" pitchFamily="2" charset="2"/>
              </a:rPr>
              <a:t> BC</a:t>
            </a:r>
          </a:p>
          <a:p>
            <a:pPr lvl="2" eaLnBrk="1" hangingPunct="1">
              <a:buFont typeface="Wingdings" panose="05000000000000000000" pitchFamily="2" charset="2"/>
              <a:buNone/>
            </a:pPr>
            <a:r>
              <a:rPr lang="en-US" altLang="en-US" smtClean="0">
                <a:sym typeface="Wingdings" panose="05000000000000000000" pitchFamily="2" charset="2"/>
              </a:rPr>
              <a:t>B  C</a:t>
            </a:r>
          </a:p>
          <a:p>
            <a:pPr lvl="2" eaLnBrk="1" hangingPunct="1">
              <a:buFont typeface="Wingdings" panose="05000000000000000000" pitchFamily="2" charset="2"/>
              <a:buNone/>
            </a:pPr>
            <a:r>
              <a:rPr lang="en-US" altLang="en-US" smtClean="0">
                <a:sym typeface="Wingdings" panose="05000000000000000000" pitchFamily="2" charset="2"/>
              </a:rPr>
              <a:t>A  B</a:t>
            </a:r>
          </a:p>
          <a:p>
            <a:pPr lvl="2" eaLnBrk="1" hangingPunct="1">
              <a:buFont typeface="Wingdings" panose="05000000000000000000" pitchFamily="2" charset="2"/>
              <a:buNone/>
            </a:pPr>
            <a:r>
              <a:rPr lang="en-US" altLang="en-US" smtClean="0">
                <a:sym typeface="Wingdings" panose="05000000000000000000" pitchFamily="2" charset="2"/>
              </a:rPr>
              <a:t>AB  C</a:t>
            </a:r>
          </a:p>
          <a:p>
            <a:pPr lvl="2" eaLnBrk="1" hangingPunct="1">
              <a:buFont typeface="Wingdings" panose="05000000000000000000" pitchFamily="2" charset="2"/>
              <a:buNone/>
            </a:pPr>
            <a:r>
              <a:rPr lang="en-US" altLang="en-US" smtClean="0">
                <a:sym typeface="Wingdings" panose="05000000000000000000" pitchFamily="2" charset="2"/>
              </a:rPr>
              <a:t>AC  D</a:t>
            </a:r>
          </a:p>
          <a:p>
            <a:pPr eaLnBrk="1" hangingPunct="1"/>
            <a:r>
              <a:rPr lang="en-US" altLang="en-US" smtClean="0">
                <a:sym typeface="Wingdings" panose="05000000000000000000" pitchFamily="2" charset="2"/>
              </a:rPr>
              <a:t>Compute an minimal/irreducible set of FD’s that is equivalent to this given set?</a:t>
            </a:r>
          </a:p>
          <a:p>
            <a:pPr eaLnBrk="1" hangingPunct="1"/>
            <a:endParaRPr lang="en-US" altLang="en-US" smtClean="0"/>
          </a:p>
        </p:txBody>
      </p:sp>
      <p:sp>
        <p:nvSpPr>
          <p:cNvPr id="5222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ED251656-3C79-423F-AB25-6612789C2A01}" type="slidenum">
              <a:rPr lang="en-US" altLang="en-US" sz="1400" smtClean="0">
                <a:solidFill>
                  <a:srgbClr val="990033"/>
                </a:solidFill>
              </a:rPr>
              <a:pPr>
                <a:spcBef>
                  <a:spcPct val="0"/>
                </a:spcBef>
                <a:buClrTx/>
                <a:buSzTx/>
                <a:buFontTx/>
                <a:buNone/>
              </a:pPr>
              <a:t>31</a:t>
            </a:fld>
            <a:endParaRPr lang="en-CA" altLang="en-US" sz="1400" smtClean="0">
              <a:solidFill>
                <a:srgbClr val="990033"/>
              </a:solidFill>
            </a:endParaRPr>
          </a:p>
        </p:txBody>
      </p:sp>
    </p:spTree>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pPr eaLnBrk="1" hangingPunct="1"/>
            <a:r>
              <a:rPr lang="en-US" altLang="en-US" smtClean="0"/>
              <a:t>Example (continued)</a:t>
            </a:r>
          </a:p>
        </p:txBody>
      </p:sp>
      <p:sp>
        <p:nvSpPr>
          <p:cNvPr id="53251" name="Content Placeholder 2"/>
          <p:cNvSpPr>
            <a:spLocks noGrp="1" noChangeArrowheads="1"/>
          </p:cNvSpPr>
          <p:nvPr>
            <p:ph idx="1"/>
          </p:nvPr>
        </p:nvSpPr>
        <p:spPr/>
        <p:txBody>
          <a:bodyPr/>
          <a:lstStyle/>
          <a:p>
            <a:pPr eaLnBrk="1" hangingPunct="1">
              <a:buFont typeface="Wingdings" panose="05000000000000000000" pitchFamily="2" charset="2"/>
              <a:buNone/>
            </a:pPr>
            <a:r>
              <a:rPr lang="en-US" altLang="en-US" smtClean="0"/>
              <a:t>1. The first step is to rewrite the FD’s such that each one has a singleton right hand side:</a:t>
            </a:r>
          </a:p>
          <a:p>
            <a:pPr lvl="1" eaLnBrk="1" hangingPunct="1"/>
            <a:r>
              <a:rPr lang="en-US" altLang="en-US" smtClean="0">
                <a:solidFill>
                  <a:srgbClr val="FF0000"/>
                </a:solidFill>
              </a:rPr>
              <a:t>A </a:t>
            </a:r>
            <a:r>
              <a:rPr lang="en-US" altLang="en-US" smtClean="0">
                <a:solidFill>
                  <a:srgbClr val="FF0000"/>
                </a:solidFill>
                <a:sym typeface="Wingdings" panose="05000000000000000000" pitchFamily="2" charset="2"/>
              </a:rPr>
              <a:t> B</a:t>
            </a:r>
          </a:p>
          <a:p>
            <a:pPr lvl="1" eaLnBrk="1" hangingPunct="1"/>
            <a:r>
              <a:rPr lang="en-US" altLang="en-US" smtClean="0">
                <a:solidFill>
                  <a:srgbClr val="FF0000"/>
                </a:solidFill>
                <a:sym typeface="Wingdings" panose="05000000000000000000" pitchFamily="2" charset="2"/>
              </a:rPr>
              <a:t>A  C</a:t>
            </a:r>
          </a:p>
          <a:p>
            <a:pPr lvl="1" eaLnBrk="1" hangingPunct="1"/>
            <a:r>
              <a:rPr lang="en-US" altLang="en-US" smtClean="0">
                <a:sym typeface="Wingdings" panose="05000000000000000000" pitchFamily="2" charset="2"/>
              </a:rPr>
              <a:t>B  C</a:t>
            </a:r>
          </a:p>
          <a:p>
            <a:pPr lvl="1" eaLnBrk="1" hangingPunct="1"/>
            <a:r>
              <a:rPr lang="en-US" altLang="en-US" smtClean="0">
                <a:sym typeface="Wingdings" panose="05000000000000000000" pitchFamily="2" charset="2"/>
              </a:rPr>
              <a:t>A  B</a:t>
            </a:r>
          </a:p>
          <a:p>
            <a:pPr lvl="1" eaLnBrk="1" hangingPunct="1"/>
            <a:r>
              <a:rPr lang="en-US" altLang="en-US" smtClean="0">
                <a:sym typeface="Wingdings" panose="05000000000000000000" pitchFamily="2" charset="2"/>
              </a:rPr>
              <a:t>AB  C</a:t>
            </a:r>
          </a:p>
          <a:p>
            <a:pPr lvl="1" eaLnBrk="1" hangingPunct="1"/>
            <a:r>
              <a:rPr lang="en-US" altLang="en-US" smtClean="0">
                <a:sym typeface="Wingdings" panose="05000000000000000000" pitchFamily="2" charset="2"/>
              </a:rPr>
              <a:t>AC  D</a:t>
            </a:r>
            <a:endParaRPr lang="en-US" altLang="en-US" smtClean="0"/>
          </a:p>
          <a:p>
            <a:pPr eaLnBrk="1" hangingPunct="1"/>
            <a:endParaRPr lang="en-US" altLang="en-US" smtClean="0"/>
          </a:p>
        </p:txBody>
      </p:sp>
      <p:sp>
        <p:nvSpPr>
          <p:cNvPr id="5325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23A9EB69-731D-40B9-AAAE-EBD8F2A63890}" type="slidenum">
              <a:rPr lang="en-US" altLang="en-US" sz="1400" smtClean="0">
                <a:solidFill>
                  <a:srgbClr val="990033"/>
                </a:solidFill>
              </a:rPr>
              <a:pPr>
                <a:spcBef>
                  <a:spcPct val="0"/>
                </a:spcBef>
                <a:buClrTx/>
                <a:buSzTx/>
                <a:buFontTx/>
                <a:buNone/>
              </a:pPr>
              <a:t>32</a:t>
            </a:fld>
            <a:endParaRPr lang="en-CA" altLang="en-US" sz="1400" smtClean="0">
              <a:solidFill>
                <a:srgbClr val="990033"/>
              </a:solidFill>
            </a:endParaRPr>
          </a:p>
        </p:txBody>
      </p:sp>
    </p:spTree>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noChangeArrowheads="1"/>
          </p:cNvSpPr>
          <p:nvPr>
            <p:ph type="title"/>
          </p:nvPr>
        </p:nvSpPr>
        <p:spPr/>
        <p:txBody>
          <a:bodyPr/>
          <a:lstStyle/>
          <a:p>
            <a:pPr eaLnBrk="1" hangingPunct="1"/>
            <a:r>
              <a:rPr lang="en-US" altLang="en-US" smtClean="0"/>
              <a:t>Example (continued)</a:t>
            </a:r>
          </a:p>
        </p:txBody>
      </p:sp>
      <p:sp>
        <p:nvSpPr>
          <p:cNvPr id="3" name="Content Placeholder 2">
            <a:extLst>
              <a:ext uri="{FF2B5EF4-FFF2-40B4-BE49-F238E27FC236}">
                <a16:creationId xmlns:a16="http://schemas.microsoft.com/office/drawing/2014/main" id="{D2282D10-9E08-2D43-B5CB-81C49459B5FA}"/>
              </a:ext>
            </a:extLst>
          </p:cNvPr>
          <p:cNvSpPr>
            <a:spLocks noGrp="1"/>
          </p:cNvSpPr>
          <p:nvPr>
            <p:ph idx="1"/>
          </p:nvPr>
        </p:nvSpPr>
        <p:spPr/>
        <p:txBody>
          <a:bodyPr/>
          <a:lstStyle/>
          <a:p>
            <a:pPr marL="457200" indent="-457200" eaLnBrk="1" hangingPunct="1">
              <a:buFont typeface="+mj-lt"/>
              <a:buAutoNum type="arabicPeriod" startAt="2"/>
              <a:defRPr/>
            </a:pPr>
            <a:r>
              <a:rPr lang="en-US" sz="2200" dirty="0"/>
              <a:t>Next, attribute C can be eliminated from the left hand side of the FD </a:t>
            </a:r>
            <a:r>
              <a:rPr lang="en-US" sz="2200" dirty="0">
                <a:solidFill>
                  <a:srgbClr val="FF0000"/>
                </a:solidFill>
              </a:rPr>
              <a:t>AC </a:t>
            </a:r>
            <a:r>
              <a:rPr lang="en-US" sz="2200" dirty="0">
                <a:solidFill>
                  <a:srgbClr val="FF0000"/>
                </a:solidFill>
                <a:sym typeface="Wingdings" pitchFamily="2" charset="2"/>
              </a:rPr>
              <a:t> D</a:t>
            </a:r>
            <a:r>
              <a:rPr lang="en-US" sz="2200" dirty="0">
                <a:sym typeface="Wingdings" pitchFamily="2" charset="2"/>
              </a:rPr>
              <a:t>, because we have </a:t>
            </a:r>
          </a:p>
          <a:p>
            <a:pPr marL="0" indent="0" eaLnBrk="1" hangingPunct="1">
              <a:buFont typeface="Wingdings" panose="05000000000000000000" pitchFamily="2" charset="2"/>
              <a:buNone/>
              <a:defRPr/>
            </a:pPr>
            <a:r>
              <a:rPr lang="en-US" sz="2200" dirty="0">
                <a:sym typeface="Wingdings" pitchFamily="2" charset="2"/>
              </a:rPr>
              <a:t>	A  C</a:t>
            </a:r>
            <a:r>
              <a:rPr lang="en-US" sz="2200" u="sng" dirty="0">
                <a:sym typeface="Wingdings" pitchFamily="2" charset="2"/>
              </a:rPr>
              <a:t> </a:t>
            </a:r>
          </a:p>
          <a:p>
            <a:pPr marL="0" indent="0" eaLnBrk="1" hangingPunct="1">
              <a:buFont typeface="Wingdings" panose="05000000000000000000" pitchFamily="2" charset="2"/>
              <a:buNone/>
              <a:defRPr/>
            </a:pPr>
            <a:r>
              <a:rPr lang="en-US" sz="2200" dirty="0">
                <a:sym typeface="Wingdings" pitchFamily="2" charset="2"/>
              </a:rPr>
              <a:t>	and as AC  D, so A  D by decomposition; thus   	the C on the left hand side of AC  D is redundant.</a:t>
            </a:r>
          </a:p>
          <a:p>
            <a:pPr marL="457200" indent="-457200" eaLnBrk="1" hangingPunct="1">
              <a:buFont typeface="+mj-lt"/>
              <a:buAutoNum type="arabicPeriod" startAt="3"/>
              <a:defRPr/>
            </a:pPr>
            <a:r>
              <a:rPr lang="en-US" sz="2200" dirty="0">
                <a:sym typeface="Wingdings" pitchFamily="2" charset="2"/>
              </a:rPr>
              <a:t>Next, we observe that the FD </a:t>
            </a:r>
            <a:r>
              <a:rPr lang="en-US" sz="2200" dirty="0">
                <a:solidFill>
                  <a:srgbClr val="FF0000"/>
                </a:solidFill>
                <a:sym typeface="Wingdings" pitchFamily="2" charset="2"/>
              </a:rPr>
              <a:t>AB  C </a:t>
            </a:r>
            <a:r>
              <a:rPr lang="en-US" sz="2200" dirty="0">
                <a:sym typeface="Wingdings" pitchFamily="2" charset="2"/>
              </a:rPr>
              <a:t>can be eliminated, because again we have </a:t>
            </a:r>
          </a:p>
          <a:p>
            <a:pPr marL="400050" lvl="1" indent="0" eaLnBrk="1" hangingPunct="1">
              <a:buFont typeface="Wingdings" panose="05000000000000000000" pitchFamily="2" charset="2"/>
              <a:buNone/>
              <a:defRPr/>
            </a:pPr>
            <a:r>
              <a:rPr lang="en-US" sz="2200" dirty="0">
                <a:solidFill>
                  <a:schemeClr val="tx2"/>
                </a:solidFill>
                <a:sym typeface="Wingdings" pitchFamily="2" charset="2"/>
              </a:rPr>
              <a:t>A  C, so AB  CB by augmentation, so AB  C by decomposition</a:t>
            </a:r>
            <a:r>
              <a:rPr lang="en-US" sz="2000" dirty="0">
                <a:sym typeface="Wingdings" pitchFamily="2" charset="2"/>
              </a:rPr>
              <a:t>.</a:t>
            </a:r>
          </a:p>
          <a:p>
            <a:pPr eaLnBrk="1" hangingPunct="1">
              <a:defRPr/>
            </a:pPr>
            <a:endParaRPr lang="en-US" dirty="0"/>
          </a:p>
        </p:txBody>
      </p:sp>
      <p:sp>
        <p:nvSpPr>
          <p:cNvPr id="5427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C4BAFDD8-213D-407B-A8F7-6A5BBC55EF0C}" type="slidenum">
              <a:rPr lang="en-US" altLang="en-US" sz="1400" smtClean="0">
                <a:solidFill>
                  <a:srgbClr val="990033"/>
                </a:solidFill>
              </a:rPr>
              <a:pPr>
                <a:spcBef>
                  <a:spcPct val="0"/>
                </a:spcBef>
                <a:buClrTx/>
                <a:buSzTx/>
                <a:buFontTx/>
                <a:buNone/>
              </a:pPr>
              <a:t>33</a:t>
            </a:fld>
            <a:endParaRPr lang="en-CA" altLang="en-US" sz="1400" smtClean="0">
              <a:solidFill>
                <a:srgbClr val="990033"/>
              </a:solidFill>
            </a:endParaRPr>
          </a:p>
        </p:txBody>
      </p:sp>
      <p:sp>
        <p:nvSpPr>
          <p:cNvPr id="54277" name="Rectangle 1"/>
          <p:cNvSpPr>
            <a:spLocks noChangeArrowheads="1"/>
          </p:cNvSpPr>
          <p:nvPr/>
        </p:nvSpPr>
        <p:spPr bwMode="auto">
          <a:xfrm>
            <a:off x="7308850" y="2420938"/>
            <a:ext cx="1793875"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lvl="1" eaLnBrk="1" hangingPunct="1">
              <a:spcBef>
                <a:spcPct val="0"/>
              </a:spcBef>
              <a:buClrTx/>
              <a:buSzTx/>
              <a:buFontTx/>
              <a:buNone/>
            </a:pPr>
            <a:r>
              <a:rPr lang="en-US" altLang="en-US" sz="1800">
                <a:solidFill>
                  <a:schemeClr val="tx1"/>
                </a:solidFill>
              </a:rPr>
              <a:t>A </a:t>
            </a:r>
            <a:r>
              <a:rPr lang="en-US" altLang="en-US" sz="1800">
                <a:solidFill>
                  <a:schemeClr val="tx1"/>
                </a:solidFill>
                <a:sym typeface="Wingdings" panose="05000000000000000000" pitchFamily="2" charset="2"/>
              </a:rPr>
              <a:t> B</a:t>
            </a:r>
          </a:p>
          <a:p>
            <a:pPr lvl="1" eaLnBrk="1" hangingPunct="1">
              <a:spcBef>
                <a:spcPct val="0"/>
              </a:spcBef>
              <a:buClrTx/>
              <a:buSzTx/>
              <a:buFontTx/>
              <a:buNone/>
            </a:pPr>
            <a:r>
              <a:rPr lang="en-US" altLang="en-US" sz="1800">
                <a:solidFill>
                  <a:schemeClr val="tx1"/>
                </a:solidFill>
                <a:sym typeface="Wingdings" panose="05000000000000000000" pitchFamily="2" charset="2"/>
              </a:rPr>
              <a:t>A  C</a:t>
            </a:r>
          </a:p>
          <a:p>
            <a:pPr lvl="1" eaLnBrk="1" hangingPunct="1">
              <a:spcBef>
                <a:spcPct val="0"/>
              </a:spcBef>
              <a:buClrTx/>
              <a:buSzTx/>
              <a:buFontTx/>
              <a:buNone/>
            </a:pPr>
            <a:r>
              <a:rPr lang="en-US" altLang="en-US" sz="1800">
                <a:solidFill>
                  <a:schemeClr val="tx1"/>
                </a:solidFill>
                <a:sym typeface="Wingdings" panose="05000000000000000000" pitchFamily="2" charset="2"/>
              </a:rPr>
              <a:t>B  C</a:t>
            </a:r>
          </a:p>
          <a:p>
            <a:pPr lvl="1" eaLnBrk="1" hangingPunct="1">
              <a:spcBef>
                <a:spcPct val="0"/>
              </a:spcBef>
              <a:buClrTx/>
              <a:buSzTx/>
              <a:buFontTx/>
              <a:buNone/>
            </a:pPr>
            <a:r>
              <a:rPr lang="en-US" altLang="en-US" sz="1800">
                <a:solidFill>
                  <a:schemeClr val="tx1"/>
                </a:solidFill>
                <a:sym typeface="Wingdings" panose="05000000000000000000" pitchFamily="2" charset="2"/>
              </a:rPr>
              <a:t>A  B</a:t>
            </a:r>
          </a:p>
          <a:p>
            <a:pPr lvl="1" eaLnBrk="1" hangingPunct="1">
              <a:spcBef>
                <a:spcPct val="0"/>
              </a:spcBef>
              <a:buClrTx/>
              <a:buSzTx/>
              <a:buFontTx/>
              <a:buNone/>
            </a:pPr>
            <a:r>
              <a:rPr lang="en-US" altLang="en-US" sz="1800">
                <a:solidFill>
                  <a:schemeClr val="tx1"/>
                </a:solidFill>
                <a:sym typeface="Wingdings" panose="05000000000000000000" pitchFamily="2" charset="2"/>
              </a:rPr>
              <a:t>AB  C</a:t>
            </a:r>
          </a:p>
          <a:p>
            <a:pPr lvl="1" eaLnBrk="1" hangingPunct="1">
              <a:spcBef>
                <a:spcPct val="0"/>
              </a:spcBef>
              <a:buClrTx/>
              <a:buSzTx/>
              <a:buFontTx/>
              <a:buNone/>
            </a:pPr>
            <a:r>
              <a:rPr lang="en-US" altLang="en-US" sz="1800">
                <a:solidFill>
                  <a:schemeClr val="tx1"/>
                </a:solidFill>
                <a:sym typeface="Wingdings" panose="05000000000000000000" pitchFamily="2" charset="2"/>
              </a:rPr>
              <a:t>AC  D</a:t>
            </a:r>
            <a:endParaRPr lang="en-US" altLang="en-US" sz="1800">
              <a:solidFill>
                <a:schemeClr val="tx1"/>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noChangeArrowheads="1"/>
          </p:cNvSpPr>
          <p:nvPr>
            <p:ph type="title"/>
          </p:nvPr>
        </p:nvSpPr>
        <p:spPr/>
        <p:txBody>
          <a:bodyPr/>
          <a:lstStyle/>
          <a:p>
            <a:pPr eaLnBrk="1" hangingPunct="1"/>
            <a:r>
              <a:rPr lang="en-US" altLang="en-US" smtClean="0"/>
              <a:t>Example (continued)</a:t>
            </a:r>
          </a:p>
        </p:txBody>
      </p:sp>
      <p:sp>
        <p:nvSpPr>
          <p:cNvPr id="3" name="Content Placeholder 2">
            <a:extLst>
              <a:ext uri="{FF2B5EF4-FFF2-40B4-BE49-F238E27FC236}">
                <a16:creationId xmlns:a16="http://schemas.microsoft.com/office/drawing/2014/main" id="{3B7F1489-9940-154B-8BFF-DBAB4B43811F}"/>
              </a:ext>
            </a:extLst>
          </p:cNvPr>
          <p:cNvSpPr>
            <a:spLocks noGrp="1"/>
          </p:cNvSpPr>
          <p:nvPr>
            <p:ph idx="1"/>
          </p:nvPr>
        </p:nvSpPr>
        <p:spPr/>
        <p:txBody>
          <a:bodyPr/>
          <a:lstStyle/>
          <a:p>
            <a:pPr marL="857250" lvl="1" indent="-457200" eaLnBrk="1" hangingPunct="1">
              <a:buFont typeface="+mj-lt"/>
              <a:buAutoNum type="arabicPeriod" startAt="4"/>
              <a:defRPr/>
            </a:pPr>
            <a:r>
              <a:rPr lang="en-US" sz="2200" dirty="0">
                <a:solidFill>
                  <a:schemeClr val="tx2"/>
                </a:solidFill>
                <a:sym typeface="Wingdings" pitchFamily="2" charset="2"/>
              </a:rPr>
              <a:t>the FD A  C is implied by the FD’s </a:t>
            </a:r>
          </a:p>
          <a:p>
            <a:pPr marL="400050" lvl="1" indent="0" eaLnBrk="1" hangingPunct="1">
              <a:buFont typeface="Wingdings" panose="05000000000000000000" pitchFamily="2" charset="2"/>
              <a:buNone/>
              <a:defRPr/>
            </a:pPr>
            <a:r>
              <a:rPr lang="en-US" sz="2200" dirty="0">
                <a:sym typeface="Wingdings" pitchFamily="2" charset="2"/>
              </a:rPr>
              <a:t>A  B and B  C, so it can also be eliminated. We are left with:</a:t>
            </a:r>
          </a:p>
          <a:p>
            <a:pPr marL="400050" lvl="1" indent="0" eaLnBrk="1" hangingPunct="1">
              <a:buFont typeface="Wingdings" panose="05000000000000000000" pitchFamily="2" charset="2"/>
              <a:buNone/>
              <a:defRPr/>
            </a:pPr>
            <a:endParaRPr lang="en-US" sz="2200" dirty="0">
              <a:sym typeface="Wingdings" pitchFamily="2" charset="2"/>
            </a:endParaRPr>
          </a:p>
          <a:p>
            <a:pPr marL="400050" lvl="1" indent="0" eaLnBrk="1" hangingPunct="1">
              <a:buFont typeface="Wingdings" panose="05000000000000000000" pitchFamily="2" charset="2"/>
              <a:buNone/>
              <a:defRPr/>
            </a:pPr>
            <a:endParaRPr lang="en-US" sz="2200" dirty="0">
              <a:sym typeface="Wingdings" pitchFamily="2" charset="2"/>
            </a:endParaRPr>
          </a:p>
          <a:p>
            <a:pPr marL="400050" lvl="1" indent="0" eaLnBrk="1" hangingPunct="1">
              <a:buFont typeface="Wingdings" panose="05000000000000000000" pitchFamily="2" charset="2"/>
              <a:buNone/>
              <a:defRPr/>
            </a:pPr>
            <a:endParaRPr lang="en-US" sz="2200" dirty="0">
              <a:sym typeface="Wingdings" pitchFamily="2" charset="2"/>
            </a:endParaRPr>
          </a:p>
          <a:p>
            <a:pPr marL="400050" lvl="1" indent="0" eaLnBrk="1" hangingPunct="1">
              <a:buFont typeface="Wingdings" panose="05000000000000000000" pitchFamily="2" charset="2"/>
              <a:buNone/>
              <a:defRPr/>
            </a:pPr>
            <a:endParaRPr lang="en-US" sz="2200" dirty="0">
              <a:sym typeface="Wingdings" pitchFamily="2" charset="2"/>
            </a:endParaRPr>
          </a:p>
          <a:p>
            <a:pPr marL="400050" lvl="1" indent="0" eaLnBrk="1" hangingPunct="1">
              <a:buFont typeface="Wingdings" panose="05000000000000000000" pitchFamily="2" charset="2"/>
              <a:buNone/>
              <a:defRPr/>
            </a:pPr>
            <a:endParaRPr lang="en-US" sz="2200" dirty="0">
              <a:sym typeface="Wingdings" pitchFamily="2" charset="2"/>
            </a:endParaRPr>
          </a:p>
          <a:p>
            <a:pPr eaLnBrk="1" hangingPunct="1">
              <a:buFont typeface="Wingdings" panose="05000000000000000000" pitchFamily="2" charset="2"/>
              <a:buNone/>
              <a:defRPr/>
            </a:pPr>
            <a:r>
              <a:rPr lang="en-US" dirty="0"/>
              <a:t>Finally</a:t>
            </a:r>
          </a:p>
          <a:p>
            <a:pPr lvl="1" eaLnBrk="1" hangingPunct="1">
              <a:buFont typeface="Wingdings" panose="05000000000000000000" pitchFamily="2" charset="2"/>
              <a:buNone/>
              <a:defRPr/>
            </a:pPr>
            <a:r>
              <a:rPr lang="en-US" sz="2000" dirty="0"/>
              <a:t>A </a:t>
            </a:r>
            <a:r>
              <a:rPr lang="en-US" sz="2000" dirty="0">
                <a:sym typeface="Wingdings" pitchFamily="2" charset="2"/>
              </a:rPr>
              <a:t> B</a:t>
            </a:r>
          </a:p>
          <a:p>
            <a:pPr lvl="1" eaLnBrk="1" hangingPunct="1">
              <a:buFont typeface="Wingdings" panose="05000000000000000000" pitchFamily="2" charset="2"/>
              <a:buNone/>
              <a:defRPr/>
            </a:pPr>
            <a:r>
              <a:rPr lang="en-US" sz="2000" dirty="0">
                <a:sym typeface="Wingdings" pitchFamily="2" charset="2"/>
              </a:rPr>
              <a:t>B  C</a:t>
            </a:r>
          </a:p>
          <a:p>
            <a:pPr lvl="1" eaLnBrk="1" hangingPunct="1">
              <a:buFont typeface="Wingdings" panose="05000000000000000000" pitchFamily="2" charset="2"/>
              <a:buNone/>
              <a:defRPr/>
            </a:pPr>
            <a:r>
              <a:rPr lang="en-US" sz="2000" dirty="0">
                <a:sym typeface="Wingdings" pitchFamily="2" charset="2"/>
              </a:rPr>
              <a:t>A  D</a:t>
            </a:r>
          </a:p>
          <a:p>
            <a:pPr eaLnBrk="1" hangingPunct="1">
              <a:buFont typeface="Wingdings" panose="05000000000000000000" pitchFamily="2" charset="2"/>
              <a:buNone/>
              <a:defRPr/>
            </a:pPr>
            <a:endParaRPr lang="en-US" dirty="0">
              <a:sym typeface="Wingdings" pitchFamily="2" charset="2"/>
            </a:endParaRPr>
          </a:p>
          <a:p>
            <a:pPr marL="400050" lvl="1" indent="0" eaLnBrk="1" hangingPunct="1">
              <a:buFont typeface="Wingdings" panose="05000000000000000000" pitchFamily="2" charset="2"/>
              <a:buNone/>
              <a:defRPr/>
            </a:pPr>
            <a:endParaRPr lang="en-US" sz="2200" dirty="0"/>
          </a:p>
          <a:p>
            <a:pPr eaLnBrk="1" hangingPunct="1">
              <a:defRPr/>
            </a:pPr>
            <a:endParaRPr lang="en-US" dirty="0"/>
          </a:p>
        </p:txBody>
      </p:sp>
      <p:sp>
        <p:nvSpPr>
          <p:cNvPr id="5530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661A2488-D1B3-4FDE-B082-118A50186172}" type="slidenum">
              <a:rPr lang="en-US" altLang="en-US" sz="1400" smtClean="0">
                <a:solidFill>
                  <a:srgbClr val="990033"/>
                </a:solidFill>
              </a:rPr>
              <a:pPr>
                <a:spcBef>
                  <a:spcPct val="0"/>
                </a:spcBef>
                <a:buClrTx/>
                <a:buSzTx/>
                <a:buFontTx/>
                <a:buNone/>
              </a:pPr>
              <a:t>34</a:t>
            </a:fld>
            <a:endParaRPr lang="en-CA" altLang="en-US" sz="1400" smtClean="0">
              <a:solidFill>
                <a:srgbClr val="990033"/>
              </a:solidFill>
            </a:endParaRPr>
          </a:p>
        </p:txBody>
      </p:sp>
      <p:sp>
        <p:nvSpPr>
          <p:cNvPr id="55301" name="Rectangle 4"/>
          <p:cNvSpPr>
            <a:spLocks noChangeArrowheads="1"/>
          </p:cNvSpPr>
          <p:nvPr/>
        </p:nvSpPr>
        <p:spPr bwMode="auto">
          <a:xfrm>
            <a:off x="2100263" y="2492375"/>
            <a:ext cx="45720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2200">
                <a:solidFill>
                  <a:schemeClr val="tx1"/>
                </a:solidFill>
              </a:rPr>
              <a:t>A </a:t>
            </a:r>
            <a:r>
              <a:rPr lang="en-US" altLang="en-US" sz="2200">
                <a:solidFill>
                  <a:schemeClr val="tx1"/>
                </a:solidFill>
                <a:sym typeface="Wingdings" panose="05000000000000000000" pitchFamily="2" charset="2"/>
              </a:rPr>
              <a:t> B</a:t>
            </a:r>
          </a:p>
          <a:p>
            <a:pPr eaLnBrk="1" hangingPunct="1">
              <a:spcBef>
                <a:spcPct val="0"/>
              </a:spcBef>
              <a:buClrTx/>
              <a:buSzTx/>
              <a:buFontTx/>
              <a:buNone/>
            </a:pPr>
            <a:r>
              <a:rPr lang="en-US" altLang="en-US" sz="2200">
                <a:solidFill>
                  <a:schemeClr val="tx1"/>
                </a:solidFill>
                <a:sym typeface="Wingdings" panose="05000000000000000000" pitchFamily="2" charset="2"/>
              </a:rPr>
              <a:t>A  C</a:t>
            </a:r>
          </a:p>
          <a:p>
            <a:pPr eaLnBrk="1" hangingPunct="1">
              <a:spcBef>
                <a:spcPct val="0"/>
              </a:spcBef>
              <a:buClrTx/>
              <a:buSzTx/>
              <a:buFontTx/>
              <a:buNone/>
            </a:pPr>
            <a:r>
              <a:rPr lang="en-US" altLang="en-US" sz="2200">
                <a:solidFill>
                  <a:schemeClr val="tx1"/>
                </a:solidFill>
                <a:sym typeface="Wingdings" panose="05000000000000000000" pitchFamily="2" charset="2"/>
              </a:rPr>
              <a:t>B  C</a:t>
            </a:r>
          </a:p>
          <a:p>
            <a:pPr eaLnBrk="1" hangingPunct="1">
              <a:spcBef>
                <a:spcPct val="0"/>
              </a:spcBef>
              <a:buClrTx/>
              <a:buSzTx/>
              <a:buFontTx/>
              <a:buNone/>
            </a:pPr>
            <a:r>
              <a:rPr lang="en-US" altLang="en-US" sz="2200">
                <a:solidFill>
                  <a:schemeClr val="tx1"/>
                </a:solidFill>
                <a:sym typeface="Wingdings" panose="05000000000000000000" pitchFamily="2" charset="2"/>
              </a:rPr>
              <a:t>A  B</a:t>
            </a:r>
          </a:p>
          <a:p>
            <a:pPr eaLnBrk="1" hangingPunct="1">
              <a:spcBef>
                <a:spcPct val="0"/>
              </a:spcBef>
              <a:buClrTx/>
              <a:buSzTx/>
              <a:buFontTx/>
              <a:buNone/>
            </a:pPr>
            <a:r>
              <a:rPr lang="en-US" altLang="en-US" sz="2200">
                <a:solidFill>
                  <a:schemeClr val="tx1"/>
                </a:solidFill>
                <a:sym typeface="Wingdings" panose="05000000000000000000" pitchFamily="2" charset="2"/>
              </a:rPr>
              <a:t>AB  C</a:t>
            </a:r>
          </a:p>
          <a:p>
            <a:pPr eaLnBrk="1" hangingPunct="1">
              <a:spcBef>
                <a:spcPct val="0"/>
              </a:spcBef>
              <a:buClrTx/>
              <a:buSzTx/>
              <a:buFontTx/>
              <a:buNone/>
            </a:pPr>
            <a:r>
              <a:rPr lang="en-US" altLang="en-US" sz="2200">
                <a:solidFill>
                  <a:schemeClr val="tx1"/>
                </a:solidFill>
                <a:sym typeface="Wingdings" panose="05000000000000000000" pitchFamily="2" charset="2"/>
              </a:rPr>
              <a:t>AC  D</a:t>
            </a:r>
            <a:endParaRPr lang="en-US" altLang="en-US" sz="2200">
              <a:solidFill>
                <a:schemeClr val="tx1"/>
              </a:solidFill>
            </a:endParaRPr>
          </a:p>
        </p:txBody>
      </p:sp>
      <p:sp>
        <p:nvSpPr>
          <p:cNvPr id="89093" name="Rectangle 5"/>
          <p:cNvSpPr>
            <a:spLocks noChangeArrowheads="1"/>
          </p:cNvSpPr>
          <p:nvPr/>
        </p:nvSpPr>
        <p:spPr bwMode="auto">
          <a:xfrm>
            <a:off x="2125663" y="5594350"/>
            <a:ext cx="3162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2400">
                <a:solidFill>
                  <a:schemeClr val="tx1"/>
                </a:solidFill>
                <a:sym typeface="Wingdings" panose="05000000000000000000" pitchFamily="2" charset="2"/>
              </a:rPr>
              <a:t>This set is irreducible.</a:t>
            </a:r>
          </a:p>
        </p:txBody>
      </p:sp>
      <p:sp>
        <p:nvSpPr>
          <p:cNvPr id="55303" name="Rectangle 6"/>
          <p:cNvSpPr>
            <a:spLocks noChangeArrowheads="1"/>
          </p:cNvSpPr>
          <p:nvPr/>
        </p:nvSpPr>
        <p:spPr bwMode="auto">
          <a:xfrm>
            <a:off x="7308850" y="2420938"/>
            <a:ext cx="1793875"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lvl="1" eaLnBrk="1" hangingPunct="1">
              <a:spcBef>
                <a:spcPct val="0"/>
              </a:spcBef>
              <a:buClrTx/>
              <a:buSzTx/>
              <a:buFontTx/>
              <a:buNone/>
            </a:pPr>
            <a:r>
              <a:rPr lang="en-US" altLang="en-US" sz="1800">
                <a:solidFill>
                  <a:schemeClr val="tx1"/>
                </a:solidFill>
              </a:rPr>
              <a:t>A </a:t>
            </a:r>
            <a:r>
              <a:rPr lang="en-US" altLang="en-US" sz="1800">
                <a:solidFill>
                  <a:schemeClr val="tx1"/>
                </a:solidFill>
                <a:sym typeface="Wingdings" panose="05000000000000000000" pitchFamily="2" charset="2"/>
              </a:rPr>
              <a:t> B</a:t>
            </a:r>
          </a:p>
          <a:p>
            <a:pPr lvl="1" eaLnBrk="1" hangingPunct="1">
              <a:spcBef>
                <a:spcPct val="0"/>
              </a:spcBef>
              <a:buClrTx/>
              <a:buSzTx/>
              <a:buFontTx/>
              <a:buNone/>
            </a:pPr>
            <a:r>
              <a:rPr lang="en-US" altLang="en-US" sz="1800">
                <a:solidFill>
                  <a:schemeClr val="tx1"/>
                </a:solidFill>
                <a:sym typeface="Wingdings" panose="05000000000000000000" pitchFamily="2" charset="2"/>
              </a:rPr>
              <a:t>A  C</a:t>
            </a:r>
          </a:p>
          <a:p>
            <a:pPr lvl="1" eaLnBrk="1" hangingPunct="1">
              <a:spcBef>
                <a:spcPct val="0"/>
              </a:spcBef>
              <a:buClrTx/>
              <a:buSzTx/>
              <a:buFontTx/>
              <a:buNone/>
            </a:pPr>
            <a:r>
              <a:rPr lang="en-US" altLang="en-US" sz="1800">
                <a:solidFill>
                  <a:schemeClr val="tx1"/>
                </a:solidFill>
                <a:sym typeface="Wingdings" panose="05000000000000000000" pitchFamily="2" charset="2"/>
              </a:rPr>
              <a:t>B  C</a:t>
            </a:r>
          </a:p>
          <a:p>
            <a:pPr lvl="1" eaLnBrk="1" hangingPunct="1">
              <a:spcBef>
                <a:spcPct val="0"/>
              </a:spcBef>
              <a:buClrTx/>
              <a:buSzTx/>
              <a:buFontTx/>
              <a:buNone/>
            </a:pPr>
            <a:r>
              <a:rPr lang="en-US" altLang="en-US" sz="1800">
                <a:solidFill>
                  <a:schemeClr val="tx1"/>
                </a:solidFill>
                <a:sym typeface="Wingdings" panose="05000000000000000000" pitchFamily="2" charset="2"/>
              </a:rPr>
              <a:t>A  B</a:t>
            </a:r>
          </a:p>
          <a:p>
            <a:pPr lvl="1" eaLnBrk="1" hangingPunct="1">
              <a:spcBef>
                <a:spcPct val="0"/>
              </a:spcBef>
              <a:buClrTx/>
              <a:buSzTx/>
              <a:buFontTx/>
              <a:buNone/>
            </a:pPr>
            <a:r>
              <a:rPr lang="en-US" altLang="en-US" sz="1800">
                <a:solidFill>
                  <a:schemeClr val="tx1"/>
                </a:solidFill>
                <a:sym typeface="Wingdings" panose="05000000000000000000" pitchFamily="2" charset="2"/>
              </a:rPr>
              <a:t>AB  C</a:t>
            </a:r>
          </a:p>
          <a:p>
            <a:pPr lvl="1" eaLnBrk="1" hangingPunct="1">
              <a:spcBef>
                <a:spcPct val="0"/>
              </a:spcBef>
              <a:buClrTx/>
              <a:buSzTx/>
              <a:buFontTx/>
              <a:buNone/>
            </a:pPr>
            <a:r>
              <a:rPr lang="en-US" altLang="en-US" sz="1800">
                <a:solidFill>
                  <a:schemeClr val="tx1"/>
                </a:solidFill>
                <a:sym typeface="Wingdings" panose="05000000000000000000" pitchFamily="2" charset="2"/>
              </a:rPr>
              <a:t>AC  D</a:t>
            </a:r>
            <a:endParaRPr lang="en-US" altLang="en-US" sz="1800">
              <a:solidFill>
                <a:schemeClr val="tx1"/>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90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altLang="en-US" smtClean="0"/>
              <a:t>Reference</a:t>
            </a:r>
          </a:p>
        </p:txBody>
      </p:sp>
      <p:sp>
        <p:nvSpPr>
          <p:cNvPr id="56323" name="Content Placeholder 2"/>
          <p:cNvSpPr>
            <a:spLocks noGrp="1"/>
          </p:cNvSpPr>
          <p:nvPr>
            <p:ph idx="1"/>
          </p:nvPr>
        </p:nvSpPr>
        <p:spPr/>
        <p:txBody>
          <a:bodyPr/>
          <a:lstStyle/>
          <a:p>
            <a:r>
              <a:rPr lang="en-US" altLang="en-US" b="1" smtClean="0"/>
              <a:t>Chapter # 15</a:t>
            </a:r>
          </a:p>
          <a:p>
            <a:r>
              <a:rPr lang="en-US" altLang="en-US" b="1" smtClean="0"/>
              <a:t>Fundamentals of database systems</a:t>
            </a:r>
          </a:p>
          <a:p>
            <a:r>
              <a:rPr lang="en-US" altLang="en-US" b="1" smtClean="0"/>
              <a:t>7</a:t>
            </a:r>
            <a:r>
              <a:rPr lang="en-US" altLang="en-US" b="1" baseline="30000" smtClean="0"/>
              <a:t>th</a:t>
            </a:r>
            <a:r>
              <a:rPr lang="en-US" altLang="en-US" b="1" smtClean="0"/>
              <a:t> Edition</a:t>
            </a:r>
          </a:p>
          <a:p>
            <a:endParaRPr lang="en-US" altLang="en-US" smtClean="0"/>
          </a:p>
        </p:txBody>
      </p:sp>
      <p:sp>
        <p:nvSpPr>
          <p:cNvPr id="5632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10- </a:t>
            </a:r>
            <a:fld id="{6F7407D4-3775-4F02-94E9-19CD159930A0}" type="slidenum">
              <a:rPr lang="en-US" altLang="en-US" sz="1400" smtClean="0">
                <a:solidFill>
                  <a:srgbClr val="990033"/>
                </a:solidFill>
              </a:rPr>
              <a:pPr>
                <a:spcBef>
                  <a:spcPct val="0"/>
                </a:spcBef>
                <a:buClrTx/>
                <a:buSzTx/>
                <a:buFontTx/>
                <a:buNone/>
              </a:pPr>
              <a:t>35</a:t>
            </a:fld>
            <a:endParaRPr lang="en-CA" altLang="en-US" sz="1400" smtClean="0">
              <a:solidFill>
                <a:srgbClr val="990033"/>
              </a:solidFill>
            </a:endParaRPr>
          </a:p>
        </p:txBody>
      </p:sp>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altLang="en-US" sz="2400" b="0" i="1"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altLang="en-US" sz="2400" b="0" i="1"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2883</TotalTime>
  <Words>1728</Words>
  <Application>Microsoft Office PowerPoint</Application>
  <PresentationFormat>Letter Paper (8.5x11 in)</PresentationFormat>
  <Paragraphs>331</Paragraphs>
  <Slides>35</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Wingdings</vt:lpstr>
      <vt:lpstr>Tahoma</vt:lpstr>
      <vt:lpstr>Times New Roman</vt:lpstr>
      <vt:lpstr>BostonII</vt:lpstr>
      <vt:lpstr>Blends</vt:lpstr>
      <vt:lpstr>PowerPoint Presentation</vt:lpstr>
      <vt:lpstr>Chapter 15</vt:lpstr>
      <vt:lpstr>Chapter Outline</vt:lpstr>
      <vt:lpstr>2.1  Functional Dependencies (1) </vt:lpstr>
      <vt:lpstr>Functional Dependencies (2)</vt:lpstr>
      <vt:lpstr>Examples of FD constraints (1) </vt:lpstr>
      <vt:lpstr>Examples of FD constraints (2)</vt:lpstr>
      <vt:lpstr>2.2 Inference Rules for FDs (1) </vt:lpstr>
      <vt:lpstr>Inference Rules for FDs </vt:lpstr>
      <vt:lpstr>Inference Rules for FDs </vt:lpstr>
      <vt:lpstr>Inference Rules for FDs (2)</vt:lpstr>
      <vt:lpstr>Inference Rules for FDs (3)</vt:lpstr>
      <vt:lpstr>Example</vt:lpstr>
      <vt:lpstr>Example (Cont..)</vt:lpstr>
      <vt:lpstr>Example (Cont..)</vt:lpstr>
      <vt:lpstr>Functional Dependency: Exercise</vt:lpstr>
      <vt:lpstr>Functional Dependency: Exercise</vt:lpstr>
      <vt:lpstr>Solution</vt:lpstr>
      <vt:lpstr>2.3 Equivalence of Sets of FDs </vt:lpstr>
      <vt:lpstr>2.4 Minimal Sets of FDs (1)</vt:lpstr>
      <vt:lpstr>Minimal Sets of FDs (2)</vt:lpstr>
      <vt:lpstr>An Easy Way to Compute Minimal Set</vt:lpstr>
      <vt:lpstr>Finding Extraneous Attributes: Example (1/8)</vt:lpstr>
      <vt:lpstr>Finding Extraneous Attributes: Example (2/8)</vt:lpstr>
      <vt:lpstr>Finding Extraneous Attributes: Example (3/8)</vt:lpstr>
      <vt:lpstr>Finding Extraneous Attributes: Example (4/8)</vt:lpstr>
      <vt:lpstr>Finding Extraneous Attributes: Example (5/8)</vt:lpstr>
      <vt:lpstr>Finding Extraneous Attributes: Example (6/8)</vt:lpstr>
      <vt:lpstr>Finding Extraneous Attributes: Example (7/8)</vt:lpstr>
      <vt:lpstr>Finding Extraneous Attributes: Example (8/8)</vt:lpstr>
      <vt:lpstr>Another Example</vt:lpstr>
      <vt:lpstr>Example (continued)</vt:lpstr>
      <vt:lpstr>Example (continued)</vt:lpstr>
      <vt:lpstr>Example (continued)</vt:lpstr>
      <vt:lpstr>Reference</vt:lpstr>
    </vt:vector>
  </TitlesOfParts>
  <Manager/>
  <Company>Copyright © 2007 Ramez Elmasri and Shamkant B. Navathe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dc:title>
  <dc:subject>Functional Dependencies and Normalization for Relational Databases</dc:subject>
  <dc:creator>Elmasri/Navathe</dc:creator>
  <cp:keywords/>
  <dc:description/>
  <cp:lastModifiedBy>user1</cp:lastModifiedBy>
  <cp:revision>280</cp:revision>
  <cp:lastPrinted>2021-11-23T06:55:40Z</cp:lastPrinted>
  <dcterms:created xsi:type="dcterms:W3CDTF">2005-02-25T19:46:41Z</dcterms:created>
  <dcterms:modified xsi:type="dcterms:W3CDTF">2025-07-28T10:25:38Z</dcterms:modified>
  <cp:category/>
</cp:coreProperties>
</file>