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1"/>
  </p:sldMasterIdLst>
  <p:notesMasterIdLst>
    <p:notesMasterId r:id="rId107"/>
  </p:notesMasterIdLst>
  <p:handoutMasterIdLst>
    <p:handoutMasterId r:id="rId108"/>
  </p:handoutMasterIdLst>
  <p:sldIdLst>
    <p:sldId id="282" r:id="rId2"/>
    <p:sldId id="324" r:id="rId3"/>
    <p:sldId id="325" r:id="rId4"/>
    <p:sldId id="363" r:id="rId5"/>
    <p:sldId id="373" r:id="rId6"/>
    <p:sldId id="422" r:id="rId7"/>
    <p:sldId id="326" r:id="rId8"/>
    <p:sldId id="327" r:id="rId9"/>
    <p:sldId id="328" r:id="rId10"/>
    <p:sldId id="329" r:id="rId11"/>
    <p:sldId id="330" r:id="rId12"/>
    <p:sldId id="364" r:id="rId13"/>
    <p:sldId id="331" r:id="rId14"/>
    <p:sldId id="362" r:id="rId15"/>
    <p:sldId id="375" r:id="rId16"/>
    <p:sldId id="376" r:id="rId17"/>
    <p:sldId id="388" r:id="rId18"/>
    <p:sldId id="417" r:id="rId19"/>
    <p:sldId id="418" r:id="rId20"/>
    <p:sldId id="419" r:id="rId21"/>
    <p:sldId id="420" r:id="rId22"/>
    <p:sldId id="421" r:id="rId23"/>
    <p:sldId id="390" r:id="rId24"/>
    <p:sldId id="391" r:id="rId25"/>
    <p:sldId id="392" r:id="rId26"/>
    <p:sldId id="393" r:id="rId27"/>
    <p:sldId id="394" r:id="rId28"/>
    <p:sldId id="389" r:id="rId29"/>
    <p:sldId id="377" r:id="rId30"/>
    <p:sldId id="423" r:id="rId31"/>
    <p:sldId id="378" r:id="rId32"/>
    <p:sldId id="379" r:id="rId33"/>
    <p:sldId id="380" r:id="rId34"/>
    <p:sldId id="424" r:id="rId35"/>
    <p:sldId id="426" r:id="rId36"/>
    <p:sldId id="427" r:id="rId37"/>
    <p:sldId id="428" r:id="rId38"/>
    <p:sldId id="429" r:id="rId39"/>
    <p:sldId id="430" r:id="rId40"/>
    <p:sldId id="431" r:id="rId41"/>
    <p:sldId id="432" r:id="rId42"/>
    <p:sldId id="397" r:id="rId43"/>
    <p:sldId id="406" r:id="rId44"/>
    <p:sldId id="407" r:id="rId45"/>
    <p:sldId id="408" r:id="rId46"/>
    <p:sldId id="409" r:id="rId47"/>
    <p:sldId id="410" r:id="rId48"/>
    <p:sldId id="411" r:id="rId49"/>
    <p:sldId id="412" r:id="rId50"/>
    <p:sldId id="413" r:id="rId51"/>
    <p:sldId id="414" r:id="rId52"/>
    <p:sldId id="415" r:id="rId53"/>
    <p:sldId id="395" r:id="rId54"/>
    <p:sldId id="416" r:id="rId55"/>
    <p:sldId id="399" r:id="rId56"/>
    <p:sldId id="400" r:id="rId57"/>
    <p:sldId id="339" r:id="rId58"/>
    <p:sldId id="401" r:id="rId59"/>
    <p:sldId id="341" r:id="rId60"/>
    <p:sldId id="402" r:id="rId61"/>
    <p:sldId id="403" r:id="rId62"/>
    <p:sldId id="404" r:id="rId63"/>
    <p:sldId id="405" r:id="rId64"/>
    <p:sldId id="398" r:id="rId65"/>
    <p:sldId id="433" r:id="rId66"/>
    <p:sldId id="434" r:id="rId67"/>
    <p:sldId id="435" r:id="rId68"/>
    <p:sldId id="436" r:id="rId69"/>
    <p:sldId id="437" r:id="rId70"/>
    <p:sldId id="438" r:id="rId71"/>
    <p:sldId id="439" r:id="rId72"/>
    <p:sldId id="440" r:id="rId73"/>
    <p:sldId id="441" r:id="rId74"/>
    <p:sldId id="442" r:id="rId75"/>
    <p:sldId id="443" r:id="rId76"/>
    <p:sldId id="444" r:id="rId77"/>
    <p:sldId id="445" r:id="rId78"/>
    <p:sldId id="446" r:id="rId79"/>
    <p:sldId id="425" r:id="rId80"/>
    <p:sldId id="447" r:id="rId81"/>
    <p:sldId id="448" r:id="rId82"/>
    <p:sldId id="449" r:id="rId83"/>
    <p:sldId id="450" r:id="rId84"/>
    <p:sldId id="451" r:id="rId85"/>
    <p:sldId id="469" r:id="rId86"/>
    <p:sldId id="452" r:id="rId87"/>
    <p:sldId id="453" r:id="rId88"/>
    <p:sldId id="454" r:id="rId89"/>
    <p:sldId id="455" r:id="rId90"/>
    <p:sldId id="456" r:id="rId91"/>
    <p:sldId id="457" r:id="rId92"/>
    <p:sldId id="458" r:id="rId93"/>
    <p:sldId id="459" r:id="rId94"/>
    <p:sldId id="460" r:id="rId95"/>
    <p:sldId id="461" r:id="rId96"/>
    <p:sldId id="462" r:id="rId97"/>
    <p:sldId id="463" r:id="rId98"/>
    <p:sldId id="464" r:id="rId99"/>
    <p:sldId id="465" r:id="rId100"/>
    <p:sldId id="468" r:id="rId101"/>
    <p:sldId id="386" r:id="rId102"/>
    <p:sldId id="355" r:id="rId103"/>
    <p:sldId id="357" r:id="rId104"/>
    <p:sldId id="360" r:id="rId105"/>
    <p:sldId id="361" r:id="rId106"/>
  </p:sldIdLst>
  <p:sldSz cx="9144000" cy="6858000" type="letter"/>
  <p:notesSz cx="6858000" cy="9144000"/>
  <p:defaultTextStyle>
    <a:defPPr>
      <a:defRPr lang="en-CA"/>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19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78836"/>
  </p:normalViewPr>
  <p:slideViewPr>
    <p:cSldViewPr snapToObjects="1">
      <p:cViewPr varScale="1">
        <p:scale>
          <a:sx n="75" d="100"/>
          <a:sy n="75" d="100"/>
        </p:scale>
        <p:origin x="2144" y="168"/>
      </p:cViewPr>
      <p:guideLst>
        <p:guide orient="horz" pos="19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Objects="1">
      <p:cViewPr>
        <p:scale>
          <a:sx n="100" d="100"/>
          <a:sy n="100" d="100"/>
        </p:scale>
        <p:origin x="-780" y="21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notesMaster" Target="notesMasters/notesMaster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presProps" Target="pres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84DF6D3C-6FC3-D542-936A-5452E5E8A497}"/>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Tahoma" panose="020B0604030504040204" pitchFamily="34" charset="0"/>
              </a:defRPr>
            </a:lvl1pPr>
          </a:lstStyle>
          <a:p>
            <a:pPr>
              <a:defRPr/>
            </a:pPr>
            <a:endParaRPr lang="en-CA" altLang="en-US"/>
          </a:p>
        </p:txBody>
      </p:sp>
      <p:sp>
        <p:nvSpPr>
          <p:cNvPr id="60419" name="Rectangle 3">
            <a:extLst>
              <a:ext uri="{FF2B5EF4-FFF2-40B4-BE49-F238E27FC236}">
                <a16:creationId xmlns:a16="http://schemas.microsoft.com/office/drawing/2014/main" id="{9ACA30D8-42C5-8C4E-A7AF-3B5E6EC4C26C}"/>
              </a:ext>
            </a:extLst>
          </p:cNvPr>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Tahoma" panose="020B0604030504040204" pitchFamily="34" charset="0"/>
              </a:defRPr>
            </a:lvl1pPr>
          </a:lstStyle>
          <a:p>
            <a:pPr>
              <a:defRPr/>
            </a:pPr>
            <a:endParaRPr lang="en-CA" altLang="en-US"/>
          </a:p>
        </p:txBody>
      </p:sp>
      <p:sp>
        <p:nvSpPr>
          <p:cNvPr id="60420" name="Rectangle 4">
            <a:extLst>
              <a:ext uri="{FF2B5EF4-FFF2-40B4-BE49-F238E27FC236}">
                <a16:creationId xmlns:a16="http://schemas.microsoft.com/office/drawing/2014/main" id="{522CF49E-9B62-7244-887A-3236C473945C}"/>
              </a:ext>
            </a:extLst>
          </p:cNvPr>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Tahoma" panose="020B0604030504040204" pitchFamily="34" charset="0"/>
              </a:defRPr>
            </a:lvl1pPr>
          </a:lstStyle>
          <a:p>
            <a:pPr>
              <a:defRPr/>
            </a:pPr>
            <a:endParaRPr lang="en-CA" altLang="en-US"/>
          </a:p>
        </p:txBody>
      </p:sp>
      <p:sp>
        <p:nvSpPr>
          <p:cNvPr id="60421" name="Rectangle 5">
            <a:extLst>
              <a:ext uri="{FF2B5EF4-FFF2-40B4-BE49-F238E27FC236}">
                <a16:creationId xmlns:a16="http://schemas.microsoft.com/office/drawing/2014/main" id="{738FEBAA-195A-7545-968C-2B2E32AE536E}"/>
              </a:ext>
            </a:extLst>
          </p:cNvPr>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Tahoma" panose="020B0604030504040204" pitchFamily="34" charset="0"/>
              </a:defRPr>
            </a:lvl1pPr>
          </a:lstStyle>
          <a:p>
            <a:pPr>
              <a:defRPr/>
            </a:pPr>
            <a:fld id="{A3570B46-6EC2-4C4A-B532-F2D65EC77677}" type="slidenum">
              <a:rPr lang="en-CA" altLang="en-US"/>
              <a:pPr>
                <a:defRPr/>
              </a:pPr>
              <a:t>‹#›</a:t>
            </a:fld>
            <a:endParaRPr lang="en-CA"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B109A3C1-ECA7-994B-8625-4B468F7D9103}"/>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Tahoma" panose="020B0604030504040204" pitchFamily="34" charset="0"/>
              </a:defRPr>
            </a:lvl1pPr>
          </a:lstStyle>
          <a:p>
            <a:pPr>
              <a:defRPr/>
            </a:pPr>
            <a:endParaRPr lang="en-CA" altLang="en-US"/>
          </a:p>
        </p:txBody>
      </p:sp>
      <p:sp>
        <p:nvSpPr>
          <p:cNvPr id="61443" name="Rectangle 3">
            <a:extLst>
              <a:ext uri="{FF2B5EF4-FFF2-40B4-BE49-F238E27FC236}">
                <a16:creationId xmlns:a16="http://schemas.microsoft.com/office/drawing/2014/main" id="{59160DEC-4CCD-D04A-B625-F0C12B61AB44}"/>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Tahoma" panose="020B0604030504040204" pitchFamily="34" charset="0"/>
              </a:defRPr>
            </a:lvl1pPr>
          </a:lstStyle>
          <a:p>
            <a:pPr>
              <a:defRPr/>
            </a:pPr>
            <a:endParaRPr lang="en-CA" altLang="en-US"/>
          </a:p>
        </p:txBody>
      </p:sp>
      <p:sp>
        <p:nvSpPr>
          <p:cNvPr id="13316" name="Rectangle 4"/>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1445" name="Rectangle 5">
            <a:extLst>
              <a:ext uri="{FF2B5EF4-FFF2-40B4-BE49-F238E27FC236}">
                <a16:creationId xmlns:a16="http://schemas.microsoft.com/office/drawing/2014/main" id="{85951865-2AEA-2C49-B239-7F4C5E8A2148}"/>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CA" altLang="en-US" noProof="0"/>
              <a:t>Click to edit Master text styles</a:t>
            </a:r>
          </a:p>
          <a:p>
            <a:pPr lvl="1"/>
            <a:r>
              <a:rPr lang="en-CA" altLang="en-US" noProof="0"/>
              <a:t>Second level</a:t>
            </a:r>
          </a:p>
          <a:p>
            <a:pPr lvl="2"/>
            <a:r>
              <a:rPr lang="en-CA" altLang="en-US" noProof="0"/>
              <a:t>Third level</a:t>
            </a:r>
          </a:p>
          <a:p>
            <a:pPr lvl="3"/>
            <a:r>
              <a:rPr lang="en-CA" altLang="en-US" noProof="0"/>
              <a:t>Fourth level</a:t>
            </a:r>
          </a:p>
          <a:p>
            <a:pPr lvl="4"/>
            <a:r>
              <a:rPr lang="en-CA" altLang="en-US" noProof="0"/>
              <a:t>Fifth level</a:t>
            </a:r>
          </a:p>
        </p:txBody>
      </p:sp>
      <p:sp>
        <p:nvSpPr>
          <p:cNvPr id="61446" name="Rectangle 6">
            <a:extLst>
              <a:ext uri="{FF2B5EF4-FFF2-40B4-BE49-F238E27FC236}">
                <a16:creationId xmlns:a16="http://schemas.microsoft.com/office/drawing/2014/main" id="{39F1761B-34BB-1B40-A7E4-8B9C89970A99}"/>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Tahoma" panose="020B0604030504040204" pitchFamily="34" charset="0"/>
              </a:defRPr>
            </a:lvl1pPr>
          </a:lstStyle>
          <a:p>
            <a:pPr>
              <a:defRPr/>
            </a:pPr>
            <a:endParaRPr lang="en-CA" altLang="en-US"/>
          </a:p>
        </p:txBody>
      </p:sp>
      <p:sp>
        <p:nvSpPr>
          <p:cNvPr id="61447" name="Rectangle 7">
            <a:extLst>
              <a:ext uri="{FF2B5EF4-FFF2-40B4-BE49-F238E27FC236}">
                <a16:creationId xmlns:a16="http://schemas.microsoft.com/office/drawing/2014/main" id="{1EC50265-7A68-6B49-88AA-029530BF0005}"/>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Tahoma" panose="020B0604030504040204" pitchFamily="34" charset="0"/>
              </a:defRPr>
            </a:lvl1pPr>
          </a:lstStyle>
          <a:p>
            <a:pPr>
              <a:defRPr/>
            </a:pPr>
            <a:fld id="{5CF66B70-58C9-4ED8-8EFD-D6BF16CC8932}" type="slidenum">
              <a:rPr lang="en-CA" altLang="en-US"/>
              <a:pPr>
                <a:defRPr/>
              </a:pPr>
              <a:t>‹#›</a:t>
            </a:fld>
            <a:endParaRPr lang="en-CA"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6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2D91FC2F-38C9-4A46-9F78-94D7F47BA795}" type="slidenum">
              <a:rPr lang="en-CA" altLang="en-US" sz="1200" smtClean="0">
                <a:latin typeface="Tahoma" panose="020B0604030504040204" pitchFamily="34" charset="0"/>
              </a:rPr>
              <a:pPr/>
              <a:t>1</a:t>
            </a:fld>
            <a:endParaRPr lang="en-CA" altLang="en-US" sz="1200" smtClean="0">
              <a:latin typeface="Tahoma" panose="020B0604030504040204" pitchFamily="34" charset="0"/>
            </a:endParaRPr>
          </a:p>
        </p:txBody>
      </p:sp>
      <p:sp>
        <p:nvSpPr>
          <p:cNvPr id="16386" name="Rectangle 2"/>
          <p:cNvSpPr>
            <a:spLocks noChangeArrowheads="1" noTextEdit="1"/>
          </p:cNvSpPr>
          <p:nvPr>
            <p:ph type="sldImg"/>
          </p:nvPr>
        </p:nvSpPr>
        <p:spPr>
          <a:ln/>
        </p:spPr>
      </p:sp>
      <p:sp>
        <p:nvSpPr>
          <p:cNvPr id="16387"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5B54AAF4-CE46-42B8-8AF3-C746ADC30AC9}" type="slidenum">
              <a:rPr lang="en-CA" altLang="en-US" sz="1200" smtClean="0">
                <a:latin typeface="Tahoma" panose="020B0604030504040204" pitchFamily="34" charset="0"/>
              </a:rPr>
              <a:pPr/>
              <a:t>2</a:t>
            </a:fld>
            <a:endParaRPr lang="en-CA" altLang="en-US" sz="1200" smtClean="0">
              <a:latin typeface="Tahoma" panose="020B0604030504040204" pitchFamily="34" charset="0"/>
            </a:endParaRPr>
          </a:p>
        </p:txBody>
      </p:sp>
      <p:sp>
        <p:nvSpPr>
          <p:cNvPr id="18434" name="Rectangle 2"/>
          <p:cNvSpPr>
            <a:spLocks noChangeArrowheads="1" noTextEdit="1"/>
          </p:cNvSpPr>
          <p:nvPr>
            <p:ph type="sldImg"/>
          </p:nvPr>
        </p:nvSpPr>
        <p:spPr>
          <a:ln/>
        </p:spPr>
      </p:sp>
      <p:sp>
        <p:nvSpPr>
          <p:cNvPr id="18435"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A564B708-6E8E-4B3A-A9A6-A97B06391E60}" type="slidenum">
              <a:rPr lang="en-CA" altLang="en-US" sz="1200" smtClean="0">
                <a:latin typeface="Tahoma" panose="020B0604030504040204" pitchFamily="34" charset="0"/>
              </a:rPr>
              <a:pPr/>
              <a:t>3</a:t>
            </a:fld>
            <a:endParaRPr lang="en-CA" altLang="en-US" sz="1200" smtClean="0">
              <a:latin typeface="Tahoma" panose="020B0604030504040204" pitchFamily="34" charset="0"/>
            </a:endParaRPr>
          </a:p>
        </p:txBody>
      </p:sp>
      <p:sp>
        <p:nvSpPr>
          <p:cNvPr id="20482" name="Rectangle 2"/>
          <p:cNvSpPr>
            <a:spLocks noChangeArrowheads="1" noTextEdit="1"/>
          </p:cNvSpPr>
          <p:nvPr>
            <p:ph type="sldImg"/>
          </p:nvPr>
        </p:nvSpPr>
        <p:spPr>
          <a:ln/>
        </p:spPr>
      </p:sp>
      <p:sp>
        <p:nvSpPr>
          <p:cNvPr id="20483"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F28C6068-8B00-47D2-A7C5-54060BB1C02F}" type="slidenum">
              <a:rPr lang="en-CA" altLang="en-US" sz="1200" smtClean="0">
                <a:latin typeface="Tahoma" panose="020B0604030504040204" pitchFamily="34" charset="0"/>
              </a:rPr>
              <a:pPr/>
              <a:t>7</a:t>
            </a:fld>
            <a:endParaRPr lang="en-CA" altLang="en-US" sz="1200" smtClean="0">
              <a:latin typeface="Tahoma" panose="020B0604030504040204" pitchFamily="34" charset="0"/>
            </a:endParaRPr>
          </a:p>
        </p:txBody>
      </p:sp>
      <p:sp>
        <p:nvSpPr>
          <p:cNvPr id="25602" name="Rectangle 2"/>
          <p:cNvSpPr>
            <a:spLocks noChangeArrowheads="1" noTextEdit="1"/>
          </p:cNvSpPr>
          <p:nvPr>
            <p:ph type="sldImg"/>
          </p:nvPr>
        </p:nvSpPr>
        <p:spPr>
          <a:ln/>
        </p:spPr>
      </p:sp>
      <p:sp>
        <p:nvSpPr>
          <p:cNvPr id="25603"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25254819-3579-4D7A-9459-A273AECF0730}" type="slidenum">
              <a:rPr lang="en-CA" altLang="en-US" sz="1200" smtClean="0">
                <a:latin typeface="Tahoma" panose="020B0604030504040204" pitchFamily="34" charset="0"/>
              </a:rPr>
              <a:pPr/>
              <a:t>8</a:t>
            </a:fld>
            <a:endParaRPr lang="en-CA" altLang="en-US" sz="1200" smtClean="0">
              <a:latin typeface="Tahoma" panose="020B0604030504040204" pitchFamily="34" charset="0"/>
            </a:endParaRPr>
          </a:p>
        </p:txBody>
      </p:sp>
      <p:sp>
        <p:nvSpPr>
          <p:cNvPr id="27650" name="Rectangle 2"/>
          <p:cNvSpPr>
            <a:spLocks noChangeArrowheads="1" noTextEdit="1"/>
          </p:cNvSpPr>
          <p:nvPr>
            <p:ph type="sldImg"/>
          </p:nvPr>
        </p:nvSpPr>
        <p:spPr>
          <a:ln/>
        </p:spPr>
      </p:sp>
      <p:sp>
        <p:nvSpPr>
          <p:cNvPr id="27651"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A8B0804C-5C57-4CCB-88B4-C6ACBDAA2969}" type="slidenum">
              <a:rPr lang="en-CA" altLang="en-US" sz="1200" smtClean="0">
                <a:latin typeface="Tahoma" panose="020B0604030504040204" pitchFamily="34" charset="0"/>
              </a:rPr>
              <a:pPr/>
              <a:t>9</a:t>
            </a:fld>
            <a:endParaRPr lang="en-CA" altLang="en-US" sz="1200" smtClean="0">
              <a:latin typeface="Tahoma" panose="020B0604030504040204" pitchFamily="34" charset="0"/>
            </a:endParaRPr>
          </a:p>
        </p:txBody>
      </p:sp>
      <p:sp>
        <p:nvSpPr>
          <p:cNvPr id="29698" name="Rectangle 2"/>
          <p:cNvSpPr>
            <a:spLocks noChangeArrowheads="1" noTextEdit="1"/>
          </p:cNvSpPr>
          <p:nvPr>
            <p:ph type="sldImg"/>
          </p:nvPr>
        </p:nvSpPr>
        <p:spPr>
          <a:ln/>
        </p:spPr>
      </p:sp>
      <p:sp>
        <p:nvSpPr>
          <p:cNvPr id="29699"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01251D74-198D-491C-BB80-6C41D8BF87AD}" type="slidenum">
              <a:rPr lang="en-CA" altLang="en-US" sz="1200" smtClean="0">
                <a:latin typeface="Tahoma" panose="020B0604030504040204" pitchFamily="34" charset="0"/>
              </a:rPr>
              <a:pPr/>
              <a:t>10</a:t>
            </a:fld>
            <a:endParaRPr lang="en-CA" altLang="en-US" sz="1200" smtClean="0">
              <a:latin typeface="Tahoma" panose="020B0604030504040204" pitchFamily="34" charset="0"/>
            </a:endParaRPr>
          </a:p>
        </p:txBody>
      </p:sp>
      <p:sp>
        <p:nvSpPr>
          <p:cNvPr id="31746" name="Rectangle 2"/>
          <p:cNvSpPr>
            <a:spLocks noChangeArrowheads="1" noTextEdit="1"/>
          </p:cNvSpPr>
          <p:nvPr>
            <p:ph type="sldImg"/>
          </p:nvPr>
        </p:nvSpPr>
        <p:spPr>
          <a:ln/>
        </p:spPr>
      </p:sp>
      <p:sp>
        <p:nvSpPr>
          <p:cNvPr id="31747"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C71CD057-3899-49C2-A289-1B8A31F64FFE}" type="slidenum">
              <a:rPr lang="en-CA" altLang="en-US" sz="1200" smtClean="0">
                <a:latin typeface="Tahoma" panose="020B0604030504040204" pitchFamily="34" charset="0"/>
              </a:rPr>
              <a:pPr/>
              <a:t>11</a:t>
            </a:fld>
            <a:endParaRPr lang="en-CA" altLang="en-US" sz="1200" smtClean="0">
              <a:latin typeface="Tahoma" panose="020B0604030504040204" pitchFamily="34" charset="0"/>
            </a:endParaRPr>
          </a:p>
        </p:txBody>
      </p:sp>
      <p:sp>
        <p:nvSpPr>
          <p:cNvPr id="33794" name="Rectangle 2"/>
          <p:cNvSpPr>
            <a:spLocks noChangeArrowheads="1" noTextEdit="1"/>
          </p:cNvSpPr>
          <p:nvPr>
            <p:ph type="sldImg"/>
          </p:nvPr>
        </p:nvSpPr>
        <p:spPr>
          <a:ln/>
        </p:spPr>
      </p:sp>
      <p:sp>
        <p:nvSpPr>
          <p:cNvPr id="33795"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6523574F-CF05-4A47-9248-1D46C0D0A463}" type="slidenum">
              <a:rPr lang="en-CA" altLang="en-US" sz="1200" smtClean="0">
                <a:latin typeface="Tahoma" panose="020B0604030504040204" pitchFamily="34" charset="0"/>
              </a:rPr>
              <a:pPr/>
              <a:t>13</a:t>
            </a:fld>
            <a:endParaRPr lang="en-CA" altLang="en-US" sz="1200" smtClean="0">
              <a:latin typeface="Tahoma" panose="020B0604030504040204" pitchFamily="34" charset="0"/>
            </a:endParaRPr>
          </a:p>
        </p:txBody>
      </p:sp>
      <p:sp>
        <p:nvSpPr>
          <p:cNvPr id="36866" name="Rectangle 2"/>
          <p:cNvSpPr>
            <a:spLocks noChangeArrowheads="1" noTextEdit="1"/>
          </p:cNvSpPr>
          <p:nvPr>
            <p:ph type="sldImg"/>
          </p:nvPr>
        </p:nvSpPr>
        <p:spPr>
          <a:ln/>
        </p:spPr>
      </p:sp>
      <p:sp>
        <p:nvSpPr>
          <p:cNvPr id="36867"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AEBAE254-9F6D-4277-9727-EBE3E5DAE812}" type="slidenum">
              <a:rPr lang="en-CA" altLang="en-US" sz="1200" smtClean="0">
                <a:latin typeface="Tahoma" panose="020B0604030504040204" pitchFamily="34" charset="0"/>
              </a:rPr>
              <a:pPr/>
              <a:t>14</a:t>
            </a:fld>
            <a:endParaRPr lang="en-CA" altLang="en-US" sz="1200" smtClean="0">
              <a:latin typeface="Tahoma" panose="020B0604030504040204" pitchFamily="34" charset="0"/>
            </a:endParaRPr>
          </a:p>
        </p:txBody>
      </p:sp>
      <p:sp>
        <p:nvSpPr>
          <p:cNvPr id="38914" name="Rectangle 1026"/>
          <p:cNvSpPr>
            <a:spLocks noChangeArrowheads="1" noTextEdit="1"/>
          </p:cNvSpPr>
          <p:nvPr>
            <p:ph type="sldImg"/>
          </p:nvPr>
        </p:nvSpPr>
        <p:spPr>
          <a:ln/>
        </p:spPr>
      </p:sp>
      <p:sp>
        <p:nvSpPr>
          <p:cNvPr id="38915" name="Rectangle 1027"/>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5F99145E-5F7F-4777-B7DB-3A0B30B110E4}" type="slidenum">
              <a:rPr lang="en-CA" altLang="en-US" sz="1200" smtClean="0">
                <a:latin typeface="Tahoma" panose="020B0604030504040204" pitchFamily="34" charset="0"/>
              </a:rPr>
              <a:pPr/>
              <a:t>23</a:t>
            </a:fld>
            <a:endParaRPr lang="en-CA" altLang="en-US" sz="1200" smtClean="0">
              <a:latin typeface="Tahoma" panose="020B0604030504040204" pitchFamily="34" charset="0"/>
            </a:endParaRPr>
          </a:p>
        </p:txBody>
      </p:sp>
      <p:sp>
        <p:nvSpPr>
          <p:cNvPr id="49154" name="Rectangle 2"/>
          <p:cNvSpPr>
            <a:spLocks noChangeArrowheads="1" noTextEdit="1"/>
          </p:cNvSpPr>
          <p:nvPr>
            <p:ph type="sldImg"/>
          </p:nvPr>
        </p:nvSpPr>
        <p:spPr>
          <a:ln/>
        </p:spPr>
      </p:sp>
      <p:sp>
        <p:nvSpPr>
          <p:cNvPr id="49155"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66B76ABE-F918-43E8-BDD5-07A3DF3DD6F4}" type="slidenum">
              <a:rPr lang="en-CA" altLang="en-US" sz="1200" smtClean="0">
                <a:latin typeface="Tahoma" panose="020B0604030504040204" pitchFamily="34" charset="0"/>
              </a:rPr>
              <a:pPr/>
              <a:t>24</a:t>
            </a:fld>
            <a:endParaRPr lang="en-CA" altLang="en-US" sz="1200" smtClean="0">
              <a:latin typeface="Tahoma" panose="020B0604030504040204" pitchFamily="34" charset="0"/>
            </a:endParaRPr>
          </a:p>
        </p:txBody>
      </p:sp>
      <p:sp>
        <p:nvSpPr>
          <p:cNvPr id="51202" name="Rectangle 2"/>
          <p:cNvSpPr>
            <a:spLocks noChangeArrowheads="1" noTextEdit="1"/>
          </p:cNvSpPr>
          <p:nvPr>
            <p:ph type="sldImg"/>
          </p:nvPr>
        </p:nvSpPr>
        <p:spPr>
          <a:ln/>
        </p:spPr>
      </p:sp>
      <p:sp>
        <p:nvSpPr>
          <p:cNvPr id="51203"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E1F7ED0B-301E-458F-9362-65CCF38D4195}" type="slidenum">
              <a:rPr lang="en-CA" altLang="en-US" sz="1200" smtClean="0">
                <a:latin typeface="Tahoma" panose="020B0604030504040204" pitchFamily="34" charset="0"/>
              </a:rPr>
              <a:pPr/>
              <a:t>25</a:t>
            </a:fld>
            <a:endParaRPr lang="en-CA" altLang="en-US" sz="1200" smtClean="0">
              <a:latin typeface="Tahoma" panose="020B0604030504040204" pitchFamily="34" charset="0"/>
            </a:endParaRPr>
          </a:p>
        </p:txBody>
      </p:sp>
      <p:sp>
        <p:nvSpPr>
          <p:cNvPr id="53250" name="Rectangle 2"/>
          <p:cNvSpPr>
            <a:spLocks noChangeArrowheads="1" noTextEdit="1"/>
          </p:cNvSpPr>
          <p:nvPr>
            <p:ph type="sldImg"/>
          </p:nvPr>
        </p:nvSpPr>
        <p:spPr>
          <a:ln/>
        </p:spPr>
      </p:sp>
      <p:sp>
        <p:nvSpPr>
          <p:cNvPr id="53251"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1275B3B8-764F-40D8-B9D7-BC863757960C}" type="slidenum">
              <a:rPr lang="en-CA" altLang="en-US" sz="1200" smtClean="0">
                <a:latin typeface="Tahoma" panose="020B0604030504040204" pitchFamily="34" charset="0"/>
              </a:rPr>
              <a:pPr/>
              <a:t>26</a:t>
            </a:fld>
            <a:endParaRPr lang="en-CA" altLang="en-US" sz="1200" smtClean="0">
              <a:latin typeface="Tahoma" panose="020B0604030504040204" pitchFamily="34" charset="0"/>
            </a:endParaRPr>
          </a:p>
        </p:txBody>
      </p:sp>
      <p:sp>
        <p:nvSpPr>
          <p:cNvPr id="55298" name="Rectangle 2"/>
          <p:cNvSpPr>
            <a:spLocks noChangeArrowheads="1" noTextEdit="1"/>
          </p:cNvSpPr>
          <p:nvPr>
            <p:ph type="sldImg"/>
          </p:nvPr>
        </p:nvSpPr>
        <p:spPr>
          <a:ln/>
        </p:spPr>
      </p:sp>
      <p:sp>
        <p:nvSpPr>
          <p:cNvPr id="55299"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78EA3625-B1FC-4112-A48B-414C37963CD1}" type="slidenum">
              <a:rPr lang="en-CA" altLang="en-US" sz="1200" smtClean="0">
                <a:latin typeface="Tahoma" panose="020B0604030504040204" pitchFamily="34" charset="0"/>
              </a:rPr>
              <a:pPr/>
              <a:t>27</a:t>
            </a:fld>
            <a:endParaRPr lang="en-CA" altLang="en-US" sz="1200" smtClean="0">
              <a:latin typeface="Tahoma" panose="020B0604030504040204" pitchFamily="34" charset="0"/>
            </a:endParaRPr>
          </a:p>
        </p:txBody>
      </p:sp>
      <p:sp>
        <p:nvSpPr>
          <p:cNvPr id="57346" name="Rectangle 2"/>
          <p:cNvSpPr>
            <a:spLocks noChangeArrowheads="1" noTextEdit="1"/>
          </p:cNvSpPr>
          <p:nvPr>
            <p:ph type="sldImg"/>
          </p:nvPr>
        </p:nvSpPr>
        <p:spPr>
          <a:ln/>
        </p:spPr>
      </p:sp>
      <p:sp>
        <p:nvSpPr>
          <p:cNvPr id="57347"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E1F498CC-2B58-402E-9E21-B9BD671601E0}" type="slidenum">
              <a:rPr lang="en-CA" altLang="en-US" sz="1200" smtClean="0">
                <a:latin typeface="Tahoma" panose="020B0604030504040204" pitchFamily="34" charset="0"/>
              </a:rPr>
              <a:pPr/>
              <a:t>43</a:t>
            </a:fld>
            <a:endParaRPr lang="en-CA" altLang="en-US" sz="1200" smtClean="0">
              <a:latin typeface="Tahoma" panose="020B0604030504040204" pitchFamily="34" charset="0"/>
            </a:endParaRPr>
          </a:p>
        </p:txBody>
      </p:sp>
      <p:sp>
        <p:nvSpPr>
          <p:cNvPr id="71682" name="Rectangle 2"/>
          <p:cNvSpPr>
            <a:spLocks noChangeArrowheads="1" noTextEdit="1"/>
          </p:cNvSpPr>
          <p:nvPr>
            <p:ph type="sldImg"/>
          </p:nvPr>
        </p:nvSpPr>
        <p:spPr>
          <a:ln/>
        </p:spPr>
      </p:sp>
      <p:sp>
        <p:nvSpPr>
          <p:cNvPr id="71683"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74C158E5-A53E-4FD1-AF91-3608AE9E91CD}" type="slidenum">
              <a:rPr lang="en-CA" altLang="en-US" sz="1200" smtClean="0">
                <a:latin typeface="Tahoma" panose="020B0604030504040204" pitchFamily="34" charset="0"/>
              </a:rPr>
              <a:pPr/>
              <a:t>44</a:t>
            </a:fld>
            <a:endParaRPr lang="en-CA" altLang="en-US" sz="1200" smtClean="0">
              <a:latin typeface="Tahoma" panose="020B0604030504040204" pitchFamily="34" charset="0"/>
            </a:endParaRPr>
          </a:p>
        </p:txBody>
      </p:sp>
      <p:sp>
        <p:nvSpPr>
          <p:cNvPr id="73730" name="Rectangle 2"/>
          <p:cNvSpPr>
            <a:spLocks noChangeArrowheads="1" noTextEdit="1"/>
          </p:cNvSpPr>
          <p:nvPr>
            <p:ph type="sldImg"/>
          </p:nvPr>
        </p:nvSpPr>
        <p:spPr>
          <a:ln/>
        </p:spPr>
      </p:sp>
      <p:sp>
        <p:nvSpPr>
          <p:cNvPr id="73731"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9E22E50E-D5F6-47D9-804E-2A1A224C5897}" type="slidenum">
              <a:rPr lang="en-CA" altLang="en-US" sz="1200" smtClean="0">
                <a:latin typeface="Tahoma" panose="020B0604030504040204" pitchFamily="34" charset="0"/>
              </a:rPr>
              <a:pPr/>
              <a:t>45</a:t>
            </a:fld>
            <a:endParaRPr lang="en-CA" altLang="en-US" sz="1200" smtClean="0">
              <a:latin typeface="Tahoma" panose="020B0604030504040204" pitchFamily="34" charset="0"/>
            </a:endParaRPr>
          </a:p>
        </p:txBody>
      </p:sp>
      <p:sp>
        <p:nvSpPr>
          <p:cNvPr id="75778" name="Rectangle 2"/>
          <p:cNvSpPr>
            <a:spLocks noChangeArrowheads="1" noTextEdit="1"/>
          </p:cNvSpPr>
          <p:nvPr>
            <p:ph type="sldImg"/>
          </p:nvPr>
        </p:nvSpPr>
        <p:spPr>
          <a:ln/>
        </p:spPr>
      </p:sp>
      <p:sp>
        <p:nvSpPr>
          <p:cNvPr id="75779"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5EF9096D-FD24-4962-962E-B9680DDBCFB7}" type="slidenum">
              <a:rPr lang="en-CA" altLang="en-US" sz="1200" smtClean="0">
                <a:latin typeface="Tahoma" panose="020B0604030504040204" pitchFamily="34" charset="0"/>
              </a:rPr>
              <a:pPr/>
              <a:t>46</a:t>
            </a:fld>
            <a:endParaRPr lang="en-CA" altLang="en-US" sz="1200" smtClean="0">
              <a:latin typeface="Tahoma" panose="020B0604030504040204" pitchFamily="34" charset="0"/>
            </a:endParaRPr>
          </a:p>
        </p:txBody>
      </p:sp>
      <p:sp>
        <p:nvSpPr>
          <p:cNvPr id="77826" name="Rectangle 2"/>
          <p:cNvSpPr>
            <a:spLocks noChangeArrowheads="1" noTextEdit="1"/>
          </p:cNvSpPr>
          <p:nvPr>
            <p:ph type="sldImg"/>
          </p:nvPr>
        </p:nvSpPr>
        <p:spPr>
          <a:ln/>
        </p:spPr>
      </p:sp>
      <p:sp>
        <p:nvSpPr>
          <p:cNvPr id="77827"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D86F80B1-AFDC-4E88-AD34-E78887B810CD}" type="slidenum">
              <a:rPr lang="en-CA" altLang="en-US" sz="1200" smtClean="0">
                <a:latin typeface="Tahoma" panose="020B0604030504040204" pitchFamily="34" charset="0"/>
              </a:rPr>
              <a:pPr/>
              <a:t>47</a:t>
            </a:fld>
            <a:endParaRPr lang="en-CA" altLang="en-US" sz="1200" smtClean="0">
              <a:latin typeface="Tahoma" panose="020B0604030504040204" pitchFamily="34" charset="0"/>
            </a:endParaRPr>
          </a:p>
        </p:txBody>
      </p:sp>
      <p:sp>
        <p:nvSpPr>
          <p:cNvPr id="79874" name="Rectangle 2"/>
          <p:cNvSpPr>
            <a:spLocks noChangeArrowheads="1" noTextEdit="1"/>
          </p:cNvSpPr>
          <p:nvPr>
            <p:ph type="sldImg"/>
          </p:nvPr>
        </p:nvSpPr>
        <p:spPr>
          <a:ln/>
        </p:spPr>
      </p:sp>
      <p:sp>
        <p:nvSpPr>
          <p:cNvPr id="79875"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E60F02E2-18D2-4089-97E4-7621BF6828E9}" type="slidenum">
              <a:rPr lang="en-CA" altLang="en-US" sz="1200" smtClean="0">
                <a:latin typeface="Tahoma" panose="020B0604030504040204" pitchFamily="34" charset="0"/>
              </a:rPr>
              <a:pPr/>
              <a:t>48</a:t>
            </a:fld>
            <a:endParaRPr lang="en-CA" altLang="en-US" sz="1200" smtClean="0">
              <a:latin typeface="Tahoma" panose="020B0604030504040204" pitchFamily="34" charset="0"/>
            </a:endParaRPr>
          </a:p>
        </p:txBody>
      </p:sp>
      <p:sp>
        <p:nvSpPr>
          <p:cNvPr id="81922" name="Rectangle 2"/>
          <p:cNvSpPr>
            <a:spLocks noChangeArrowheads="1" noTextEdit="1"/>
          </p:cNvSpPr>
          <p:nvPr>
            <p:ph type="sldImg"/>
          </p:nvPr>
        </p:nvSpPr>
        <p:spPr>
          <a:ln/>
        </p:spPr>
      </p:sp>
      <p:sp>
        <p:nvSpPr>
          <p:cNvPr id="81923"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08063A76-92EA-4A54-9AE8-0E57EEDA56BA}" type="slidenum">
              <a:rPr lang="en-CA" altLang="en-US" sz="1200" smtClean="0">
                <a:latin typeface="Tahoma" panose="020B0604030504040204" pitchFamily="34" charset="0"/>
              </a:rPr>
              <a:pPr/>
              <a:t>49</a:t>
            </a:fld>
            <a:endParaRPr lang="en-CA" altLang="en-US" sz="1200" smtClean="0">
              <a:latin typeface="Tahoma" panose="020B0604030504040204" pitchFamily="34" charset="0"/>
            </a:endParaRPr>
          </a:p>
        </p:txBody>
      </p:sp>
      <p:sp>
        <p:nvSpPr>
          <p:cNvPr id="83970" name="Rectangle 2"/>
          <p:cNvSpPr>
            <a:spLocks noChangeArrowheads="1" noTextEdit="1"/>
          </p:cNvSpPr>
          <p:nvPr>
            <p:ph type="sldImg"/>
          </p:nvPr>
        </p:nvSpPr>
        <p:spPr>
          <a:ln/>
        </p:spPr>
      </p:sp>
      <p:sp>
        <p:nvSpPr>
          <p:cNvPr id="83971"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5B2296B9-28C4-4AA0-8DC6-215ABB815967}" type="slidenum">
              <a:rPr lang="en-CA" altLang="en-US" sz="1200" smtClean="0">
                <a:latin typeface="Tahoma" panose="020B0604030504040204" pitchFamily="34" charset="0"/>
              </a:rPr>
              <a:pPr/>
              <a:t>50</a:t>
            </a:fld>
            <a:endParaRPr lang="en-CA" altLang="en-US" sz="1200" smtClean="0">
              <a:latin typeface="Tahoma" panose="020B0604030504040204" pitchFamily="34" charset="0"/>
            </a:endParaRPr>
          </a:p>
        </p:txBody>
      </p:sp>
      <p:sp>
        <p:nvSpPr>
          <p:cNvPr id="86018" name="Rectangle 2"/>
          <p:cNvSpPr>
            <a:spLocks noChangeArrowheads="1" noTextEdit="1"/>
          </p:cNvSpPr>
          <p:nvPr>
            <p:ph type="sldImg"/>
          </p:nvPr>
        </p:nvSpPr>
        <p:spPr>
          <a:ln/>
        </p:spPr>
      </p:sp>
      <p:sp>
        <p:nvSpPr>
          <p:cNvPr id="86019"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D45EE0DD-8957-42E5-ADD2-30CC221C3C0F}" type="slidenum">
              <a:rPr lang="en-CA" altLang="en-US" sz="1200" smtClean="0">
                <a:latin typeface="Tahoma" panose="020B0604030504040204" pitchFamily="34" charset="0"/>
              </a:rPr>
              <a:pPr/>
              <a:t>51</a:t>
            </a:fld>
            <a:endParaRPr lang="en-CA" altLang="en-US" sz="1200" smtClean="0">
              <a:latin typeface="Tahoma" panose="020B0604030504040204" pitchFamily="34" charset="0"/>
            </a:endParaRPr>
          </a:p>
        </p:txBody>
      </p:sp>
      <p:sp>
        <p:nvSpPr>
          <p:cNvPr id="88066" name="Rectangle 2"/>
          <p:cNvSpPr>
            <a:spLocks noChangeArrowheads="1" noTextEdit="1"/>
          </p:cNvSpPr>
          <p:nvPr>
            <p:ph type="sldImg"/>
          </p:nvPr>
        </p:nvSpPr>
        <p:spPr>
          <a:ln/>
        </p:spPr>
      </p:sp>
      <p:sp>
        <p:nvSpPr>
          <p:cNvPr id="88067"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47A13BDE-87BB-46BA-923E-36FDBD8FE8AA}" type="slidenum">
              <a:rPr lang="en-CA" altLang="en-US" sz="1200" smtClean="0">
                <a:latin typeface="Tahoma" panose="020B0604030504040204" pitchFamily="34" charset="0"/>
              </a:rPr>
              <a:pPr/>
              <a:t>52</a:t>
            </a:fld>
            <a:endParaRPr lang="en-CA" altLang="en-US" sz="1200" smtClean="0">
              <a:latin typeface="Tahoma" panose="020B0604030504040204" pitchFamily="34" charset="0"/>
            </a:endParaRPr>
          </a:p>
        </p:txBody>
      </p:sp>
      <p:sp>
        <p:nvSpPr>
          <p:cNvPr id="90114" name="Rectangle 2"/>
          <p:cNvSpPr>
            <a:spLocks noChangeArrowheads="1" noTextEdit="1"/>
          </p:cNvSpPr>
          <p:nvPr>
            <p:ph type="sldImg"/>
          </p:nvPr>
        </p:nvSpPr>
        <p:spPr>
          <a:ln/>
        </p:spPr>
      </p:sp>
      <p:sp>
        <p:nvSpPr>
          <p:cNvPr id="90115"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AF2FF2CF-B0F3-481E-9A48-CD2CF5EF8F5D}" type="slidenum">
              <a:rPr lang="en-CA" altLang="en-US" sz="1200" smtClean="0">
                <a:latin typeface="Tahoma" panose="020B0604030504040204" pitchFamily="34" charset="0"/>
              </a:rPr>
              <a:pPr/>
              <a:t>53</a:t>
            </a:fld>
            <a:endParaRPr lang="en-CA" altLang="en-US" sz="1200" smtClean="0">
              <a:latin typeface="Tahoma" panose="020B0604030504040204" pitchFamily="34" charset="0"/>
            </a:endParaRPr>
          </a:p>
        </p:txBody>
      </p:sp>
      <p:sp>
        <p:nvSpPr>
          <p:cNvPr id="92162" name="Rectangle 2"/>
          <p:cNvSpPr>
            <a:spLocks noChangeArrowheads="1" noTextEdit="1"/>
          </p:cNvSpPr>
          <p:nvPr>
            <p:ph type="sldImg"/>
          </p:nvPr>
        </p:nvSpPr>
        <p:spPr>
          <a:ln/>
        </p:spPr>
      </p:sp>
      <p:sp>
        <p:nvSpPr>
          <p:cNvPr id="92163"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FF1BD50C-78F0-41FF-B22C-3BFFA16AA9E1}" type="slidenum">
              <a:rPr lang="en-CA" altLang="en-US" sz="1200" smtClean="0">
                <a:latin typeface="Tahoma" panose="020B0604030504040204" pitchFamily="34" charset="0"/>
              </a:rPr>
              <a:pPr/>
              <a:t>54</a:t>
            </a:fld>
            <a:endParaRPr lang="en-CA" altLang="en-US" sz="1200" smtClean="0">
              <a:latin typeface="Tahoma" panose="020B0604030504040204" pitchFamily="34" charset="0"/>
            </a:endParaRPr>
          </a:p>
        </p:txBody>
      </p:sp>
      <p:sp>
        <p:nvSpPr>
          <p:cNvPr id="94210" name="Rectangle 2"/>
          <p:cNvSpPr>
            <a:spLocks noChangeArrowheads="1" noTextEdit="1"/>
          </p:cNvSpPr>
          <p:nvPr>
            <p:ph type="sldImg"/>
          </p:nvPr>
        </p:nvSpPr>
        <p:spPr>
          <a:ln/>
        </p:spPr>
      </p:sp>
      <p:sp>
        <p:nvSpPr>
          <p:cNvPr id="94211"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70959E48-47E9-444D-A581-C82A645B28ED}" type="slidenum">
              <a:rPr lang="en-CA" altLang="en-US" sz="1200" smtClean="0">
                <a:latin typeface="Tahoma" panose="020B0604030504040204" pitchFamily="34" charset="0"/>
              </a:rPr>
              <a:pPr/>
              <a:t>55</a:t>
            </a:fld>
            <a:endParaRPr lang="en-CA" altLang="en-US" sz="1200" smtClean="0">
              <a:latin typeface="Tahoma" panose="020B0604030504040204" pitchFamily="34" charset="0"/>
            </a:endParaRPr>
          </a:p>
        </p:txBody>
      </p:sp>
      <p:sp>
        <p:nvSpPr>
          <p:cNvPr id="96258" name="Rectangle 2"/>
          <p:cNvSpPr>
            <a:spLocks noChangeArrowheads="1" noTextEdit="1"/>
          </p:cNvSpPr>
          <p:nvPr>
            <p:ph type="sldImg"/>
          </p:nvPr>
        </p:nvSpPr>
        <p:spPr>
          <a:ln/>
        </p:spPr>
      </p:sp>
      <p:sp>
        <p:nvSpPr>
          <p:cNvPr id="96259"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D347AFA8-8F30-437C-9867-F6277989AB68}" type="slidenum">
              <a:rPr lang="en-CA" altLang="en-US" sz="1200" smtClean="0">
                <a:latin typeface="Tahoma" panose="020B0604030504040204" pitchFamily="34" charset="0"/>
              </a:rPr>
              <a:pPr/>
              <a:t>56</a:t>
            </a:fld>
            <a:endParaRPr lang="en-CA" altLang="en-US" sz="1200" smtClean="0">
              <a:latin typeface="Tahoma" panose="020B0604030504040204" pitchFamily="34" charset="0"/>
            </a:endParaRPr>
          </a:p>
        </p:txBody>
      </p:sp>
      <p:sp>
        <p:nvSpPr>
          <p:cNvPr id="98306" name="Rectangle 2"/>
          <p:cNvSpPr>
            <a:spLocks noChangeArrowheads="1" noTextEdit="1"/>
          </p:cNvSpPr>
          <p:nvPr>
            <p:ph type="sldImg"/>
          </p:nvPr>
        </p:nvSpPr>
        <p:spPr>
          <a:ln/>
        </p:spPr>
      </p:sp>
      <p:sp>
        <p:nvSpPr>
          <p:cNvPr id="98307"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D78F9CC0-866E-449A-A9C7-C27AABC839F2}" type="slidenum">
              <a:rPr lang="en-CA" altLang="en-US" sz="1200" smtClean="0">
                <a:latin typeface="Tahoma" panose="020B0604030504040204" pitchFamily="34" charset="0"/>
              </a:rPr>
              <a:pPr/>
              <a:t>57</a:t>
            </a:fld>
            <a:endParaRPr lang="en-CA" altLang="en-US" sz="1200" smtClean="0">
              <a:latin typeface="Tahoma" panose="020B0604030504040204" pitchFamily="34" charset="0"/>
            </a:endParaRPr>
          </a:p>
        </p:txBody>
      </p:sp>
      <p:sp>
        <p:nvSpPr>
          <p:cNvPr id="100354" name="Rectangle 2"/>
          <p:cNvSpPr>
            <a:spLocks noChangeArrowheads="1" noTextEdit="1"/>
          </p:cNvSpPr>
          <p:nvPr>
            <p:ph type="sldImg"/>
          </p:nvPr>
        </p:nvSpPr>
        <p:spPr>
          <a:ln/>
        </p:spPr>
      </p:sp>
      <p:sp>
        <p:nvSpPr>
          <p:cNvPr id="100355"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FA8EF979-8AB4-4B3F-ABD4-522B90AF5CAE}" type="slidenum">
              <a:rPr lang="en-CA" altLang="en-US" sz="1200" smtClean="0">
                <a:latin typeface="Tahoma" panose="020B0604030504040204" pitchFamily="34" charset="0"/>
              </a:rPr>
              <a:pPr/>
              <a:t>58</a:t>
            </a:fld>
            <a:endParaRPr lang="en-CA" altLang="en-US" sz="1200" smtClean="0">
              <a:latin typeface="Tahoma" panose="020B0604030504040204" pitchFamily="34" charset="0"/>
            </a:endParaRPr>
          </a:p>
        </p:txBody>
      </p:sp>
      <p:sp>
        <p:nvSpPr>
          <p:cNvPr id="102402" name="Rectangle 2"/>
          <p:cNvSpPr>
            <a:spLocks noChangeArrowheads="1" noTextEdit="1"/>
          </p:cNvSpPr>
          <p:nvPr>
            <p:ph type="sldImg"/>
          </p:nvPr>
        </p:nvSpPr>
        <p:spPr>
          <a:ln/>
        </p:spPr>
      </p:sp>
      <p:sp>
        <p:nvSpPr>
          <p:cNvPr id="102403"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7E1FAD83-C745-4503-8A0C-36939C3A03D2}" type="slidenum">
              <a:rPr lang="en-CA" altLang="en-US" sz="1200" smtClean="0">
                <a:latin typeface="Tahoma" panose="020B0604030504040204" pitchFamily="34" charset="0"/>
              </a:rPr>
              <a:pPr/>
              <a:t>59</a:t>
            </a:fld>
            <a:endParaRPr lang="en-CA" altLang="en-US" sz="1200" smtClean="0">
              <a:latin typeface="Tahoma" panose="020B0604030504040204" pitchFamily="34" charset="0"/>
            </a:endParaRPr>
          </a:p>
        </p:txBody>
      </p:sp>
      <p:sp>
        <p:nvSpPr>
          <p:cNvPr id="104450" name="Rectangle 2"/>
          <p:cNvSpPr>
            <a:spLocks noChangeArrowheads="1" noTextEdit="1"/>
          </p:cNvSpPr>
          <p:nvPr>
            <p:ph type="sldImg"/>
          </p:nvPr>
        </p:nvSpPr>
        <p:spPr>
          <a:ln/>
        </p:spPr>
      </p:sp>
      <p:sp>
        <p:nvSpPr>
          <p:cNvPr id="104451"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A17B06FC-86D0-4DDD-AA49-7E65D7422DCC}" type="slidenum">
              <a:rPr lang="en-CA" altLang="en-US" sz="1200" smtClean="0">
                <a:latin typeface="Tahoma" panose="020B0604030504040204" pitchFamily="34" charset="0"/>
              </a:rPr>
              <a:pPr/>
              <a:t>60</a:t>
            </a:fld>
            <a:endParaRPr lang="en-CA" altLang="en-US" sz="1200" smtClean="0">
              <a:latin typeface="Tahoma" panose="020B0604030504040204" pitchFamily="34" charset="0"/>
            </a:endParaRPr>
          </a:p>
        </p:txBody>
      </p:sp>
      <p:sp>
        <p:nvSpPr>
          <p:cNvPr id="106498" name="Rectangle 2"/>
          <p:cNvSpPr>
            <a:spLocks noChangeArrowheads="1" noTextEdit="1"/>
          </p:cNvSpPr>
          <p:nvPr>
            <p:ph type="sldImg"/>
          </p:nvPr>
        </p:nvSpPr>
        <p:spPr>
          <a:ln/>
        </p:spPr>
      </p:sp>
      <p:sp>
        <p:nvSpPr>
          <p:cNvPr id="106499"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3096BBDF-2C90-4287-A249-BC7838DF390A}" type="slidenum">
              <a:rPr lang="en-CA" altLang="en-US" sz="1200" smtClean="0">
                <a:latin typeface="Tahoma" panose="020B0604030504040204" pitchFamily="34" charset="0"/>
              </a:rPr>
              <a:pPr/>
              <a:t>61</a:t>
            </a:fld>
            <a:endParaRPr lang="en-CA" altLang="en-US" sz="1200" smtClean="0">
              <a:latin typeface="Tahoma" panose="020B0604030504040204" pitchFamily="34" charset="0"/>
            </a:endParaRPr>
          </a:p>
        </p:txBody>
      </p:sp>
      <p:sp>
        <p:nvSpPr>
          <p:cNvPr id="108546" name="Rectangle 2"/>
          <p:cNvSpPr>
            <a:spLocks noChangeArrowheads="1" noTextEdit="1"/>
          </p:cNvSpPr>
          <p:nvPr>
            <p:ph type="sldImg"/>
          </p:nvPr>
        </p:nvSpPr>
        <p:spPr>
          <a:ln/>
        </p:spPr>
      </p:sp>
      <p:sp>
        <p:nvSpPr>
          <p:cNvPr id="108547"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F2FA294B-8746-4DBB-A525-BC09179CA688}" type="slidenum">
              <a:rPr lang="en-CA" altLang="en-US" sz="1200" smtClean="0">
                <a:latin typeface="Tahoma" panose="020B0604030504040204" pitchFamily="34" charset="0"/>
              </a:rPr>
              <a:pPr/>
              <a:t>62</a:t>
            </a:fld>
            <a:endParaRPr lang="en-CA" altLang="en-US" sz="1200" smtClean="0">
              <a:latin typeface="Tahoma" panose="020B0604030504040204" pitchFamily="34" charset="0"/>
            </a:endParaRPr>
          </a:p>
        </p:txBody>
      </p:sp>
      <p:sp>
        <p:nvSpPr>
          <p:cNvPr id="110594" name="Rectangle 2"/>
          <p:cNvSpPr>
            <a:spLocks noChangeArrowheads="1" noTextEdit="1"/>
          </p:cNvSpPr>
          <p:nvPr>
            <p:ph type="sldImg"/>
          </p:nvPr>
        </p:nvSpPr>
        <p:spPr>
          <a:ln/>
        </p:spPr>
      </p:sp>
      <p:sp>
        <p:nvSpPr>
          <p:cNvPr id="110595"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8E605F2B-5176-489A-B0BB-C564AF89E370}" type="slidenum">
              <a:rPr lang="en-CA" altLang="en-US" sz="1200" smtClean="0">
                <a:latin typeface="Tahoma" panose="020B0604030504040204" pitchFamily="34" charset="0"/>
              </a:rPr>
              <a:pPr/>
              <a:t>63</a:t>
            </a:fld>
            <a:endParaRPr lang="en-CA" altLang="en-US" sz="1200" smtClean="0">
              <a:latin typeface="Tahoma" panose="020B0604030504040204" pitchFamily="34" charset="0"/>
            </a:endParaRPr>
          </a:p>
        </p:txBody>
      </p:sp>
      <p:sp>
        <p:nvSpPr>
          <p:cNvPr id="112642" name="Rectangle 2"/>
          <p:cNvSpPr>
            <a:spLocks noChangeArrowheads="1" noTextEdit="1"/>
          </p:cNvSpPr>
          <p:nvPr>
            <p:ph type="sldImg"/>
          </p:nvPr>
        </p:nvSpPr>
        <p:spPr>
          <a:ln/>
        </p:spPr>
      </p:sp>
      <p:sp>
        <p:nvSpPr>
          <p:cNvPr id="112643"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Slide Image Placeholder 1"/>
          <p:cNvSpPr>
            <a:spLocks noGrp="1" noRot="1" noChangeAspect="1" noChangeArrowheads="1" noTextEdit="1"/>
          </p:cNvSpPr>
          <p:nvPr>
            <p:ph type="sldImg"/>
          </p:nvPr>
        </p:nvSpPr>
        <p:spPr>
          <a:ln/>
        </p:spPr>
      </p:sp>
      <p:sp>
        <p:nvSpPr>
          <p:cNvPr id="156674" name="Notes Placeholder 2"/>
          <p:cNvSpPr>
            <a:spLocks noGrp="1" noChangeArrowheads="1"/>
          </p:cNvSpPr>
          <p:nvPr>
            <p:ph type="body" idx="1"/>
          </p:nvPr>
        </p:nvSpPr>
        <p:spPr>
          <a:noFill/>
        </p:spPr>
        <p:txBody>
          <a:bodyPr/>
          <a:lstStyle/>
          <a:p>
            <a:r>
              <a:rPr lang="en-US" altLang="en-US" smtClean="0"/>
              <a:t>Manager is a job title, it is not an Entity rather it is managed inside Employee</a:t>
            </a:r>
          </a:p>
          <a:p>
            <a:endParaRPr lang="en-US" altLang="en-US" smtClean="0"/>
          </a:p>
        </p:txBody>
      </p:sp>
      <p:sp>
        <p:nvSpPr>
          <p:cNvPr id="156675" name="Slide Number Placeholder 3"/>
          <p:cNvSpPr>
            <a:spLocks noGrp="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FBCD3F81-B4F7-4853-8E76-5051F0814E33}" type="slidenum">
              <a:rPr lang="en-CA" altLang="en-US" sz="1200" smtClean="0">
                <a:latin typeface="Tahoma" panose="020B0604030504040204" pitchFamily="34" charset="0"/>
              </a:rPr>
              <a:pPr/>
              <a:t>67</a:t>
            </a:fld>
            <a:endParaRPr lang="en-CA" altLang="en-US" sz="1200" smtClean="0">
              <a:latin typeface="Tahoma" panose="020B060403050404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9A20F821-0797-4458-BA4C-B709E5F91CFA}" type="slidenum">
              <a:rPr lang="en-CA" altLang="en-US" sz="1200" smtClean="0">
                <a:latin typeface="Tahoma" panose="020B0604030504040204" pitchFamily="34" charset="0"/>
              </a:rPr>
              <a:pPr/>
              <a:t>102</a:t>
            </a:fld>
            <a:endParaRPr lang="en-CA" altLang="en-US" sz="1200" smtClean="0">
              <a:latin typeface="Tahoma" panose="020B0604030504040204" pitchFamily="34" charset="0"/>
            </a:endParaRPr>
          </a:p>
        </p:txBody>
      </p:sp>
      <p:sp>
        <p:nvSpPr>
          <p:cNvPr id="145410" name="Rectangle 1026"/>
          <p:cNvSpPr>
            <a:spLocks noChangeArrowheads="1" noTextEdit="1"/>
          </p:cNvSpPr>
          <p:nvPr>
            <p:ph type="sldImg"/>
          </p:nvPr>
        </p:nvSpPr>
        <p:spPr>
          <a:ln/>
        </p:spPr>
      </p:sp>
      <p:sp>
        <p:nvSpPr>
          <p:cNvPr id="145411" name="Rectangle 1027"/>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5F199099-B438-41BF-AA54-B2852B3761EE}" type="slidenum">
              <a:rPr lang="en-CA" altLang="en-US" sz="1200" smtClean="0">
                <a:latin typeface="Tahoma" panose="020B0604030504040204" pitchFamily="34" charset="0"/>
              </a:rPr>
              <a:pPr/>
              <a:t>103</a:t>
            </a:fld>
            <a:endParaRPr lang="en-CA" altLang="en-US" sz="1200" smtClean="0">
              <a:latin typeface="Tahoma" panose="020B0604030504040204" pitchFamily="34" charset="0"/>
            </a:endParaRPr>
          </a:p>
        </p:txBody>
      </p:sp>
      <p:sp>
        <p:nvSpPr>
          <p:cNvPr id="147458" name="Rectangle 1026"/>
          <p:cNvSpPr>
            <a:spLocks noChangeArrowheads="1" noTextEdit="1"/>
          </p:cNvSpPr>
          <p:nvPr>
            <p:ph type="sldImg"/>
          </p:nvPr>
        </p:nvSpPr>
        <p:spPr>
          <a:ln/>
        </p:spPr>
      </p:sp>
      <p:sp>
        <p:nvSpPr>
          <p:cNvPr id="147459" name="Rectangle 1027"/>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E6104DCE-4725-4967-8106-30EE21A0E600}" type="slidenum">
              <a:rPr lang="en-CA" altLang="en-US" sz="1200" smtClean="0">
                <a:latin typeface="Tahoma" panose="020B0604030504040204" pitchFamily="34" charset="0"/>
              </a:rPr>
              <a:pPr/>
              <a:t>104</a:t>
            </a:fld>
            <a:endParaRPr lang="en-CA" altLang="en-US" sz="1200" smtClean="0">
              <a:latin typeface="Tahoma" panose="020B0604030504040204" pitchFamily="34" charset="0"/>
            </a:endParaRPr>
          </a:p>
        </p:txBody>
      </p:sp>
      <p:sp>
        <p:nvSpPr>
          <p:cNvPr id="149506" name="Rectangle 1026"/>
          <p:cNvSpPr>
            <a:spLocks noChangeArrowheads="1" noTextEdit="1"/>
          </p:cNvSpPr>
          <p:nvPr>
            <p:ph type="sldImg"/>
          </p:nvPr>
        </p:nvSpPr>
        <p:spPr>
          <a:ln/>
        </p:spPr>
      </p:sp>
      <p:sp>
        <p:nvSpPr>
          <p:cNvPr id="149507" name="Rectangle 1027"/>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F865A40B-BF78-41B9-B0C9-A9A10CC8224B}" type="slidenum">
              <a:rPr lang="en-CA" altLang="en-US" sz="1200" smtClean="0">
                <a:latin typeface="Tahoma" panose="020B0604030504040204" pitchFamily="34" charset="0"/>
              </a:rPr>
              <a:pPr/>
              <a:t>105</a:t>
            </a:fld>
            <a:endParaRPr lang="en-CA" altLang="en-US" sz="1200" smtClean="0">
              <a:latin typeface="Tahoma" panose="020B0604030504040204" pitchFamily="34" charset="0"/>
            </a:endParaRPr>
          </a:p>
        </p:txBody>
      </p:sp>
      <p:sp>
        <p:nvSpPr>
          <p:cNvPr id="151554" name="Rectangle 1026"/>
          <p:cNvSpPr>
            <a:spLocks noChangeArrowheads="1" noTextEdit="1"/>
          </p:cNvSpPr>
          <p:nvPr>
            <p:ph type="sldImg"/>
          </p:nvPr>
        </p:nvSpPr>
        <p:spPr>
          <a:ln/>
        </p:spPr>
      </p:sp>
      <p:sp>
        <p:nvSpPr>
          <p:cNvPr id="151555" name="Rectangle 1027"/>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 name="Rectangle 44">
            <a:extLst>
              <a:ext uri="{FF2B5EF4-FFF2-40B4-BE49-F238E27FC236}">
                <a16:creationId xmlns:a16="http://schemas.microsoft.com/office/drawing/2014/main" id="{1011720B-039A-A747-87A7-6A54CAD49AA5}"/>
              </a:ext>
            </a:extLst>
          </p:cNvPr>
          <p:cNvSpPr>
            <a:spLocks noChangeArrowheads="1"/>
          </p:cNvSpPr>
          <p:nvPr/>
        </p:nvSpPr>
        <p:spPr bwMode="auto">
          <a:xfrm>
            <a:off x="8305800" y="0"/>
            <a:ext cx="609600" cy="6858000"/>
          </a:xfrm>
          <a:prstGeom prst="rect">
            <a:avLst/>
          </a:prstGeom>
          <a:gradFill rotWithShape="1">
            <a:gsLst>
              <a:gs pos="0">
                <a:srgbClr val="677228">
                  <a:alpha val="43999"/>
                </a:srgbClr>
              </a:gs>
              <a:gs pos="100000">
                <a:srgbClr val="5A6423"/>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endParaRPr lang="en-US" altLang="en-PK"/>
          </a:p>
        </p:txBody>
      </p:sp>
      <p:sp>
        <p:nvSpPr>
          <p:cNvPr id="5" name="Rectangle 47">
            <a:extLst>
              <a:ext uri="{FF2B5EF4-FFF2-40B4-BE49-F238E27FC236}">
                <a16:creationId xmlns:a16="http://schemas.microsoft.com/office/drawing/2014/main" id="{E50826B5-19E4-AC45-8BBD-9787AC155470}"/>
              </a:ext>
            </a:extLst>
          </p:cNvPr>
          <p:cNvSpPr>
            <a:spLocks noChangeArrowheads="1"/>
          </p:cNvSpPr>
          <p:nvPr userDrawn="1"/>
        </p:nvSpPr>
        <p:spPr bwMode="auto">
          <a:xfrm rot="16200000">
            <a:off x="3500437" y="-985837"/>
            <a:ext cx="2143125" cy="9144000"/>
          </a:xfrm>
          <a:prstGeom prst="rect">
            <a:avLst/>
          </a:prstGeom>
          <a:solidFill>
            <a:srgbClr val="677228">
              <a:alpha val="4392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endParaRPr lang="en-US" altLang="en-PK"/>
          </a:p>
        </p:txBody>
      </p:sp>
      <p:sp>
        <p:nvSpPr>
          <p:cNvPr id="6" name="Rectangle 48">
            <a:extLst>
              <a:ext uri="{FF2B5EF4-FFF2-40B4-BE49-F238E27FC236}">
                <a16:creationId xmlns:a16="http://schemas.microsoft.com/office/drawing/2014/main" id="{FFA1912C-2D5C-CF43-979A-8D44E87E9755}"/>
              </a:ext>
            </a:extLst>
          </p:cNvPr>
          <p:cNvSpPr>
            <a:spLocks noChangeArrowheads="1"/>
          </p:cNvSpPr>
          <p:nvPr userDrawn="1"/>
        </p:nvSpPr>
        <p:spPr bwMode="auto">
          <a:xfrm>
            <a:off x="7315200" y="2438400"/>
            <a:ext cx="1828800" cy="22907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endParaRPr lang="en-US" altLang="en-PK"/>
          </a:p>
        </p:txBody>
      </p:sp>
      <p:pic>
        <p:nvPicPr>
          <p:cNvPr id="7" name="Picture 35" descr="awtri_4c UPDATE_col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5949950"/>
            <a:ext cx="68421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6" descr="elmasri_thumb"/>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19975" y="2514600"/>
            <a:ext cx="1724025"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26" name="Rectangle 30" descr="Pink tissue paper">
            <a:extLst>
              <a:ext uri="{FF2B5EF4-FFF2-40B4-BE49-F238E27FC236}">
                <a16:creationId xmlns:a16="http://schemas.microsoft.com/office/drawing/2014/main" id="{F3F92A6F-5C57-834D-971C-FD60FC562A5C}"/>
              </a:ext>
            </a:extLst>
          </p:cNvPr>
          <p:cNvSpPr>
            <a:spLocks noGrp="1" noChangeArrowheads="1"/>
          </p:cNvSpPr>
          <p:nvPr>
            <p:ph type="ctrTitle" sz="quarter"/>
          </p:nvPr>
        </p:nvSpPr>
        <p:spPr>
          <a:xfrm>
            <a:off x="228600" y="152400"/>
            <a:ext cx="7086600" cy="2286000"/>
          </a:xfrm>
          <a:extLst>
            <a:ext uri="{909E8E84-426E-40DD-AFC4-6F175D3DCCD1}">
              <a14:hiddenFill xmlns:a14="http://schemas.microsoft.com/office/drawing/2010/main">
                <a:blipFill dpi="0" rotWithShape="0">
                  <a:blip r:embed="rId4"/>
                  <a:srcRect/>
                  <a:tile tx="0" ty="0" sx="100000" sy="100000" flip="none" algn="tl"/>
                </a:blipFill>
              </a14:hiddenFill>
            </a:ext>
          </a:extLst>
        </p:spPr>
        <p:txBody>
          <a:bodyPr wrap="none" anchor="ctr"/>
          <a:lstStyle>
            <a:lvl1pPr>
              <a:defRPr sz="6600">
                <a:solidFill>
                  <a:srgbClr val="990033"/>
                </a:solidFill>
              </a:defRPr>
            </a:lvl1pPr>
          </a:lstStyle>
          <a:p>
            <a:pPr lvl="0"/>
            <a:r>
              <a:rPr lang="en-US" altLang="en-US" noProof="0"/>
              <a:t>Click to edit Master title style</a:t>
            </a:r>
          </a:p>
        </p:txBody>
      </p:sp>
      <p:sp>
        <p:nvSpPr>
          <p:cNvPr id="4134" name="Rectangle 38" descr="Pink tissue paper">
            <a:extLst>
              <a:ext uri="{FF2B5EF4-FFF2-40B4-BE49-F238E27FC236}">
                <a16:creationId xmlns:a16="http://schemas.microsoft.com/office/drawing/2014/main" id="{0B3D1C1C-0657-EB48-825F-F26A32B324BF}"/>
              </a:ext>
            </a:extLst>
          </p:cNvPr>
          <p:cNvSpPr>
            <a:spLocks noGrp="1" noChangeArrowheads="1"/>
          </p:cNvSpPr>
          <p:nvPr>
            <p:ph type="subTitle" sz="quarter" idx="1"/>
          </p:nvPr>
        </p:nvSpPr>
        <p:spPr>
          <a:xfrm>
            <a:off x="304800" y="2590800"/>
            <a:ext cx="6629400" cy="1905000"/>
          </a:xfrm>
          <a:extLst>
            <a:ext uri="{909E8E84-426E-40DD-AFC4-6F175D3DCCD1}">
              <a14:hiddenFill xmlns:a14="http://schemas.microsoft.com/office/drawing/2010/main">
                <a:blipFill dpi="0" rotWithShape="0">
                  <a:blip r:embed="rId4"/>
                  <a:srcRect/>
                  <a:tile tx="0" ty="0" sx="100000" sy="100000" flip="none" algn="tl"/>
                </a:blip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0" indent="0">
              <a:buFont typeface="Wingdings" pitchFamily="2" charset="2"/>
              <a:buNone/>
              <a:defRPr sz="3200"/>
            </a:lvl1pPr>
          </a:lstStyle>
          <a:p>
            <a:pPr lvl="0"/>
            <a:r>
              <a:rPr lang="en-US" altLang="en-US" noProof="0"/>
              <a:t>Click to edit Master subtitle style</a:t>
            </a:r>
          </a:p>
        </p:txBody>
      </p:sp>
      <p:sp>
        <p:nvSpPr>
          <p:cNvPr id="9" name="Rectangle 29">
            <a:extLst>
              <a:ext uri="{FF2B5EF4-FFF2-40B4-BE49-F238E27FC236}">
                <a16:creationId xmlns:a16="http://schemas.microsoft.com/office/drawing/2014/main" id="{F080A17B-F2E6-9E4E-B531-23B97D45767E}"/>
              </a:ext>
            </a:extLst>
          </p:cNvPr>
          <p:cNvSpPr>
            <a:spLocks noGrp="1" noChangeArrowheads="1"/>
          </p:cNvSpPr>
          <p:nvPr>
            <p:ph type="ftr" sz="quarter" idx="10"/>
          </p:nvPr>
        </p:nvSpPr>
        <p:spPr bwMode="auto">
          <a:xfrm>
            <a:off x="838200" y="6397625"/>
            <a:ext cx="44958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900"/>
            </a:lvl1pPr>
          </a:lstStyle>
          <a:p>
            <a:pPr>
              <a:defRPr/>
            </a:pPr>
            <a:r>
              <a:rPr lang="en-US" altLang="en-US"/>
              <a:t>Copyright © 2007 Ramez Elmasri and Shamkant B. Navathe</a:t>
            </a:r>
          </a:p>
        </p:txBody>
      </p:sp>
    </p:spTree>
    <p:extLst>
      <p:ext uri="{BB962C8B-B14F-4D97-AF65-F5344CB8AC3E}">
        <p14:creationId xmlns:p14="http://schemas.microsoft.com/office/powerpoint/2010/main" val="1243279824"/>
      </p:ext>
    </p:extLst>
  </p:cSld>
  <p:clrMapOvr>
    <a:masterClrMapping/>
  </p:clrMapOvr>
  <p:transition spd="med"/>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11F8D-6E1D-7F46-A36E-7863BEBE53D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555ABAC-1E83-C34D-9515-5ED22B05A26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
            <a:extLst>
              <a:ext uri="{FF2B5EF4-FFF2-40B4-BE49-F238E27FC236}">
                <a16:creationId xmlns:a16="http://schemas.microsoft.com/office/drawing/2014/main" id="{607757D9-0444-7946-B593-D68AEED66825}"/>
              </a:ext>
            </a:extLst>
          </p:cNvPr>
          <p:cNvSpPr>
            <a:spLocks noGrp="1" noChangeArrowheads="1"/>
          </p:cNvSpPr>
          <p:nvPr>
            <p:ph type="sldNum" sz="quarter" idx="10"/>
          </p:nvPr>
        </p:nvSpPr>
        <p:spPr>
          <a:ln/>
        </p:spPr>
        <p:txBody>
          <a:bodyPr/>
          <a:lstStyle>
            <a:lvl1pPr>
              <a:defRPr/>
            </a:lvl1pPr>
          </a:lstStyle>
          <a:p>
            <a:pPr>
              <a:defRPr/>
            </a:pPr>
            <a:r>
              <a:rPr lang="en-US" altLang="en-US"/>
              <a:t>Slide 3- </a:t>
            </a:r>
            <a:fld id="{34EA63A3-2BD7-4B90-9628-B31614273D4A}" type="slidenum">
              <a:rPr lang="en-US" altLang="en-US" smtClean="0"/>
              <a:pPr>
                <a:defRPr/>
              </a:pPr>
              <a:t>‹#›</a:t>
            </a:fld>
            <a:endParaRPr lang="en-CA" altLang="en-US"/>
          </a:p>
        </p:txBody>
      </p:sp>
    </p:spTree>
    <p:extLst>
      <p:ext uri="{BB962C8B-B14F-4D97-AF65-F5344CB8AC3E}">
        <p14:creationId xmlns:p14="http://schemas.microsoft.com/office/powerpoint/2010/main" val="2199467869"/>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EB3A7-2C95-834F-8FEF-41FF85976F35}"/>
              </a:ext>
            </a:extLst>
          </p:cNvPr>
          <p:cNvSpPr>
            <a:spLocks noGrp="1"/>
          </p:cNvSpPr>
          <p:nvPr>
            <p:ph type="title"/>
          </p:nvPr>
        </p:nvSpPr>
        <p:spPr>
          <a:xfrm>
            <a:off x="623888" y="1709738"/>
            <a:ext cx="7886700" cy="2852737"/>
          </a:xfrm>
        </p:spPr>
        <p:txBody>
          <a:bodyPr/>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880105D-7877-0C4C-AEF9-CAC71D345458}"/>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Rectangle 13">
            <a:extLst>
              <a:ext uri="{FF2B5EF4-FFF2-40B4-BE49-F238E27FC236}">
                <a16:creationId xmlns:a16="http://schemas.microsoft.com/office/drawing/2014/main" id="{607757D9-0444-7946-B593-D68AEED66825}"/>
              </a:ext>
            </a:extLst>
          </p:cNvPr>
          <p:cNvSpPr>
            <a:spLocks noGrp="1" noChangeArrowheads="1"/>
          </p:cNvSpPr>
          <p:nvPr>
            <p:ph type="sldNum" sz="quarter" idx="10"/>
          </p:nvPr>
        </p:nvSpPr>
        <p:spPr>
          <a:ln/>
        </p:spPr>
        <p:txBody>
          <a:bodyPr/>
          <a:lstStyle>
            <a:lvl1pPr>
              <a:defRPr/>
            </a:lvl1pPr>
          </a:lstStyle>
          <a:p>
            <a:pPr>
              <a:defRPr/>
            </a:pPr>
            <a:r>
              <a:rPr lang="en-US" altLang="en-US"/>
              <a:t>Slide 3- </a:t>
            </a:r>
            <a:fld id="{1E2D861B-01B8-4854-A1A0-8CEB0FA17185}" type="slidenum">
              <a:rPr lang="en-US" altLang="en-US" smtClean="0"/>
              <a:pPr>
                <a:defRPr/>
              </a:pPr>
              <a:t>‹#›</a:t>
            </a:fld>
            <a:endParaRPr lang="en-CA" altLang="en-US"/>
          </a:p>
        </p:txBody>
      </p:sp>
    </p:spTree>
    <p:extLst>
      <p:ext uri="{BB962C8B-B14F-4D97-AF65-F5344CB8AC3E}">
        <p14:creationId xmlns:p14="http://schemas.microsoft.com/office/powerpoint/2010/main" val="150719117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BABCE-10A9-FD4C-BC5E-49BCF621594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6CE58EA-1DB5-CD4A-B426-C33CAEF7DC7A}"/>
              </a:ext>
            </a:extLst>
          </p:cNvPr>
          <p:cNvSpPr>
            <a:spLocks noGrp="1"/>
          </p:cNvSpPr>
          <p:nvPr>
            <p:ph sz="half" idx="1"/>
          </p:nvPr>
        </p:nvSpPr>
        <p:spPr>
          <a:xfrm>
            <a:off x="239713" y="1600200"/>
            <a:ext cx="4070350" cy="4572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8A6597F-E07C-5847-ACE4-F1F26F216873}"/>
              </a:ext>
            </a:extLst>
          </p:cNvPr>
          <p:cNvSpPr>
            <a:spLocks noGrp="1"/>
          </p:cNvSpPr>
          <p:nvPr>
            <p:ph sz="half" idx="2"/>
          </p:nvPr>
        </p:nvSpPr>
        <p:spPr>
          <a:xfrm>
            <a:off x="4462463" y="1600200"/>
            <a:ext cx="4071937" cy="4572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3">
            <a:extLst>
              <a:ext uri="{FF2B5EF4-FFF2-40B4-BE49-F238E27FC236}">
                <a16:creationId xmlns:a16="http://schemas.microsoft.com/office/drawing/2014/main" id="{607757D9-0444-7946-B593-D68AEED66825}"/>
              </a:ext>
            </a:extLst>
          </p:cNvPr>
          <p:cNvSpPr>
            <a:spLocks noGrp="1" noChangeArrowheads="1"/>
          </p:cNvSpPr>
          <p:nvPr>
            <p:ph type="sldNum" sz="quarter" idx="10"/>
          </p:nvPr>
        </p:nvSpPr>
        <p:spPr>
          <a:ln/>
        </p:spPr>
        <p:txBody>
          <a:bodyPr/>
          <a:lstStyle>
            <a:lvl1pPr>
              <a:defRPr/>
            </a:lvl1pPr>
          </a:lstStyle>
          <a:p>
            <a:pPr>
              <a:defRPr/>
            </a:pPr>
            <a:r>
              <a:rPr lang="en-US" altLang="en-US"/>
              <a:t>Slide 3- </a:t>
            </a:r>
            <a:fld id="{BF1DF346-4287-4FAA-89A5-10C430FAF2B2}" type="slidenum">
              <a:rPr lang="en-US" altLang="en-US" smtClean="0"/>
              <a:pPr>
                <a:defRPr/>
              </a:pPr>
              <a:t>‹#›</a:t>
            </a:fld>
            <a:endParaRPr lang="en-CA" altLang="en-US"/>
          </a:p>
        </p:txBody>
      </p:sp>
    </p:spTree>
    <p:extLst>
      <p:ext uri="{BB962C8B-B14F-4D97-AF65-F5344CB8AC3E}">
        <p14:creationId xmlns:p14="http://schemas.microsoft.com/office/powerpoint/2010/main" val="294848764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4A37C-F05E-9048-BAA7-4D482F2B9C2C}"/>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14FEF6F-E584-AC40-8242-D82717495C95}"/>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94ADD87-5F02-3D4C-AD2A-891B2E08BB97}"/>
              </a:ext>
            </a:extLst>
          </p:cNvPr>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0044354-3D5B-A345-B049-BB19F9100840}"/>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9E50A57-390C-7F4A-8D46-15A8B6CCB9AD}"/>
              </a:ext>
            </a:extLst>
          </p:cNvPr>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3">
            <a:extLst>
              <a:ext uri="{FF2B5EF4-FFF2-40B4-BE49-F238E27FC236}">
                <a16:creationId xmlns:a16="http://schemas.microsoft.com/office/drawing/2014/main" id="{607757D9-0444-7946-B593-D68AEED66825}"/>
              </a:ext>
            </a:extLst>
          </p:cNvPr>
          <p:cNvSpPr>
            <a:spLocks noGrp="1" noChangeArrowheads="1"/>
          </p:cNvSpPr>
          <p:nvPr>
            <p:ph type="sldNum" sz="quarter" idx="10"/>
          </p:nvPr>
        </p:nvSpPr>
        <p:spPr>
          <a:ln/>
        </p:spPr>
        <p:txBody>
          <a:bodyPr/>
          <a:lstStyle>
            <a:lvl1pPr>
              <a:defRPr/>
            </a:lvl1pPr>
          </a:lstStyle>
          <a:p>
            <a:pPr>
              <a:defRPr/>
            </a:pPr>
            <a:r>
              <a:rPr lang="en-US" altLang="en-US"/>
              <a:t>Slide 3- </a:t>
            </a:r>
            <a:fld id="{BA827278-9355-4E61-9CFF-DD31594438BA}" type="slidenum">
              <a:rPr lang="en-US" altLang="en-US" smtClean="0"/>
              <a:pPr>
                <a:defRPr/>
              </a:pPr>
              <a:t>‹#›</a:t>
            </a:fld>
            <a:endParaRPr lang="en-CA" altLang="en-US"/>
          </a:p>
        </p:txBody>
      </p:sp>
    </p:spTree>
    <p:extLst>
      <p:ext uri="{BB962C8B-B14F-4D97-AF65-F5344CB8AC3E}">
        <p14:creationId xmlns:p14="http://schemas.microsoft.com/office/powerpoint/2010/main" val="3906344253"/>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6E812-16BC-9F47-8092-B8C22890EE72}"/>
              </a:ext>
            </a:extLst>
          </p:cNvPr>
          <p:cNvSpPr>
            <a:spLocks noGrp="1"/>
          </p:cNvSpPr>
          <p:nvPr>
            <p:ph type="title"/>
          </p:nvPr>
        </p:nvSpPr>
        <p:spPr/>
        <p:txBody>
          <a:bodyPr/>
          <a:lstStyle/>
          <a:p>
            <a:r>
              <a:rPr lang="en-US"/>
              <a:t>Click to edit Master title style</a:t>
            </a:r>
          </a:p>
        </p:txBody>
      </p:sp>
      <p:sp>
        <p:nvSpPr>
          <p:cNvPr id="3" name="Rectangle 13">
            <a:extLst>
              <a:ext uri="{FF2B5EF4-FFF2-40B4-BE49-F238E27FC236}">
                <a16:creationId xmlns:a16="http://schemas.microsoft.com/office/drawing/2014/main" id="{607757D9-0444-7946-B593-D68AEED66825}"/>
              </a:ext>
            </a:extLst>
          </p:cNvPr>
          <p:cNvSpPr>
            <a:spLocks noGrp="1" noChangeArrowheads="1"/>
          </p:cNvSpPr>
          <p:nvPr>
            <p:ph type="sldNum" sz="quarter" idx="10"/>
          </p:nvPr>
        </p:nvSpPr>
        <p:spPr>
          <a:ln/>
        </p:spPr>
        <p:txBody>
          <a:bodyPr/>
          <a:lstStyle>
            <a:lvl1pPr>
              <a:defRPr/>
            </a:lvl1pPr>
          </a:lstStyle>
          <a:p>
            <a:pPr>
              <a:defRPr/>
            </a:pPr>
            <a:r>
              <a:rPr lang="en-US" altLang="en-US"/>
              <a:t>Slide 3- </a:t>
            </a:r>
            <a:fld id="{18999E18-4E04-432F-95D3-1FBE61FE7B17}" type="slidenum">
              <a:rPr lang="en-US" altLang="en-US" smtClean="0"/>
              <a:pPr>
                <a:defRPr/>
              </a:pPr>
              <a:t>‹#›</a:t>
            </a:fld>
            <a:endParaRPr lang="en-CA" altLang="en-US"/>
          </a:p>
        </p:txBody>
      </p:sp>
    </p:spTree>
    <p:extLst>
      <p:ext uri="{BB962C8B-B14F-4D97-AF65-F5344CB8AC3E}">
        <p14:creationId xmlns:p14="http://schemas.microsoft.com/office/powerpoint/2010/main" val="1289526560"/>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3">
            <a:extLst>
              <a:ext uri="{FF2B5EF4-FFF2-40B4-BE49-F238E27FC236}">
                <a16:creationId xmlns:a16="http://schemas.microsoft.com/office/drawing/2014/main" id="{607757D9-0444-7946-B593-D68AEED66825}"/>
              </a:ext>
            </a:extLst>
          </p:cNvPr>
          <p:cNvSpPr>
            <a:spLocks noGrp="1" noChangeArrowheads="1"/>
          </p:cNvSpPr>
          <p:nvPr>
            <p:ph type="sldNum" sz="quarter" idx="10"/>
          </p:nvPr>
        </p:nvSpPr>
        <p:spPr>
          <a:ln/>
        </p:spPr>
        <p:txBody>
          <a:bodyPr/>
          <a:lstStyle>
            <a:lvl1pPr>
              <a:defRPr/>
            </a:lvl1pPr>
          </a:lstStyle>
          <a:p>
            <a:pPr>
              <a:defRPr/>
            </a:pPr>
            <a:r>
              <a:rPr lang="en-US" altLang="en-US"/>
              <a:t>Slide 3- </a:t>
            </a:r>
            <a:fld id="{197E8E38-3088-4766-8258-DA64EC0B272C}" type="slidenum">
              <a:rPr lang="en-US" altLang="en-US" smtClean="0"/>
              <a:pPr>
                <a:defRPr/>
              </a:pPr>
              <a:t>‹#›</a:t>
            </a:fld>
            <a:endParaRPr lang="en-CA" altLang="en-US"/>
          </a:p>
        </p:txBody>
      </p:sp>
    </p:spTree>
    <p:extLst>
      <p:ext uri="{BB962C8B-B14F-4D97-AF65-F5344CB8AC3E}">
        <p14:creationId xmlns:p14="http://schemas.microsoft.com/office/powerpoint/2010/main" val="46788799"/>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ABE10-A258-5040-B780-80D4A3B7CC5F}"/>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EF610DD-DDAA-E049-892D-4FCDD9BAEDBF}"/>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0FA924C-20DF-CF4B-B60E-033246944486}"/>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13">
            <a:extLst>
              <a:ext uri="{FF2B5EF4-FFF2-40B4-BE49-F238E27FC236}">
                <a16:creationId xmlns:a16="http://schemas.microsoft.com/office/drawing/2014/main" id="{607757D9-0444-7946-B593-D68AEED66825}"/>
              </a:ext>
            </a:extLst>
          </p:cNvPr>
          <p:cNvSpPr>
            <a:spLocks noGrp="1" noChangeArrowheads="1"/>
          </p:cNvSpPr>
          <p:nvPr>
            <p:ph type="sldNum" sz="quarter" idx="10"/>
          </p:nvPr>
        </p:nvSpPr>
        <p:spPr>
          <a:ln/>
        </p:spPr>
        <p:txBody>
          <a:bodyPr/>
          <a:lstStyle>
            <a:lvl1pPr>
              <a:defRPr/>
            </a:lvl1pPr>
          </a:lstStyle>
          <a:p>
            <a:pPr>
              <a:defRPr/>
            </a:pPr>
            <a:r>
              <a:rPr lang="en-US" altLang="en-US"/>
              <a:t>Slide 3- </a:t>
            </a:r>
            <a:fld id="{C98C38DF-0B66-40DB-A347-D9F938CD66A3}" type="slidenum">
              <a:rPr lang="en-US" altLang="en-US" smtClean="0"/>
              <a:pPr>
                <a:defRPr/>
              </a:pPr>
              <a:t>‹#›</a:t>
            </a:fld>
            <a:endParaRPr lang="en-CA" altLang="en-US"/>
          </a:p>
        </p:txBody>
      </p:sp>
    </p:spTree>
    <p:extLst>
      <p:ext uri="{BB962C8B-B14F-4D97-AF65-F5344CB8AC3E}">
        <p14:creationId xmlns:p14="http://schemas.microsoft.com/office/powerpoint/2010/main" val="697919163"/>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137F0-A7BC-AF49-BF12-0D5370A23890}"/>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0F9E247-2173-F143-99E4-FABF1821782F}"/>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a:extLst>
              <a:ext uri="{FF2B5EF4-FFF2-40B4-BE49-F238E27FC236}">
                <a16:creationId xmlns:a16="http://schemas.microsoft.com/office/drawing/2014/main" id="{C2FE9186-FD42-DA45-A053-3C3F089A18C4}"/>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13">
            <a:extLst>
              <a:ext uri="{FF2B5EF4-FFF2-40B4-BE49-F238E27FC236}">
                <a16:creationId xmlns:a16="http://schemas.microsoft.com/office/drawing/2014/main" id="{607757D9-0444-7946-B593-D68AEED66825}"/>
              </a:ext>
            </a:extLst>
          </p:cNvPr>
          <p:cNvSpPr>
            <a:spLocks noGrp="1" noChangeArrowheads="1"/>
          </p:cNvSpPr>
          <p:nvPr>
            <p:ph type="sldNum" sz="quarter" idx="10"/>
          </p:nvPr>
        </p:nvSpPr>
        <p:spPr>
          <a:ln/>
        </p:spPr>
        <p:txBody>
          <a:bodyPr/>
          <a:lstStyle>
            <a:lvl1pPr>
              <a:defRPr/>
            </a:lvl1pPr>
          </a:lstStyle>
          <a:p>
            <a:pPr>
              <a:defRPr/>
            </a:pPr>
            <a:r>
              <a:rPr lang="en-US" altLang="en-US"/>
              <a:t>Slide 3- </a:t>
            </a:r>
            <a:fld id="{DD7CC70C-420E-4052-B8A8-1C7AEBB45572}" type="slidenum">
              <a:rPr lang="en-US" altLang="en-US" smtClean="0"/>
              <a:pPr>
                <a:defRPr/>
              </a:pPr>
              <a:t>‹#›</a:t>
            </a:fld>
            <a:endParaRPr lang="en-CA" altLang="en-US"/>
          </a:p>
        </p:txBody>
      </p:sp>
    </p:spTree>
    <p:extLst>
      <p:ext uri="{BB962C8B-B14F-4D97-AF65-F5344CB8AC3E}">
        <p14:creationId xmlns:p14="http://schemas.microsoft.com/office/powerpoint/2010/main" val="4015873775"/>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2A3DC-FC25-A448-9FF0-71B345B9BFB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9AA0B22-818B-064A-A951-79C657781F9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
            <a:extLst>
              <a:ext uri="{FF2B5EF4-FFF2-40B4-BE49-F238E27FC236}">
                <a16:creationId xmlns:a16="http://schemas.microsoft.com/office/drawing/2014/main" id="{607757D9-0444-7946-B593-D68AEED66825}"/>
              </a:ext>
            </a:extLst>
          </p:cNvPr>
          <p:cNvSpPr>
            <a:spLocks noGrp="1" noChangeArrowheads="1"/>
          </p:cNvSpPr>
          <p:nvPr>
            <p:ph type="sldNum" sz="quarter" idx="10"/>
          </p:nvPr>
        </p:nvSpPr>
        <p:spPr>
          <a:ln/>
        </p:spPr>
        <p:txBody>
          <a:bodyPr/>
          <a:lstStyle>
            <a:lvl1pPr>
              <a:defRPr/>
            </a:lvl1pPr>
          </a:lstStyle>
          <a:p>
            <a:pPr>
              <a:defRPr/>
            </a:pPr>
            <a:r>
              <a:rPr lang="en-US" altLang="en-US"/>
              <a:t>Slide 3- </a:t>
            </a:r>
            <a:fld id="{51594450-6FAF-4DD3-91D0-85F058873915}" type="slidenum">
              <a:rPr lang="en-US" altLang="en-US" smtClean="0"/>
              <a:pPr>
                <a:defRPr/>
              </a:pPr>
              <a:t>‹#›</a:t>
            </a:fld>
            <a:endParaRPr lang="en-CA" altLang="en-US"/>
          </a:p>
        </p:txBody>
      </p:sp>
    </p:spTree>
    <p:extLst>
      <p:ext uri="{BB962C8B-B14F-4D97-AF65-F5344CB8AC3E}">
        <p14:creationId xmlns:p14="http://schemas.microsoft.com/office/powerpoint/2010/main" val="58304742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C0A3A7-7CC8-0149-B1E6-FAB65CE34014}"/>
              </a:ext>
            </a:extLst>
          </p:cNvPr>
          <p:cNvSpPr>
            <a:spLocks noGrp="1"/>
          </p:cNvSpPr>
          <p:nvPr>
            <p:ph type="title" orient="vert"/>
          </p:nvPr>
        </p:nvSpPr>
        <p:spPr>
          <a:xfrm>
            <a:off x="6457950" y="303213"/>
            <a:ext cx="2076450" cy="586898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80E16C4-BF55-FB4E-B884-48670F9A58C2}"/>
              </a:ext>
            </a:extLst>
          </p:cNvPr>
          <p:cNvSpPr>
            <a:spLocks noGrp="1"/>
          </p:cNvSpPr>
          <p:nvPr>
            <p:ph type="body" orient="vert" idx="1"/>
          </p:nvPr>
        </p:nvSpPr>
        <p:spPr>
          <a:xfrm>
            <a:off x="228600" y="303213"/>
            <a:ext cx="6076950" cy="586898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
            <a:extLst>
              <a:ext uri="{FF2B5EF4-FFF2-40B4-BE49-F238E27FC236}">
                <a16:creationId xmlns:a16="http://schemas.microsoft.com/office/drawing/2014/main" id="{607757D9-0444-7946-B593-D68AEED66825}"/>
              </a:ext>
            </a:extLst>
          </p:cNvPr>
          <p:cNvSpPr>
            <a:spLocks noGrp="1" noChangeArrowheads="1"/>
          </p:cNvSpPr>
          <p:nvPr>
            <p:ph type="sldNum" sz="quarter" idx="10"/>
          </p:nvPr>
        </p:nvSpPr>
        <p:spPr>
          <a:ln/>
        </p:spPr>
        <p:txBody>
          <a:bodyPr/>
          <a:lstStyle>
            <a:lvl1pPr>
              <a:defRPr/>
            </a:lvl1pPr>
          </a:lstStyle>
          <a:p>
            <a:pPr>
              <a:defRPr/>
            </a:pPr>
            <a:r>
              <a:rPr lang="en-US" altLang="en-US"/>
              <a:t>Slide 3- </a:t>
            </a:r>
            <a:fld id="{E88B7411-79A3-4F26-AF85-80C2B21E80D3}" type="slidenum">
              <a:rPr lang="en-US" altLang="en-US" smtClean="0"/>
              <a:pPr>
                <a:defRPr/>
              </a:pPr>
              <a:t>‹#›</a:t>
            </a:fld>
            <a:endParaRPr lang="en-CA" altLang="en-US"/>
          </a:p>
        </p:txBody>
      </p:sp>
    </p:spTree>
    <p:extLst>
      <p:ext uri="{BB962C8B-B14F-4D97-AF65-F5344CB8AC3E}">
        <p14:creationId xmlns:p14="http://schemas.microsoft.com/office/powerpoint/2010/main" val="1714253815"/>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45"/>
          <p:cNvGrpSpPr>
            <a:grpSpLocks/>
          </p:cNvGrpSpPr>
          <p:nvPr userDrawn="1"/>
        </p:nvGrpSpPr>
        <p:grpSpPr bwMode="auto">
          <a:xfrm>
            <a:off x="8936038" y="1449388"/>
            <a:ext cx="207962" cy="5408612"/>
            <a:chOff x="5606" y="889"/>
            <a:chExt cx="154" cy="3431"/>
          </a:xfrm>
        </p:grpSpPr>
        <p:sp>
          <p:nvSpPr>
            <p:cNvPr id="1032" name="Rectangle 38">
              <a:extLst>
                <a:ext uri="{FF2B5EF4-FFF2-40B4-BE49-F238E27FC236}">
                  <a16:creationId xmlns:a16="http://schemas.microsoft.com/office/drawing/2014/main" id="{44B72714-FC7E-4C8C-9346-02673143EF52}"/>
                </a:ext>
              </a:extLst>
            </p:cNvPr>
            <p:cNvSpPr>
              <a:spLocks noChangeArrowheads="1"/>
            </p:cNvSpPr>
            <p:nvPr userDrawn="1"/>
          </p:nvSpPr>
          <p:spPr bwMode="gray">
            <a:xfrm flipH="1">
              <a:off x="5685" y="889"/>
              <a:ext cx="75" cy="3431"/>
            </a:xfrm>
            <a:prstGeom prst="rect">
              <a:avLst/>
            </a:prstGeom>
            <a:solidFill>
              <a:srgbClr val="677228"/>
            </a:solidFill>
            <a:ln>
              <a:noFill/>
            </a:ln>
            <a:effectLst/>
            <a:extLst>
              <a:ext uri="{91240B29-F687-4F45-9708-019B960494DF}">
                <a14:hiddenLine xmlns:a14="http://schemas.microsoft.com/office/drawing/2010/main" w="9525">
                  <a:solidFill>
                    <a:srgbClr val="FF99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defRPr/>
              </a:pPr>
              <a:endParaRPr kumimoji="1" lang="en-US" altLang="en-US" sz="3200">
                <a:latin typeface="Tahoma" panose="020B0604030504040204" pitchFamily="34" charset="0"/>
              </a:endParaRPr>
            </a:p>
          </p:txBody>
        </p:sp>
        <p:grpSp>
          <p:nvGrpSpPr>
            <p:cNvPr id="1033" name="Group 44"/>
            <p:cNvGrpSpPr>
              <a:grpSpLocks/>
            </p:cNvGrpSpPr>
            <p:nvPr userDrawn="1"/>
          </p:nvGrpSpPr>
          <p:grpSpPr bwMode="auto">
            <a:xfrm>
              <a:off x="5606" y="889"/>
              <a:ext cx="106" cy="3431"/>
              <a:chOff x="5606" y="889"/>
              <a:chExt cx="106" cy="3431"/>
            </a:xfrm>
          </p:grpSpPr>
          <p:sp>
            <p:nvSpPr>
              <p:cNvPr id="1034" name="Rectangle 43">
                <a:extLst>
                  <a:ext uri="{FF2B5EF4-FFF2-40B4-BE49-F238E27FC236}">
                    <a16:creationId xmlns:a16="http://schemas.microsoft.com/office/drawing/2014/main" id="{140BF494-9D06-4F2F-878D-5A6C54FD4CF4}"/>
                  </a:ext>
                </a:extLst>
              </p:cNvPr>
              <p:cNvSpPr>
                <a:spLocks noChangeArrowheads="1"/>
              </p:cNvSpPr>
              <p:nvPr userDrawn="1"/>
            </p:nvSpPr>
            <p:spPr bwMode="gray">
              <a:xfrm rot="10800000" flipH="1">
                <a:off x="5606" y="889"/>
                <a:ext cx="58" cy="3431"/>
              </a:xfrm>
              <a:prstGeom prst="rect">
                <a:avLst/>
              </a:prstGeom>
              <a:solidFill>
                <a:schemeClr val="tx2"/>
              </a:solidFill>
              <a:ln>
                <a:noFill/>
              </a:ln>
              <a:effectLst/>
              <a:extLst>
                <a:ext uri="{91240B29-F687-4F45-9708-019B960494DF}">
                  <a14:hiddenLine xmlns:a14="http://schemas.microsoft.com/office/drawing/2010/main" w="9525">
                    <a:solidFill>
                      <a:srgbClr val="FF99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defRPr/>
                </a:pPr>
                <a:endParaRPr kumimoji="1" lang="en-US" altLang="en-US" sz="3200">
                  <a:latin typeface="Tahoma" panose="020B0604030504040204" pitchFamily="34" charset="0"/>
                </a:endParaRPr>
              </a:p>
            </p:txBody>
          </p:sp>
          <p:sp>
            <p:nvSpPr>
              <p:cNvPr id="1035" name="Rectangle 32">
                <a:extLst>
                  <a:ext uri="{FF2B5EF4-FFF2-40B4-BE49-F238E27FC236}">
                    <a16:creationId xmlns:a16="http://schemas.microsoft.com/office/drawing/2014/main" id="{34963038-DC93-4F90-80F6-4FDC89D4FC0A}"/>
                  </a:ext>
                </a:extLst>
              </p:cNvPr>
              <p:cNvSpPr>
                <a:spLocks noChangeArrowheads="1"/>
              </p:cNvSpPr>
              <p:nvPr userDrawn="1"/>
            </p:nvSpPr>
            <p:spPr bwMode="gray">
              <a:xfrm rot="10800000" flipH="1">
                <a:off x="5654" y="889"/>
                <a:ext cx="58" cy="3431"/>
              </a:xfrm>
              <a:prstGeom prst="rect">
                <a:avLst/>
              </a:prstGeom>
              <a:solidFill>
                <a:srgbClr val="990033"/>
              </a:solidFill>
              <a:ln>
                <a:noFill/>
              </a:ln>
              <a:effectLst/>
              <a:extLst>
                <a:ext uri="{91240B29-F687-4F45-9708-019B960494DF}">
                  <a14:hiddenLine xmlns:a14="http://schemas.microsoft.com/office/drawing/2010/main" w="9525">
                    <a:solidFill>
                      <a:srgbClr val="FF99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defRPr/>
                </a:pPr>
                <a:endParaRPr kumimoji="1" lang="en-US" altLang="en-US" sz="3200">
                  <a:latin typeface="Tahoma" panose="020B0604030504040204" pitchFamily="34" charset="0"/>
                </a:endParaRPr>
              </a:p>
            </p:txBody>
          </p:sp>
        </p:grpSp>
      </p:grpSp>
      <p:sp>
        <p:nvSpPr>
          <p:cNvPr id="1027" name="Rectangle 37">
            <a:extLst>
              <a:ext uri="{FF2B5EF4-FFF2-40B4-BE49-F238E27FC236}">
                <a16:creationId xmlns:a16="http://schemas.microsoft.com/office/drawing/2014/main" id="{5729C008-8BDC-4939-A60B-A0FA9611662A}"/>
              </a:ext>
            </a:extLst>
          </p:cNvPr>
          <p:cNvSpPr>
            <a:spLocks noChangeArrowheads="1"/>
          </p:cNvSpPr>
          <p:nvPr userDrawn="1"/>
        </p:nvSpPr>
        <p:spPr bwMode="gray">
          <a:xfrm rot="-5400000">
            <a:off x="3845719" y="-3845719"/>
            <a:ext cx="1449388" cy="9140825"/>
          </a:xfrm>
          <a:prstGeom prst="rect">
            <a:avLst/>
          </a:prstGeom>
          <a:solidFill>
            <a:srgbClr val="677228">
              <a:alpha val="36078"/>
            </a:srgbClr>
          </a:solidFill>
          <a:ln>
            <a:noFill/>
          </a:ln>
          <a:effectLst/>
          <a:extLst>
            <a:ext uri="{91240B29-F687-4F45-9708-019B960494DF}">
              <a14:hiddenLine xmlns:a14="http://schemas.microsoft.com/office/drawing/2010/main" w="9525">
                <a:solidFill>
                  <a:srgbClr val="FF99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defRPr/>
            </a:pPr>
            <a:endParaRPr kumimoji="1" lang="en-US" altLang="en-US" sz="3200">
              <a:latin typeface="Tahoma" panose="020B0604030504040204" pitchFamily="34" charset="0"/>
            </a:endParaRPr>
          </a:p>
        </p:txBody>
      </p:sp>
      <p:sp>
        <p:nvSpPr>
          <p:cNvPr id="1028" name="Rectangle 9"/>
          <p:cNvSpPr>
            <a:spLocks noGrp="1" noChangeArrowheads="1"/>
          </p:cNvSpPr>
          <p:nvPr>
            <p:ph type="title"/>
          </p:nvPr>
        </p:nvSpPr>
        <p:spPr bwMode="auto">
          <a:xfrm>
            <a:off x="228600" y="303213"/>
            <a:ext cx="7796213" cy="992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smtClean="0"/>
              <a:t>Click to edit Master title style</a:t>
            </a:r>
          </a:p>
        </p:txBody>
      </p:sp>
      <p:sp>
        <p:nvSpPr>
          <p:cNvPr id="3085" name="Rectangle 13">
            <a:extLst>
              <a:ext uri="{FF2B5EF4-FFF2-40B4-BE49-F238E27FC236}">
                <a16:creationId xmlns:a16="http://schemas.microsoft.com/office/drawing/2014/main" id="{607757D9-0444-7946-B593-D68AEED66825}"/>
              </a:ext>
            </a:extLst>
          </p:cNvPr>
          <p:cNvSpPr>
            <a:spLocks noGrp="1" noChangeArrowheads="1"/>
          </p:cNvSpPr>
          <p:nvPr>
            <p:ph type="sldNum" sz="quarter" idx="4"/>
          </p:nvPr>
        </p:nvSpPr>
        <p:spPr bwMode="auto">
          <a:xfrm>
            <a:off x="6934200"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400" b="1">
                <a:solidFill>
                  <a:srgbClr val="990033"/>
                </a:solidFill>
              </a:defRPr>
            </a:lvl1pPr>
          </a:lstStyle>
          <a:p>
            <a:pPr>
              <a:defRPr/>
            </a:pPr>
            <a:r>
              <a:rPr lang="en-US" altLang="en-US"/>
              <a:t>Slide 3- </a:t>
            </a:r>
            <a:fld id="{DBC25D58-F606-4528-A2E1-324C1E66E138}" type="slidenum">
              <a:rPr lang="en-US" altLang="en-US" smtClean="0"/>
              <a:pPr>
                <a:defRPr/>
              </a:pPr>
              <a:t>‹#›</a:t>
            </a:fld>
            <a:endParaRPr lang="en-CA" altLang="en-US"/>
          </a:p>
        </p:txBody>
      </p:sp>
      <p:sp>
        <p:nvSpPr>
          <p:cNvPr id="1030" name="Rectangle 21"/>
          <p:cNvSpPr>
            <a:spLocks noGrp="1" noChangeArrowheads="1"/>
          </p:cNvSpPr>
          <p:nvPr>
            <p:ph type="body" idx="1"/>
          </p:nvPr>
        </p:nvSpPr>
        <p:spPr bwMode="auto">
          <a:xfrm>
            <a:off x="239713" y="1600200"/>
            <a:ext cx="8294687"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31" name="Rectangle 30">
            <a:extLst>
              <a:ext uri="{FF2B5EF4-FFF2-40B4-BE49-F238E27FC236}">
                <a16:creationId xmlns:a16="http://schemas.microsoft.com/office/drawing/2014/main" id="{0FEF5587-AA93-4497-8B01-5156FD60A35B}"/>
              </a:ext>
            </a:extLst>
          </p:cNvPr>
          <p:cNvSpPr>
            <a:spLocks noChangeArrowheads="1"/>
          </p:cNvSpPr>
          <p:nvPr/>
        </p:nvSpPr>
        <p:spPr bwMode="auto">
          <a:xfrm>
            <a:off x="838200" y="6397625"/>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r>
              <a:rPr lang="en-US" altLang="en-US" sz="900"/>
              <a:t>Copyright © 2007 Ramez Elmasr and Shamkant B. Navathei</a:t>
            </a:r>
          </a:p>
        </p:txBody>
      </p:sp>
    </p:spTree>
  </p:cSld>
  <p:clrMap bg1="lt1" tx1="dk1" bg2="lt2" tx2="dk2" accent1="accent1" accent2="accent2" accent3="accent3" accent4="accent4" accent5="accent5" accent6="accent6" hlink="hlink" folHlink="folHlink"/>
  <p:sldLayoutIdLst>
    <p:sldLayoutId id="2147483720"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ransition spd="med"/>
  <p:hf hdr="0" ftr="0" dt="0"/>
  <p:txStyles>
    <p:titleStyle>
      <a:lvl1pPr algn="l" rtl="0" eaLnBrk="0" fontAlgn="base" hangingPunct="0">
        <a:spcBef>
          <a:spcPct val="0"/>
        </a:spcBef>
        <a:spcAft>
          <a:spcPct val="0"/>
        </a:spcAft>
        <a:defRPr sz="3600" kern="1200">
          <a:solidFill>
            <a:srgbClr val="800000"/>
          </a:solidFill>
          <a:latin typeface="+mj-lt"/>
          <a:ea typeface="+mj-ea"/>
          <a:cs typeface="+mj-cs"/>
        </a:defRPr>
      </a:lvl1pPr>
      <a:lvl2pPr algn="l" rtl="0" eaLnBrk="0" fontAlgn="base" hangingPunct="0">
        <a:spcBef>
          <a:spcPct val="0"/>
        </a:spcBef>
        <a:spcAft>
          <a:spcPct val="0"/>
        </a:spcAft>
        <a:defRPr sz="3600">
          <a:solidFill>
            <a:srgbClr val="800000"/>
          </a:solidFill>
          <a:latin typeface="Arial" panose="020B0604020202020204" pitchFamily="34" charset="0"/>
        </a:defRPr>
      </a:lvl2pPr>
      <a:lvl3pPr algn="l" rtl="0" eaLnBrk="0" fontAlgn="base" hangingPunct="0">
        <a:spcBef>
          <a:spcPct val="0"/>
        </a:spcBef>
        <a:spcAft>
          <a:spcPct val="0"/>
        </a:spcAft>
        <a:defRPr sz="3600">
          <a:solidFill>
            <a:srgbClr val="800000"/>
          </a:solidFill>
          <a:latin typeface="Arial" panose="020B0604020202020204" pitchFamily="34" charset="0"/>
        </a:defRPr>
      </a:lvl3pPr>
      <a:lvl4pPr algn="l" rtl="0" eaLnBrk="0" fontAlgn="base" hangingPunct="0">
        <a:spcBef>
          <a:spcPct val="0"/>
        </a:spcBef>
        <a:spcAft>
          <a:spcPct val="0"/>
        </a:spcAft>
        <a:defRPr sz="3600">
          <a:solidFill>
            <a:srgbClr val="800000"/>
          </a:solidFill>
          <a:latin typeface="Arial" panose="020B0604020202020204" pitchFamily="34" charset="0"/>
        </a:defRPr>
      </a:lvl4pPr>
      <a:lvl5pPr algn="l" rtl="0" eaLnBrk="0" fontAlgn="base" hangingPunct="0">
        <a:spcBef>
          <a:spcPct val="0"/>
        </a:spcBef>
        <a:spcAft>
          <a:spcPct val="0"/>
        </a:spcAft>
        <a:defRPr sz="3600">
          <a:solidFill>
            <a:srgbClr val="800000"/>
          </a:solidFill>
          <a:latin typeface="Arial" panose="020B0604020202020204" pitchFamily="34" charset="0"/>
        </a:defRPr>
      </a:lvl5pPr>
      <a:lvl6pPr marL="457200" algn="l" rtl="0" fontAlgn="base">
        <a:spcBef>
          <a:spcPct val="0"/>
        </a:spcBef>
        <a:spcAft>
          <a:spcPct val="0"/>
        </a:spcAft>
        <a:defRPr sz="3600">
          <a:solidFill>
            <a:srgbClr val="800000"/>
          </a:solidFill>
          <a:latin typeface="Arial" panose="020B0604020202020204" pitchFamily="34" charset="0"/>
        </a:defRPr>
      </a:lvl6pPr>
      <a:lvl7pPr marL="914400" algn="l" rtl="0" fontAlgn="base">
        <a:spcBef>
          <a:spcPct val="0"/>
        </a:spcBef>
        <a:spcAft>
          <a:spcPct val="0"/>
        </a:spcAft>
        <a:defRPr sz="3600">
          <a:solidFill>
            <a:srgbClr val="800000"/>
          </a:solidFill>
          <a:latin typeface="Arial" panose="020B0604020202020204" pitchFamily="34" charset="0"/>
        </a:defRPr>
      </a:lvl7pPr>
      <a:lvl8pPr marL="1371600" algn="l" rtl="0" fontAlgn="base">
        <a:spcBef>
          <a:spcPct val="0"/>
        </a:spcBef>
        <a:spcAft>
          <a:spcPct val="0"/>
        </a:spcAft>
        <a:defRPr sz="3600">
          <a:solidFill>
            <a:srgbClr val="800000"/>
          </a:solidFill>
          <a:latin typeface="Arial" panose="020B0604020202020204" pitchFamily="34" charset="0"/>
        </a:defRPr>
      </a:lvl8pPr>
      <a:lvl9pPr marL="1828800" algn="l" rtl="0" fontAlgn="base">
        <a:spcBef>
          <a:spcPct val="0"/>
        </a:spcBef>
        <a:spcAft>
          <a:spcPct val="0"/>
        </a:spcAft>
        <a:defRPr sz="3600">
          <a:solidFill>
            <a:srgbClr val="800000"/>
          </a:solidFill>
          <a:latin typeface="Arial" panose="020B0604020202020204" pitchFamily="34" charset="0"/>
        </a:defRPr>
      </a:lvl9pPr>
    </p:titleStyle>
    <p:bodyStyle>
      <a:lvl1pPr marL="342900" indent="-342900" algn="l" rtl="0" eaLnBrk="0" fontAlgn="base" hangingPunct="0">
        <a:spcBef>
          <a:spcPct val="20000"/>
        </a:spcBef>
        <a:spcAft>
          <a:spcPct val="0"/>
        </a:spcAft>
        <a:buClr>
          <a:srgbClr val="990033"/>
        </a:buClr>
        <a:buSzPct val="60000"/>
        <a:buFont typeface="Wingdings" panose="05000000000000000000" pitchFamily="2" charset="2"/>
        <a:buChar char="n"/>
        <a:defRPr sz="2800" kern="1200">
          <a:solidFill>
            <a:schemeClr val="tx2"/>
          </a:solidFill>
          <a:latin typeface="+mn-lt"/>
          <a:ea typeface="+mn-ea"/>
          <a:cs typeface="+mn-cs"/>
        </a:defRPr>
      </a:lvl1pPr>
      <a:lvl2pPr marL="742950" indent="-285750" algn="l" rtl="0" eaLnBrk="0" fontAlgn="base" hangingPunct="0">
        <a:spcBef>
          <a:spcPct val="20000"/>
        </a:spcBef>
        <a:spcAft>
          <a:spcPct val="0"/>
        </a:spcAft>
        <a:buClr>
          <a:schemeClr val="tx2"/>
        </a:buClr>
        <a:buSzPct val="55000"/>
        <a:buFont typeface="Wingdings" panose="05000000000000000000" pitchFamily="2" charset="2"/>
        <a:buChar char="n"/>
        <a:defRPr sz="2600" kern="1200">
          <a:solidFill>
            <a:srgbClr val="800000"/>
          </a:solidFill>
          <a:latin typeface="+mn-lt"/>
          <a:ea typeface="+mn-ea"/>
          <a:cs typeface="+mn-cs"/>
        </a:defRPr>
      </a:lvl2pPr>
      <a:lvl3pPr marL="1143000" indent="-228600" algn="l" rtl="0" eaLnBrk="0" fontAlgn="base" hangingPunct="0">
        <a:spcBef>
          <a:spcPct val="20000"/>
        </a:spcBef>
        <a:spcAft>
          <a:spcPct val="0"/>
        </a:spcAft>
        <a:buClr>
          <a:srgbClr val="990033"/>
        </a:buClr>
        <a:buSzPct val="50000"/>
        <a:buFont typeface="Wingdings" panose="05000000000000000000" pitchFamily="2" charset="2"/>
        <a:buChar char="n"/>
        <a:defRPr sz="2400" kern="1200">
          <a:solidFill>
            <a:schemeClr val="tx2"/>
          </a:solidFill>
          <a:latin typeface="+mn-lt"/>
          <a:ea typeface="+mn-ea"/>
          <a:cs typeface="+mn-cs"/>
        </a:defRPr>
      </a:lvl3pPr>
      <a:lvl4pPr marL="1600200" indent="-228600" algn="l" rtl="0" eaLnBrk="0" fontAlgn="base" hangingPunct="0">
        <a:spcBef>
          <a:spcPct val="20000"/>
        </a:spcBef>
        <a:spcAft>
          <a:spcPct val="0"/>
        </a:spcAft>
        <a:buClr>
          <a:schemeClr val="tx2"/>
        </a:buClr>
        <a:buSzPct val="55000"/>
        <a:buFont typeface="Wingdings" panose="05000000000000000000" pitchFamily="2" charset="2"/>
        <a:buChar char="n"/>
        <a:defRPr sz="2000" kern="1200">
          <a:solidFill>
            <a:srgbClr val="800000"/>
          </a:solidFill>
          <a:latin typeface="+mn-lt"/>
          <a:ea typeface="+mn-ea"/>
          <a:cs typeface="+mn-cs"/>
        </a:defRPr>
      </a:lvl4pPr>
      <a:lvl5pPr marL="2057400" indent="-228600" algn="l" rtl="0" eaLnBrk="0" fontAlgn="base" hangingPunct="0">
        <a:spcBef>
          <a:spcPct val="20000"/>
        </a:spcBef>
        <a:spcAft>
          <a:spcPct val="0"/>
        </a:spcAft>
        <a:buClr>
          <a:srgbClr val="990033"/>
        </a:buClr>
        <a:buSzPct val="50000"/>
        <a:buFont typeface="Wingdings" panose="05000000000000000000" pitchFamily="2" charset="2"/>
        <a:buChar char="n"/>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Lect09.ppt#-1,12,-- EMPLOYEE Entity Representation"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5.tiff"/><Relationship Id="rId2" Type="http://schemas.openxmlformats.org/officeDocument/2006/relationships/image" Target="../media/image14.tiff"/><Relationship Id="rId1" Type="http://schemas.openxmlformats.org/officeDocument/2006/relationships/slideLayout" Target="../slideLayouts/slideLayout2.xml"/><Relationship Id="rId4" Type="http://schemas.openxmlformats.org/officeDocument/2006/relationships/image" Target="../media/image16.tiff"/></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lide Number Placeholder 2"/>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3- </a:t>
            </a:r>
            <a:fld id="{99EBF534-D839-43ED-8CC3-5BD8BF9C39AC}" type="slidenum">
              <a:rPr lang="en-US" altLang="en-US" sz="1400" smtClean="0">
                <a:solidFill>
                  <a:srgbClr val="990033"/>
                </a:solidFill>
              </a:rPr>
              <a:pPr>
                <a:spcBef>
                  <a:spcPct val="0"/>
                </a:spcBef>
                <a:buClrTx/>
                <a:buSzTx/>
                <a:buFontTx/>
                <a:buNone/>
              </a:pPr>
              <a:t>1</a:t>
            </a:fld>
            <a:endParaRPr lang="en-CA" altLang="en-US" sz="1400" smtClean="0">
              <a:solidFill>
                <a:srgbClr val="990033"/>
              </a:solidFill>
            </a:endParaRPr>
          </a:p>
        </p:txBody>
      </p:sp>
      <p:sp>
        <p:nvSpPr>
          <p:cNvPr id="15362" name="Rectangle 3"/>
          <p:cNvSpPr>
            <a:spLocks noGrp="1" noChangeArrowheads="1"/>
          </p:cNvSpPr>
          <p:nvPr>
            <p:ph type="title"/>
          </p:nvPr>
        </p:nvSpPr>
        <p:spPr/>
        <p:txBody>
          <a:bodyPr/>
          <a:lstStyle/>
          <a:p>
            <a:pPr eaLnBrk="1" hangingPunct="1"/>
            <a:endParaRPr lang="en-US" altLang="en-US" smtClean="0"/>
          </a:p>
        </p:txBody>
      </p:sp>
      <p:pic>
        <p:nvPicPr>
          <p:cNvPr id="15363" name="Picture 11" descr="Elmasri_cov"/>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9"/>
          <p:cNvSpPr>
            <a:spLocks noGrp="1" noChangeArrowheads="1"/>
          </p:cNvSpPr>
          <p:nvPr>
            <p:ph type="ftr"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900" smtClean="0">
                <a:solidFill>
                  <a:schemeClr val="tx1"/>
                </a:solidFill>
              </a:rPr>
              <a:t>Copyright © 2007 Ramez Elmasri and Shamkant B. Navathe</a:t>
            </a:r>
          </a:p>
        </p:txBody>
      </p:sp>
      <p:sp>
        <p:nvSpPr>
          <p:cNvPr id="17410" name="Rectangle 2" descr="Pink tissue paper"/>
          <p:cNvSpPr>
            <a:spLocks noGrp="1" noChangeArrowheads="1"/>
          </p:cNvSpPr>
          <p:nvPr>
            <p:ph type="ctrTitle"/>
          </p:nvPr>
        </p:nvSpPr>
        <p:spPr/>
        <p:txBody>
          <a:bodyPr/>
          <a:lstStyle/>
          <a:p>
            <a:pPr eaLnBrk="1" hangingPunct="1"/>
            <a:r>
              <a:rPr lang="en-US" altLang="en-US" smtClean="0"/>
              <a:t>Chapter 3</a:t>
            </a:r>
          </a:p>
        </p:txBody>
      </p:sp>
      <p:sp>
        <p:nvSpPr>
          <p:cNvPr id="17411" name="Rectangle 3" descr="Pink tissue paper"/>
          <p:cNvSpPr>
            <a:spLocks noGrp="1" noChangeArrowheads="1"/>
          </p:cNvSpPr>
          <p:nvPr>
            <p:ph type="subTitle" idx="1"/>
          </p:nvPr>
        </p:nvSpPr>
        <p:spPr/>
        <p:txBody>
          <a:bodyPr/>
          <a:lstStyle/>
          <a:p>
            <a:pPr eaLnBrk="1" hangingPunct="1"/>
            <a:r>
              <a:rPr lang="en-US" altLang="en-US" smtClean="0"/>
              <a:t>Data Modeling Using the Entity-Relationship (ER) Model</a:t>
            </a:r>
          </a:p>
          <a:p>
            <a:pPr eaLnBrk="1" hangingPunct="1"/>
            <a:r>
              <a:rPr lang="en-US" altLang="en-US" smtClean="0"/>
              <a:t>+ </a:t>
            </a:r>
          </a:p>
          <a:p>
            <a:pPr eaLnBrk="1" hangingPunct="1"/>
            <a:r>
              <a:rPr lang="en-US" altLang="en-US" smtClean="0"/>
              <a:t>SQL Basics</a:t>
            </a:r>
          </a:p>
        </p:txBody>
      </p:sp>
    </p:spTree>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3- </a:t>
            </a:r>
            <a:fld id="{332CCBEC-DB04-4F91-BD07-B8F32D9EABA8}" type="slidenum">
              <a:rPr lang="en-US" altLang="en-US" sz="1400" smtClean="0">
                <a:solidFill>
                  <a:srgbClr val="990033"/>
                </a:solidFill>
              </a:rPr>
              <a:pPr>
                <a:spcBef>
                  <a:spcPct val="0"/>
                </a:spcBef>
                <a:buClrTx/>
                <a:buSzTx/>
                <a:buFontTx/>
                <a:buNone/>
              </a:pPr>
              <a:t>3</a:t>
            </a:fld>
            <a:endParaRPr lang="en-CA" altLang="en-US" sz="1400" smtClean="0">
              <a:solidFill>
                <a:srgbClr val="990033"/>
              </a:solidFill>
            </a:endParaRPr>
          </a:p>
        </p:txBody>
      </p:sp>
      <p:sp>
        <p:nvSpPr>
          <p:cNvPr id="19458" name="Rectangle 4"/>
          <p:cNvSpPr>
            <a:spLocks noGrp="1" noChangeArrowheads="1"/>
          </p:cNvSpPr>
          <p:nvPr>
            <p:ph type="title"/>
          </p:nvPr>
        </p:nvSpPr>
        <p:spPr/>
        <p:txBody>
          <a:bodyPr/>
          <a:lstStyle/>
          <a:p>
            <a:pPr eaLnBrk="1" hangingPunct="1"/>
            <a:r>
              <a:rPr lang="en-US" altLang="en-US" smtClean="0"/>
              <a:t>Chapter Outline</a:t>
            </a:r>
          </a:p>
        </p:txBody>
      </p:sp>
      <p:sp>
        <p:nvSpPr>
          <p:cNvPr id="19459" name="Rectangle 5"/>
          <p:cNvSpPr>
            <a:spLocks noGrp="1" noChangeArrowheads="1"/>
          </p:cNvSpPr>
          <p:nvPr>
            <p:ph type="body" idx="1"/>
          </p:nvPr>
        </p:nvSpPr>
        <p:spPr/>
        <p:txBody>
          <a:bodyPr/>
          <a:lstStyle/>
          <a:p>
            <a:pPr eaLnBrk="1" hangingPunct="1">
              <a:lnSpc>
                <a:spcPct val="90000"/>
              </a:lnSpc>
            </a:pPr>
            <a:r>
              <a:rPr lang="en-US" altLang="en-US" sz="2400" smtClean="0"/>
              <a:t>Overview of Database Design Process</a:t>
            </a:r>
          </a:p>
          <a:p>
            <a:pPr eaLnBrk="1" hangingPunct="1">
              <a:lnSpc>
                <a:spcPct val="90000"/>
              </a:lnSpc>
            </a:pPr>
            <a:r>
              <a:rPr lang="en-US" altLang="en-US" sz="2400" smtClean="0"/>
              <a:t>Example Database Application (COMPANY)</a:t>
            </a:r>
          </a:p>
          <a:p>
            <a:pPr eaLnBrk="1" hangingPunct="1">
              <a:lnSpc>
                <a:spcPct val="90000"/>
              </a:lnSpc>
            </a:pPr>
            <a:r>
              <a:rPr lang="en-US" altLang="en-US" sz="2400" smtClean="0"/>
              <a:t>ER Model Concepts</a:t>
            </a:r>
          </a:p>
          <a:p>
            <a:pPr lvl="1" eaLnBrk="1" hangingPunct="1">
              <a:lnSpc>
                <a:spcPct val="90000"/>
              </a:lnSpc>
            </a:pPr>
            <a:r>
              <a:rPr lang="en-US" altLang="en-US" sz="2200" smtClean="0"/>
              <a:t>Entities and Attributes</a:t>
            </a:r>
          </a:p>
          <a:p>
            <a:pPr lvl="1" eaLnBrk="1" hangingPunct="1">
              <a:lnSpc>
                <a:spcPct val="90000"/>
              </a:lnSpc>
            </a:pPr>
            <a:r>
              <a:rPr lang="en-US" altLang="en-US" sz="2200" smtClean="0"/>
              <a:t>Entity Types, Value Sets, and Key Attributes</a:t>
            </a:r>
          </a:p>
          <a:p>
            <a:pPr lvl="1" eaLnBrk="1" hangingPunct="1">
              <a:lnSpc>
                <a:spcPct val="90000"/>
              </a:lnSpc>
            </a:pPr>
            <a:r>
              <a:rPr lang="en-US" altLang="en-US" sz="2200" smtClean="0"/>
              <a:t>Relationships and Relationship Types</a:t>
            </a:r>
          </a:p>
          <a:p>
            <a:pPr lvl="1" eaLnBrk="1" hangingPunct="1">
              <a:lnSpc>
                <a:spcPct val="90000"/>
              </a:lnSpc>
            </a:pPr>
            <a:r>
              <a:rPr lang="en-US" altLang="en-US" sz="2200" smtClean="0"/>
              <a:t>Weak Entity Types</a:t>
            </a:r>
          </a:p>
          <a:p>
            <a:pPr lvl="1" eaLnBrk="1" hangingPunct="1">
              <a:lnSpc>
                <a:spcPct val="90000"/>
              </a:lnSpc>
            </a:pPr>
            <a:r>
              <a:rPr lang="en-US" altLang="en-US" sz="2200" smtClean="0"/>
              <a:t>Roles and Attributes in Relationship Types</a:t>
            </a:r>
          </a:p>
          <a:p>
            <a:pPr eaLnBrk="1" hangingPunct="1">
              <a:lnSpc>
                <a:spcPct val="90000"/>
              </a:lnSpc>
            </a:pPr>
            <a:r>
              <a:rPr lang="en-US" altLang="en-US" sz="2400" smtClean="0"/>
              <a:t>ER Diagrams - Notation</a:t>
            </a:r>
          </a:p>
          <a:p>
            <a:pPr eaLnBrk="1" hangingPunct="1">
              <a:lnSpc>
                <a:spcPct val="90000"/>
              </a:lnSpc>
            </a:pPr>
            <a:r>
              <a:rPr lang="en-US" altLang="en-US" sz="2400" smtClean="0"/>
              <a:t>ER Diagram for COMPANY Schema</a:t>
            </a:r>
          </a:p>
          <a:p>
            <a:pPr eaLnBrk="1" hangingPunct="1">
              <a:lnSpc>
                <a:spcPct val="90000"/>
              </a:lnSpc>
            </a:pPr>
            <a:r>
              <a:rPr lang="en-US" altLang="en-US" sz="2400" smtClean="0"/>
              <a:t>Alternative Notations – UML class diagrams, others</a:t>
            </a:r>
          </a:p>
          <a:p>
            <a:pPr eaLnBrk="1" hangingPunct="1">
              <a:lnSpc>
                <a:spcPct val="90000"/>
              </a:lnSpc>
            </a:pPr>
            <a:endParaRPr lang="en-US" altLang="en-US" sz="2400" smtClean="0"/>
          </a:p>
        </p:txBody>
      </p:sp>
    </p:spTree>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3- </a:t>
            </a:r>
            <a:fld id="{FB6A36AE-54C7-4BCA-9E63-888650C059B5}" type="slidenum">
              <a:rPr lang="en-US" altLang="en-US" sz="1400" smtClean="0">
                <a:solidFill>
                  <a:srgbClr val="990033"/>
                </a:solidFill>
              </a:rPr>
              <a:pPr>
                <a:spcBef>
                  <a:spcPct val="0"/>
                </a:spcBef>
                <a:buClrTx/>
                <a:buSzTx/>
                <a:buFontTx/>
                <a:buNone/>
              </a:pPr>
              <a:t>4</a:t>
            </a:fld>
            <a:endParaRPr lang="en-CA" altLang="en-US" sz="1400" smtClean="0">
              <a:solidFill>
                <a:srgbClr val="990033"/>
              </a:solidFill>
            </a:endParaRPr>
          </a:p>
        </p:txBody>
      </p:sp>
      <p:sp>
        <p:nvSpPr>
          <p:cNvPr id="21506" name="Rectangle 2"/>
          <p:cNvSpPr>
            <a:spLocks noGrp="1" noChangeArrowheads="1"/>
          </p:cNvSpPr>
          <p:nvPr>
            <p:ph type="title"/>
          </p:nvPr>
        </p:nvSpPr>
        <p:spPr/>
        <p:txBody>
          <a:bodyPr/>
          <a:lstStyle/>
          <a:p>
            <a:pPr eaLnBrk="1" hangingPunct="1"/>
            <a:r>
              <a:rPr lang="en-US" altLang="en-US" sz="3200" smtClean="0"/>
              <a:t>Overview of Database Design Process</a:t>
            </a:r>
          </a:p>
        </p:txBody>
      </p:sp>
      <p:sp>
        <p:nvSpPr>
          <p:cNvPr id="21507" name="Rectangle 3"/>
          <p:cNvSpPr>
            <a:spLocks noGrp="1" noChangeArrowheads="1"/>
          </p:cNvSpPr>
          <p:nvPr>
            <p:ph type="body" idx="1"/>
          </p:nvPr>
        </p:nvSpPr>
        <p:spPr/>
        <p:txBody>
          <a:bodyPr/>
          <a:lstStyle/>
          <a:p>
            <a:pPr eaLnBrk="1" hangingPunct="1"/>
            <a:r>
              <a:rPr lang="en-US" altLang="en-US" smtClean="0"/>
              <a:t>Two main activities:</a:t>
            </a:r>
          </a:p>
          <a:p>
            <a:pPr lvl="1" eaLnBrk="1" hangingPunct="1"/>
            <a:r>
              <a:rPr lang="en-US" altLang="en-US" smtClean="0"/>
              <a:t>Database design</a:t>
            </a:r>
          </a:p>
          <a:p>
            <a:pPr lvl="1" eaLnBrk="1" hangingPunct="1"/>
            <a:r>
              <a:rPr lang="en-US" altLang="en-US" smtClean="0"/>
              <a:t>Applications design</a:t>
            </a:r>
          </a:p>
          <a:p>
            <a:pPr eaLnBrk="1" hangingPunct="1"/>
            <a:r>
              <a:rPr lang="en-US" altLang="en-US" smtClean="0"/>
              <a:t>Focus in this chapter on database design</a:t>
            </a:r>
          </a:p>
          <a:p>
            <a:pPr lvl="1" eaLnBrk="1" hangingPunct="1"/>
            <a:r>
              <a:rPr lang="en-US" altLang="en-US" smtClean="0"/>
              <a:t>To design the conceptual schema for a database application</a:t>
            </a:r>
          </a:p>
          <a:p>
            <a:pPr eaLnBrk="1" hangingPunct="1"/>
            <a:r>
              <a:rPr lang="en-US" altLang="en-US" smtClean="0"/>
              <a:t>Applications design focuses on the programs and interfaces that access the database</a:t>
            </a:r>
          </a:p>
          <a:p>
            <a:pPr lvl="1" eaLnBrk="1" hangingPunct="1"/>
            <a:r>
              <a:rPr lang="en-US" altLang="en-US" smtClean="0"/>
              <a:t>Generally considered part of software engineering</a:t>
            </a:r>
          </a:p>
        </p:txBody>
      </p:sp>
    </p:spTree>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3- </a:t>
            </a:r>
            <a:fld id="{60940F93-EDBE-4C77-A8F0-EA9751483EFC}" type="slidenum">
              <a:rPr lang="en-US" altLang="en-US" sz="1400" smtClean="0">
                <a:solidFill>
                  <a:srgbClr val="990033"/>
                </a:solidFill>
              </a:rPr>
              <a:pPr>
                <a:spcBef>
                  <a:spcPct val="0"/>
                </a:spcBef>
                <a:buClrTx/>
                <a:buSzTx/>
                <a:buFontTx/>
                <a:buNone/>
              </a:pPr>
              <a:t>5</a:t>
            </a:fld>
            <a:endParaRPr lang="en-CA" altLang="en-US" sz="1400" smtClean="0">
              <a:solidFill>
                <a:srgbClr val="990033"/>
              </a:solidFill>
            </a:endParaRPr>
          </a:p>
        </p:txBody>
      </p:sp>
      <p:sp>
        <p:nvSpPr>
          <p:cNvPr id="22530" name="Rectangle 2"/>
          <p:cNvSpPr>
            <a:spLocks noGrp="1" noChangeArrowheads="1"/>
          </p:cNvSpPr>
          <p:nvPr>
            <p:ph type="title"/>
          </p:nvPr>
        </p:nvSpPr>
        <p:spPr/>
        <p:txBody>
          <a:bodyPr/>
          <a:lstStyle/>
          <a:p>
            <a:pPr eaLnBrk="1" hangingPunct="1"/>
            <a:r>
              <a:rPr lang="en-US" altLang="en-US" sz="3200" smtClean="0"/>
              <a:t>Overview of Database Design Process</a:t>
            </a:r>
          </a:p>
        </p:txBody>
      </p:sp>
      <p:pic>
        <p:nvPicPr>
          <p:cNvPr id="22531" name="Picture 4" descr="fig03_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524000"/>
            <a:ext cx="5272088" cy="5062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noChangeArrowheads="1"/>
          </p:cNvSpPr>
          <p:nvPr>
            <p:ph type="title"/>
          </p:nvPr>
        </p:nvSpPr>
        <p:spPr/>
        <p:txBody>
          <a:bodyPr/>
          <a:lstStyle/>
          <a:p>
            <a:r>
              <a:rPr lang="en-US" altLang="en-US" smtClean="0"/>
              <a:t>Writing Exercise</a:t>
            </a:r>
          </a:p>
        </p:txBody>
      </p:sp>
      <p:sp>
        <p:nvSpPr>
          <p:cNvPr id="23554" name="Content Placeholder 2"/>
          <p:cNvSpPr>
            <a:spLocks noGrp="1" noChangeArrowheads="1"/>
          </p:cNvSpPr>
          <p:nvPr>
            <p:ph idx="1"/>
          </p:nvPr>
        </p:nvSpPr>
        <p:spPr/>
        <p:txBody>
          <a:bodyPr/>
          <a:lstStyle/>
          <a:p>
            <a:endParaRPr lang="en-US" altLang="en-US" smtClean="0"/>
          </a:p>
        </p:txBody>
      </p:sp>
      <p:sp>
        <p:nvSpPr>
          <p:cNvPr id="23555"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3- </a:t>
            </a:r>
            <a:fld id="{7C54B2B7-10F4-400F-AA37-67A0F82433D3}" type="slidenum">
              <a:rPr lang="en-US" altLang="en-US" sz="1400" smtClean="0">
                <a:solidFill>
                  <a:srgbClr val="990033"/>
                </a:solidFill>
              </a:rPr>
              <a:pPr>
                <a:spcBef>
                  <a:spcPct val="0"/>
                </a:spcBef>
                <a:buClrTx/>
                <a:buSzTx/>
                <a:buFontTx/>
                <a:buNone/>
              </a:pPr>
              <a:t>6</a:t>
            </a:fld>
            <a:endParaRPr lang="en-CA" altLang="en-US" sz="1400" smtClean="0">
              <a:solidFill>
                <a:srgbClr val="990033"/>
              </a:solidFill>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3- </a:t>
            </a:r>
            <a:fld id="{6300D00C-0008-4E96-AC96-27BBDC94DB01}" type="slidenum">
              <a:rPr lang="en-US" altLang="en-US" sz="1400" smtClean="0">
                <a:solidFill>
                  <a:srgbClr val="990033"/>
                </a:solidFill>
              </a:rPr>
              <a:pPr>
                <a:spcBef>
                  <a:spcPct val="0"/>
                </a:spcBef>
                <a:buClrTx/>
                <a:buSzTx/>
                <a:buFontTx/>
                <a:buNone/>
              </a:pPr>
              <a:t>7</a:t>
            </a:fld>
            <a:endParaRPr lang="en-CA" altLang="en-US" sz="1400" smtClean="0">
              <a:solidFill>
                <a:srgbClr val="990033"/>
              </a:solidFill>
            </a:endParaRPr>
          </a:p>
        </p:txBody>
      </p:sp>
      <p:sp>
        <p:nvSpPr>
          <p:cNvPr id="24578" name="Rectangle 4"/>
          <p:cNvSpPr>
            <a:spLocks noGrp="1" noChangeArrowheads="1"/>
          </p:cNvSpPr>
          <p:nvPr>
            <p:ph type="title"/>
          </p:nvPr>
        </p:nvSpPr>
        <p:spPr/>
        <p:txBody>
          <a:bodyPr/>
          <a:lstStyle/>
          <a:p>
            <a:pPr eaLnBrk="1" hangingPunct="1"/>
            <a:r>
              <a:rPr lang="en-US" altLang="en-US" smtClean="0"/>
              <a:t>Example COMPANY Database</a:t>
            </a:r>
          </a:p>
        </p:txBody>
      </p:sp>
      <p:sp>
        <p:nvSpPr>
          <p:cNvPr id="24579" name="Rectangle 5"/>
          <p:cNvSpPr>
            <a:spLocks noGrp="1" noChangeArrowheads="1"/>
          </p:cNvSpPr>
          <p:nvPr>
            <p:ph type="body" idx="1"/>
          </p:nvPr>
        </p:nvSpPr>
        <p:spPr/>
        <p:txBody>
          <a:bodyPr/>
          <a:lstStyle/>
          <a:p>
            <a:pPr eaLnBrk="1" hangingPunct="1">
              <a:lnSpc>
                <a:spcPct val="90000"/>
              </a:lnSpc>
            </a:pPr>
            <a:r>
              <a:rPr lang="en-US" altLang="en-US" smtClean="0"/>
              <a:t>We need to create a database schema design based on the following (simplified) </a:t>
            </a:r>
            <a:r>
              <a:rPr lang="en-US" altLang="en-US" b="1" smtClean="0"/>
              <a:t>requirements</a:t>
            </a:r>
            <a:r>
              <a:rPr lang="en-US" altLang="en-US" smtClean="0"/>
              <a:t> of the COMPANY Database:</a:t>
            </a:r>
          </a:p>
          <a:p>
            <a:pPr lvl="1" eaLnBrk="1" hangingPunct="1">
              <a:lnSpc>
                <a:spcPct val="90000"/>
              </a:lnSpc>
            </a:pPr>
            <a:r>
              <a:rPr lang="en-US" altLang="en-US" smtClean="0"/>
              <a:t>The company is organized into DEPARTMENTs. Each department has a name, number and an employee who </a:t>
            </a:r>
            <a:r>
              <a:rPr lang="en-US" altLang="en-US" i="1" smtClean="0"/>
              <a:t>manages</a:t>
            </a:r>
            <a:r>
              <a:rPr lang="en-US" altLang="en-US" smtClean="0"/>
              <a:t> the department. We keep track of the start date of the department manager. A department may have several locations.</a:t>
            </a:r>
          </a:p>
          <a:p>
            <a:pPr lvl="1" eaLnBrk="1" hangingPunct="1">
              <a:lnSpc>
                <a:spcPct val="90000"/>
              </a:lnSpc>
            </a:pPr>
            <a:r>
              <a:rPr lang="en-US" altLang="en-US" smtClean="0"/>
              <a:t>Each department </a:t>
            </a:r>
            <a:r>
              <a:rPr lang="en-US" altLang="en-US" i="1" smtClean="0"/>
              <a:t>controls</a:t>
            </a:r>
            <a:r>
              <a:rPr lang="en-US" altLang="en-US" smtClean="0"/>
              <a:t> a number of PROJECTs. Each project has a unique name, unique number and is located at a single location.</a:t>
            </a:r>
          </a:p>
        </p:txBody>
      </p:sp>
    </p:spTree>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3- </a:t>
            </a:r>
            <a:fld id="{EBEE5AF9-03DF-43C2-B474-B239786E2019}" type="slidenum">
              <a:rPr lang="en-US" altLang="en-US" sz="1400" smtClean="0">
                <a:solidFill>
                  <a:srgbClr val="990033"/>
                </a:solidFill>
              </a:rPr>
              <a:pPr>
                <a:spcBef>
                  <a:spcPct val="0"/>
                </a:spcBef>
                <a:buClrTx/>
                <a:buSzTx/>
                <a:buFontTx/>
                <a:buNone/>
              </a:pPr>
              <a:t>8</a:t>
            </a:fld>
            <a:endParaRPr lang="en-CA" altLang="en-US" sz="1400" smtClean="0">
              <a:solidFill>
                <a:srgbClr val="990033"/>
              </a:solidFill>
            </a:endParaRPr>
          </a:p>
        </p:txBody>
      </p:sp>
      <p:sp>
        <p:nvSpPr>
          <p:cNvPr id="26626" name="Rectangle 4"/>
          <p:cNvSpPr>
            <a:spLocks noGrp="1" noChangeArrowheads="1"/>
          </p:cNvSpPr>
          <p:nvPr>
            <p:ph type="title"/>
          </p:nvPr>
        </p:nvSpPr>
        <p:spPr/>
        <p:txBody>
          <a:bodyPr/>
          <a:lstStyle/>
          <a:p>
            <a:pPr eaLnBrk="1" hangingPunct="1"/>
            <a:r>
              <a:rPr lang="en-US" altLang="en-US" smtClean="0"/>
              <a:t>Example COMPANY Database (Contd.)</a:t>
            </a:r>
          </a:p>
        </p:txBody>
      </p:sp>
      <p:sp>
        <p:nvSpPr>
          <p:cNvPr id="26627" name="Rectangle 5"/>
          <p:cNvSpPr>
            <a:spLocks noGrp="1" noChangeArrowheads="1"/>
          </p:cNvSpPr>
          <p:nvPr>
            <p:ph type="body" idx="1"/>
          </p:nvPr>
        </p:nvSpPr>
        <p:spPr/>
        <p:txBody>
          <a:bodyPr/>
          <a:lstStyle/>
          <a:p>
            <a:pPr lvl="1" eaLnBrk="1" hangingPunct="1">
              <a:lnSpc>
                <a:spcPct val="90000"/>
              </a:lnSpc>
            </a:pPr>
            <a:r>
              <a:rPr lang="en-US" altLang="en-US" smtClean="0"/>
              <a:t>We store each EMPLOYEE’s social security number, address, salary, gender, and birthdate. </a:t>
            </a:r>
          </a:p>
          <a:p>
            <a:pPr lvl="2" eaLnBrk="1" hangingPunct="1">
              <a:lnSpc>
                <a:spcPct val="90000"/>
              </a:lnSpc>
            </a:pPr>
            <a:r>
              <a:rPr lang="en-US" altLang="en-US" smtClean="0"/>
              <a:t>Each employee </a:t>
            </a:r>
            <a:r>
              <a:rPr lang="en-US" altLang="en-US" i="1" smtClean="0"/>
              <a:t>works for</a:t>
            </a:r>
            <a:r>
              <a:rPr lang="en-US" altLang="en-US" smtClean="0"/>
              <a:t> one department but may </a:t>
            </a:r>
            <a:r>
              <a:rPr lang="en-US" altLang="en-US" i="1" smtClean="0"/>
              <a:t>work on</a:t>
            </a:r>
            <a:r>
              <a:rPr lang="en-US" altLang="en-US" smtClean="0"/>
              <a:t> several projects.</a:t>
            </a:r>
          </a:p>
          <a:p>
            <a:pPr lvl="2" eaLnBrk="1" hangingPunct="1">
              <a:lnSpc>
                <a:spcPct val="90000"/>
              </a:lnSpc>
            </a:pPr>
            <a:r>
              <a:rPr lang="en-US" altLang="en-US" smtClean="0"/>
              <a:t>We keep track of the number of hours per week that an employee currently works on each project.</a:t>
            </a:r>
          </a:p>
          <a:p>
            <a:pPr lvl="2" eaLnBrk="1" hangingPunct="1">
              <a:lnSpc>
                <a:spcPct val="90000"/>
              </a:lnSpc>
            </a:pPr>
            <a:r>
              <a:rPr lang="en-US" altLang="en-US" smtClean="0"/>
              <a:t>We also keep track of the </a:t>
            </a:r>
            <a:r>
              <a:rPr lang="en-US" altLang="en-US" i="1" smtClean="0"/>
              <a:t>direct supervisor</a:t>
            </a:r>
            <a:r>
              <a:rPr lang="en-US" altLang="en-US" smtClean="0"/>
              <a:t> of each employee.</a:t>
            </a:r>
          </a:p>
          <a:p>
            <a:pPr lvl="1" eaLnBrk="1" hangingPunct="1">
              <a:lnSpc>
                <a:spcPct val="90000"/>
              </a:lnSpc>
            </a:pPr>
            <a:r>
              <a:rPr lang="en-US" altLang="en-US" smtClean="0"/>
              <a:t>Each employee may </a:t>
            </a:r>
            <a:r>
              <a:rPr lang="en-US" altLang="en-US" i="1" smtClean="0"/>
              <a:t>have</a:t>
            </a:r>
            <a:r>
              <a:rPr lang="en-US" altLang="en-US" smtClean="0"/>
              <a:t> a number of DEPENDENTs.</a:t>
            </a:r>
          </a:p>
          <a:p>
            <a:pPr lvl="2" eaLnBrk="1" hangingPunct="1">
              <a:lnSpc>
                <a:spcPct val="90000"/>
              </a:lnSpc>
            </a:pPr>
            <a:r>
              <a:rPr lang="en-US" altLang="en-US" smtClean="0"/>
              <a:t>For each dependent, we keep track of their name, gender, birthdate, and relationship to the employee.</a:t>
            </a:r>
          </a:p>
        </p:txBody>
      </p:sp>
    </p:spTree>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3- </a:t>
            </a:r>
            <a:fld id="{D4F5B5B9-E6E6-42CD-A431-1805CC1F7421}" type="slidenum">
              <a:rPr lang="en-US" altLang="en-US" sz="1400" smtClean="0">
                <a:solidFill>
                  <a:srgbClr val="990033"/>
                </a:solidFill>
              </a:rPr>
              <a:pPr>
                <a:spcBef>
                  <a:spcPct val="0"/>
                </a:spcBef>
                <a:buClrTx/>
                <a:buSzTx/>
                <a:buFontTx/>
                <a:buNone/>
              </a:pPr>
              <a:t>9</a:t>
            </a:fld>
            <a:endParaRPr lang="en-CA" altLang="en-US" sz="1400" smtClean="0">
              <a:solidFill>
                <a:srgbClr val="990033"/>
              </a:solidFill>
            </a:endParaRPr>
          </a:p>
        </p:txBody>
      </p:sp>
      <p:sp>
        <p:nvSpPr>
          <p:cNvPr id="28674" name="Rectangle 4"/>
          <p:cNvSpPr>
            <a:spLocks noGrp="1" noChangeArrowheads="1"/>
          </p:cNvSpPr>
          <p:nvPr>
            <p:ph type="title"/>
          </p:nvPr>
        </p:nvSpPr>
        <p:spPr/>
        <p:txBody>
          <a:bodyPr/>
          <a:lstStyle/>
          <a:p>
            <a:pPr eaLnBrk="1" hangingPunct="1"/>
            <a:r>
              <a:rPr lang="en-US" altLang="en-US" smtClean="0"/>
              <a:t>ER Model Concepts</a:t>
            </a:r>
          </a:p>
        </p:txBody>
      </p:sp>
      <p:sp>
        <p:nvSpPr>
          <p:cNvPr id="28675" name="Rectangle 5"/>
          <p:cNvSpPr>
            <a:spLocks noGrp="1" noChangeArrowheads="1"/>
          </p:cNvSpPr>
          <p:nvPr>
            <p:ph type="body" idx="1"/>
          </p:nvPr>
        </p:nvSpPr>
        <p:spPr/>
        <p:txBody>
          <a:bodyPr/>
          <a:lstStyle/>
          <a:p>
            <a:pPr eaLnBrk="1" hangingPunct="1">
              <a:lnSpc>
                <a:spcPct val="80000"/>
              </a:lnSpc>
            </a:pPr>
            <a:r>
              <a:rPr lang="en-US" altLang="en-US" sz="2400" smtClean="0"/>
              <a:t>Entities and Attributes</a:t>
            </a:r>
          </a:p>
          <a:p>
            <a:pPr lvl="1" eaLnBrk="1" hangingPunct="1">
              <a:lnSpc>
                <a:spcPct val="80000"/>
              </a:lnSpc>
            </a:pPr>
            <a:r>
              <a:rPr lang="en-US" altLang="en-US" sz="2200" smtClean="0"/>
              <a:t>Entities are specific objects or things in the mini-world that are represented in the database.</a:t>
            </a:r>
          </a:p>
          <a:p>
            <a:pPr lvl="2" eaLnBrk="1" hangingPunct="1">
              <a:lnSpc>
                <a:spcPct val="80000"/>
              </a:lnSpc>
            </a:pPr>
            <a:r>
              <a:rPr lang="en-US" altLang="en-US" sz="2000" smtClean="0"/>
              <a:t>For example the EMPLOYEE John Smith, the Research DEPARTMENT, the ProductX PROJECT</a:t>
            </a:r>
          </a:p>
          <a:p>
            <a:pPr lvl="1" eaLnBrk="1" hangingPunct="1">
              <a:lnSpc>
                <a:spcPct val="80000"/>
              </a:lnSpc>
            </a:pPr>
            <a:r>
              <a:rPr lang="en-US" altLang="en-US" sz="2200" smtClean="0"/>
              <a:t>Attributes are properties used to describe an entity.</a:t>
            </a:r>
          </a:p>
          <a:p>
            <a:pPr lvl="2" eaLnBrk="1" hangingPunct="1">
              <a:lnSpc>
                <a:spcPct val="80000"/>
              </a:lnSpc>
            </a:pPr>
            <a:r>
              <a:rPr lang="en-US" altLang="en-US" sz="2000" smtClean="0"/>
              <a:t>For example an EMPLOYEE entity may have the attributes Name, SSN, Address, Gender, BirthDate</a:t>
            </a:r>
          </a:p>
          <a:p>
            <a:pPr lvl="1" eaLnBrk="1" hangingPunct="1">
              <a:lnSpc>
                <a:spcPct val="80000"/>
              </a:lnSpc>
            </a:pPr>
            <a:r>
              <a:rPr lang="en-US" altLang="en-US" sz="2200" smtClean="0"/>
              <a:t>A specific entity will have a value for each of its attributes.</a:t>
            </a:r>
          </a:p>
          <a:p>
            <a:pPr lvl="2" eaLnBrk="1" hangingPunct="1">
              <a:lnSpc>
                <a:spcPct val="80000"/>
              </a:lnSpc>
            </a:pPr>
            <a:r>
              <a:rPr lang="en-US" altLang="en-US" sz="2000" smtClean="0"/>
              <a:t>For example a specific employee entity may have Name='John Smith', SSN='123456789', Address ='731, Fondren, Houston, TX’, Gender='M', BirthDate='09-JAN-55‘</a:t>
            </a:r>
          </a:p>
          <a:p>
            <a:pPr lvl="1" eaLnBrk="1" hangingPunct="1">
              <a:lnSpc>
                <a:spcPct val="80000"/>
              </a:lnSpc>
            </a:pPr>
            <a:r>
              <a:rPr lang="en-US" altLang="en-US" sz="2200" smtClean="0"/>
              <a:t>Each attribute has a </a:t>
            </a:r>
            <a:r>
              <a:rPr lang="en-US" altLang="en-US" sz="2200" i="1" smtClean="0"/>
              <a:t>value set</a:t>
            </a:r>
            <a:r>
              <a:rPr lang="en-US" altLang="en-US" sz="2200" smtClean="0"/>
              <a:t> (or data type) associated with it – e.g. integer, string, subrange, enumerated type, …</a:t>
            </a:r>
          </a:p>
        </p:txBody>
      </p:sp>
    </p:spTree>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3- </a:t>
            </a:r>
            <a:fld id="{6922207D-9065-4A22-89BB-5A2AA8B2124E}" type="slidenum">
              <a:rPr lang="en-US" altLang="en-US" sz="1400" smtClean="0">
                <a:solidFill>
                  <a:srgbClr val="990033"/>
                </a:solidFill>
              </a:rPr>
              <a:pPr>
                <a:spcBef>
                  <a:spcPct val="0"/>
                </a:spcBef>
                <a:buClrTx/>
                <a:buSzTx/>
                <a:buFontTx/>
                <a:buNone/>
              </a:pPr>
              <a:t>10</a:t>
            </a:fld>
            <a:endParaRPr lang="en-CA" altLang="en-US" sz="1400" smtClean="0">
              <a:solidFill>
                <a:srgbClr val="990033"/>
              </a:solidFill>
            </a:endParaRPr>
          </a:p>
        </p:txBody>
      </p:sp>
      <p:sp>
        <p:nvSpPr>
          <p:cNvPr id="30722" name="Rectangle 4"/>
          <p:cNvSpPr>
            <a:spLocks noGrp="1" noChangeArrowheads="1"/>
          </p:cNvSpPr>
          <p:nvPr>
            <p:ph type="title"/>
          </p:nvPr>
        </p:nvSpPr>
        <p:spPr/>
        <p:txBody>
          <a:bodyPr/>
          <a:lstStyle/>
          <a:p>
            <a:pPr eaLnBrk="1" hangingPunct="1"/>
            <a:r>
              <a:rPr lang="en-US" altLang="en-US" smtClean="0"/>
              <a:t>Types of Attributes (1)</a:t>
            </a:r>
          </a:p>
        </p:txBody>
      </p:sp>
      <p:sp>
        <p:nvSpPr>
          <p:cNvPr id="30723" name="Rectangle 5"/>
          <p:cNvSpPr>
            <a:spLocks noGrp="1" noChangeArrowheads="1"/>
          </p:cNvSpPr>
          <p:nvPr>
            <p:ph type="body" idx="1"/>
          </p:nvPr>
        </p:nvSpPr>
        <p:spPr/>
        <p:txBody>
          <a:bodyPr/>
          <a:lstStyle/>
          <a:p>
            <a:pPr eaLnBrk="1" hangingPunct="1">
              <a:lnSpc>
                <a:spcPct val="80000"/>
              </a:lnSpc>
            </a:pPr>
            <a:r>
              <a:rPr lang="en-US" altLang="en-US" sz="2400" smtClean="0"/>
              <a:t>Simple</a:t>
            </a:r>
          </a:p>
          <a:p>
            <a:pPr lvl="1" eaLnBrk="1" hangingPunct="1">
              <a:lnSpc>
                <a:spcPct val="80000"/>
              </a:lnSpc>
            </a:pPr>
            <a:r>
              <a:rPr lang="en-US" altLang="en-US" sz="2100" smtClean="0"/>
              <a:t>Each entity has a single atomic value for the attribute. For example, SSN or Gender.</a:t>
            </a:r>
          </a:p>
          <a:p>
            <a:pPr eaLnBrk="1" hangingPunct="1">
              <a:lnSpc>
                <a:spcPct val="80000"/>
              </a:lnSpc>
            </a:pPr>
            <a:r>
              <a:rPr lang="en-US" altLang="en-US" sz="2400" smtClean="0"/>
              <a:t>Composite</a:t>
            </a:r>
          </a:p>
          <a:p>
            <a:pPr lvl="1" eaLnBrk="1" hangingPunct="1">
              <a:lnSpc>
                <a:spcPct val="80000"/>
              </a:lnSpc>
            </a:pPr>
            <a:r>
              <a:rPr lang="en-US" altLang="en-US" sz="2100" smtClean="0"/>
              <a:t>The attribute may be composed of several components. For example:</a:t>
            </a:r>
          </a:p>
          <a:p>
            <a:pPr lvl="2" eaLnBrk="1" hangingPunct="1">
              <a:lnSpc>
                <a:spcPct val="80000"/>
              </a:lnSpc>
            </a:pPr>
            <a:r>
              <a:rPr lang="en-US" altLang="en-US" sz="1900" smtClean="0"/>
              <a:t>Address(Apt#, House#, Street, City, State, ZipCode, Country), or</a:t>
            </a:r>
          </a:p>
          <a:p>
            <a:pPr lvl="2" eaLnBrk="1" hangingPunct="1">
              <a:lnSpc>
                <a:spcPct val="80000"/>
              </a:lnSpc>
            </a:pPr>
            <a:r>
              <a:rPr lang="en-US" altLang="en-US" sz="1900" smtClean="0"/>
              <a:t>Name(FirstName, MiddleName, LastName).</a:t>
            </a:r>
          </a:p>
          <a:p>
            <a:pPr lvl="2" eaLnBrk="1" hangingPunct="1">
              <a:lnSpc>
                <a:spcPct val="80000"/>
              </a:lnSpc>
            </a:pPr>
            <a:r>
              <a:rPr lang="en-US" altLang="en-US" sz="2000" smtClean="0"/>
              <a:t>Composition may form a hierarchy where some components are themselves composite.</a:t>
            </a:r>
          </a:p>
          <a:p>
            <a:pPr eaLnBrk="1" hangingPunct="1">
              <a:lnSpc>
                <a:spcPct val="80000"/>
              </a:lnSpc>
            </a:pPr>
            <a:r>
              <a:rPr lang="en-US" altLang="en-US" sz="2400" smtClean="0"/>
              <a:t>Multi-valued</a:t>
            </a:r>
          </a:p>
          <a:p>
            <a:pPr lvl="1" eaLnBrk="1" hangingPunct="1">
              <a:lnSpc>
                <a:spcPct val="80000"/>
              </a:lnSpc>
            </a:pPr>
            <a:r>
              <a:rPr lang="en-US" altLang="en-US" sz="2100" smtClean="0"/>
              <a:t>An entity may have multiple values for that attribute. For example, Color of a CAR or PreviousDegrees of a STUDENT.</a:t>
            </a:r>
          </a:p>
          <a:p>
            <a:pPr lvl="2" eaLnBrk="1" hangingPunct="1">
              <a:lnSpc>
                <a:spcPct val="80000"/>
              </a:lnSpc>
            </a:pPr>
            <a:r>
              <a:rPr lang="en-US" altLang="en-US" sz="2000" smtClean="0"/>
              <a:t>Denoted as {Color} or {PreviousDegrees}.</a:t>
            </a:r>
          </a:p>
        </p:txBody>
      </p:sp>
    </p:spTree>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3- </a:t>
            </a:r>
            <a:fld id="{0E3338AB-1658-46BB-BBBA-200A5485ECB2}" type="slidenum">
              <a:rPr lang="en-US" altLang="en-US" sz="1400" smtClean="0">
                <a:solidFill>
                  <a:srgbClr val="990033"/>
                </a:solidFill>
              </a:rPr>
              <a:pPr>
                <a:spcBef>
                  <a:spcPct val="0"/>
                </a:spcBef>
                <a:buClrTx/>
                <a:buSzTx/>
                <a:buFontTx/>
                <a:buNone/>
              </a:pPr>
              <a:t>11</a:t>
            </a:fld>
            <a:endParaRPr lang="en-CA" altLang="en-US" sz="1400" smtClean="0">
              <a:solidFill>
                <a:srgbClr val="990033"/>
              </a:solidFill>
            </a:endParaRPr>
          </a:p>
        </p:txBody>
      </p:sp>
      <p:sp>
        <p:nvSpPr>
          <p:cNvPr id="32770" name="Rectangle 4"/>
          <p:cNvSpPr>
            <a:spLocks noGrp="1" noChangeArrowheads="1"/>
          </p:cNvSpPr>
          <p:nvPr>
            <p:ph type="title"/>
          </p:nvPr>
        </p:nvSpPr>
        <p:spPr/>
        <p:txBody>
          <a:bodyPr/>
          <a:lstStyle/>
          <a:p>
            <a:pPr eaLnBrk="1" hangingPunct="1"/>
            <a:r>
              <a:rPr lang="en-US" altLang="en-US" smtClean="0"/>
              <a:t>Types of Attributes (2)</a:t>
            </a:r>
          </a:p>
        </p:txBody>
      </p:sp>
      <p:sp>
        <p:nvSpPr>
          <p:cNvPr id="32771" name="Rectangle 5"/>
          <p:cNvSpPr>
            <a:spLocks noGrp="1" noChangeArrowheads="1"/>
          </p:cNvSpPr>
          <p:nvPr>
            <p:ph type="body" idx="1"/>
          </p:nvPr>
        </p:nvSpPr>
        <p:spPr/>
        <p:txBody>
          <a:bodyPr/>
          <a:lstStyle/>
          <a:p>
            <a:pPr eaLnBrk="1" hangingPunct="1"/>
            <a:r>
              <a:rPr lang="en-US" altLang="en-US" smtClean="0"/>
              <a:t>In general, composite and multi-valued attributes may be nested arbitrarily to any number of levels, although this is rare.</a:t>
            </a:r>
          </a:p>
          <a:p>
            <a:pPr lvl="1" eaLnBrk="1" hangingPunct="1"/>
            <a:r>
              <a:rPr lang="en-US" altLang="en-US" smtClean="0"/>
              <a:t>For example, PreviousDegrees of a STUDENT is a composite multi-valued attribute denoted by {PreviousDegrees (College, Year, Degree, Field)}</a:t>
            </a:r>
          </a:p>
          <a:p>
            <a:pPr lvl="1" eaLnBrk="1" hangingPunct="1"/>
            <a:r>
              <a:rPr lang="en-US" altLang="en-US" smtClean="0"/>
              <a:t>Multiple PreviousDegrees values can exist</a:t>
            </a:r>
          </a:p>
          <a:p>
            <a:pPr lvl="1" eaLnBrk="1" hangingPunct="1"/>
            <a:r>
              <a:rPr lang="en-US" altLang="en-US" smtClean="0"/>
              <a:t>Each has four subcomponent attributes:</a:t>
            </a:r>
          </a:p>
          <a:p>
            <a:pPr lvl="2" eaLnBrk="1" hangingPunct="1"/>
            <a:r>
              <a:rPr lang="en-US" altLang="en-US" smtClean="0"/>
              <a:t>College, Year, Degree, Field</a:t>
            </a:r>
          </a:p>
        </p:txBody>
      </p:sp>
    </p:spTree>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3- </a:t>
            </a:r>
            <a:fld id="{C9E29CA3-DE5D-4706-9188-8E2CF028C018}" type="slidenum">
              <a:rPr lang="en-US" altLang="en-US" sz="1400" smtClean="0">
                <a:solidFill>
                  <a:srgbClr val="990033"/>
                </a:solidFill>
              </a:rPr>
              <a:pPr>
                <a:spcBef>
                  <a:spcPct val="0"/>
                </a:spcBef>
                <a:buClrTx/>
                <a:buSzTx/>
                <a:buFontTx/>
                <a:buNone/>
              </a:pPr>
              <a:t>12</a:t>
            </a:fld>
            <a:endParaRPr lang="en-CA" altLang="en-US" sz="1400" smtClean="0">
              <a:solidFill>
                <a:srgbClr val="990033"/>
              </a:solidFill>
            </a:endParaRPr>
          </a:p>
        </p:txBody>
      </p:sp>
      <p:sp>
        <p:nvSpPr>
          <p:cNvPr id="34818" name="Rectangle 2"/>
          <p:cNvSpPr>
            <a:spLocks noGrp="1" noChangeArrowheads="1"/>
          </p:cNvSpPr>
          <p:nvPr>
            <p:ph type="title"/>
          </p:nvPr>
        </p:nvSpPr>
        <p:spPr/>
        <p:txBody>
          <a:bodyPr/>
          <a:lstStyle/>
          <a:p>
            <a:pPr eaLnBrk="1" hangingPunct="1"/>
            <a:r>
              <a:rPr lang="en-US" altLang="en-US" smtClean="0"/>
              <a:t>Example of a composite attribute</a:t>
            </a:r>
          </a:p>
        </p:txBody>
      </p:sp>
      <p:pic>
        <p:nvPicPr>
          <p:cNvPr id="34819" name="Picture 4" descr="fig03_0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338" y="2362200"/>
            <a:ext cx="8061325" cy="329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3- </a:t>
            </a:r>
            <a:fld id="{7F1EF305-2682-49C3-A613-4D871A3F897F}" type="slidenum">
              <a:rPr lang="en-US" altLang="en-US" sz="1400" smtClean="0">
                <a:solidFill>
                  <a:srgbClr val="990033"/>
                </a:solidFill>
              </a:rPr>
              <a:pPr>
                <a:spcBef>
                  <a:spcPct val="0"/>
                </a:spcBef>
                <a:buClrTx/>
                <a:buSzTx/>
                <a:buFontTx/>
                <a:buNone/>
              </a:pPr>
              <a:t>13</a:t>
            </a:fld>
            <a:endParaRPr lang="en-CA" altLang="en-US" sz="1400" smtClean="0">
              <a:solidFill>
                <a:srgbClr val="990033"/>
              </a:solidFill>
            </a:endParaRPr>
          </a:p>
        </p:txBody>
      </p:sp>
      <p:sp>
        <p:nvSpPr>
          <p:cNvPr id="35842" name="Rectangle 4"/>
          <p:cNvSpPr>
            <a:spLocks noGrp="1" noChangeArrowheads="1"/>
          </p:cNvSpPr>
          <p:nvPr>
            <p:ph type="title"/>
          </p:nvPr>
        </p:nvSpPr>
        <p:spPr/>
        <p:txBody>
          <a:bodyPr/>
          <a:lstStyle/>
          <a:p>
            <a:pPr eaLnBrk="1" hangingPunct="1"/>
            <a:r>
              <a:rPr lang="en-US" altLang="en-US" smtClean="0"/>
              <a:t>Entity Types and Key Attributes (1)</a:t>
            </a:r>
          </a:p>
        </p:txBody>
      </p:sp>
      <p:sp>
        <p:nvSpPr>
          <p:cNvPr id="35843" name="Rectangle 5"/>
          <p:cNvSpPr>
            <a:spLocks noGrp="1" noChangeArrowheads="1"/>
          </p:cNvSpPr>
          <p:nvPr>
            <p:ph type="body" idx="1"/>
          </p:nvPr>
        </p:nvSpPr>
        <p:spPr/>
        <p:txBody>
          <a:bodyPr/>
          <a:lstStyle/>
          <a:p>
            <a:pPr eaLnBrk="1" hangingPunct="1"/>
            <a:r>
              <a:rPr lang="en-US" altLang="en-US" sz="3200" smtClean="0"/>
              <a:t>Entities with the same basic attributes are grouped or typed into an entity type. </a:t>
            </a:r>
          </a:p>
          <a:p>
            <a:pPr lvl="1" eaLnBrk="1" hangingPunct="1"/>
            <a:r>
              <a:rPr lang="en-US" altLang="en-US" sz="3000" smtClean="0"/>
              <a:t>For example, the entity type EMPLOYEE and PROJECT.</a:t>
            </a:r>
          </a:p>
          <a:p>
            <a:pPr eaLnBrk="1" hangingPunct="1"/>
            <a:r>
              <a:rPr lang="en-US" altLang="en-US" sz="3200" smtClean="0"/>
              <a:t>An attribute of an entity type for which each entity must have a unique value is called a key attribute of the entity type. </a:t>
            </a:r>
          </a:p>
          <a:p>
            <a:pPr lvl="1" eaLnBrk="1" hangingPunct="1"/>
            <a:r>
              <a:rPr lang="en-US" altLang="en-US" sz="3000" smtClean="0"/>
              <a:t>For example, SSN of EMPLOYEE.</a:t>
            </a:r>
          </a:p>
        </p:txBody>
      </p:sp>
    </p:spTree>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3- </a:t>
            </a:r>
            <a:fld id="{8B0D334A-AAF4-4749-B395-78FC9FE979A4}" type="slidenum">
              <a:rPr lang="en-US" altLang="en-US" sz="1400" smtClean="0">
                <a:solidFill>
                  <a:srgbClr val="990033"/>
                </a:solidFill>
              </a:rPr>
              <a:pPr>
                <a:spcBef>
                  <a:spcPct val="0"/>
                </a:spcBef>
                <a:buClrTx/>
                <a:buSzTx/>
                <a:buFontTx/>
                <a:buNone/>
              </a:pPr>
              <a:t>14</a:t>
            </a:fld>
            <a:endParaRPr lang="en-CA" altLang="en-US" sz="1400" smtClean="0">
              <a:solidFill>
                <a:srgbClr val="990033"/>
              </a:solidFill>
            </a:endParaRPr>
          </a:p>
        </p:txBody>
      </p:sp>
      <p:sp>
        <p:nvSpPr>
          <p:cNvPr id="37890" name="Rectangle 2"/>
          <p:cNvSpPr>
            <a:spLocks noGrp="1" noChangeArrowheads="1"/>
          </p:cNvSpPr>
          <p:nvPr>
            <p:ph type="title"/>
          </p:nvPr>
        </p:nvSpPr>
        <p:spPr/>
        <p:txBody>
          <a:bodyPr/>
          <a:lstStyle/>
          <a:p>
            <a:pPr eaLnBrk="1" hangingPunct="1"/>
            <a:r>
              <a:rPr lang="en-US" altLang="en-US" smtClean="0"/>
              <a:t>Entity Types and Key Attributes (2)</a:t>
            </a:r>
          </a:p>
        </p:txBody>
      </p:sp>
      <p:sp>
        <p:nvSpPr>
          <p:cNvPr id="37891" name="Rectangle 3"/>
          <p:cNvSpPr>
            <a:spLocks noGrp="1" noChangeArrowheads="1"/>
          </p:cNvSpPr>
          <p:nvPr>
            <p:ph type="body" idx="1"/>
          </p:nvPr>
        </p:nvSpPr>
        <p:spPr/>
        <p:txBody>
          <a:bodyPr/>
          <a:lstStyle/>
          <a:p>
            <a:pPr eaLnBrk="1" hangingPunct="1"/>
            <a:r>
              <a:rPr lang="en-US" altLang="en-US" smtClean="0"/>
              <a:t>A key attribute may be composite. </a:t>
            </a:r>
          </a:p>
          <a:p>
            <a:pPr lvl="1" eaLnBrk="1" hangingPunct="1"/>
            <a:r>
              <a:rPr lang="en-US" altLang="en-US" sz="2800" smtClean="0"/>
              <a:t>VehicleTagNumber is a key of the CAR entity type with components (Number, State).</a:t>
            </a:r>
          </a:p>
          <a:p>
            <a:pPr eaLnBrk="1" hangingPunct="1"/>
            <a:r>
              <a:rPr lang="en-US" altLang="en-US" smtClean="0"/>
              <a:t>An entity type may have more than one key. </a:t>
            </a:r>
          </a:p>
          <a:p>
            <a:pPr lvl="1" eaLnBrk="1" hangingPunct="1"/>
            <a:r>
              <a:rPr lang="en-US" altLang="en-US" sz="2800" smtClean="0"/>
              <a:t>The CAR entity type may have two keys:</a:t>
            </a:r>
          </a:p>
          <a:p>
            <a:pPr lvl="2" eaLnBrk="1" hangingPunct="1"/>
            <a:r>
              <a:rPr lang="en-US" altLang="en-US" smtClean="0"/>
              <a:t>VehicleIdentificationNumber (popularly called VIN)</a:t>
            </a:r>
          </a:p>
          <a:p>
            <a:pPr lvl="2" eaLnBrk="1" hangingPunct="1"/>
            <a:r>
              <a:rPr lang="en-US" altLang="en-US" smtClean="0"/>
              <a:t>VehicleTagNumber (Number, State), aka license plate number.</a:t>
            </a:r>
          </a:p>
          <a:p>
            <a:pPr eaLnBrk="1" hangingPunct="1"/>
            <a:r>
              <a:rPr lang="en-US" altLang="en-US" smtClean="0"/>
              <a:t>Each key is </a:t>
            </a:r>
            <a:r>
              <a:rPr lang="en-US" altLang="en-US" u="sng" smtClean="0"/>
              <a:t>underlined</a:t>
            </a:r>
          </a:p>
        </p:txBody>
      </p:sp>
    </p:spTree>
  </p:cSld>
  <p:clrMapOvr>
    <a:masterClrMapping/>
  </p:clrMapOvr>
  <p:transition spd="med"/>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3- </a:t>
            </a:r>
            <a:fld id="{DB312D38-8D87-4495-8119-9A52DCB930B3}" type="slidenum">
              <a:rPr lang="en-US" altLang="en-US" sz="1400" smtClean="0">
                <a:solidFill>
                  <a:srgbClr val="990033"/>
                </a:solidFill>
              </a:rPr>
              <a:pPr>
                <a:spcBef>
                  <a:spcPct val="0"/>
                </a:spcBef>
                <a:buClrTx/>
                <a:buSzTx/>
                <a:buFontTx/>
                <a:buNone/>
              </a:pPr>
              <a:t>15</a:t>
            </a:fld>
            <a:endParaRPr lang="en-CA" altLang="en-US" sz="1400" smtClean="0">
              <a:solidFill>
                <a:srgbClr val="990033"/>
              </a:solidFill>
            </a:endParaRPr>
          </a:p>
        </p:txBody>
      </p:sp>
      <p:sp>
        <p:nvSpPr>
          <p:cNvPr id="39938" name="Rectangle 2"/>
          <p:cNvSpPr>
            <a:spLocks noGrp="1" noChangeArrowheads="1"/>
          </p:cNvSpPr>
          <p:nvPr>
            <p:ph type="title"/>
          </p:nvPr>
        </p:nvSpPr>
        <p:spPr/>
        <p:txBody>
          <a:bodyPr/>
          <a:lstStyle/>
          <a:p>
            <a:pPr eaLnBrk="1" hangingPunct="1"/>
            <a:r>
              <a:rPr lang="en-US" altLang="en-US" smtClean="0"/>
              <a:t>Displaying an Entity type</a:t>
            </a:r>
          </a:p>
        </p:txBody>
      </p:sp>
      <p:sp>
        <p:nvSpPr>
          <p:cNvPr id="39939" name="Rectangle 3"/>
          <p:cNvSpPr>
            <a:spLocks noGrp="1" noChangeArrowheads="1"/>
          </p:cNvSpPr>
          <p:nvPr>
            <p:ph type="body" idx="1"/>
          </p:nvPr>
        </p:nvSpPr>
        <p:spPr/>
        <p:txBody>
          <a:bodyPr/>
          <a:lstStyle/>
          <a:p>
            <a:pPr eaLnBrk="1" hangingPunct="1">
              <a:lnSpc>
                <a:spcPct val="90000"/>
              </a:lnSpc>
            </a:pPr>
            <a:r>
              <a:rPr lang="en-US" altLang="en-US" smtClean="0"/>
              <a:t>In ER diagrams, an entity type is displayed in a rectangular box</a:t>
            </a:r>
          </a:p>
          <a:p>
            <a:pPr eaLnBrk="1" hangingPunct="1">
              <a:lnSpc>
                <a:spcPct val="90000"/>
              </a:lnSpc>
            </a:pPr>
            <a:r>
              <a:rPr lang="en-US" altLang="en-US" smtClean="0"/>
              <a:t>Attributes are displayed in ovals</a:t>
            </a:r>
          </a:p>
          <a:p>
            <a:pPr lvl="1" eaLnBrk="1" hangingPunct="1">
              <a:lnSpc>
                <a:spcPct val="90000"/>
              </a:lnSpc>
            </a:pPr>
            <a:r>
              <a:rPr lang="en-US" altLang="en-US" smtClean="0"/>
              <a:t>Each attribute is connected to its entity type</a:t>
            </a:r>
          </a:p>
          <a:p>
            <a:pPr lvl="1" eaLnBrk="1" hangingPunct="1">
              <a:lnSpc>
                <a:spcPct val="90000"/>
              </a:lnSpc>
            </a:pPr>
            <a:r>
              <a:rPr lang="en-US" altLang="en-US" smtClean="0"/>
              <a:t>Components of a composite attribute are connected to the oval representing the composite attribute</a:t>
            </a:r>
          </a:p>
          <a:p>
            <a:pPr lvl="1" eaLnBrk="1" hangingPunct="1">
              <a:lnSpc>
                <a:spcPct val="90000"/>
              </a:lnSpc>
            </a:pPr>
            <a:r>
              <a:rPr lang="en-US" altLang="en-US" smtClean="0"/>
              <a:t>Each key attribute is underlined</a:t>
            </a:r>
          </a:p>
          <a:p>
            <a:pPr lvl="1" eaLnBrk="1" hangingPunct="1">
              <a:lnSpc>
                <a:spcPct val="90000"/>
              </a:lnSpc>
            </a:pPr>
            <a:r>
              <a:rPr lang="en-US" altLang="en-US" smtClean="0"/>
              <a:t>Multivalued attributes displayed in double ovals</a:t>
            </a:r>
          </a:p>
          <a:p>
            <a:pPr eaLnBrk="1" hangingPunct="1">
              <a:lnSpc>
                <a:spcPct val="90000"/>
              </a:lnSpc>
            </a:pPr>
            <a:r>
              <a:rPr lang="en-US" altLang="en-US" smtClean="0"/>
              <a:t>See CAR example on next slide</a:t>
            </a:r>
          </a:p>
        </p:txBody>
      </p:sp>
    </p:spTree>
  </p:cSld>
  <p:clrMapOvr>
    <a:masterClrMapping/>
  </p:clrMapOvr>
  <p:transition spd="med"/>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3- </a:t>
            </a:r>
            <a:fld id="{34221E68-D3CC-4559-AF23-BEBC8BE3EF9A}" type="slidenum">
              <a:rPr lang="en-US" altLang="en-US" sz="1400" smtClean="0">
                <a:solidFill>
                  <a:srgbClr val="990033"/>
                </a:solidFill>
              </a:rPr>
              <a:pPr>
                <a:spcBef>
                  <a:spcPct val="0"/>
                </a:spcBef>
                <a:buClrTx/>
                <a:buSzTx/>
                <a:buFontTx/>
                <a:buNone/>
              </a:pPr>
              <a:t>16</a:t>
            </a:fld>
            <a:endParaRPr lang="en-CA" altLang="en-US" sz="1400" smtClean="0">
              <a:solidFill>
                <a:srgbClr val="990033"/>
              </a:solidFill>
            </a:endParaRPr>
          </a:p>
        </p:txBody>
      </p:sp>
      <p:sp>
        <p:nvSpPr>
          <p:cNvPr id="40962" name="Rectangle 1026"/>
          <p:cNvSpPr>
            <a:spLocks noGrp="1" noChangeArrowheads="1"/>
          </p:cNvSpPr>
          <p:nvPr>
            <p:ph type="title"/>
          </p:nvPr>
        </p:nvSpPr>
        <p:spPr/>
        <p:txBody>
          <a:bodyPr/>
          <a:lstStyle/>
          <a:p>
            <a:pPr eaLnBrk="1" hangingPunct="1"/>
            <a:r>
              <a:rPr lang="en-US" altLang="en-US" sz="3200" smtClean="0"/>
              <a:t>Entity Type CAR with two keys and a corresponding Entity Set</a:t>
            </a:r>
          </a:p>
        </p:txBody>
      </p:sp>
      <p:pic>
        <p:nvPicPr>
          <p:cNvPr id="40963" name="Picture 1028" descr="fig03_0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600200"/>
            <a:ext cx="7010400" cy="490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p:cNvSpPr>
            <a:spLocks noGrp="1" noChangeArrowheads="1"/>
          </p:cNvSpPr>
          <p:nvPr>
            <p:ph type="title"/>
          </p:nvPr>
        </p:nvSpPr>
        <p:spPr/>
        <p:txBody>
          <a:bodyPr/>
          <a:lstStyle/>
          <a:p>
            <a:pPr eaLnBrk="1" hangingPunct="1"/>
            <a:r>
              <a:rPr lang="en-US" altLang="en-GB" smtClean="0"/>
              <a:t>Lets do Some Hands-on</a:t>
            </a:r>
          </a:p>
        </p:txBody>
      </p:sp>
      <p:sp>
        <p:nvSpPr>
          <p:cNvPr id="41986" name="Content Placeholder 2"/>
          <p:cNvSpPr>
            <a:spLocks noGrp="1" noChangeArrowheads="1"/>
          </p:cNvSpPr>
          <p:nvPr>
            <p:ph idx="1"/>
          </p:nvPr>
        </p:nvSpPr>
        <p:spPr/>
        <p:txBody>
          <a:bodyPr/>
          <a:lstStyle/>
          <a:p>
            <a:pPr eaLnBrk="1" hangingPunct="1"/>
            <a:r>
              <a:rPr lang="en-US" altLang="en-GB" smtClean="0"/>
              <a:t>Practice on your Systems Now along with me</a:t>
            </a:r>
          </a:p>
        </p:txBody>
      </p:sp>
      <p:sp>
        <p:nvSpPr>
          <p:cNvPr id="41987"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3- </a:t>
            </a:r>
            <a:fld id="{1A67107B-ECE9-4FEC-A328-BFC24F194A24}" type="slidenum">
              <a:rPr lang="en-US" altLang="en-US" sz="1400" smtClean="0">
                <a:solidFill>
                  <a:srgbClr val="990033"/>
                </a:solidFill>
              </a:rPr>
              <a:pPr>
                <a:spcBef>
                  <a:spcPct val="0"/>
                </a:spcBef>
                <a:buClrTx/>
                <a:buSzTx/>
                <a:buFontTx/>
                <a:buNone/>
              </a:pPr>
              <a:t>17</a:t>
            </a:fld>
            <a:endParaRPr lang="en-CA" altLang="en-US" sz="1400" smtClean="0">
              <a:solidFill>
                <a:srgbClr val="990033"/>
              </a:solidFill>
            </a:endParaRPr>
          </a:p>
        </p:txBody>
      </p:sp>
      <p:pic>
        <p:nvPicPr>
          <p:cNvPr id="4198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2636838"/>
            <a:ext cx="2481263" cy="267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88BF361D-CD31-9044-9F5F-3C2145EFA05A}"/>
              </a:ext>
            </a:extLst>
          </p:cNvPr>
          <p:cNvSpPr txBox="1">
            <a:spLocks noGrp="1"/>
          </p:cNvSpPr>
          <p:nvPr>
            <p:ph type="title"/>
          </p:nvPr>
        </p:nvSpPr>
        <p:spPr>
          <a:xfrm>
            <a:off x="3395663" y="877888"/>
            <a:ext cx="2352675" cy="565150"/>
          </a:xfrm>
        </p:spPr>
        <p:txBody>
          <a:bodyPr lIns="0" tIns="11206" rIns="0" bIns="0" rtlCol="0">
            <a:spAutoFit/>
          </a:bodyPr>
          <a:lstStyle/>
          <a:p>
            <a:pPr marL="11206">
              <a:spcBef>
                <a:spcPts val="88"/>
              </a:spcBef>
              <a:defRPr/>
            </a:pPr>
            <a:r>
              <a:rPr dirty="0"/>
              <a:t>Basic</a:t>
            </a:r>
            <a:r>
              <a:rPr spc="-84" dirty="0"/>
              <a:t> </a:t>
            </a:r>
            <a:r>
              <a:rPr dirty="0"/>
              <a:t>SQL</a:t>
            </a:r>
          </a:p>
        </p:txBody>
      </p:sp>
      <p:sp>
        <p:nvSpPr>
          <p:cNvPr id="43010" name="object 3"/>
          <p:cNvSpPr txBox="1">
            <a:spLocks noChangeArrowheads="1"/>
          </p:cNvSpPr>
          <p:nvPr/>
        </p:nvSpPr>
        <p:spPr bwMode="auto">
          <a:xfrm>
            <a:off x="930275" y="1708150"/>
            <a:ext cx="6831013" cy="410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01974" rIns="0" bIns="0">
            <a:spAutoFit/>
          </a:bodyPr>
          <a:lstStyle>
            <a:lvl1pPr marL="312738" indent="-301625">
              <a:spcBef>
                <a:spcPct val="20000"/>
              </a:spcBef>
              <a:buClr>
                <a:srgbClr val="990033"/>
              </a:buClr>
              <a:buSzPct val="60000"/>
              <a:buFont typeface="Wingdings" panose="05000000000000000000" pitchFamily="2" charset="2"/>
              <a:buChar char="n"/>
              <a:tabLst>
                <a:tab pos="312738" algn="l"/>
              </a:tabLst>
              <a:defRPr sz="2800">
                <a:solidFill>
                  <a:schemeClr val="tx2"/>
                </a:solidFill>
                <a:latin typeface="Arial" panose="020B0604020202020204" pitchFamily="34" charset="0"/>
              </a:defRPr>
            </a:lvl1pPr>
            <a:lvl2pPr marL="666750" indent="-252413">
              <a:spcBef>
                <a:spcPct val="20000"/>
              </a:spcBef>
              <a:buClr>
                <a:schemeClr val="tx2"/>
              </a:buClr>
              <a:buSzPct val="55000"/>
              <a:buFont typeface="Wingdings" panose="05000000000000000000" pitchFamily="2" charset="2"/>
              <a:buChar char="n"/>
              <a:tabLst>
                <a:tab pos="312738" algn="l"/>
              </a:tabLst>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tabLst>
                <a:tab pos="312738" algn="l"/>
              </a:tabLst>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tabLst>
                <a:tab pos="312738" algn="l"/>
              </a:tabLst>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tabLst>
                <a:tab pos="312738" algn="l"/>
              </a:tabLst>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tabLst>
                <a:tab pos="312738" algn="l"/>
              </a:tabLst>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tabLst>
                <a:tab pos="312738" algn="l"/>
              </a:tabLst>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tabLst>
                <a:tab pos="312738" algn="l"/>
              </a:tabLst>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tabLst>
                <a:tab pos="312738" algn="l"/>
              </a:tabLst>
              <a:defRPr sz="2000">
                <a:solidFill>
                  <a:schemeClr val="tx2"/>
                </a:solidFill>
                <a:latin typeface="Arial" panose="020B0604020202020204" pitchFamily="34" charset="0"/>
              </a:defRPr>
            </a:lvl9pPr>
          </a:lstStyle>
          <a:p>
            <a:pPr>
              <a:spcBef>
                <a:spcPts val="800"/>
              </a:spcBef>
              <a:buClr>
                <a:srgbClr val="7F0000"/>
              </a:buClr>
              <a:buSzTx/>
              <a:buFont typeface="Microsoft Sans Serif" panose="020B0604020202020204" pitchFamily="34" charset="0"/>
              <a:buChar char="▪"/>
            </a:pPr>
            <a:r>
              <a:rPr lang="en-US" altLang="en-US">
                <a:solidFill>
                  <a:schemeClr val="tx1"/>
                </a:solidFill>
                <a:latin typeface="Arial MT"/>
                <a:ea typeface="Arial MT"/>
                <a:cs typeface="Arial MT"/>
              </a:rPr>
              <a:t>SQL language</a:t>
            </a:r>
          </a:p>
          <a:p>
            <a:pPr lvl="1">
              <a:spcBef>
                <a:spcPts val="600"/>
              </a:spcBef>
              <a:buClr>
                <a:srgbClr val="006FC0"/>
              </a:buClr>
              <a:buSzPct val="79000"/>
              <a:buFont typeface="Microsoft Sans Serif" panose="020B0604020202020204" pitchFamily="34" charset="0"/>
              <a:buChar char="▪"/>
            </a:pPr>
            <a:r>
              <a:rPr lang="en-US" altLang="en-US" sz="2400">
                <a:solidFill>
                  <a:schemeClr val="tx1"/>
                </a:solidFill>
                <a:latin typeface="Arial MT"/>
                <a:ea typeface="Arial MT"/>
                <a:cs typeface="Arial MT"/>
              </a:rPr>
              <a:t>Considered one of the major reasons for the  commercial success of relational databases</a:t>
            </a:r>
          </a:p>
          <a:p>
            <a:pPr>
              <a:spcBef>
                <a:spcPts val="700"/>
              </a:spcBef>
              <a:buClr>
                <a:srgbClr val="7F0000"/>
              </a:buClr>
              <a:buSzTx/>
              <a:buFont typeface="Microsoft Sans Serif" panose="020B0604020202020204" pitchFamily="34" charset="0"/>
              <a:buChar char="▪"/>
            </a:pPr>
            <a:r>
              <a:rPr lang="en-US" altLang="en-US" b="1">
                <a:solidFill>
                  <a:schemeClr val="tx1"/>
                </a:solidFill>
                <a:cs typeface="Arial" panose="020B0604020202020204" pitchFamily="34" charset="0"/>
              </a:rPr>
              <a:t>SQL</a:t>
            </a:r>
            <a:endParaRPr lang="en-US" altLang="en-US">
              <a:solidFill>
                <a:schemeClr val="tx1"/>
              </a:solidFill>
              <a:cs typeface="Arial" panose="020B0604020202020204" pitchFamily="34" charset="0"/>
            </a:endParaRPr>
          </a:p>
          <a:p>
            <a:pPr lvl="1">
              <a:spcBef>
                <a:spcPts val="625"/>
              </a:spcBef>
              <a:buClr>
                <a:srgbClr val="006FC0"/>
              </a:buClr>
              <a:buSzPct val="79000"/>
              <a:buFont typeface="Microsoft Sans Serif" panose="020B0604020202020204" pitchFamily="34" charset="0"/>
              <a:buChar char="▪"/>
            </a:pPr>
            <a:r>
              <a:rPr lang="en-US" altLang="en-US" sz="2400" b="1">
                <a:solidFill>
                  <a:schemeClr val="tx1"/>
                </a:solidFill>
                <a:cs typeface="Arial" panose="020B0604020202020204" pitchFamily="34" charset="0"/>
              </a:rPr>
              <a:t>Structured Query Language</a:t>
            </a:r>
            <a:endParaRPr lang="en-US" altLang="en-US" sz="2400">
              <a:solidFill>
                <a:schemeClr val="tx1"/>
              </a:solidFill>
              <a:cs typeface="Arial" panose="020B0604020202020204" pitchFamily="34" charset="0"/>
            </a:endParaRPr>
          </a:p>
          <a:p>
            <a:pPr lvl="1">
              <a:spcBef>
                <a:spcPts val="613"/>
              </a:spcBef>
              <a:buClr>
                <a:srgbClr val="006FC0"/>
              </a:buClr>
              <a:buSzPct val="79000"/>
              <a:buFont typeface="Microsoft Sans Serif" panose="020B0604020202020204" pitchFamily="34" charset="0"/>
              <a:buChar char="▪"/>
            </a:pPr>
            <a:r>
              <a:rPr lang="en-US" altLang="en-US" sz="2400">
                <a:solidFill>
                  <a:schemeClr val="tx1"/>
                </a:solidFill>
                <a:latin typeface="Arial MT"/>
                <a:ea typeface="Arial MT"/>
                <a:cs typeface="Arial MT"/>
              </a:rPr>
              <a:t>Statements for data definitions, queries, and  updates (both DDL and DML)</a:t>
            </a:r>
          </a:p>
          <a:p>
            <a:pPr lvl="1">
              <a:spcBef>
                <a:spcPts val="625"/>
              </a:spcBef>
              <a:buClr>
                <a:srgbClr val="006FC0"/>
              </a:buClr>
              <a:buSzPct val="79000"/>
              <a:buFont typeface="Microsoft Sans Serif" panose="020B0604020202020204" pitchFamily="34" charset="0"/>
              <a:buChar char="▪"/>
            </a:pPr>
            <a:r>
              <a:rPr lang="en-US" altLang="en-US" sz="2400" b="1">
                <a:solidFill>
                  <a:schemeClr val="tx1"/>
                </a:solidFill>
                <a:cs typeface="Arial" panose="020B0604020202020204" pitchFamily="34" charset="0"/>
              </a:rPr>
              <a:t>Core specification</a:t>
            </a:r>
            <a:endParaRPr lang="en-US" altLang="en-US" sz="2400">
              <a:solidFill>
                <a:schemeClr val="tx1"/>
              </a:solidFill>
              <a:cs typeface="Arial" panose="020B0604020202020204" pitchFamily="34" charset="0"/>
            </a:endParaRPr>
          </a:p>
          <a:p>
            <a:pPr lvl="1">
              <a:spcBef>
                <a:spcPts val="625"/>
              </a:spcBef>
              <a:buClr>
                <a:srgbClr val="006FC0"/>
              </a:buClr>
              <a:buSzPct val="79000"/>
              <a:buFont typeface="Microsoft Sans Serif" panose="020B0604020202020204" pitchFamily="34" charset="0"/>
              <a:buChar char="▪"/>
            </a:pPr>
            <a:r>
              <a:rPr lang="en-US" altLang="en-US" sz="2400">
                <a:solidFill>
                  <a:schemeClr val="tx1"/>
                </a:solidFill>
                <a:latin typeface="Arial MT"/>
                <a:ea typeface="Arial MT"/>
                <a:cs typeface="Arial MT"/>
              </a:rPr>
              <a:t>Plus specialized </a:t>
            </a:r>
            <a:r>
              <a:rPr lang="en-US" altLang="en-US" sz="2400" b="1">
                <a:solidFill>
                  <a:schemeClr val="tx1"/>
                </a:solidFill>
                <a:cs typeface="Arial" panose="020B0604020202020204" pitchFamily="34" charset="0"/>
              </a:rPr>
              <a:t>extensions</a:t>
            </a:r>
            <a:endParaRPr lang="en-US" altLang="en-US" sz="2400">
              <a:solidFill>
                <a:schemeClr val="tx1"/>
              </a:solidFill>
              <a:cs typeface="Arial" panose="020B0604020202020204" pitchFamily="34" charset="0"/>
            </a:endParaRPr>
          </a:p>
        </p:txBody>
      </p:sp>
      <p:sp>
        <p:nvSpPr>
          <p:cNvPr id="43011" name="Slide Number Placeholder 4"/>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3- </a:t>
            </a:r>
            <a:fld id="{E262BC36-2979-477A-B3AD-39A329EBC958}" type="slidenum">
              <a:rPr lang="en-US" altLang="en-US" sz="1400" smtClean="0">
                <a:solidFill>
                  <a:srgbClr val="990033"/>
                </a:solidFill>
              </a:rPr>
              <a:pPr>
                <a:spcBef>
                  <a:spcPct val="0"/>
                </a:spcBef>
                <a:buClrTx/>
                <a:buSzTx/>
                <a:buFontTx/>
                <a:buNone/>
              </a:pPr>
              <a:t>18</a:t>
            </a:fld>
            <a:endParaRPr lang="en-CA" altLang="en-US" sz="1400" smtClean="0">
              <a:solidFill>
                <a:srgbClr val="990033"/>
              </a:solidFill>
            </a:endParaRP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object 2"/>
          <p:cNvSpPr>
            <a:spLocks noGrp="1" noChangeArrowheads="1"/>
          </p:cNvSpPr>
          <p:nvPr>
            <p:ph type="title"/>
          </p:nvPr>
        </p:nvSpPr>
        <p:spPr>
          <a:xfrm>
            <a:off x="336550" y="23813"/>
            <a:ext cx="6878638" cy="1119187"/>
          </a:xfrm>
        </p:spPr>
        <p:txBody>
          <a:bodyPr lIns="0" tIns="11206" rIns="0" bIns="0">
            <a:spAutoFit/>
          </a:bodyPr>
          <a:lstStyle/>
          <a:p>
            <a:pPr marL="2957513" indent="-2576513">
              <a:spcBef>
                <a:spcPts val="88"/>
              </a:spcBef>
            </a:pPr>
            <a:r>
              <a:rPr lang="en-US" altLang="en-US" smtClean="0"/>
              <a:t>SQL Data Definition and Data  Types</a:t>
            </a:r>
          </a:p>
        </p:txBody>
      </p:sp>
      <p:sp>
        <p:nvSpPr>
          <p:cNvPr id="44034" name="object 3"/>
          <p:cNvSpPr txBox="1">
            <a:spLocks noChangeArrowheads="1"/>
          </p:cNvSpPr>
          <p:nvPr/>
        </p:nvSpPr>
        <p:spPr bwMode="auto">
          <a:xfrm>
            <a:off x="930275" y="1708150"/>
            <a:ext cx="6718300" cy="235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01974" rIns="0" bIns="0">
            <a:spAutoFit/>
          </a:bodyPr>
          <a:lstStyle>
            <a:lvl1pPr marL="312738" indent="-301625">
              <a:spcBef>
                <a:spcPct val="20000"/>
              </a:spcBef>
              <a:buClr>
                <a:srgbClr val="990033"/>
              </a:buClr>
              <a:buSzPct val="60000"/>
              <a:buFont typeface="Wingdings" panose="05000000000000000000" pitchFamily="2" charset="2"/>
              <a:buChar char="n"/>
              <a:tabLst>
                <a:tab pos="312738" algn="l"/>
              </a:tabLst>
              <a:defRPr sz="2800">
                <a:solidFill>
                  <a:schemeClr val="tx2"/>
                </a:solidFill>
                <a:latin typeface="Arial" panose="020B0604020202020204" pitchFamily="34" charset="0"/>
              </a:defRPr>
            </a:lvl1pPr>
            <a:lvl2pPr marL="666750" indent="-252413">
              <a:spcBef>
                <a:spcPct val="20000"/>
              </a:spcBef>
              <a:buClr>
                <a:schemeClr val="tx2"/>
              </a:buClr>
              <a:buSzPct val="55000"/>
              <a:buFont typeface="Wingdings" panose="05000000000000000000" pitchFamily="2" charset="2"/>
              <a:buChar char="n"/>
              <a:tabLst>
                <a:tab pos="312738" algn="l"/>
              </a:tabLst>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tabLst>
                <a:tab pos="312738" algn="l"/>
              </a:tabLst>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tabLst>
                <a:tab pos="312738" algn="l"/>
              </a:tabLst>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tabLst>
                <a:tab pos="312738" algn="l"/>
              </a:tabLst>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tabLst>
                <a:tab pos="312738" algn="l"/>
              </a:tabLst>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tabLst>
                <a:tab pos="312738" algn="l"/>
              </a:tabLst>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tabLst>
                <a:tab pos="312738" algn="l"/>
              </a:tabLst>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tabLst>
                <a:tab pos="312738" algn="l"/>
              </a:tabLst>
              <a:defRPr sz="2000">
                <a:solidFill>
                  <a:schemeClr val="tx2"/>
                </a:solidFill>
                <a:latin typeface="Arial" panose="020B0604020202020204" pitchFamily="34" charset="0"/>
              </a:defRPr>
            </a:lvl9pPr>
          </a:lstStyle>
          <a:p>
            <a:pPr>
              <a:spcBef>
                <a:spcPts val="800"/>
              </a:spcBef>
              <a:buClr>
                <a:srgbClr val="7F0000"/>
              </a:buClr>
              <a:buSzTx/>
              <a:buFont typeface="Microsoft Sans Serif" panose="020B0604020202020204" pitchFamily="34" charset="0"/>
              <a:buChar char="▪"/>
            </a:pPr>
            <a:r>
              <a:rPr lang="en-US" altLang="en-US">
                <a:solidFill>
                  <a:schemeClr val="tx1"/>
                </a:solidFill>
                <a:latin typeface="Arial MT"/>
                <a:ea typeface="Arial MT"/>
                <a:cs typeface="Arial MT"/>
              </a:rPr>
              <a:t>Terminology:</a:t>
            </a:r>
          </a:p>
          <a:p>
            <a:pPr lvl="1">
              <a:spcBef>
                <a:spcPts val="600"/>
              </a:spcBef>
              <a:buClr>
                <a:srgbClr val="006FC0"/>
              </a:buClr>
              <a:buSzPct val="79000"/>
              <a:buFont typeface="Microsoft Sans Serif" panose="020B0604020202020204" pitchFamily="34" charset="0"/>
              <a:buChar char="▪"/>
            </a:pPr>
            <a:r>
              <a:rPr lang="en-US" altLang="en-US" sz="2400" b="1">
                <a:solidFill>
                  <a:schemeClr val="tx1"/>
                </a:solidFill>
                <a:cs typeface="Arial" panose="020B0604020202020204" pitchFamily="34" charset="0"/>
              </a:rPr>
              <a:t>Table</a:t>
            </a:r>
            <a:r>
              <a:rPr lang="en-US" altLang="en-US" sz="2400">
                <a:solidFill>
                  <a:schemeClr val="tx1"/>
                </a:solidFill>
                <a:latin typeface="Arial MT"/>
                <a:ea typeface="Arial MT"/>
                <a:cs typeface="Arial MT"/>
              </a:rPr>
              <a:t>, </a:t>
            </a:r>
            <a:r>
              <a:rPr lang="en-US" altLang="en-US" sz="2400" b="1">
                <a:solidFill>
                  <a:schemeClr val="tx1"/>
                </a:solidFill>
                <a:cs typeface="Arial" panose="020B0604020202020204" pitchFamily="34" charset="0"/>
              </a:rPr>
              <a:t>row</a:t>
            </a:r>
            <a:r>
              <a:rPr lang="en-US" altLang="en-US" sz="2400">
                <a:solidFill>
                  <a:schemeClr val="tx1"/>
                </a:solidFill>
                <a:latin typeface="Arial MT"/>
                <a:ea typeface="Arial MT"/>
                <a:cs typeface="Arial MT"/>
              </a:rPr>
              <a:t>, and </a:t>
            </a:r>
            <a:r>
              <a:rPr lang="en-US" altLang="en-US" sz="2400" b="1">
                <a:solidFill>
                  <a:schemeClr val="tx1"/>
                </a:solidFill>
                <a:cs typeface="Arial" panose="020B0604020202020204" pitchFamily="34" charset="0"/>
              </a:rPr>
              <a:t>column </a:t>
            </a:r>
            <a:r>
              <a:rPr lang="en-US" altLang="en-US" sz="2400">
                <a:solidFill>
                  <a:schemeClr val="tx1"/>
                </a:solidFill>
                <a:latin typeface="Arial MT"/>
                <a:ea typeface="Arial MT"/>
                <a:cs typeface="Arial MT"/>
              </a:rPr>
              <a:t>used for relational  model terms relation, tuple, and attribute</a:t>
            </a:r>
          </a:p>
          <a:p>
            <a:pPr>
              <a:spcBef>
                <a:spcPts val="488"/>
              </a:spcBef>
              <a:buClr>
                <a:srgbClr val="7F0000"/>
              </a:buClr>
              <a:buSzTx/>
              <a:buFont typeface="Microsoft Sans Serif" panose="020B0604020202020204" pitchFamily="34" charset="0"/>
              <a:buChar char="▪"/>
            </a:pPr>
            <a:r>
              <a:rPr lang="en-US" altLang="en-US">
                <a:solidFill>
                  <a:schemeClr val="tx1"/>
                </a:solidFill>
                <a:latin typeface="Courier New" panose="02070309020205020404" pitchFamily="49" charset="0"/>
                <a:cs typeface="Courier New" panose="02070309020205020404" pitchFamily="49" charset="0"/>
              </a:rPr>
              <a:t>CREATE </a:t>
            </a:r>
            <a:r>
              <a:rPr lang="en-US" altLang="en-US">
                <a:solidFill>
                  <a:schemeClr val="tx1"/>
                </a:solidFill>
                <a:latin typeface="Arial MT"/>
                <a:ea typeface="Arial MT"/>
                <a:cs typeface="Arial MT"/>
              </a:rPr>
              <a:t>statement</a:t>
            </a:r>
          </a:p>
          <a:p>
            <a:pPr lvl="1">
              <a:spcBef>
                <a:spcPts val="838"/>
              </a:spcBef>
              <a:buClr>
                <a:srgbClr val="006FC0"/>
              </a:buClr>
              <a:buSzPct val="79000"/>
              <a:buFont typeface="Microsoft Sans Serif" panose="020B0604020202020204" pitchFamily="34" charset="0"/>
              <a:buChar char="▪"/>
            </a:pPr>
            <a:r>
              <a:rPr lang="en-US" altLang="en-US" sz="2400">
                <a:solidFill>
                  <a:schemeClr val="tx1"/>
                </a:solidFill>
                <a:latin typeface="Arial MT"/>
                <a:ea typeface="Arial MT"/>
                <a:cs typeface="Arial MT"/>
              </a:rPr>
              <a:t>Main SQL command for data definition</a:t>
            </a:r>
          </a:p>
        </p:txBody>
      </p:sp>
      <p:sp>
        <p:nvSpPr>
          <p:cNvPr id="44035" name="Slide Number Placeholder 4"/>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3- </a:t>
            </a:r>
            <a:fld id="{C2DA5802-D435-4EFD-9062-016655FF9BC8}" type="slidenum">
              <a:rPr lang="en-US" altLang="en-US" sz="1400" smtClean="0">
                <a:solidFill>
                  <a:srgbClr val="990033"/>
                </a:solidFill>
              </a:rPr>
              <a:pPr>
                <a:spcBef>
                  <a:spcPct val="0"/>
                </a:spcBef>
                <a:buClrTx/>
                <a:buSzTx/>
                <a:buFontTx/>
                <a:buNone/>
              </a:pPr>
              <a:t>19</a:t>
            </a:fld>
            <a:endParaRPr lang="en-CA" altLang="en-US" sz="1400" smtClean="0">
              <a:solidFill>
                <a:srgbClr val="990033"/>
              </a:solidFill>
            </a:endParaRP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object 2"/>
          <p:cNvSpPr>
            <a:spLocks noGrp="1" noChangeArrowheads="1"/>
          </p:cNvSpPr>
          <p:nvPr>
            <p:ph type="title"/>
          </p:nvPr>
        </p:nvSpPr>
        <p:spPr>
          <a:xfrm>
            <a:off x="336550" y="23813"/>
            <a:ext cx="6878638" cy="1119187"/>
          </a:xfrm>
        </p:spPr>
        <p:txBody>
          <a:bodyPr lIns="0" tIns="11206" rIns="0" bIns="0">
            <a:spAutoFit/>
          </a:bodyPr>
          <a:lstStyle/>
          <a:p>
            <a:pPr marL="1833563" indent="-933450">
              <a:spcBef>
                <a:spcPts val="88"/>
              </a:spcBef>
            </a:pPr>
            <a:r>
              <a:rPr lang="en-US" altLang="en-US" smtClean="0"/>
              <a:t>Attribute Data Types and  Domains in SQL</a:t>
            </a:r>
          </a:p>
        </p:txBody>
      </p:sp>
      <p:sp>
        <p:nvSpPr>
          <p:cNvPr id="45058" name="object 3"/>
          <p:cNvSpPr txBox="1">
            <a:spLocks noChangeArrowheads="1"/>
          </p:cNvSpPr>
          <p:nvPr/>
        </p:nvSpPr>
        <p:spPr bwMode="auto">
          <a:xfrm>
            <a:off x="930275" y="1708150"/>
            <a:ext cx="7158038" cy="3652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01974" rIns="0" bIns="0">
            <a:spAutoFit/>
          </a:bodyPr>
          <a:lstStyle>
            <a:lvl1pPr marL="312738" indent="-301625">
              <a:tabLst>
                <a:tab pos="312738" algn="l"/>
              </a:tabLst>
              <a:defRPr sz="2400">
                <a:solidFill>
                  <a:schemeClr val="tx1"/>
                </a:solidFill>
                <a:latin typeface="Arial" panose="020B0604020202020204" pitchFamily="34" charset="0"/>
              </a:defRPr>
            </a:lvl1pPr>
            <a:lvl2pPr marL="666750" indent="-252413">
              <a:tabLst>
                <a:tab pos="312738" algn="l"/>
              </a:tabLst>
              <a:defRPr sz="2400">
                <a:solidFill>
                  <a:schemeClr val="tx1"/>
                </a:solidFill>
                <a:latin typeface="Arial" panose="020B0604020202020204" pitchFamily="34" charset="0"/>
              </a:defRPr>
            </a:lvl2pPr>
            <a:lvl3pPr marL="1019175" indent="-201613">
              <a:tabLst>
                <a:tab pos="312738" algn="l"/>
              </a:tabLst>
              <a:defRPr sz="2400">
                <a:solidFill>
                  <a:schemeClr val="tx1"/>
                </a:solidFill>
                <a:latin typeface="Arial" panose="020B0604020202020204" pitchFamily="34" charset="0"/>
              </a:defRPr>
            </a:lvl3pPr>
            <a:lvl4pPr marL="1600200" indent="-228600">
              <a:tabLst>
                <a:tab pos="312738" algn="l"/>
              </a:tabLst>
              <a:defRPr sz="2400">
                <a:solidFill>
                  <a:schemeClr val="tx1"/>
                </a:solidFill>
                <a:latin typeface="Arial" panose="020B0604020202020204" pitchFamily="34" charset="0"/>
              </a:defRPr>
            </a:lvl4pPr>
            <a:lvl5pPr marL="2057400" indent="-228600">
              <a:tabLst>
                <a:tab pos="312738" algn="l"/>
              </a:tabLst>
              <a:defRPr sz="2400">
                <a:solidFill>
                  <a:schemeClr val="tx1"/>
                </a:solidFill>
                <a:latin typeface="Arial" panose="020B0604020202020204" pitchFamily="34" charset="0"/>
              </a:defRPr>
            </a:lvl5pPr>
            <a:lvl6pPr marL="2514600" indent="-228600" eaLnBrk="0" fontAlgn="base" hangingPunct="0">
              <a:spcBef>
                <a:spcPct val="0"/>
              </a:spcBef>
              <a:spcAft>
                <a:spcPct val="0"/>
              </a:spcAft>
              <a:tabLst>
                <a:tab pos="312738" algn="l"/>
              </a:tabLst>
              <a:defRPr sz="2400">
                <a:solidFill>
                  <a:schemeClr val="tx1"/>
                </a:solidFill>
                <a:latin typeface="Arial" panose="020B0604020202020204" pitchFamily="34" charset="0"/>
              </a:defRPr>
            </a:lvl6pPr>
            <a:lvl7pPr marL="2971800" indent="-228600" eaLnBrk="0" fontAlgn="base" hangingPunct="0">
              <a:spcBef>
                <a:spcPct val="0"/>
              </a:spcBef>
              <a:spcAft>
                <a:spcPct val="0"/>
              </a:spcAft>
              <a:tabLst>
                <a:tab pos="312738" algn="l"/>
              </a:tabLst>
              <a:defRPr sz="2400">
                <a:solidFill>
                  <a:schemeClr val="tx1"/>
                </a:solidFill>
                <a:latin typeface="Arial" panose="020B0604020202020204" pitchFamily="34" charset="0"/>
              </a:defRPr>
            </a:lvl7pPr>
            <a:lvl8pPr marL="3429000" indent="-228600" eaLnBrk="0" fontAlgn="base" hangingPunct="0">
              <a:spcBef>
                <a:spcPct val="0"/>
              </a:spcBef>
              <a:spcAft>
                <a:spcPct val="0"/>
              </a:spcAft>
              <a:tabLst>
                <a:tab pos="312738" algn="l"/>
              </a:tabLst>
              <a:defRPr sz="2400">
                <a:solidFill>
                  <a:schemeClr val="tx1"/>
                </a:solidFill>
                <a:latin typeface="Arial" panose="020B0604020202020204" pitchFamily="34" charset="0"/>
              </a:defRPr>
            </a:lvl8pPr>
            <a:lvl9pPr marL="3886200" indent="-228600" eaLnBrk="0" fontAlgn="base" hangingPunct="0">
              <a:spcBef>
                <a:spcPct val="0"/>
              </a:spcBef>
              <a:spcAft>
                <a:spcPct val="0"/>
              </a:spcAft>
              <a:tabLst>
                <a:tab pos="312738" algn="l"/>
              </a:tabLst>
              <a:defRPr sz="2400">
                <a:solidFill>
                  <a:schemeClr val="tx1"/>
                </a:solidFill>
                <a:latin typeface="Arial" panose="020B0604020202020204" pitchFamily="34" charset="0"/>
              </a:defRPr>
            </a:lvl9pPr>
          </a:lstStyle>
          <a:p>
            <a:pPr>
              <a:spcBef>
                <a:spcPts val="800"/>
              </a:spcBef>
              <a:buClr>
                <a:srgbClr val="7F0000"/>
              </a:buClr>
              <a:buFont typeface="Microsoft Sans Serif" panose="020B0604020202020204" pitchFamily="34" charset="0"/>
              <a:buChar char="▪"/>
            </a:pPr>
            <a:r>
              <a:rPr lang="en-US" altLang="en-US" sz="2800">
                <a:latin typeface="Arial MT"/>
                <a:ea typeface="Arial MT"/>
                <a:cs typeface="Arial MT"/>
              </a:rPr>
              <a:t>Basic </a:t>
            </a:r>
            <a:r>
              <a:rPr lang="en-US" altLang="en-US" sz="2800" b="1">
                <a:cs typeface="Arial" panose="020B0604020202020204" pitchFamily="34" charset="0"/>
              </a:rPr>
              <a:t>data types</a:t>
            </a:r>
            <a:endParaRPr lang="en-US" altLang="en-US" sz="2800">
              <a:cs typeface="Arial" panose="020B0604020202020204" pitchFamily="34" charset="0"/>
            </a:endParaRPr>
          </a:p>
          <a:p>
            <a:pPr lvl="1">
              <a:spcBef>
                <a:spcPts val="613"/>
              </a:spcBef>
              <a:buClr>
                <a:srgbClr val="006FC0"/>
              </a:buClr>
              <a:buSzPct val="79000"/>
              <a:buFont typeface="Microsoft Sans Serif" panose="020B0604020202020204" pitchFamily="34" charset="0"/>
              <a:buChar char="▪"/>
            </a:pPr>
            <a:r>
              <a:rPr lang="en-US" altLang="en-US" b="1">
                <a:cs typeface="Arial" panose="020B0604020202020204" pitchFamily="34" charset="0"/>
              </a:rPr>
              <a:t>Numeric </a:t>
            </a:r>
            <a:r>
              <a:rPr lang="en-US" altLang="en-US">
                <a:latin typeface="Arial MT"/>
                <a:ea typeface="Arial MT"/>
                <a:cs typeface="Arial MT"/>
              </a:rPr>
              <a:t>data types</a:t>
            </a:r>
          </a:p>
          <a:p>
            <a:pPr lvl="2">
              <a:spcBef>
                <a:spcPts val="388"/>
              </a:spcBef>
              <a:buFontTx/>
              <a:buChar char="•"/>
            </a:pPr>
            <a:r>
              <a:rPr lang="en-US" altLang="en-US" sz="2100">
                <a:latin typeface="Arial MT"/>
                <a:ea typeface="Arial MT"/>
                <a:cs typeface="Arial MT"/>
              </a:rPr>
              <a:t>Integer numbers: </a:t>
            </a:r>
            <a:r>
              <a:rPr lang="en-US" altLang="en-US" sz="2100">
                <a:latin typeface="Courier New" panose="02070309020205020404" pitchFamily="49" charset="0"/>
                <a:cs typeface="Courier New" panose="02070309020205020404" pitchFamily="49" charset="0"/>
              </a:rPr>
              <a:t>INTEGER</a:t>
            </a:r>
            <a:r>
              <a:rPr lang="en-US" altLang="en-US" sz="2100">
                <a:latin typeface="Arial MT"/>
                <a:ea typeface="Arial MT"/>
                <a:cs typeface="Arial MT"/>
              </a:rPr>
              <a:t>, </a:t>
            </a:r>
            <a:r>
              <a:rPr lang="en-US" altLang="en-US" sz="2100">
                <a:latin typeface="Courier New" panose="02070309020205020404" pitchFamily="49" charset="0"/>
                <a:cs typeface="Courier New" panose="02070309020205020404" pitchFamily="49" charset="0"/>
              </a:rPr>
              <a:t>INT</a:t>
            </a:r>
            <a:r>
              <a:rPr lang="en-US" altLang="en-US" sz="2100">
                <a:latin typeface="Arial MT"/>
                <a:ea typeface="Arial MT"/>
                <a:cs typeface="Arial MT"/>
              </a:rPr>
              <a:t>, and </a:t>
            </a:r>
            <a:r>
              <a:rPr lang="en-US" altLang="en-US" sz="2100">
                <a:latin typeface="Courier New" panose="02070309020205020404" pitchFamily="49" charset="0"/>
                <a:cs typeface="Courier New" panose="02070309020205020404" pitchFamily="49" charset="0"/>
              </a:rPr>
              <a:t>SMALLINT</a:t>
            </a:r>
          </a:p>
          <a:p>
            <a:pPr lvl="2">
              <a:lnSpc>
                <a:spcPts val="2513"/>
              </a:lnSpc>
              <a:spcBef>
                <a:spcPts val="525"/>
              </a:spcBef>
              <a:buFontTx/>
              <a:buChar char="•"/>
            </a:pPr>
            <a:r>
              <a:rPr lang="en-US" altLang="en-US" sz="2100">
                <a:latin typeface="Arial MT"/>
                <a:ea typeface="Arial MT"/>
                <a:cs typeface="Arial MT"/>
              </a:rPr>
              <a:t>Floating-point (real) numbers: </a:t>
            </a:r>
            <a:r>
              <a:rPr lang="en-US" altLang="en-US" sz="2100">
                <a:latin typeface="Courier New" panose="02070309020205020404" pitchFamily="49" charset="0"/>
                <a:cs typeface="Courier New" panose="02070309020205020404" pitchFamily="49" charset="0"/>
              </a:rPr>
              <a:t>FLOAT </a:t>
            </a:r>
            <a:r>
              <a:rPr lang="en-US" altLang="en-US" sz="2100">
                <a:latin typeface="Arial MT"/>
                <a:ea typeface="Arial MT"/>
                <a:cs typeface="Arial MT"/>
              </a:rPr>
              <a:t>or </a:t>
            </a:r>
            <a:r>
              <a:rPr lang="en-US" altLang="en-US" sz="2100">
                <a:latin typeface="Courier New" panose="02070309020205020404" pitchFamily="49" charset="0"/>
                <a:cs typeface="Courier New" panose="02070309020205020404" pitchFamily="49" charset="0"/>
              </a:rPr>
              <a:t>REAL</a:t>
            </a:r>
            <a:r>
              <a:rPr lang="en-US" altLang="en-US" sz="2100">
                <a:latin typeface="Arial MT"/>
                <a:ea typeface="Arial MT"/>
                <a:cs typeface="Arial MT"/>
              </a:rPr>
              <a:t>, and</a:t>
            </a:r>
          </a:p>
          <a:p>
            <a:pPr>
              <a:lnSpc>
                <a:spcPts val="2513"/>
              </a:lnSpc>
            </a:pPr>
            <a:r>
              <a:rPr lang="en-US" altLang="en-US" sz="2100">
                <a:latin typeface="Courier New" panose="02070309020205020404" pitchFamily="49" charset="0"/>
                <a:cs typeface="Courier New" panose="02070309020205020404" pitchFamily="49" charset="0"/>
              </a:rPr>
              <a:t>DOUBLE PRECISION</a:t>
            </a:r>
          </a:p>
          <a:p>
            <a:pPr lvl="1">
              <a:spcBef>
                <a:spcPts val="813"/>
              </a:spcBef>
              <a:buClr>
                <a:srgbClr val="006FC0"/>
              </a:buClr>
              <a:buSzPct val="79000"/>
              <a:buFont typeface="Microsoft Sans Serif" panose="020B0604020202020204" pitchFamily="34" charset="0"/>
              <a:buChar char="▪"/>
            </a:pPr>
            <a:r>
              <a:rPr lang="en-US" altLang="en-US" b="1">
                <a:cs typeface="Arial" panose="020B0604020202020204" pitchFamily="34" charset="0"/>
              </a:rPr>
              <a:t>Character-string </a:t>
            </a:r>
            <a:r>
              <a:rPr lang="en-US" altLang="en-US">
                <a:latin typeface="Arial MT"/>
                <a:ea typeface="Arial MT"/>
                <a:cs typeface="Arial MT"/>
              </a:rPr>
              <a:t>data types</a:t>
            </a:r>
          </a:p>
          <a:p>
            <a:pPr lvl="2">
              <a:spcBef>
                <a:spcPts val="388"/>
              </a:spcBef>
              <a:buFontTx/>
              <a:buChar char="•"/>
            </a:pPr>
            <a:r>
              <a:rPr lang="en-US" altLang="en-US" sz="2100">
                <a:latin typeface="Arial MT"/>
                <a:ea typeface="Arial MT"/>
                <a:cs typeface="Arial MT"/>
              </a:rPr>
              <a:t>Fixed length: </a:t>
            </a:r>
            <a:r>
              <a:rPr lang="en-US" altLang="en-US" sz="2100">
                <a:latin typeface="Courier New" panose="02070309020205020404" pitchFamily="49" charset="0"/>
                <a:cs typeface="Courier New" panose="02070309020205020404" pitchFamily="49" charset="0"/>
              </a:rPr>
              <a:t>CHAR(</a:t>
            </a:r>
            <a:r>
              <a:rPr lang="en-US" altLang="en-US" sz="2100" i="1">
                <a:latin typeface="Courier New" panose="02070309020205020404" pitchFamily="49" charset="0"/>
                <a:cs typeface="Courier New" panose="02070309020205020404" pitchFamily="49" charset="0"/>
              </a:rPr>
              <a:t>n</a:t>
            </a:r>
            <a:r>
              <a:rPr lang="en-US" altLang="en-US" sz="2100">
                <a:latin typeface="Courier New" panose="02070309020205020404" pitchFamily="49" charset="0"/>
                <a:cs typeface="Courier New" panose="02070309020205020404" pitchFamily="49" charset="0"/>
              </a:rPr>
              <a:t>)</a:t>
            </a:r>
            <a:r>
              <a:rPr lang="en-US" altLang="en-US" sz="2100">
                <a:latin typeface="Arial MT"/>
                <a:ea typeface="Arial MT"/>
                <a:cs typeface="Arial MT"/>
              </a:rPr>
              <a:t>, </a:t>
            </a:r>
            <a:r>
              <a:rPr lang="en-US" altLang="en-US" sz="2100">
                <a:latin typeface="Courier New" panose="02070309020205020404" pitchFamily="49" charset="0"/>
                <a:cs typeface="Courier New" panose="02070309020205020404" pitchFamily="49" charset="0"/>
              </a:rPr>
              <a:t>CHARACTER(</a:t>
            </a:r>
            <a:r>
              <a:rPr lang="en-US" altLang="en-US" sz="2100" i="1">
                <a:latin typeface="Courier New" panose="02070309020205020404" pitchFamily="49" charset="0"/>
                <a:cs typeface="Courier New" panose="02070309020205020404" pitchFamily="49" charset="0"/>
              </a:rPr>
              <a:t>n</a:t>
            </a:r>
            <a:r>
              <a:rPr lang="en-US" altLang="en-US" sz="2100">
                <a:latin typeface="Courier New" panose="02070309020205020404" pitchFamily="49" charset="0"/>
                <a:cs typeface="Courier New" panose="02070309020205020404" pitchFamily="49" charset="0"/>
              </a:rPr>
              <a:t>)</a:t>
            </a:r>
          </a:p>
          <a:p>
            <a:pPr lvl="2">
              <a:spcBef>
                <a:spcPts val="525"/>
              </a:spcBef>
              <a:buFontTx/>
              <a:buChar char="•"/>
            </a:pPr>
            <a:r>
              <a:rPr lang="en-US" altLang="en-US" sz="2100">
                <a:latin typeface="Arial MT"/>
                <a:ea typeface="Arial MT"/>
                <a:cs typeface="Arial MT"/>
              </a:rPr>
              <a:t>Varying length</a:t>
            </a:r>
            <a:r>
              <a:rPr lang="en-US" altLang="en-US" sz="2100">
                <a:latin typeface="Courier New" panose="02070309020205020404" pitchFamily="49" charset="0"/>
                <a:cs typeface="Courier New" panose="02070309020205020404" pitchFamily="49" charset="0"/>
              </a:rPr>
              <a:t>: VARCHAR(</a:t>
            </a:r>
            <a:r>
              <a:rPr lang="en-US" altLang="en-US" sz="2100" i="1">
                <a:latin typeface="Courier New" panose="02070309020205020404" pitchFamily="49" charset="0"/>
                <a:cs typeface="Courier New" panose="02070309020205020404" pitchFamily="49" charset="0"/>
              </a:rPr>
              <a:t>n</a:t>
            </a:r>
            <a:r>
              <a:rPr lang="en-US" altLang="en-US" sz="2100">
                <a:latin typeface="Courier New" panose="02070309020205020404" pitchFamily="49" charset="0"/>
                <a:cs typeface="Courier New" panose="02070309020205020404" pitchFamily="49" charset="0"/>
              </a:rPr>
              <a:t>)</a:t>
            </a:r>
            <a:r>
              <a:rPr lang="en-US" altLang="en-US" sz="2100">
                <a:latin typeface="Arial MT"/>
                <a:ea typeface="Arial MT"/>
                <a:cs typeface="Arial MT"/>
              </a:rPr>
              <a:t>, </a:t>
            </a:r>
            <a:r>
              <a:rPr lang="en-US" altLang="en-US" sz="2100">
                <a:latin typeface="Courier New" panose="02070309020205020404" pitchFamily="49" charset="0"/>
                <a:cs typeface="Courier New" panose="02070309020205020404" pitchFamily="49" charset="0"/>
              </a:rPr>
              <a:t>CHAR  VARYING(</a:t>
            </a:r>
            <a:r>
              <a:rPr lang="en-US" altLang="en-US" sz="2100" i="1">
                <a:latin typeface="Courier New" panose="02070309020205020404" pitchFamily="49" charset="0"/>
                <a:cs typeface="Courier New" panose="02070309020205020404" pitchFamily="49" charset="0"/>
              </a:rPr>
              <a:t>n</a:t>
            </a:r>
            <a:r>
              <a:rPr lang="en-US" altLang="en-US" sz="2100">
                <a:latin typeface="Courier New" panose="02070309020205020404" pitchFamily="49" charset="0"/>
                <a:cs typeface="Courier New" panose="02070309020205020404" pitchFamily="49" charset="0"/>
              </a:rPr>
              <a:t>)</a:t>
            </a:r>
            <a:r>
              <a:rPr lang="en-US" altLang="en-US" sz="2100">
                <a:latin typeface="Arial MT"/>
                <a:ea typeface="Arial MT"/>
                <a:cs typeface="Arial MT"/>
              </a:rPr>
              <a:t>, </a:t>
            </a:r>
            <a:r>
              <a:rPr lang="en-US" altLang="en-US" sz="2100">
                <a:latin typeface="Courier New" panose="02070309020205020404" pitchFamily="49" charset="0"/>
                <a:cs typeface="Courier New" panose="02070309020205020404" pitchFamily="49" charset="0"/>
              </a:rPr>
              <a:t>CHARACTER VARYING(</a:t>
            </a:r>
            <a:r>
              <a:rPr lang="en-US" altLang="en-US" sz="2100" i="1">
                <a:latin typeface="Courier New" panose="02070309020205020404" pitchFamily="49" charset="0"/>
                <a:cs typeface="Courier New" panose="02070309020205020404" pitchFamily="49" charset="0"/>
              </a:rPr>
              <a:t>n</a:t>
            </a:r>
            <a:r>
              <a:rPr lang="en-US" altLang="en-US" sz="2100">
                <a:latin typeface="Courier New" panose="02070309020205020404" pitchFamily="49" charset="0"/>
                <a:cs typeface="Courier New" panose="02070309020205020404" pitchFamily="49" charset="0"/>
              </a:rPr>
              <a:t>)</a:t>
            </a:r>
          </a:p>
        </p:txBody>
      </p:sp>
      <p:sp>
        <p:nvSpPr>
          <p:cNvPr id="45059" name="Slide Number Placeholder 4"/>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3- </a:t>
            </a:r>
            <a:fld id="{4EBF0EF6-94B8-423A-9D7B-2C00D0C38A45}" type="slidenum">
              <a:rPr lang="en-US" altLang="en-US" sz="1400" smtClean="0">
                <a:solidFill>
                  <a:srgbClr val="990033"/>
                </a:solidFill>
              </a:rPr>
              <a:pPr>
                <a:spcBef>
                  <a:spcPct val="0"/>
                </a:spcBef>
                <a:buClrTx/>
                <a:buSzTx/>
                <a:buFontTx/>
                <a:buNone/>
              </a:pPr>
              <a:t>20</a:t>
            </a:fld>
            <a:endParaRPr lang="en-CA" altLang="en-US" sz="1400" smtClean="0">
              <a:solidFill>
                <a:srgbClr val="990033"/>
              </a:solidFill>
            </a:endParaRP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object 2"/>
          <p:cNvSpPr>
            <a:spLocks noGrp="1" noChangeArrowheads="1"/>
          </p:cNvSpPr>
          <p:nvPr>
            <p:ph type="title"/>
          </p:nvPr>
        </p:nvSpPr>
        <p:spPr>
          <a:xfrm>
            <a:off x="336550" y="23813"/>
            <a:ext cx="6878638" cy="1119187"/>
          </a:xfrm>
        </p:spPr>
        <p:txBody>
          <a:bodyPr lIns="0" tIns="11206" rIns="0" bIns="0">
            <a:spAutoFit/>
          </a:bodyPr>
          <a:lstStyle/>
          <a:p>
            <a:pPr marL="874713" indent="23813">
              <a:spcBef>
                <a:spcPts val="88"/>
              </a:spcBef>
            </a:pPr>
            <a:r>
              <a:rPr lang="en-US" altLang="en-US" smtClean="0"/>
              <a:t>Attribute Data Types and  Domains in SQL (cont’d.)</a:t>
            </a:r>
          </a:p>
        </p:txBody>
      </p:sp>
      <p:sp>
        <p:nvSpPr>
          <p:cNvPr id="3" name="object 3">
            <a:extLst>
              <a:ext uri="{FF2B5EF4-FFF2-40B4-BE49-F238E27FC236}">
                <a16:creationId xmlns:a16="http://schemas.microsoft.com/office/drawing/2014/main" id="{E3E77662-44E0-1748-B2A1-AC3ED29FDE64}"/>
              </a:ext>
            </a:extLst>
          </p:cNvPr>
          <p:cNvSpPr txBox="1"/>
          <p:nvPr/>
        </p:nvSpPr>
        <p:spPr>
          <a:xfrm>
            <a:off x="1333500" y="1741488"/>
            <a:ext cx="4752975" cy="1700212"/>
          </a:xfrm>
          <a:prstGeom prst="rect">
            <a:avLst/>
          </a:prstGeom>
        </p:spPr>
        <p:txBody>
          <a:bodyPr lIns="0" tIns="68916" rIns="0" bIns="0">
            <a:spAutoFit/>
          </a:bodyPr>
          <a:lstStyle/>
          <a:p>
            <a:pPr marL="263913" indent="-253266">
              <a:spcBef>
                <a:spcPts val="543"/>
              </a:spcBef>
              <a:buClr>
                <a:srgbClr val="006FC0"/>
              </a:buClr>
              <a:buSzPct val="78571"/>
              <a:buFont typeface="Microsoft Sans Serif"/>
              <a:buChar char="▪"/>
              <a:tabLst>
                <a:tab pos="263913" algn="l"/>
                <a:tab pos="264473" algn="l"/>
              </a:tabLst>
              <a:defRPr/>
            </a:pPr>
            <a:r>
              <a:rPr sz="2471" b="1" spc="-4" dirty="0">
                <a:latin typeface="Arial"/>
                <a:cs typeface="Arial"/>
              </a:rPr>
              <a:t>Bit-string</a:t>
            </a:r>
            <a:r>
              <a:rPr sz="2471" b="1" spc="-22" dirty="0">
                <a:latin typeface="Arial"/>
                <a:cs typeface="Arial"/>
              </a:rPr>
              <a:t> </a:t>
            </a:r>
            <a:r>
              <a:rPr sz="2471" dirty="0">
                <a:latin typeface="Arial MT"/>
                <a:cs typeface="Arial MT"/>
              </a:rPr>
              <a:t>data</a:t>
            </a:r>
            <a:r>
              <a:rPr sz="2471" spc="-9" dirty="0">
                <a:latin typeface="Arial MT"/>
                <a:cs typeface="Arial MT"/>
              </a:rPr>
              <a:t> </a:t>
            </a:r>
            <a:r>
              <a:rPr sz="2471" spc="-4" dirty="0">
                <a:latin typeface="Arial MT"/>
                <a:cs typeface="Arial MT"/>
              </a:rPr>
              <a:t>types</a:t>
            </a:r>
            <a:endParaRPr sz="2471">
              <a:latin typeface="Arial MT"/>
              <a:cs typeface="Arial MT"/>
            </a:endParaRPr>
          </a:p>
          <a:p>
            <a:pPr marL="616356" lvl="1" indent="-202277">
              <a:spcBef>
                <a:spcPts val="397"/>
              </a:spcBef>
              <a:buFontTx/>
              <a:buChar char="•"/>
              <a:tabLst>
                <a:tab pos="616356" algn="l"/>
              </a:tabLst>
              <a:defRPr/>
            </a:pPr>
            <a:r>
              <a:rPr sz="2118" spc="-4" dirty="0">
                <a:latin typeface="Arial MT"/>
                <a:cs typeface="Arial MT"/>
              </a:rPr>
              <a:t>Fixed</a:t>
            </a:r>
            <a:r>
              <a:rPr sz="2118" spc="-13" dirty="0">
                <a:latin typeface="Arial MT"/>
                <a:cs typeface="Arial MT"/>
              </a:rPr>
              <a:t> </a:t>
            </a:r>
            <a:r>
              <a:rPr sz="2118" spc="-4" dirty="0">
                <a:latin typeface="Arial MT"/>
                <a:cs typeface="Arial MT"/>
              </a:rPr>
              <a:t>length:</a:t>
            </a:r>
            <a:r>
              <a:rPr sz="2118" spc="-9" dirty="0">
                <a:latin typeface="Arial MT"/>
                <a:cs typeface="Arial MT"/>
              </a:rPr>
              <a:t> </a:t>
            </a:r>
            <a:r>
              <a:rPr sz="2118" spc="-4" dirty="0">
                <a:latin typeface="Courier New"/>
                <a:cs typeface="Courier New"/>
              </a:rPr>
              <a:t>BIT(</a:t>
            </a:r>
            <a:r>
              <a:rPr sz="2118" i="1" spc="-4" dirty="0">
                <a:latin typeface="Courier New"/>
                <a:cs typeface="Courier New"/>
              </a:rPr>
              <a:t>n</a:t>
            </a:r>
            <a:r>
              <a:rPr sz="2118" spc="-4" dirty="0">
                <a:latin typeface="Courier New"/>
                <a:cs typeface="Courier New"/>
              </a:rPr>
              <a:t>)</a:t>
            </a:r>
            <a:endParaRPr sz="2118">
              <a:latin typeface="Courier New"/>
              <a:cs typeface="Courier New"/>
            </a:endParaRPr>
          </a:p>
          <a:p>
            <a:pPr marL="616356" lvl="1" indent="-201717">
              <a:spcBef>
                <a:spcPts val="529"/>
              </a:spcBef>
              <a:buFontTx/>
              <a:buChar char="•"/>
              <a:tabLst>
                <a:tab pos="616356" algn="l"/>
              </a:tabLst>
              <a:defRPr/>
            </a:pPr>
            <a:r>
              <a:rPr sz="2118" spc="-4" dirty="0">
                <a:latin typeface="Arial MT"/>
                <a:cs typeface="Arial MT"/>
              </a:rPr>
              <a:t>Varying</a:t>
            </a:r>
            <a:r>
              <a:rPr sz="2118" spc="-13" dirty="0">
                <a:latin typeface="Arial MT"/>
                <a:cs typeface="Arial MT"/>
              </a:rPr>
              <a:t> </a:t>
            </a:r>
            <a:r>
              <a:rPr sz="2118" dirty="0">
                <a:latin typeface="Arial MT"/>
                <a:cs typeface="Arial MT"/>
              </a:rPr>
              <a:t>length:</a:t>
            </a:r>
            <a:r>
              <a:rPr sz="2118" spc="-13" dirty="0">
                <a:latin typeface="Arial MT"/>
                <a:cs typeface="Arial MT"/>
              </a:rPr>
              <a:t> </a:t>
            </a:r>
            <a:r>
              <a:rPr sz="2118" spc="-4" dirty="0">
                <a:latin typeface="Courier New"/>
                <a:cs typeface="Courier New"/>
              </a:rPr>
              <a:t>BIT</a:t>
            </a:r>
            <a:r>
              <a:rPr sz="2118" spc="-35" dirty="0">
                <a:latin typeface="Courier New"/>
                <a:cs typeface="Courier New"/>
              </a:rPr>
              <a:t> </a:t>
            </a:r>
            <a:r>
              <a:rPr sz="2118" spc="-4" dirty="0">
                <a:latin typeface="Courier New"/>
                <a:cs typeface="Courier New"/>
              </a:rPr>
              <a:t>VARYING(</a:t>
            </a:r>
            <a:r>
              <a:rPr sz="2118" i="1" spc="-4" dirty="0">
                <a:latin typeface="Courier New"/>
                <a:cs typeface="Courier New"/>
              </a:rPr>
              <a:t>n</a:t>
            </a:r>
            <a:r>
              <a:rPr sz="2118" spc="-4" dirty="0">
                <a:latin typeface="Courier New"/>
                <a:cs typeface="Courier New"/>
              </a:rPr>
              <a:t>)</a:t>
            </a:r>
            <a:endParaRPr sz="2118">
              <a:latin typeface="Courier New"/>
              <a:cs typeface="Courier New"/>
            </a:endParaRPr>
          </a:p>
          <a:p>
            <a:pPr marL="263913" indent="-253266">
              <a:spcBef>
                <a:spcPts val="750"/>
              </a:spcBef>
              <a:buClr>
                <a:srgbClr val="006FC0"/>
              </a:buClr>
              <a:buSzPct val="78571"/>
              <a:buFont typeface="Microsoft Sans Serif"/>
              <a:buChar char="▪"/>
              <a:tabLst>
                <a:tab pos="263913" algn="l"/>
                <a:tab pos="264473" algn="l"/>
              </a:tabLst>
              <a:defRPr/>
            </a:pPr>
            <a:r>
              <a:rPr sz="2471" b="1" spc="-4" dirty="0">
                <a:latin typeface="Arial"/>
                <a:cs typeface="Arial"/>
              </a:rPr>
              <a:t>Boolean</a:t>
            </a:r>
            <a:r>
              <a:rPr sz="2471" b="1" spc="-31" dirty="0">
                <a:latin typeface="Arial"/>
                <a:cs typeface="Arial"/>
              </a:rPr>
              <a:t> </a:t>
            </a:r>
            <a:r>
              <a:rPr sz="2471" dirty="0">
                <a:latin typeface="Arial MT"/>
                <a:cs typeface="Arial MT"/>
              </a:rPr>
              <a:t>data</a:t>
            </a:r>
            <a:r>
              <a:rPr sz="2471" spc="-18" dirty="0">
                <a:latin typeface="Arial MT"/>
                <a:cs typeface="Arial MT"/>
              </a:rPr>
              <a:t> </a:t>
            </a:r>
            <a:r>
              <a:rPr sz="2471" dirty="0">
                <a:latin typeface="Arial MT"/>
                <a:cs typeface="Arial MT"/>
              </a:rPr>
              <a:t>type</a:t>
            </a:r>
            <a:endParaRPr sz="2471">
              <a:latin typeface="Arial MT"/>
              <a:cs typeface="Arial MT"/>
            </a:endParaRPr>
          </a:p>
        </p:txBody>
      </p:sp>
      <p:sp>
        <p:nvSpPr>
          <p:cNvPr id="4" name="object 4">
            <a:extLst>
              <a:ext uri="{FF2B5EF4-FFF2-40B4-BE49-F238E27FC236}">
                <a16:creationId xmlns:a16="http://schemas.microsoft.com/office/drawing/2014/main" id="{D234AA6F-6755-E042-9BE8-BEBBDCBD0EB1}"/>
              </a:ext>
            </a:extLst>
          </p:cNvPr>
          <p:cNvSpPr txBox="1"/>
          <p:nvPr/>
        </p:nvSpPr>
        <p:spPr>
          <a:xfrm>
            <a:off x="5221288" y="3460750"/>
            <a:ext cx="981075" cy="336550"/>
          </a:xfrm>
          <a:prstGeom prst="rect">
            <a:avLst/>
          </a:prstGeom>
        </p:spPr>
        <p:txBody>
          <a:bodyPr lIns="0" tIns="11206" rIns="0" bIns="0">
            <a:spAutoFit/>
          </a:bodyPr>
          <a:lstStyle/>
          <a:p>
            <a:pPr marL="11206">
              <a:spcBef>
                <a:spcPts val="88"/>
              </a:spcBef>
              <a:defRPr/>
            </a:pPr>
            <a:r>
              <a:rPr sz="2118" spc="-4" dirty="0">
                <a:latin typeface="Arial MT"/>
                <a:cs typeface="Arial MT"/>
              </a:rPr>
              <a:t>or</a:t>
            </a:r>
            <a:r>
              <a:rPr sz="2118" spc="-71" dirty="0">
                <a:latin typeface="Arial MT"/>
                <a:cs typeface="Arial MT"/>
              </a:rPr>
              <a:t> </a:t>
            </a:r>
            <a:r>
              <a:rPr sz="2118" spc="-4" dirty="0">
                <a:latin typeface="Courier New"/>
                <a:cs typeface="Courier New"/>
              </a:rPr>
              <a:t>NULL</a:t>
            </a:r>
            <a:endParaRPr sz="2118">
              <a:latin typeface="Courier New"/>
              <a:cs typeface="Courier New"/>
            </a:endParaRPr>
          </a:p>
        </p:txBody>
      </p:sp>
      <p:sp>
        <p:nvSpPr>
          <p:cNvPr id="5" name="object 5">
            <a:extLst>
              <a:ext uri="{FF2B5EF4-FFF2-40B4-BE49-F238E27FC236}">
                <a16:creationId xmlns:a16="http://schemas.microsoft.com/office/drawing/2014/main" id="{DDFB397E-0611-CF46-99EB-4FCBAAC20320}"/>
              </a:ext>
            </a:extLst>
          </p:cNvPr>
          <p:cNvSpPr txBox="1"/>
          <p:nvPr/>
        </p:nvSpPr>
        <p:spPr>
          <a:xfrm>
            <a:off x="1333500" y="3378200"/>
            <a:ext cx="3749675" cy="1293813"/>
          </a:xfrm>
          <a:prstGeom prst="rect">
            <a:avLst/>
          </a:prstGeom>
        </p:spPr>
        <p:txBody>
          <a:bodyPr lIns="0" tIns="93009" rIns="0" bIns="0">
            <a:spAutoFit/>
          </a:bodyPr>
          <a:lstStyle/>
          <a:p>
            <a:pPr marL="616356" indent="-202277">
              <a:spcBef>
                <a:spcPts val="732"/>
              </a:spcBef>
              <a:buFontTx/>
              <a:buChar char="•"/>
              <a:tabLst>
                <a:tab pos="616356" algn="l"/>
              </a:tabLst>
              <a:defRPr/>
            </a:pPr>
            <a:r>
              <a:rPr sz="2118" spc="-4" dirty="0">
                <a:latin typeface="Arial MT"/>
                <a:cs typeface="Arial MT"/>
              </a:rPr>
              <a:t>Values</a:t>
            </a:r>
            <a:r>
              <a:rPr sz="2118" spc="-9" dirty="0">
                <a:latin typeface="Arial MT"/>
                <a:cs typeface="Arial MT"/>
              </a:rPr>
              <a:t> </a:t>
            </a:r>
            <a:r>
              <a:rPr sz="2118" spc="-4" dirty="0">
                <a:latin typeface="Arial MT"/>
                <a:cs typeface="Arial MT"/>
              </a:rPr>
              <a:t>of </a:t>
            </a:r>
            <a:r>
              <a:rPr sz="2118" spc="-4" dirty="0">
                <a:latin typeface="Courier New"/>
                <a:cs typeface="Courier New"/>
              </a:rPr>
              <a:t>TRUE</a:t>
            </a:r>
            <a:r>
              <a:rPr sz="2118" spc="-26" dirty="0">
                <a:latin typeface="Courier New"/>
                <a:cs typeface="Courier New"/>
              </a:rPr>
              <a:t> </a:t>
            </a:r>
            <a:r>
              <a:rPr sz="2118" spc="-4" dirty="0">
                <a:latin typeface="Arial MT"/>
                <a:cs typeface="Arial MT"/>
              </a:rPr>
              <a:t>or</a:t>
            </a:r>
            <a:r>
              <a:rPr sz="2118" spc="-13" dirty="0">
                <a:latin typeface="Arial MT"/>
                <a:cs typeface="Arial MT"/>
              </a:rPr>
              <a:t> </a:t>
            </a:r>
            <a:r>
              <a:rPr sz="2118" spc="-4" dirty="0">
                <a:latin typeface="Courier New"/>
                <a:cs typeface="Courier New"/>
              </a:rPr>
              <a:t>FALSE</a:t>
            </a:r>
            <a:endParaRPr sz="2118">
              <a:latin typeface="Courier New"/>
              <a:cs typeface="Courier New"/>
            </a:endParaRPr>
          </a:p>
          <a:p>
            <a:pPr marL="263913" indent="-253266">
              <a:spcBef>
                <a:spcPts val="750"/>
              </a:spcBef>
              <a:buClr>
                <a:srgbClr val="006FC0"/>
              </a:buClr>
              <a:buSzPct val="78571"/>
              <a:buFont typeface="Microsoft Sans Serif"/>
              <a:buChar char="▪"/>
              <a:tabLst>
                <a:tab pos="263913" algn="l"/>
                <a:tab pos="264473" algn="l"/>
              </a:tabLst>
              <a:defRPr/>
            </a:pPr>
            <a:r>
              <a:rPr sz="2471" b="1" spc="-4" dirty="0">
                <a:latin typeface="Arial"/>
                <a:cs typeface="Arial"/>
              </a:rPr>
              <a:t>DATE</a:t>
            </a:r>
            <a:r>
              <a:rPr sz="2471" b="1" spc="-31" dirty="0">
                <a:latin typeface="Arial"/>
                <a:cs typeface="Arial"/>
              </a:rPr>
              <a:t> </a:t>
            </a:r>
            <a:r>
              <a:rPr sz="2471" dirty="0">
                <a:latin typeface="Arial MT"/>
                <a:cs typeface="Arial MT"/>
              </a:rPr>
              <a:t>data</a:t>
            </a:r>
            <a:r>
              <a:rPr sz="2471" spc="-22" dirty="0">
                <a:latin typeface="Arial MT"/>
                <a:cs typeface="Arial MT"/>
              </a:rPr>
              <a:t> </a:t>
            </a:r>
            <a:r>
              <a:rPr sz="2471" dirty="0">
                <a:latin typeface="Arial MT"/>
                <a:cs typeface="Arial MT"/>
              </a:rPr>
              <a:t>type</a:t>
            </a:r>
            <a:endParaRPr sz="2471">
              <a:latin typeface="Arial MT"/>
              <a:cs typeface="Arial MT"/>
            </a:endParaRPr>
          </a:p>
          <a:p>
            <a:pPr marL="616356" lvl="1" indent="-202277">
              <a:spcBef>
                <a:spcPts val="529"/>
              </a:spcBef>
              <a:buFontTx/>
              <a:buChar char="•"/>
              <a:tabLst>
                <a:tab pos="616356" algn="l"/>
              </a:tabLst>
              <a:defRPr/>
            </a:pPr>
            <a:r>
              <a:rPr sz="2118" spc="-4" dirty="0">
                <a:latin typeface="Arial MT"/>
                <a:cs typeface="Arial MT"/>
              </a:rPr>
              <a:t>Ten</a:t>
            </a:r>
            <a:r>
              <a:rPr sz="2118" spc="-26" dirty="0">
                <a:latin typeface="Arial MT"/>
                <a:cs typeface="Arial MT"/>
              </a:rPr>
              <a:t> </a:t>
            </a:r>
            <a:r>
              <a:rPr sz="2118" spc="-4" dirty="0">
                <a:latin typeface="Arial MT"/>
                <a:cs typeface="Arial MT"/>
              </a:rPr>
              <a:t>positions</a:t>
            </a:r>
            <a:endParaRPr sz="2118">
              <a:latin typeface="Arial MT"/>
              <a:cs typeface="Arial MT"/>
            </a:endParaRPr>
          </a:p>
        </p:txBody>
      </p:sp>
      <p:sp>
        <p:nvSpPr>
          <p:cNvPr id="6" name="object 6">
            <a:extLst>
              <a:ext uri="{FF2B5EF4-FFF2-40B4-BE49-F238E27FC236}">
                <a16:creationId xmlns:a16="http://schemas.microsoft.com/office/drawing/2014/main" id="{72427F90-C350-B042-A7B1-8A0FA89B3336}"/>
              </a:ext>
            </a:extLst>
          </p:cNvPr>
          <p:cNvSpPr txBox="1"/>
          <p:nvPr/>
        </p:nvSpPr>
        <p:spPr>
          <a:xfrm>
            <a:off x="6919913" y="4694238"/>
            <a:ext cx="1293812" cy="336550"/>
          </a:xfrm>
          <a:prstGeom prst="rect">
            <a:avLst/>
          </a:prstGeom>
        </p:spPr>
        <p:txBody>
          <a:bodyPr lIns="0" tIns="11206" rIns="0" bIns="0">
            <a:spAutoFit/>
          </a:bodyPr>
          <a:lstStyle/>
          <a:p>
            <a:pPr marL="11206">
              <a:spcBef>
                <a:spcPts val="88"/>
              </a:spcBef>
              <a:defRPr/>
            </a:pPr>
            <a:r>
              <a:rPr sz="2118" dirty="0">
                <a:latin typeface="Arial MT"/>
                <a:cs typeface="Arial MT"/>
              </a:rPr>
              <a:t>in</a:t>
            </a:r>
            <a:r>
              <a:rPr sz="2118" spc="-40" dirty="0">
                <a:latin typeface="Arial MT"/>
                <a:cs typeface="Arial MT"/>
              </a:rPr>
              <a:t> </a:t>
            </a:r>
            <a:r>
              <a:rPr sz="2118" dirty="0">
                <a:latin typeface="Arial MT"/>
                <a:cs typeface="Arial MT"/>
              </a:rPr>
              <a:t>the</a:t>
            </a:r>
            <a:r>
              <a:rPr sz="2118" spc="-44" dirty="0">
                <a:latin typeface="Arial MT"/>
                <a:cs typeface="Arial MT"/>
              </a:rPr>
              <a:t> </a:t>
            </a:r>
            <a:r>
              <a:rPr sz="2118" dirty="0">
                <a:latin typeface="Arial MT"/>
                <a:cs typeface="Arial MT"/>
              </a:rPr>
              <a:t>form</a:t>
            </a:r>
            <a:endParaRPr sz="2118">
              <a:latin typeface="Arial MT"/>
              <a:cs typeface="Arial MT"/>
            </a:endParaRPr>
          </a:p>
        </p:txBody>
      </p:sp>
      <p:sp>
        <p:nvSpPr>
          <p:cNvPr id="7" name="object 7">
            <a:extLst>
              <a:ext uri="{FF2B5EF4-FFF2-40B4-BE49-F238E27FC236}">
                <a16:creationId xmlns:a16="http://schemas.microsoft.com/office/drawing/2014/main" id="{1F64FAC3-C04F-454E-8A89-D5757F64D6E8}"/>
              </a:ext>
            </a:extLst>
          </p:cNvPr>
          <p:cNvSpPr txBox="1"/>
          <p:nvPr/>
        </p:nvSpPr>
        <p:spPr>
          <a:xfrm>
            <a:off x="1736725" y="4694238"/>
            <a:ext cx="5045075" cy="663575"/>
          </a:xfrm>
          <a:prstGeom prst="rect">
            <a:avLst/>
          </a:prstGeom>
        </p:spPr>
        <p:txBody>
          <a:bodyPr lIns="0" tIns="11206" rIns="0" bIns="0">
            <a:spAutoFit/>
          </a:bodyPr>
          <a:lstStyle/>
          <a:p>
            <a:pPr marL="212923" indent="-201717">
              <a:spcBef>
                <a:spcPts val="88"/>
              </a:spcBef>
              <a:buFontTx/>
              <a:buChar char="•"/>
              <a:tabLst>
                <a:tab pos="212923" algn="l"/>
              </a:tabLst>
              <a:defRPr/>
            </a:pPr>
            <a:r>
              <a:rPr sz="2118" dirty="0">
                <a:latin typeface="Arial MT"/>
                <a:cs typeface="Arial MT"/>
              </a:rPr>
              <a:t>Components</a:t>
            </a:r>
            <a:r>
              <a:rPr sz="2118" spc="-13" dirty="0">
                <a:latin typeface="Arial MT"/>
                <a:cs typeface="Arial MT"/>
              </a:rPr>
              <a:t> </a:t>
            </a:r>
            <a:r>
              <a:rPr sz="2118" dirty="0">
                <a:latin typeface="Arial MT"/>
                <a:cs typeface="Arial MT"/>
              </a:rPr>
              <a:t>are</a:t>
            </a:r>
            <a:r>
              <a:rPr sz="2118" spc="-4" dirty="0">
                <a:latin typeface="Arial MT"/>
                <a:cs typeface="Arial MT"/>
              </a:rPr>
              <a:t> </a:t>
            </a:r>
            <a:r>
              <a:rPr sz="2118" spc="-4" dirty="0">
                <a:latin typeface="Courier New"/>
                <a:cs typeface="Courier New"/>
              </a:rPr>
              <a:t>YEAR</a:t>
            </a:r>
            <a:r>
              <a:rPr sz="2118" spc="-4" dirty="0">
                <a:latin typeface="Arial MT"/>
                <a:cs typeface="Arial MT"/>
              </a:rPr>
              <a:t>,</a:t>
            </a:r>
            <a:r>
              <a:rPr sz="2118" spc="-9" dirty="0">
                <a:latin typeface="Arial MT"/>
                <a:cs typeface="Arial MT"/>
              </a:rPr>
              <a:t> </a:t>
            </a:r>
            <a:r>
              <a:rPr sz="2118" spc="-9" dirty="0">
                <a:latin typeface="Courier New"/>
                <a:cs typeface="Courier New"/>
              </a:rPr>
              <a:t>MONTH</a:t>
            </a:r>
            <a:r>
              <a:rPr sz="2118" spc="-9" dirty="0">
                <a:latin typeface="Arial MT"/>
                <a:cs typeface="Arial MT"/>
              </a:rPr>
              <a:t>, </a:t>
            </a:r>
            <a:r>
              <a:rPr sz="2118" spc="-4" dirty="0">
                <a:latin typeface="Arial MT"/>
                <a:cs typeface="Arial MT"/>
              </a:rPr>
              <a:t>and </a:t>
            </a:r>
            <a:r>
              <a:rPr sz="2118" spc="-4" dirty="0">
                <a:latin typeface="Courier New"/>
                <a:cs typeface="Courier New"/>
              </a:rPr>
              <a:t>DAY</a:t>
            </a:r>
            <a:endParaRPr sz="2118">
              <a:latin typeface="Courier New"/>
              <a:cs typeface="Courier New"/>
            </a:endParaRPr>
          </a:p>
          <a:p>
            <a:pPr marL="212923">
              <a:defRPr/>
            </a:pPr>
            <a:r>
              <a:rPr sz="2118" spc="-4" dirty="0">
                <a:latin typeface="Arial MT"/>
                <a:cs typeface="Arial MT"/>
              </a:rPr>
              <a:t>YYYY-MM-DD</a:t>
            </a:r>
            <a:endParaRPr sz="2118">
              <a:latin typeface="Arial MT"/>
              <a:cs typeface="Arial MT"/>
            </a:endParaRPr>
          </a:p>
        </p:txBody>
      </p:sp>
      <p:sp>
        <p:nvSpPr>
          <p:cNvPr id="46087" name="Slide Number Placeholder 8"/>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3- </a:t>
            </a:r>
            <a:fld id="{AABD52A8-263A-4ADC-B094-C4BDB7207B47}" type="slidenum">
              <a:rPr lang="en-US" altLang="en-US" sz="1400" smtClean="0">
                <a:solidFill>
                  <a:srgbClr val="990033"/>
                </a:solidFill>
              </a:rPr>
              <a:pPr>
                <a:spcBef>
                  <a:spcPct val="0"/>
                </a:spcBef>
                <a:buClrTx/>
                <a:buSzTx/>
                <a:buFontTx/>
                <a:buNone/>
              </a:pPr>
              <a:t>21</a:t>
            </a:fld>
            <a:endParaRPr lang="en-CA" altLang="en-US" sz="1400" smtClean="0">
              <a:solidFill>
                <a:srgbClr val="990033"/>
              </a:solidFill>
            </a:endParaRP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object 2"/>
          <p:cNvSpPr>
            <a:spLocks noGrp="1" noChangeArrowheads="1"/>
          </p:cNvSpPr>
          <p:nvPr>
            <p:ph type="title"/>
          </p:nvPr>
        </p:nvSpPr>
        <p:spPr>
          <a:xfrm>
            <a:off x="336550" y="23813"/>
            <a:ext cx="6878638" cy="1119187"/>
          </a:xfrm>
        </p:spPr>
        <p:txBody>
          <a:bodyPr lIns="0" tIns="11206" rIns="0" bIns="0">
            <a:spAutoFit/>
          </a:bodyPr>
          <a:lstStyle/>
          <a:p>
            <a:pPr marL="874713" indent="23813">
              <a:spcBef>
                <a:spcPts val="88"/>
              </a:spcBef>
            </a:pPr>
            <a:r>
              <a:rPr lang="en-US" altLang="en-US" smtClean="0"/>
              <a:t>Attribute Data Types and  Domains in SQL (cont’d.)</a:t>
            </a:r>
          </a:p>
        </p:txBody>
      </p:sp>
      <p:sp>
        <p:nvSpPr>
          <p:cNvPr id="47106" name="object 3"/>
          <p:cNvSpPr txBox="1">
            <a:spLocks noChangeArrowheads="1"/>
          </p:cNvSpPr>
          <p:nvPr/>
        </p:nvSpPr>
        <p:spPr bwMode="auto">
          <a:xfrm>
            <a:off x="930275" y="1735138"/>
            <a:ext cx="7264400" cy="397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75640" rIns="0" bIns="0">
            <a:spAutoFit/>
          </a:bodyPr>
          <a:lstStyle>
            <a:lvl1pPr marL="312738" indent="-301625">
              <a:tabLst>
                <a:tab pos="312738" algn="l"/>
              </a:tabLst>
              <a:defRPr sz="2400">
                <a:solidFill>
                  <a:schemeClr val="tx1"/>
                </a:solidFill>
                <a:latin typeface="Arial" panose="020B0604020202020204" pitchFamily="34" charset="0"/>
              </a:defRPr>
            </a:lvl1pPr>
            <a:lvl2pPr marL="666750" indent="-252413">
              <a:tabLst>
                <a:tab pos="312738" algn="l"/>
              </a:tabLst>
              <a:defRPr sz="2400">
                <a:solidFill>
                  <a:schemeClr val="tx1"/>
                </a:solidFill>
                <a:latin typeface="Arial" panose="020B0604020202020204" pitchFamily="34" charset="0"/>
              </a:defRPr>
            </a:lvl2pPr>
            <a:lvl3pPr marL="1019175" indent="-201613">
              <a:tabLst>
                <a:tab pos="312738" algn="l"/>
              </a:tabLst>
              <a:defRPr sz="2400">
                <a:solidFill>
                  <a:schemeClr val="tx1"/>
                </a:solidFill>
                <a:latin typeface="Arial" panose="020B0604020202020204" pitchFamily="34" charset="0"/>
              </a:defRPr>
            </a:lvl3pPr>
            <a:lvl4pPr marL="1600200" indent="-228600">
              <a:tabLst>
                <a:tab pos="312738" algn="l"/>
              </a:tabLst>
              <a:defRPr sz="2400">
                <a:solidFill>
                  <a:schemeClr val="tx1"/>
                </a:solidFill>
                <a:latin typeface="Arial" panose="020B0604020202020204" pitchFamily="34" charset="0"/>
              </a:defRPr>
            </a:lvl4pPr>
            <a:lvl5pPr marL="2057400" indent="-228600">
              <a:tabLst>
                <a:tab pos="312738" algn="l"/>
              </a:tabLst>
              <a:defRPr sz="2400">
                <a:solidFill>
                  <a:schemeClr val="tx1"/>
                </a:solidFill>
                <a:latin typeface="Arial" panose="020B0604020202020204" pitchFamily="34" charset="0"/>
              </a:defRPr>
            </a:lvl5pPr>
            <a:lvl6pPr marL="2514600" indent="-228600" eaLnBrk="0" fontAlgn="base" hangingPunct="0">
              <a:spcBef>
                <a:spcPct val="0"/>
              </a:spcBef>
              <a:spcAft>
                <a:spcPct val="0"/>
              </a:spcAft>
              <a:tabLst>
                <a:tab pos="312738" algn="l"/>
              </a:tabLst>
              <a:defRPr sz="2400">
                <a:solidFill>
                  <a:schemeClr val="tx1"/>
                </a:solidFill>
                <a:latin typeface="Arial" panose="020B0604020202020204" pitchFamily="34" charset="0"/>
              </a:defRPr>
            </a:lvl6pPr>
            <a:lvl7pPr marL="2971800" indent="-228600" eaLnBrk="0" fontAlgn="base" hangingPunct="0">
              <a:spcBef>
                <a:spcPct val="0"/>
              </a:spcBef>
              <a:spcAft>
                <a:spcPct val="0"/>
              </a:spcAft>
              <a:tabLst>
                <a:tab pos="312738" algn="l"/>
              </a:tabLst>
              <a:defRPr sz="2400">
                <a:solidFill>
                  <a:schemeClr val="tx1"/>
                </a:solidFill>
                <a:latin typeface="Arial" panose="020B0604020202020204" pitchFamily="34" charset="0"/>
              </a:defRPr>
            </a:lvl7pPr>
            <a:lvl8pPr marL="3429000" indent="-228600" eaLnBrk="0" fontAlgn="base" hangingPunct="0">
              <a:spcBef>
                <a:spcPct val="0"/>
              </a:spcBef>
              <a:spcAft>
                <a:spcPct val="0"/>
              </a:spcAft>
              <a:tabLst>
                <a:tab pos="312738" algn="l"/>
              </a:tabLst>
              <a:defRPr sz="2400">
                <a:solidFill>
                  <a:schemeClr val="tx1"/>
                </a:solidFill>
                <a:latin typeface="Arial" panose="020B0604020202020204" pitchFamily="34" charset="0"/>
              </a:defRPr>
            </a:lvl8pPr>
            <a:lvl9pPr marL="3886200" indent="-228600" eaLnBrk="0" fontAlgn="base" hangingPunct="0">
              <a:spcBef>
                <a:spcPct val="0"/>
              </a:spcBef>
              <a:spcAft>
                <a:spcPct val="0"/>
              </a:spcAft>
              <a:tabLst>
                <a:tab pos="312738" algn="l"/>
              </a:tabLst>
              <a:defRPr sz="2400">
                <a:solidFill>
                  <a:schemeClr val="tx1"/>
                </a:solidFill>
                <a:latin typeface="Arial" panose="020B0604020202020204" pitchFamily="34" charset="0"/>
              </a:defRPr>
            </a:lvl9pPr>
          </a:lstStyle>
          <a:p>
            <a:pPr>
              <a:spcBef>
                <a:spcPts val="600"/>
              </a:spcBef>
              <a:buClr>
                <a:srgbClr val="7F0000"/>
              </a:buClr>
              <a:buFont typeface="Microsoft Sans Serif" panose="020B0604020202020204" pitchFamily="34" charset="0"/>
              <a:buChar char="▪"/>
            </a:pPr>
            <a:r>
              <a:rPr lang="en-US" altLang="en-US" sz="2800">
                <a:latin typeface="Arial MT"/>
                <a:ea typeface="Arial MT"/>
                <a:cs typeface="Arial MT"/>
              </a:rPr>
              <a:t>Additional data types</a:t>
            </a:r>
          </a:p>
          <a:p>
            <a:pPr lvl="1">
              <a:spcBef>
                <a:spcPts val="438"/>
              </a:spcBef>
              <a:buClr>
                <a:srgbClr val="006FC0"/>
              </a:buClr>
              <a:buSzPct val="79000"/>
              <a:buFont typeface="Microsoft Sans Serif" panose="020B0604020202020204" pitchFamily="34" charset="0"/>
              <a:buChar char="▪"/>
            </a:pPr>
            <a:r>
              <a:rPr lang="en-US" altLang="en-US" b="1">
                <a:cs typeface="Arial" panose="020B0604020202020204" pitchFamily="34" charset="0"/>
              </a:rPr>
              <a:t>Timestamp </a:t>
            </a:r>
            <a:r>
              <a:rPr lang="en-US" altLang="en-US">
                <a:latin typeface="Arial MT"/>
                <a:ea typeface="Arial MT"/>
                <a:cs typeface="Arial MT"/>
              </a:rPr>
              <a:t>data type (</a:t>
            </a:r>
            <a:r>
              <a:rPr lang="en-US" altLang="en-US">
                <a:latin typeface="Courier New" panose="02070309020205020404" pitchFamily="49" charset="0"/>
                <a:cs typeface="Courier New" panose="02070309020205020404" pitchFamily="49" charset="0"/>
              </a:rPr>
              <a:t>TIMESTAMP</a:t>
            </a:r>
            <a:r>
              <a:rPr lang="en-US" altLang="en-US">
                <a:latin typeface="Arial MT"/>
                <a:ea typeface="Arial MT"/>
                <a:cs typeface="Arial MT"/>
              </a:rPr>
              <a:t>)</a:t>
            </a:r>
          </a:p>
          <a:p>
            <a:pPr lvl="2">
              <a:spcBef>
                <a:spcPts val="575"/>
              </a:spcBef>
              <a:buFontTx/>
              <a:buChar char="•"/>
            </a:pPr>
            <a:r>
              <a:rPr lang="en-US" altLang="en-US" sz="2100">
                <a:latin typeface="Arial MT"/>
                <a:ea typeface="Arial MT"/>
                <a:cs typeface="Arial MT"/>
              </a:rPr>
              <a:t>Includes the </a:t>
            </a:r>
            <a:r>
              <a:rPr lang="en-US" altLang="en-US" sz="2100">
                <a:latin typeface="Courier New" panose="02070309020205020404" pitchFamily="49" charset="0"/>
                <a:cs typeface="Courier New" panose="02070309020205020404" pitchFamily="49" charset="0"/>
              </a:rPr>
              <a:t>DATE </a:t>
            </a:r>
            <a:r>
              <a:rPr lang="en-US" altLang="en-US" sz="2100">
                <a:latin typeface="Arial MT"/>
                <a:ea typeface="Arial MT"/>
                <a:cs typeface="Arial MT"/>
              </a:rPr>
              <a:t>and </a:t>
            </a:r>
            <a:r>
              <a:rPr lang="en-US" altLang="en-US" sz="2100">
                <a:latin typeface="Courier New" panose="02070309020205020404" pitchFamily="49" charset="0"/>
                <a:cs typeface="Courier New" panose="02070309020205020404" pitchFamily="49" charset="0"/>
              </a:rPr>
              <a:t>TIME </a:t>
            </a:r>
            <a:r>
              <a:rPr lang="en-US" altLang="en-US" sz="2100">
                <a:latin typeface="Arial MT"/>
                <a:ea typeface="Arial MT"/>
                <a:cs typeface="Arial MT"/>
              </a:rPr>
              <a:t>fields</a:t>
            </a:r>
          </a:p>
          <a:p>
            <a:pPr lvl="2">
              <a:lnSpc>
                <a:spcPts val="2538"/>
              </a:lnSpc>
              <a:spcBef>
                <a:spcPts val="763"/>
              </a:spcBef>
              <a:buFontTx/>
              <a:buChar char="•"/>
            </a:pPr>
            <a:r>
              <a:rPr lang="en-US" altLang="en-US" sz="2100">
                <a:latin typeface="Arial MT"/>
                <a:ea typeface="Arial MT"/>
                <a:cs typeface="Arial MT"/>
              </a:rPr>
              <a:t>Plus a minimum of six positions for decimal fractions  of seconds</a:t>
            </a:r>
          </a:p>
          <a:p>
            <a:pPr lvl="2">
              <a:spcBef>
                <a:spcPts val="300"/>
              </a:spcBef>
              <a:buFontTx/>
              <a:buChar char="•"/>
            </a:pPr>
            <a:r>
              <a:rPr lang="en-US" altLang="en-US" sz="2100">
                <a:latin typeface="Arial MT"/>
                <a:ea typeface="Arial MT"/>
                <a:cs typeface="Arial MT"/>
              </a:rPr>
              <a:t>Optional </a:t>
            </a:r>
            <a:r>
              <a:rPr lang="en-US" altLang="en-US" sz="2100">
                <a:latin typeface="Courier New" panose="02070309020205020404" pitchFamily="49" charset="0"/>
                <a:cs typeface="Courier New" panose="02070309020205020404" pitchFamily="49" charset="0"/>
              </a:rPr>
              <a:t>WITH TIME ZONE </a:t>
            </a:r>
            <a:r>
              <a:rPr lang="en-US" altLang="en-US" sz="2100">
                <a:latin typeface="Arial MT"/>
                <a:ea typeface="Arial MT"/>
                <a:cs typeface="Arial MT"/>
              </a:rPr>
              <a:t>qualifier</a:t>
            </a:r>
          </a:p>
          <a:p>
            <a:pPr lvl="1">
              <a:spcBef>
                <a:spcPts val="575"/>
              </a:spcBef>
              <a:buClr>
                <a:srgbClr val="006FC0"/>
              </a:buClr>
              <a:buSzPct val="79000"/>
              <a:buFont typeface="Microsoft Sans Serif" panose="020B0604020202020204" pitchFamily="34" charset="0"/>
              <a:buChar char="▪"/>
            </a:pPr>
            <a:r>
              <a:rPr lang="en-US" altLang="en-US" b="1">
                <a:latin typeface="Courier New" panose="02070309020205020404" pitchFamily="49" charset="0"/>
                <a:cs typeface="Courier New" panose="02070309020205020404" pitchFamily="49" charset="0"/>
              </a:rPr>
              <a:t>INTERVAL </a:t>
            </a:r>
            <a:r>
              <a:rPr lang="en-US" altLang="en-US">
                <a:latin typeface="Arial MT"/>
                <a:ea typeface="Arial MT"/>
                <a:cs typeface="Arial MT"/>
              </a:rPr>
              <a:t>data type</a:t>
            </a:r>
          </a:p>
          <a:p>
            <a:pPr lvl="2">
              <a:spcBef>
                <a:spcPts val="725"/>
              </a:spcBef>
              <a:buFontTx/>
              <a:buChar char="•"/>
            </a:pPr>
            <a:r>
              <a:rPr lang="en-US" altLang="en-US" sz="2100">
                <a:latin typeface="Arial MT"/>
                <a:ea typeface="Arial MT"/>
                <a:cs typeface="Arial MT"/>
              </a:rPr>
              <a:t>Specifies a relative value that can be used to  increment or decrement an absolute value of a date,  time, or timestamp</a:t>
            </a:r>
          </a:p>
        </p:txBody>
      </p:sp>
      <p:sp>
        <p:nvSpPr>
          <p:cNvPr id="47107" name="Slide Number Placeholder 4"/>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3- </a:t>
            </a:r>
            <a:fld id="{DAE85118-501F-4A78-833A-F6EF57C2666A}" type="slidenum">
              <a:rPr lang="en-US" altLang="en-US" sz="1400" smtClean="0">
                <a:solidFill>
                  <a:srgbClr val="990033"/>
                </a:solidFill>
              </a:rPr>
              <a:pPr>
                <a:spcBef>
                  <a:spcPct val="0"/>
                </a:spcBef>
                <a:buClrTx/>
                <a:buSzTx/>
                <a:buFontTx/>
                <a:buNone/>
              </a:pPr>
              <a:t>22</a:t>
            </a:fld>
            <a:endParaRPr lang="en-CA" altLang="en-US" sz="1400" smtClean="0">
              <a:solidFill>
                <a:srgbClr val="990033"/>
              </a:solidFill>
            </a:endParaRP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60045B3E-549F-4C0F-AC0D-15231026DA67}" type="slidenum">
              <a:rPr lang="en-US" altLang="en-US" sz="1400" smtClean="0">
                <a:solidFill>
                  <a:srgbClr val="990033"/>
                </a:solidFill>
              </a:rPr>
              <a:pPr>
                <a:spcBef>
                  <a:spcPct val="0"/>
                </a:spcBef>
                <a:buClrTx/>
                <a:buSzTx/>
                <a:buFontTx/>
                <a:buNone/>
              </a:pPr>
              <a:t>23</a:t>
            </a:fld>
            <a:endParaRPr lang="en-CA" altLang="en-US" sz="1400" smtClean="0">
              <a:solidFill>
                <a:srgbClr val="990033"/>
              </a:solidFill>
            </a:endParaRPr>
          </a:p>
        </p:txBody>
      </p:sp>
      <p:sp>
        <p:nvSpPr>
          <p:cNvPr id="48130" name="Rectangle 4"/>
          <p:cNvSpPr>
            <a:spLocks noGrp="1" noChangeArrowheads="1"/>
          </p:cNvSpPr>
          <p:nvPr>
            <p:ph type="title"/>
          </p:nvPr>
        </p:nvSpPr>
        <p:spPr/>
        <p:txBody>
          <a:bodyPr/>
          <a:lstStyle/>
          <a:p>
            <a:pPr eaLnBrk="1" hangingPunct="1"/>
            <a:r>
              <a:rPr lang="en-US" altLang="en-US" smtClean="0"/>
              <a:t>Data Definition, Constraints, and Schema Changes</a:t>
            </a:r>
          </a:p>
        </p:txBody>
      </p:sp>
      <p:sp>
        <p:nvSpPr>
          <p:cNvPr id="48131" name="Rectangle 5"/>
          <p:cNvSpPr>
            <a:spLocks noGrp="1" noChangeArrowheads="1"/>
          </p:cNvSpPr>
          <p:nvPr>
            <p:ph type="body" idx="1"/>
          </p:nvPr>
        </p:nvSpPr>
        <p:spPr/>
        <p:txBody>
          <a:bodyPr/>
          <a:lstStyle/>
          <a:p>
            <a:pPr eaLnBrk="1" hangingPunct="1"/>
            <a:r>
              <a:rPr lang="en-US" altLang="en-US" smtClean="0"/>
              <a:t>Used to CREATE, DROP, and ALTER the descriptions of the tables (relations) of a database</a:t>
            </a: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D36C11B5-B567-4A07-B26E-4517E4C2A009}" type="slidenum">
              <a:rPr lang="en-US" altLang="en-US" sz="1400" smtClean="0">
                <a:solidFill>
                  <a:srgbClr val="990033"/>
                </a:solidFill>
              </a:rPr>
              <a:pPr>
                <a:spcBef>
                  <a:spcPct val="0"/>
                </a:spcBef>
                <a:buClrTx/>
                <a:buSzTx/>
                <a:buFontTx/>
                <a:buNone/>
              </a:pPr>
              <a:t>24</a:t>
            </a:fld>
            <a:endParaRPr lang="en-CA" altLang="en-US" sz="1400" smtClean="0">
              <a:solidFill>
                <a:srgbClr val="990033"/>
              </a:solidFill>
            </a:endParaRPr>
          </a:p>
        </p:txBody>
      </p:sp>
      <p:sp>
        <p:nvSpPr>
          <p:cNvPr id="50178" name="Rectangle 4"/>
          <p:cNvSpPr>
            <a:spLocks noGrp="1" noChangeArrowheads="1"/>
          </p:cNvSpPr>
          <p:nvPr>
            <p:ph type="title"/>
          </p:nvPr>
        </p:nvSpPr>
        <p:spPr/>
        <p:txBody>
          <a:bodyPr/>
          <a:lstStyle/>
          <a:p>
            <a:pPr eaLnBrk="1" hangingPunct="1"/>
            <a:r>
              <a:rPr lang="en-US" altLang="en-US" smtClean="0"/>
              <a:t>CREATE TABLE</a:t>
            </a:r>
          </a:p>
        </p:txBody>
      </p:sp>
      <p:sp>
        <p:nvSpPr>
          <p:cNvPr id="50179" name="Rectangle 5"/>
          <p:cNvSpPr>
            <a:spLocks noGrp="1" noChangeArrowheads="1"/>
          </p:cNvSpPr>
          <p:nvPr>
            <p:ph type="body" idx="1"/>
          </p:nvPr>
        </p:nvSpPr>
        <p:spPr/>
        <p:txBody>
          <a:bodyPr/>
          <a:lstStyle/>
          <a:p>
            <a:pPr eaLnBrk="1" hangingPunct="1">
              <a:lnSpc>
                <a:spcPct val="80000"/>
              </a:lnSpc>
            </a:pPr>
            <a:r>
              <a:rPr lang="en-US" altLang="en-US" sz="2400" smtClean="0"/>
              <a:t>Specifies a new base relation by giving it a name, and specifying each of its attributes and their data types (INTEGER, FLOAT, DECIMAL(i,j), CHAR(n), VARCHAR(n))</a:t>
            </a:r>
          </a:p>
          <a:p>
            <a:pPr eaLnBrk="1" hangingPunct="1">
              <a:lnSpc>
                <a:spcPct val="80000"/>
              </a:lnSpc>
            </a:pPr>
            <a:r>
              <a:rPr lang="en-US" altLang="en-US" sz="2400" smtClean="0"/>
              <a:t>A constraint NOT NULL may be specified on an attribute</a:t>
            </a:r>
            <a:br>
              <a:rPr lang="en-US" altLang="en-US" sz="2400" smtClean="0"/>
            </a:br>
            <a:r>
              <a:rPr lang="en-US" altLang="en-US" sz="2400" smtClean="0"/>
              <a:t/>
            </a:r>
            <a:br>
              <a:rPr lang="en-US" altLang="en-US" sz="2400" smtClean="0"/>
            </a:br>
            <a:r>
              <a:rPr lang="en-US" altLang="en-US" sz="2400" b="1" smtClean="0">
                <a:latin typeface="Courier New" panose="02070309020205020404" pitchFamily="49" charset="0"/>
              </a:rPr>
              <a:t>CREATE TABLE DEPARTMENT (</a:t>
            </a:r>
            <a:br>
              <a:rPr lang="en-US" altLang="en-US" sz="2400" b="1" smtClean="0">
                <a:latin typeface="Courier New" panose="02070309020205020404" pitchFamily="49" charset="0"/>
              </a:rPr>
            </a:br>
            <a:r>
              <a:rPr lang="en-US" altLang="en-US" sz="2400" b="1" smtClean="0">
                <a:latin typeface="Courier New" panose="02070309020205020404" pitchFamily="49" charset="0"/>
              </a:rPr>
              <a:t>	DNAME			VARCHAR(10)	NOT NULL,</a:t>
            </a:r>
            <a:br>
              <a:rPr lang="en-US" altLang="en-US" sz="2400" b="1" smtClean="0">
                <a:latin typeface="Courier New" panose="02070309020205020404" pitchFamily="49" charset="0"/>
              </a:rPr>
            </a:br>
            <a:r>
              <a:rPr lang="en-US" altLang="en-US" sz="2400" b="1" smtClean="0">
                <a:latin typeface="Courier New" panose="02070309020205020404" pitchFamily="49" charset="0"/>
              </a:rPr>
              <a:t>	DNUMBER		INTEGER		NOT NULL,</a:t>
            </a:r>
            <a:br>
              <a:rPr lang="en-US" altLang="en-US" sz="2400" b="1" smtClean="0">
                <a:latin typeface="Courier New" panose="02070309020205020404" pitchFamily="49" charset="0"/>
              </a:rPr>
            </a:br>
            <a:r>
              <a:rPr lang="en-US" altLang="en-US" sz="2400" b="1" smtClean="0">
                <a:latin typeface="Courier New" panose="02070309020205020404" pitchFamily="49" charset="0"/>
              </a:rPr>
              <a:t>	MGRSSN		CHAR(9),</a:t>
            </a:r>
            <a:br>
              <a:rPr lang="en-US" altLang="en-US" sz="2400" b="1" smtClean="0">
                <a:latin typeface="Courier New" panose="02070309020205020404" pitchFamily="49" charset="0"/>
              </a:rPr>
            </a:br>
            <a:r>
              <a:rPr lang="en-US" altLang="en-US" sz="2400" b="1" smtClean="0">
                <a:latin typeface="Courier New" panose="02070309020205020404" pitchFamily="49" charset="0"/>
              </a:rPr>
              <a:t>	MGRSTARTDATE	CHAR(9)  );</a:t>
            </a: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63937762-91A0-441E-B752-0E3C41492766}" type="slidenum">
              <a:rPr lang="en-US" altLang="en-US" sz="1400" smtClean="0">
                <a:solidFill>
                  <a:srgbClr val="990033"/>
                </a:solidFill>
              </a:rPr>
              <a:pPr>
                <a:spcBef>
                  <a:spcPct val="0"/>
                </a:spcBef>
                <a:buClrTx/>
                <a:buSzTx/>
                <a:buFontTx/>
                <a:buNone/>
              </a:pPr>
              <a:t>25</a:t>
            </a:fld>
            <a:endParaRPr lang="en-CA" altLang="en-US" sz="1400" smtClean="0">
              <a:solidFill>
                <a:srgbClr val="990033"/>
              </a:solidFill>
            </a:endParaRPr>
          </a:p>
        </p:txBody>
      </p:sp>
      <p:sp>
        <p:nvSpPr>
          <p:cNvPr id="52226" name="Rectangle 4"/>
          <p:cNvSpPr>
            <a:spLocks noGrp="1" noChangeArrowheads="1"/>
          </p:cNvSpPr>
          <p:nvPr>
            <p:ph type="title"/>
          </p:nvPr>
        </p:nvSpPr>
        <p:spPr/>
        <p:txBody>
          <a:bodyPr/>
          <a:lstStyle/>
          <a:p>
            <a:pPr eaLnBrk="1" hangingPunct="1"/>
            <a:r>
              <a:rPr lang="en-US" altLang="en-US" smtClean="0"/>
              <a:t>CREATE TABLE</a:t>
            </a:r>
          </a:p>
        </p:txBody>
      </p:sp>
      <p:sp>
        <p:nvSpPr>
          <p:cNvPr id="52227" name="Rectangle 5"/>
          <p:cNvSpPr>
            <a:spLocks noGrp="1" noChangeArrowheads="1"/>
          </p:cNvSpPr>
          <p:nvPr>
            <p:ph type="body" idx="1"/>
          </p:nvPr>
        </p:nvSpPr>
        <p:spPr/>
        <p:txBody>
          <a:bodyPr/>
          <a:lstStyle/>
          <a:p>
            <a:pPr eaLnBrk="1" hangingPunct="1">
              <a:lnSpc>
                <a:spcPct val="80000"/>
              </a:lnSpc>
            </a:pPr>
            <a:r>
              <a:rPr lang="en-US" altLang="en-US" sz="1800" smtClean="0"/>
              <a:t>In SQL2, can use the CREATE TABLE command for specifying the primary key attributes, secondary keys, and referential integrity constraints (foreign keys). </a:t>
            </a:r>
          </a:p>
          <a:p>
            <a:pPr eaLnBrk="1" hangingPunct="1">
              <a:lnSpc>
                <a:spcPct val="80000"/>
              </a:lnSpc>
            </a:pPr>
            <a:r>
              <a:rPr lang="en-US" altLang="en-US" sz="1800" smtClean="0"/>
              <a:t>Key attributes can be specified via the PRIMARY KEY and UNIQUE phrases</a:t>
            </a:r>
          </a:p>
          <a:p>
            <a:pPr lvl="1" eaLnBrk="1" hangingPunct="1">
              <a:lnSpc>
                <a:spcPct val="80000"/>
              </a:lnSpc>
              <a:buFont typeface="Wingdings" panose="05000000000000000000" pitchFamily="2" charset="2"/>
              <a:buNone/>
            </a:pPr>
            <a:r>
              <a:rPr lang="en-US" altLang="en-US" sz="2500" b="1" smtClean="0">
                <a:solidFill>
                  <a:srgbClr val="990033"/>
                </a:solidFill>
                <a:latin typeface="Courier New" panose="02070309020205020404" pitchFamily="49" charset="0"/>
              </a:rPr>
              <a:t>CREATE TABLE DEPT (</a:t>
            </a:r>
          </a:p>
          <a:p>
            <a:pPr lvl="1" eaLnBrk="1" hangingPunct="1">
              <a:lnSpc>
                <a:spcPct val="80000"/>
              </a:lnSpc>
              <a:buFont typeface="Wingdings" panose="05000000000000000000" pitchFamily="2" charset="2"/>
              <a:buNone/>
            </a:pPr>
            <a:r>
              <a:rPr lang="en-US" altLang="en-US" sz="2500" b="1" smtClean="0">
                <a:solidFill>
                  <a:srgbClr val="990033"/>
                </a:solidFill>
                <a:latin typeface="Courier New" panose="02070309020205020404" pitchFamily="49" charset="0"/>
              </a:rPr>
              <a:t>	DNAME			VARCHAR(10)	NOT NULL,</a:t>
            </a:r>
          </a:p>
          <a:p>
            <a:pPr lvl="1" eaLnBrk="1" hangingPunct="1">
              <a:lnSpc>
                <a:spcPct val="80000"/>
              </a:lnSpc>
              <a:buFont typeface="Wingdings" panose="05000000000000000000" pitchFamily="2" charset="2"/>
              <a:buNone/>
            </a:pPr>
            <a:r>
              <a:rPr lang="en-US" altLang="en-US" sz="2500" b="1" smtClean="0">
                <a:solidFill>
                  <a:srgbClr val="990033"/>
                </a:solidFill>
                <a:latin typeface="Courier New" panose="02070309020205020404" pitchFamily="49" charset="0"/>
              </a:rPr>
              <a:t>	DNUMBER		INTEGER		NOT NULL,</a:t>
            </a:r>
          </a:p>
          <a:p>
            <a:pPr lvl="1" eaLnBrk="1" hangingPunct="1">
              <a:lnSpc>
                <a:spcPct val="80000"/>
              </a:lnSpc>
              <a:buFont typeface="Wingdings" panose="05000000000000000000" pitchFamily="2" charset="2"/>
              <a:buNone/>
            </a:pPr>
            <a:r>
              <a:rPr lang="en-US" altLang="en-US" sz="2500" b="1" smtClean="0">
                <a:solidFill>
                  <a:srgbClr val="990033"/>
                </a:solidFill>
                <a:latin typeface="Courier New" panose="02070309020205020404" pitchFamily="49" charset="0"/>
              </a:rPr>
              <a:t>	MGRSSN		CHAR(9),</a:t>
            </a:r>
          </a:p>
          <a:p>
            <a:pPr lvl="1" eaLnBrk="1" hangingPunct="1">
              <a:lnSpc>
                <a:spcPct val="80000"/>
              </a:lnSpc>
              <a:buFont typeface="Wingdings" panose="05000000000000000000" pitchFamily="2" charset="2"/>
              <a:buNone/>
            </a:pPr>
            <a:r>
              <a:rPr lang="en-US" altLang="en-US" sz="2500" b="1" smtClean="0">
                <a:solidFill>
                  <a:srgbClr val="990033"/>
                </a:solidFill>
                <a:latin typeface="Courier New" panose="02070309020205020404" pitchFamily="49" charset="0"/>
              </a:rPr>
              <a:t>	MGRSTARTDATE	CHAR(9),</a:t>
            </a:r>
          </a:p>
          <a:p>
            <a:pPr lvl="1" eaLnBrk="1" hangingPunct="1">
              <a:lnSpc>
                <a:spcPct val="80000"/>
              </a:lnSpc>
              <a:buFont typeface="Wingdings" panose="05000000000000000000" pitchFamily="2" charset="2"/>
              <a:buNone/>
            </a:pPr>
            <a:r>
              <a:rPr lang="en-US" altLang="en-US" sz="2500" b="1" smtClean="0">
                <a:solidFill>
                  <a:srgbClr val="990033"/>
                </a:solidFill>
                <a:latin typeface="Courier New" panose="02070309020205020404" pitchFamily="49" charset="0"/>
              </a:rPr>
              <a:t>	PRIMARY KEY (DNUMBER),</a:t>
            </a:r>
          </a:p>
          <a:p>
            <a:pPr lvl="1" eaLnBrk="1" hangingPunct="1">
              <a:lnSpc>
                <a:spcPct val="80000"/>
              </a:lnSpc>
              <a:buFont typeface="Wingdings" panose="05000000000000000000" pitchFamily="2" charset="2"/>
              <a:buNone/>
            </a:pPr>
            <a:r>
              <a:rPr lang="en-US" altLang="en-US" sz="2500" b="1" smtClean="0">
                <a:solidFill>
                  <a:srgbClr val="990033"/>
                </a:solidFill>
                <a:latin typeface="Courier New" panose="02070309020205020404" pitchFamily="49" charset="0"/>
              </a:rPr>
              <a:t>	UNIQUE (DNAME),</a:t>
            </a:r>
          </a:p>
          <a:p>
            <a:pPr lvl="1" eaLnBrk="1" hangingPunct="1">
              <a:lnSpc>
                <a:spcPct val="80000"/>
              </a:lnSpc>
              <a:buFont typeface="Wingdings" panose="05000000000000000000" pitchFamily="2" charset="2"/>
              <a:buNone/>
            </a:pPr>
            <a:r>
              <a:rPr lang="en-US" altLang="en-US" sz="2500" b="1" smtClean="0">
                <a:solidFill>
                  <a:srgbClr val="990033"/>
                </a:solidFill>
                <a:latin typeface="Courier New" panose="02070309020205020404" pitchFamily="49" charset="0"/>
              </a:rPr>
              <a:t>	FOREIGN KEY (MGRSSN) REFERENCES EMP  );</a:t>
            </a:r>
            <a:br>
              <a:rPr lang="en-US" altLang="en-US" sz="2500" b="1" smtClean="0">
                <a:solidFill>
                  <a:srgbClr val="990033"/>
                </a:solidFill>
                <a:latin typeface="Courier New" panose="02070309020205020404" pitchFamily="49" charset="0"/>
              </a:rPr>
            </a:br>
            <a:endParaRPr lang="en-US" altLang="en-US" sz="2500" b="1" smtClean="0">
              <a:solidFill>
                <a:srgbClr val="990033"/>
              </a:solidFill>
              <a:latin typeface="Courier New" panose="02070309020205020404" pitchFamily="49" charset="0"/>
            </a:endParaRP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33BB5794-A9A5-481E-A66C-E238130DCF39}" type="slidenum">
              <a:rPr lang="en-US" altLang="en-US" sz="1400" smtClean="0">
                <a:solidFill>
                  <a:srgbClr val="990033"/>
                </a:solidFill>
              </a:rPr>
              <a:pPr>
                <a:spcBef>
                  <a:spcPct val="0"/>
                </a:spcBef>
                <a:buClrTx/>
                <a:buSzTx/>
                <a:buFontTx/>
                <a:buNone/>
              </a:pPr>
              <a:t>26</a:t>
            </a:fld>
            <a:endParaRPr lang="en-CA" altLang="en-US" sz="1400" smtClean="0">
              <a:solidFill>
                <a:srgbClr val="990033"/>
              </a:solidFill>
            </a:endParaRPr>
          </a:p>
        </p:txBody>
      </p:sp>
      <p:sp>
        <p:nvSpPr>
          <p:cNvPr id="54274" name="Rectangle 4"/>
          <p:cNvSpPr>
            <a:spLocks noGrp="1" noChangeArrowheads="1"/>
          </p:cNvSpPr>
          <p:nvPr>
            <p:ph type="title"/>
          </p:nvPr>
        </p:nvSpPr>
        <p:spPr/>
        <p:txBody>
          <a:bodyPr/>
          <a:lstStyle/>
          <a:p>
            <a:pPr eaLnBrk="1" hangingPunct="1"/>
            <a:r>
              <a:rPr lang="en-US" altLang="en-US" smtClean="0"/>
              <a:t>DROP TABLE</a:t>
            </a:r>
          </a:p>
        </p:txBody>
      </p:sp>
      <p:sp>
        <p:nvSpPr>
          <p:cNvPr id="54275" name="Rectangle 5"/>
          <p:cNvSpPr>
            <a:spLocks noGrp="1" noChangeArrowheads="1"/>
          </p:cNvSpPr>
          <p:nvPr>
            <p:ph type="body" idx="1"/>
          </p:nvPr>
        </p:nvSpPr>
        <p:spPr/>
        <p:txBody>
          <a:bodyPr/>
          <a:lstStyle/>
          <a:p>
            <a:pPr eaLnBrk="1" hangingPunct="1"/>
            <a:r>
              <a:rPr lang="en-US" altLang="en-US" smtClean="0"/>
              <a:t>Used to remove a relation (base table) and its definition</a:t>
            </a:r>
          </a:p>
          <a:p>
            <a:pPr eaLnBrk="1" hangingPunct="1"/>
            <a:r>
              <a:rPr lang="en-US" altLang="en-US" smtClean="0"/>
              <a:t>The relation can no longer be used in queries, updates, or any other commands since its description no longer exists</a:t>
            </a:r>
          </a:p>
          <a:p>
            <a:pPr eaLnBrk="1" hangingPunct="1"/>
            <a:r>
              <a:rPr lang="en-US" altLang="en-US" smtClean="0"/>
              <a:t>Example:</a:t>
            </a:r>
            <a:br>
              <a:rPr lang="en-US" altLang="en-US" smtClean="0"/>
            </a:br>
            <a:r>
              <a:rPr lang="en-US" altLang="en-US" sz="3200" smtClean="0"/>
              <a:t/>
            </a:r>
            <a:br>
              <a:rPr lang="en-US" altLang="en-US" sz="3200" smtClean="0"/>
            </a:br>
            <a:r>
              <a:rPr lang="en-US" altLang="en-US" sz="3000" b="1" smtClean="0">
                <a:solidFill>
                  <a:srgbClr val="990033"/>
                </a:solidFill>
                <a:latin typeface="Courier New" panose="02070309020205020404" pitchFamily="49" charset="0"/>
              </a:rPr>
              <a:t>DROP TABLE  DEPENDENT;</a:t>
            </a:r>
            <a:br>
              <a:rPr lang="en-US" altLang="en-US" sz="3000" b="1" smtClean="0">
                <a:solidFill>
                  <a:srgbClr val="990033"/>
                </a:solidFill>
                <a:latin typeface="Courier New" panose="02070309020205020404" pitchFamily="49" charset="0"/>
              </a:rPr>
            </a:br>
            <a:endParaRPr lang="en-US" altLang="en-US" sz="3000" b="1" smtClean="0">
              <a:solidFill>
                <a:srgbClr val="990033"/>
              </a:solidFill>
              <a:latin typeface="Courier New" panose="02070309020205020404" pitchFamily="49" charset="0"/>
            </a:endParaRP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A608C83D-5B37-4382-BD5F-831514464303}" type="slidenum">
              <a:rPr lang="en-US" altLang="en-US" sz="1400" smtClean="0">
                <a:solidFill>
                  <a:srgbClr val="990033"/>
                </a:solidFill>
              </a:rPr>
              <a:pPr>
                <a:spcBef>
                  <a:spcPct val="0"/>
                </a:spcBef>
                <a:buClrTx/>
                <a:buSzTx/>
                <a:buFontTx/>
                <a:buNone/>
              </a:pPr>
              <a:t>27</a:t>
            </a:fld>
            <a:endParaRPr lang="en-CA" altLang="en-US" sz="1400" smtClean="0">
              <a:solidFill>
                <a:srgbClr val="990033"/>
              </a:solidFill>
            </a:endParaRPr>
          </a:p>
        </p:txBody>
      </p:sp>
      <p:sp>
        <p:nvSpPr>
          <p:cNvPr id="56322" name="Rectangle 4"/>
          <p:cNvSpPr>
            <a:spLocks noGrp="1" noChangeArrowheads="1"/>
          </p:cNvSpPr>
          <p:nvPr>
            <p:ph type="title"/>
          </p:nvPr>
        </p:nvSpPr>
        <p:spPr/>
        <p:txBody>
          <a:bodyPr/>
          <a:lstStyle/>
          <a:p>
            <a:pPr eaLnBrk="1" hangingPunct="1"/>
            <a:r>
              <a:rPr lang="en-US" altLang="en-US" smtClean="0"/>
              <a:t>ALTER TABLE</a:t>
            </a:r>
          </a:p>
        </p:txBody>
      </p:sp>
      <p:sp>
        <p:nvSpPr>
          <p:cNvPr id="56323" name="Rectangle 5"/>
          <p:cNvSpPr>
            <a:spLocks noGrp="1" noChangeArrowheads="1"/>
          </p:cNvSpPr>
          <p:nvPr>
            <p:ph type="body" idx="1"/>
          </p:nvPr>
        </p:nvSpPr>
        <p:spPr/>
        <p:txBody>
          <a:bodyPr/>
          <a:lstStyle/>
          <a:p>
            <a:pPr eaLnBrk="1" hangingPunct="1">
              <a:lnSpc>
                <a:spcPct val="80000"/>
              </a:lnSpc>
            </a:pPr>
            <a:r>
              <a:rPr lang="en-US" altLang="en-US" smtClean="0"/>
              <a:t>Used to add an attribute to one of the base relations</a:t>
            </a:r>
          </a:p>
          <a:p>
            <a:pPr lvl="1" eaLnBrk="1" hangingPunct="1">
              <a:lnSpc>
                <a:spcPct val="80000"/>
              </a:lnSpc>
            </a:pPr>
            <a:r>
              <a:rPr lang="en-US" altLang="en-US" sz="2500" smtClean="0"/>
              <a:t>The new attribute will have NULLs in all the tuples of the relation right after the command is executed; hence, the NOT NULL constraint is not allowed  for such an attribute</a:t>
            </a:r>
          </a:p>
          <a:p>
            <a:pPr eaLnBrk="1" hangingPunct="1">
              <a:lnSpc>
                <a:spcPct val="80000"/>
              </a:lnSpc>
            </a:pPr>
            <a:r>
              <a:rPr lang="en-US" altLang="en-US" smtClean="0"/>
              <a:t>Example:</a:t>
            </a:r>
            <a:br>
              <a:rPr lang="en-US" altLang="en-US" smtClean="0"/>
            </a:br>
            <a:r>
              <a:rPr lang="en-US" altLang="en-US" sz="2600" b="1" smtClean="0">
                <a:solidFill>
                  <a:srgbClr val="990033"/>
                </a:solidFill>
                <a:latin typeface="Courier New" panose="02070309020205020404" pitchFamily="49" charset="0"/>
              </a:rPr>
              <a:t>ALTER TABLE EMPLOYEE ADD JOB VARCHAR(12);</a:t>
            </a:r>
            <a:br>
              <a:rPr lang="en-US" altLang="en-US" sz="2600" b="1" smtClean="0">
                <a:solidFill>
                  <a:srgbClr val="990033"/>
                </a:solidFill>
                <a:latin typeface="Courier New" panose="02070309020205020404" pitchFamily="49" charset="0"/>
              </a:rPr>
            </a:br>
            <a:endParaRPr lang="en-US" altLang="en-US" sz="2600" b="1" smtClean="0">
              <a:solidFill>
                <a:srgbClr val="990033"/>
              </a:solidFill>
              <a:latin typeface="Courier New" panose="02070309020205020404" pitchFamily="49" charset="0"/>
            </a:endParaRPr>
          </a:p>
          <a:p>
            <a:pPr eaLnBrk="1" hangingPunct="1">
              <a:lnSpc>
                <a:spcPct val="80000"/>
              </a:lnSpc>
            </a:pPr>
            <a:r>
              <a:rPr lang="en-US" altLang="en-US" smtClean="0"/>
              <a:t>The database users must still enter a value for the new attribute JOB for each EMPLOYEE tuple.</a:t>
            </a:r>
          </a:p>
          <a:p>
            <a:pPr lvl="1" eaLnBrk="1" hangingPunct="1">
              <a:lnSpc>
                <a:spcPct val="80000"/>
              </a:lnSpc>
            </a:pPr>
            <a:r>
              <a:rPr lang="en-US" altLang="en-US" sz="2500" smtClean="0"/>
              <a:t>This can be done using the UPDATE command.</a:t>
            </a: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p:cNvSpPr>
            <a:spLocks noGrp="1" noChangeArrowheads="1"/>
          </p:cNvSpPr>
          <p:nvPr>
            <p:ph type="title"/>
          </p:nvPr>
        </p:nvSpPr>
        <p:spPr/>
        <p:txBody>
          <a:bodyPr/>
          <a:lstStyle/>
          <a:p>
            <a:pPr eaLnBrk="1" hangingPunct="1"/>
            <a:r>
              <a:rPr lang="en-US" altLang="en-GB" smtClean="0"/>
              <a:t>Lets Get Back to Conceptual Discussion</a:t>
            </a:r>
          </a:p>
        </p:txBody>
      </p:sp>
      <p:sp>
        <p:nvSpPr>
          <p:cNvPr id="58370" name="Content Placeholder 2"/>
          <p:cNvSpPr>
            <a:spLocks noGrp="1" noChangeArrowheads="1"/>
          </p:cNvSpPr>
          <p:nvPr>
            <p:ph idx="1"/>
          </p:nvPr>
        </p:nvSpPr>
        <p:spPr/>
        <p:txBody>
          <a:bodyPr/>
          <a:lstStyle/>
          <a:p>
            <a:pPr eaLnBrk="1" hangingPunct="1"/>
            <a:endParaRPr lang="en-US" altLang="en-GB" smtClean="0"/>
          </a:p>
        </p:txBody>
      </p:sp>
      <p:sp>
        <p:nvSpPr>
          <p:cNvPr id="58371"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3- </a:t>
            </a:r>
            <a:fld id="{4F7C3FC8-AFFA-4760-AED9-1A20F920ACB0}" type="slidenum">
              <a:rPr lang="en-US" altLang="en-US" sz="1400" smtClean="0">
                <a:solidFill>
                  <a:srgbClr val="990033"/>
                </a:solidFill>
              </a:rPr>
              <a:pPr>
                <a:spcBef>
                  <a:spcPct val="0"/>
                </a:spcBef>
                <a:buClrTx/>
                <a:buSzTx/>
                <a:buFontTx/>
                <a:buNone/>
              </a:pPr>
              <a:t>28</a:t>
            </a:fld>
            <a:endParaRPr lang="en-CA" altLang="en-US" sz="1400" smtClean="0">
              <a:solidFill>
                <a:srgbClr val="990033"/>
              </a:solidFill>
            </a:endParaRPr>
          </a:p>
        </p:txBody>
      </p:sp>
      <p:pic>
        <p:nvPicPr>
          <p:cNvPr id="5837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2138" y="2781300"/>
            <a:ext cx="2108200" cy="210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3- </a:t>
            </a:r>
            <a:fld id="{A2966FF1-6FFB-4F53-8512-17FE5E326C98}" type="slidenum">
              <a:rPr lang="en-US" altLang="en-US" sz="1400" smtClean="0">
                <a:solidFill>
                  <a:srgbClr val="990033"/>
                </a:solidFill>
              </a:rPr>
              <a:pPr>
                <a:spcBef>
                  <a:spcPct val="0"/>
                </a:spcBef>
                <a:buClrTx/>
                <a:buSzTx/>
                <a:buFontTx/>
                <a:buNone/>
              </a:pPr>
              <a:t>29</a:t>
            </a:fld>
            <a:endParaRPr lang="en-CA" altLang="en-US" sz="1400" smtClean="0">
              <a:solidFill>
                <a:srgbClr val="990033"/>
              </a:solidFill>
            </a:endParaRPr>
          </a:p>
        </p:txBody>
      </p:sp>
      <p:sp>
        <p:nvSpPr>
          <p:cNvPr id="59394" name="Rectangle 2"/>
          <p:cNvSpPr>
            <a:spLocks noGrp="1" noChangeArrowheads="1"/>
          </p:cNvSpPr>
          <p:nvPr>
            <p:ph type="title"/>
          </p:nvPr>
        </p:nvSpPr>
        <p:spPr/>
        <p:txBody>
          <a:bodyPr/>
          <a:lstStyle/>
          <a:p>
            <a:pPr eaLnBrk="1" hangingPunct="1"/>
            <a:r>
              <a:rPr lang="en-US" altLang="en-US" smtClean="0"/>
              <a:t>Entity Set</a:t>
            </a:r>
          </a:p>
        </p:txBody>
      </p:sp>
      <p:sp>
        <p:nvSpPr>
          <p:cNvPr id="59395" name="Rectangle 3"/>
          <p:cNvSpPr>
            <a:spLocks noGrp="1" noChangeArrowheads="1"/>
          </p:cNvSpPr>
          <p:nvPr>
            <p:ph type="body" idx="1"/>
          </p:nvPr>
        </p:nvSpPr>
        <p:spPr/>
        <p:txBody>
          <a:bodyPr/>
          <a:lstStyle/>
          <a:p>
            <a:pPr eaLnBrk="1" hangingPunct="1"/>
            <a:r>
              <a:rPr lang="en-US" altLang="en-US" smtClean="0"/>
              <a:t>Each entity type will have a collection of entities stored in the database</a:t>
            </a:r>
          </a:p>
          <a:p>
            <a:pPr lvl="1" eaLnBrk="1" hangingPunct="1"/>
            <a:r>
              <a:rPr lang="en-US" altLang="en-US" smtClean="0"/>
              <a:t>Called the </a:t>
            </a:r>
            <a:r>
              <a:rPr lang="en-US" altLang="en-US" b="1" smtClean="0"/>
              <a:t>entity set</a:t>
            </a:r>
          </a:p>
          <a:p>
            <a:pPr eaLnBrk="1" hangingPunct="1"/>
            <a:r>
              <a:rPr lang="en-US" altLang="en-US" smtClean="0"/>
              <a:t>Previous slide shows three CAR entity instances in the entity set for CAR</a:t>
            </a:r>
          </a:p>
          <a:p>
            <a:pPr eaLnBrk="1" hangingPunct="1"/>
            <a:r>
              <a:rPr lang="en-US" altLang="en-US" smtClean="0"/>
              <a:t>Same name (CAR) used to refer to both the entity type and the entity set</a:t>
            </a:r>
          </a:p>
          <a:p>
            <a:pPr eaLnBrk="1" hangingPunct="1"/>
            <a:r>
              <a:rPr lang="en-US" altLang="en-US" smtClean="0"/>
              <a:t>Entity set is the current </a:t>
            </a:r>
            <a:r>
              <a:rPr lang="en-US" altLang="en-US" i="1" smtClean="0"/>
              <a:t>state</a:t>
            </a:r>
            <a:r>
              <a:rPr lang="en-US" altLang="en-US" smtClean="0"/>
              <a:t> of the entities of that type that are stored in the database</a:t>
            </a:r>
          </a:p>
        </p:txBody>
      </p:sp>
    </p:spTree>
  </p:cSld>
  <p:clrMapOvr>
    <a:masterClrMapping/>
  </p:clrMapOvr>
  <p:transition spd="med"/>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le 1"/>
          <p:cNvSpPr>
            <a:spLocks noGrp="1" noChangeArrowheads="1"/>
          </p:cNvSpPr>
          <p:nvPr>
            <p:ph type="title"/>
          </p:nvPr>
        </p:nvSpPr>
        <p:spPr/>
        <p:txBody>
          <a:bodyPr/>
          <a:lstStyle/>
          <a:p>
            <a:r>
              <a:rPr lang="en-US" altLang="en-US" smtClean="0"/>
              <a:t>Entity Set</a:t>
            </a:r>
          </a:p>
        </p:txBody>
      </p:sp>
      <p:sp>
        <p:nvSpPr>
          <p:cNvPr id="60418" name="Content Placeholder 2"/>
          <p:cNvSpPr>
            <a:spLocks noGrp="1" noChangeArrowheads="1"/>
          </p:cNvSpPr>
          <p:nvPr>
            <p:ph idx="1"/>
          </p:nvPr>
        </p:nvSpPr>
        <p:spPr/>
        <p:txBody>
          <a:bodyPr/>
          <a:lstStyle/>
          <a:p>
            <a:r>
              <a:rPr lang="en-US" altLang="en-US" smtClean="0"/>
              <a:t>Entity Set is a collection of entities of the same entity type</a:t>
            </a:r>
          </a:p>
          <a:p>
            <a:endParaRPr lang="en-US" altLang="en-US" smtClean="0"/>
          </a:p>
        </p:txBody>
      </p:sp>
      <p:sp>
        <p:nvSpPr>
          <p:cNvPr id="60419"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829D9DF2-46DB-4081-A7E3-C869D64FB448}" type="slidenum">
              <a:rPr lang="en-US" altLang="en-US" sz="1400" smtClean="0">
                <a:solidFill>
                  <a:srgbClr val="990033"/>
                </a:solidFill>
              </a:rPr>
              <a:pPr/>
              <a:t>30</a:t>
            </a:fld>
            <a:endParaRPr lang="en-CA" altLang="en-US" sz="1400" smtClean="0">
              <a:solidFill>
                <a:srgbClr val="990033"/>
              </a:solidFill>
            </a:endParaRPr>
          </a:p>
        </p:txBody>
      </p:sp>
      <p:pic>
        <p:nvPicPr>
          <p:cNvPr id="60420"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1750" y="2667000"/>
            <a:ext cx="5653088" cy="355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3- </a:t>
            </a:r>
            <a:fld id="{E2F7CF1D-8D94-4E29-A228-50264CBB726F}" type="slidenum">
              <a:rPr lang="en-US" altLang="en-US" sz="1400" smtClean="0">
                <a:solidFill>
                  <a:srgbClr val="990033"/>
                </a:solidFill>
              </a:rPr>
              <a:pPr>
                <a:spcBef>
                  <a:spcPct val="0"/>
                </a:spcBef>
                <a:buClrTx/>
                <a:buSzTx/>
                <a:buFontTx/>
                <a:buNone/>
              </a:pPr>
              <a:t>31</a:t>
            </a:fld>
            <a:endParaRPr lang="en-CA" altLang="en-US" sz="1400" smtClean="0">
              <a:solidFill>
                <a:srgbClr val="990033"/>
              </a:solidFill>
            </a:endParaRPr>
          </a:p>
        </p:txBody>
      </p:sp>
      <p:sp>
        <p:nvSpPr>
          <p:cNvPr id="61442" name="Rectangle 2"/>
          <p:cNvSpPr>
            <a:spLocks noGrp="1" noChangeArrowheads="1"/>
          </p:cNvSpPr>
          <p:nvPr>
            <p:ph type="title"/>
          </p:nvPr>
        </p:nvSpPr>
        <p:spPr/>
        <p:txBody>
          <a:bodyPr/>
          <a:lstStyle/>
          <a:p>
            <a:pPr eaLnBrk="1" hangingPunct="1"/>
            <a:r>
              <a:rPr lang="en-US" altLang="en-US" smtClean="0"/>
              <a:t>Initial Design of Entity Types for the </a:t>
            </a:r>
            <a:r>
              <a:rPr lang="en-US" altLang="en-US" sz="2400" smtClean="0"/>
              <a:t>COMPANY </a:t>
            </a:r>
            <a:r>
              <a:rPr lang="en-US" altLang="en-US" smtClean="0"/>
              <a:t>Database Schema</a:t>
            </a:r>
          </a:p>
        </p:txBody>
      </p:sp>
      <p:sp>
        <p:nvSpPr>
          <p:cNvPr id="61443" name="Rectangle 3"/>
          <p:cNvSpPr>
            <a:spLocks noGrp="1" noChangeArrowheads="1"/>
          </p:cNvSpPr>
          <p:nvPr>
            <p:ph type="body" idx="1"/>
          </p:nvPr>
        </p:nvSpPr>
        <p:spPr/>
        <p:txBody>
          <a:bodyPr/>
          <a:lstStyle/>
          <a:p>
            <a:pPr eaLnBrk="1" hangingPunct="1"/>
            <a:r>
              <a:rPr lang="en-US" altLang="en-US" smtClean="0"/>
              <a:t>Based on the requirements, we can identify four initial entity types in the COMPANY database:</a:t>
            </a:r>
          </a:p>
          <a:p>
            <a:pPr lvl="1" eaLnBrk="1" hangingPunct="1"/>
            <a:r>
              <a:rPr lang="en-US" altLang="en-US" smtClean="0"/>
              <a:t>DEPARTMENT</a:t>
            </a:r>
          </a:p>
          <a:p>
            <a:pPr lvl="1" eaLnBrk="1" hangingPunct="1"/>
            <a:r>
              <a:rPr lang="en-US" altLang="en-US" smtClean="0"/>
              <a:t>PROJECT</a:t>
            </a:r>
          </a:p>
          <a:p>
            <a:pPr lvl="1" eaLnBrk="1" hangingPunct="1"/>
            <a:r>
              <a:rPr lang="en-US" altLang="en-US" smtClean="0"/>
              <a:t>EMPLOYEE</a:t>
            </a:r>
          </a:p>
          <a:p>
            <a:pPr lvl="1" eaLnBrk="1" hangingPunct="1"/>
            <a:r>
              <a:rPr lang="en-US" altLang="en-US" smtClean="0"/>
              <a:t>DEPENDENT</a:t>
            </a:r>
          </a:p>
          <a:p>
            <a:pPr eaLnBrk="1" hangingPunct="1"/>
            <a:r>
              <a:rPr lang="en-US" altLang="en-US" smtClean="0"/>
              <a:t>Their initial design is shown on the following slide</a:t>
            </a:r>
          </a:p>
          <a:p>
            <a:pPr eaLnBrk="1" hangingPunct="1"/>
            <a:r>
              <a:rPr lang="en-US" altLang="en-US" smtClean="0"/>
              <a:t>The initial attributes shown are derived from the requirements description</a:t>
            </a:r>
          </a:p>
        </p:txBody>
      </p:sp>
    </p:spTree>
  </p:cSld>
  <p:clrMapOvr>
    <a:masterClrMapping/>
  </p:clrMapOvr>
  <p:transition spd="med"/>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3- </a:t>
            </a:r>
            <a:fld id="{1AA9018B-A574-4151-9D66-3ABE21464264}" type="slidenum">
              <a:rPr lang="en-US" altLang="en-US" sz="1400" smtClean="0">
                <a:solidFill>
                  <a:srgbClr val="990033"/>
                </a:solidFill>
              </a:rPr>
              <a:pPr>
                <a:spcBef>
                  <a:spcPct val="0"/>
                </a:spcBef>
                <a:buClrTx/>
                <a:buSzTx/>
                <a:buFontTx/>
                <a:buNone/>
              </a:pPr>
              <a:t>32</a:t>
            </a:fld>
            <a:endParaRPr lang="en-CA" altLang="en-US" sz="1400" smtClean="0">
              <a:solidFill>
                <a:srgbClr val="990033"/>
              </a:solidFill>
            </a:endParaRPr>
          </a:p>
        </p:txBody>
      </p:sp>
      <p:sp>
        <p:nvSpPr>
          <p:cNvPr id="62466" name="Rectangle 2"/>
          <p:cNvSpPr>
            <a:spLocks noGrp="1" noChangeArrowheads="1"/>
          </p:cNvSpPr>
          <p:nvPr>
            <p:ph type="title"/>
          </p:nvPr>
        </p:nvSpPr>
        <p:spPr/>
        <p:txBody>
          <a:bodyPr/>
          <a:lstStyle/>
          <a:p>
            <a:pPr eaLnBrk="1" hangingPunct="1"/>
            <a:r>
              <a:rPr lang="en-US" altLang="en-US" smtClean="0"/>
              <a:t>Initial Design of Entity Types:</a:t>
            </a:r>
            <a:br>
              <a:rPr lang="en-US" altLang="en-US" smtClean="0"/>
            </a:br>
            <a:r>
              <a:rPr lang="en-US" altLang="en-US" sz="2400" smtClean="0"/>
              <a:t>EMPLOYEE, DEPARTMENT, PROJECT, DEPENDENT</a:t>
            </a:r>
          </a:p>
        </p:txBody>
      </p:sp>
      <p:pic>
        <p:nvPicPr>
          <p:cNvPr id="62467" name="Picture 4" descr="fig03_0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1600200"/>
            <a:ext cx="4859338" cy="479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3- </a:t>
            </a:r>
            <a:fld id="{8BCC9F6F-AD69-46B8-B0D9-D9D1D95DC9CD}" type="slidenum">
              <a:rPr lang="en-US" altLang="en-US" sz="1400" smtClean="0">
                <a:solidFill>
                  <a:srgbClr val="990033"/>
                </a:solidFill>
              </a:rPr>
              <a:pPr>
                <a:spcBef>
                  <a:spcPct val="0"/>
                </a:spcBef>
                <a:buClrTx/>
                <a:buSzTx/>
                <a:buFontTx/>
                <a:buNone/>
              </a:pPr>
              <a:t>33</a:t>
            </a:fld>
            <a:endParaRPr lang="en-CA" altLang="en-US" sz="1400" smtClean="0">
              <a:solidFill>
                <a:srgbClr val="990033"/>
              </a:solidFill>
            </a:endParaRPr>
          </a:p>
        </p:txBody>
      </p:sp>
      <p:sp>
        <p:nvSpPr>
          <p:cNvPr id="63490" name="Rectangle 2"/>
          <p:cNvSpPr>
            <a:spLocks noGrp="1" noChangeArrowheads="1"/>
          </p:cNvSpPr>
          <p:nvPr>
            <p:ph type="title"/>
          </p:nvPr>
        </p:nvSpPr>
        <p:spPr/>
        <p:txBody>
          <a:bodyPr/>
          <a:lstStyle/>
          <a:p>
            <a:pPr eaLnBrk="1" hangingPunct="1"/>
            <a:r>
              <a:rPr lang="en-US" altLang="en-US" sz="3200" smtClean="0"/>
              <a:t>Refining the initial design by introducing </a:t>
            </a:r>
            <a:r>
              <a:rPr lang="en-US" altLang="en-US" sz="3200" b="1" smtClean="0"/>
              <a:t>relationships</a:t>
            </a:r>
          </a:p>
        </p:txBody>
      </p:sp>
      <p:sp>
        <p:nvSpPr>
          <p:cNvPr id="63491" name="Rectangle 3"/>
          <p:cNvSpPr>
            <a:spLocks noGrp="1" noChangeArrowheads="1"/>
          </p:cNvSpPr>
          <p:nvPr>
            <p:ph type="body" idx="1"/>
          </p:nvPr>
        </p:nvSpPr>
        <p:spPr/>
        <p:txBody>
          <a:bodyPr/>
          <a:lstStyle/>
          <a:p>
            <a:pPr eaLnBrk="1" hangingPunct="1"/>
            <a:r>
              <a:rPr lang="en-US" altLang="en-US" smtClean="0"/>
              <a:t>The initial design is typically not complete</a:t>
            </a:r>
          </a:p>
          <a:p>
            <a:pPr eaLnBrk="1" hangingPunct="1"/>
            <a:r>
              <a:rPr lang="en-US" altLang="en-US" smtClean="0"/>
              <a:t>Some aspects in the requirements will be represented as </a:t>
            </a:r>
            <a:r>
              <a:rPr lang="en-US" altLang="en-US" b="1" smtClean="0"/>
              <a:t>relationships</a:t>
            </a:r>
            <a:endParaRPr lang="en-US" altLang="en-US" smtClean="0"/>
          </a:p>
          <a:p>
            <a:pPr eaLnBrk="1" hangingPunct="1"/>
            <a:r>
              <a:rPr lang="en-US" altLang="en-US" smtClean="0"/>
              <a:t>ER model has three main concepts:</a:t>
            </a:r>
          </a:p>
          <a:p>
            <a:pPr lvl="1" eaLnBrk="1" hangingPunct="1"/>
            <a:r>
              <a:rPr lang="en-US" altLang="en-US" smtClean="0"/>
              <a:t>Entities (and their entity types and entity sets)</a:t>
            </a:r>
          </a:p>
          <a:p>
            <a:pPr lvl="1" eaLnBrk="1" hangingPunct="1"/>
            <a:r>
              <a:rPr lang="en-US" altLang="en-US" smtClean="0"/>
              <a:t>Attributes (simple, composite, multivalued)</a:t>
            </a:r>
          </a:p>
          <a:p>
            <a:pPr lvl="1" eaLnBrk="1" hangingPunct="1"/>
            <a:r>
              <a:rPr lang="en-US" altLang="en-US" smtClean="0"/>
              <a:t>Relationships (and their relationship types and relationship sets)</a:t>
            </a:r>
          </a:p>
          <a:p>
            <a:pPr eaLnBrk="1" hangingPunct="1"/>
            <a:r>
              <a:rPr lang="en-US" altLang="en-US" smtClean="0"/>
              <a:t>We introduce </a:t>
            </a:r>
            <a:r>
              <a:rPr lang="en-US" altLang="en-US" b="1" smtClean="0"/>
              <a:t>relationship</a:t>
            </a:r>
            <a:r>
              <a:rPr lang="en-US" altLang="en-US" smtClean="0"/>
              <a:t> concepts next</a:t>
            </a:r>
          </a:p>
        </p:txBody>
      </p:sp>
    </p:spTree>
  </p:cSld>
  <p:clrMapOvr>
    <a:masterClrMapping/>
  </p:clrMapOvr>
  <p:transition spd="med"/>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Title 1"/>
          <p:cNvSpPr>
            <a:spLocks noGrp="1" noChangeArrowheads="1"/>
          </p:cNvSpPr>
          <p:nvPr>
            <p:ph type="title"/>
          </p:nvPr>
        </p:nvSpPr>
        <p:spPr/>
        <p:txBody>
          <a:bodyPr/>
          <a:lstStyle/>
          <a:p>
            <a:r>
              <a:rPr lang="en-US" altLang="en-US" smtClean="0"/>
              <a:t>Relationships</a:t>
            </a:r>
          </a:p>
        </p:txBody>
      </p:sp>
      <p:sp>
        <p:nvSpPr>
          <p:cNvPr id="153602" name="Content Placeholder 2"/>
          <p:cNvSpPr>
            <a:spLocks noGrp="1" noChangeArrowheads="1"/>
          </p:cNvSpPr>
          <p:nvPr>
            <p:ph idx="1"/>
          </p:nvPr>
        </p:nvSpPr>
        <p:spPr/>
        <p:txBody>
          <a:bodyPr/>
          <a:lstStyle/>
          <a:p>
            <a:pPr eaLnBrk="1" hangingPunct="1"/>
            <a:r>
              <a:rPr lang="en-US" altLang="en-US" smtClean="0"/>
              <a:t>Introduction to Relationship Types +</a:t>
            </a:r>
          </a:p>
          <a:p>
            <a:pPr eaLnBrk="1" hangingPunct="1"/>
            <a:r>
              <a:rPr lang="en-US" altLang="en-US" smtClean="0"/>
              <a:t>Relationship types and Instances +</a:t>
            </a:r>
          </a:p>
          <a:p>
            <a:pPr eaLnBrk="1" hangingPunct="1"/>
            <a:r>
              <a:rPr lang="en-US" altLang="en-US" smtClean="0"/>
              <a:t>Role names and Relation types +</a:t>
            </a:r>
          </a:p>
          <a:p>
            <a:pPr eaLnBrk="1" hangingPunct="1"/>
            <a:r>
              <a:rPr lang="en-US" altLang="en-US" smtClean="0"/>
              <a:t>Role names and Recursive Relationship types +</a:t>
            </a:r>
          </a:p>
          <a:p>
            <a:pPr eaLnBrk="1" hangingPunct="1"/>
            <a:r>
              <a:rPr lang="en-US" altLang="en-US" smtClean="0"/>
              <a:t>Constraints on Relationship Types +</a:t>
            </a:r>
          </a:p>
          <a:p>
            <a:pPr eaLnBrk="1" hangingPunct="1"/>
            <a:r>
              <a:rPr lang="en-US" altLang="en-US" smtClean="0"/>
              <a:t>Attributes of Relationship Types +</a:t>
            </a:r>
          </a:p>
          <a:p>
            <a:pPr eaLnBrk="1" hangingPunct="1"/>
            <a:r>
              <a:rPr lang="en-US" altLang="en-US" smtClean="0"/>
              <a:t>Relationship Representation in ER Diagram +</a:t>
            </a:r>
          </a:p>
          <a:p>
            <a:pPr eaLnBrk="1" hangingPunct="1"/>
            <a:r>
              <a:rPr lang="en-US" altLang="en-US" smtClean="0"/>
              <a:t>Higher Degree Relationships +</a:t>
            </a:r>
          </a:p>
          <a:p>
            <a:pPr eaLnBrk="1" hangingPunct="1"/>
            <a:r>
              <a:rPr lang="en-US" altLang="en-US" smtClean="0"/>
              <a:t>Examples +</a:t>
            </a:r>
          </a:p>
          <a:p>
            <a:endParaRPr lang="en-US" altLang="en-US" smtClean="0"/>
          </a:p>
        </p:txBody>
      </p:sp>
      <p:sp>
        <p:nvSpPr>
          <p:cNvPr id="153603"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D467FF6E-C121-49A5-9528-A072937DC788}" type="slidenum">
              <a:rPr lang="en-US" altLang="en-US" sz="1400" smtClean="0">
                <a:solidFill>
                  <a:srgbClr val="990033"/>
                </a:solidFill>
              </a:rPr>
              <a:pPr/>
              <a:t>34</a:t>
            </a:fld>
            <a:endParaRPr lang="en-CA" altLang="en-US" sz="1400" smtClean="0">
              <a:solidFill>
                <a:srgbClr val="990033"/>
              </a:solidFill>
            </a:endParaRP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Title 1"/>
          <p:cNvSpPr>
            <a:spLocks noGrp="1" noChangeArrowheads="1"/>
          </p:cNvSpPr>
          <p:nvPr>
            <p:ph type="title"/>
          </p:nvPr>
        </p:nvSpPr>
        <p:spPr/>
        <p:txBody>
          <a:bodyPr/>
          <a:lstStyle/>
          <a:p>
            <a:r>
              <a:rPr lang="en-US" altLang="en-US" smtClean="0"/>
              <a:t>Introduction to Relationship Type</a:t>
            </a:r>
          </a:p>
        </p:txBody>
      </p:sp>
      <p:sp>
        <p:nvSpPr>
          <p:cNvPr id="154626" name="Content Placeholder 2"/>
          <p:cNvSpPr>
            <a:spLocks noGrp="1" noChangeArrowheads="1"/>
          </p:cNvSpPr>
          <p:nvPr>
            <p:ph idx="1"/>
          </p:nvPr>
        </p:nvSpPr>
        <p:spPr/>
        <p:txBody>
          <a:bodyPr/>
          <a:lstStyle/>
          <a:p>
            <a:pPr eaLnBrk="1" hangingPunct="1"/>
            <a:r>
              <a:rPr lang="en-US" altLang="en-US" sz="2000" smtClean="0"/>
              <a:t>By reviewing the initial design of the COMPANY DB example we can see the following:</a:t>
            </a:r>
          </a:p>
          <a:p>
            <a:pPr lvl="1" eaLnBrk="1" hangingPunct="1"/>
            <a:r>
              <a:rPr lang="en-US" altLang="en-US" sz="1600" smtClean="0"/>
              <a:t>Some attributes of an entity reference other attributes in the same or other entities. For example, The attribute Department of the </a:t>
            </a:r>
            <a:r>
              <a:rPr lang="en-US" altLang="en-US" sz="1600" smtClean="0">
                <a:hlinkClick r:id="rId2" action="ppaction://hlinkpres?slideindex=12&amp;slidetitle=-- EMPLOYEE Entity Representation"/>
              </a:rPr>
              <a:t>EMPLOYEE</a:t>
            </a:r>
            <a:r>
              <a:rPr lang="en-US" altLang="en-US" sz="1600" smtClean="0"/>
              <a:t> entity type refers to the DEPARTMENT entity that the employee works for.</a:t>
            </a:r>
          </a:p>
          <a:p>
            <a:pPr lvl="1" eaLnBrk="1" hangingPunct="1"/>
            <a:r>
              <a:rPr lang="en-US" altLang="en-US" sz="1600" smtClean="0"/>
              <a:t>These are implicit relationships that exist between entity types.</a:t>
            </a:r>
          </a:p>
          <a:p>
            <a:pPr lvl="1" eaLnBrk="1" hangingPunct="1"/>
            <a:r>
              <a:rPr lang="en-US" altLang="en-US" sz="1600" smtClean="0"/>
              <a:t>A better representation will be obtained if these are represented as relationships between the entity types rather than linking attributes.</a:t>
            </a:r>
          </a:p>
          <a:p>
            <a:pPr lvl="1" eaLnBrk="1" hangingPunct="1">
              <a:buFont typeface="Wingdings" panose="05000000000000000000" pitchFamily="2" charset="2"/>
              <a:buNone/>
            </a:pPr>
            <a:endParaRPr lang="en-US" altLang="en-US" sz="1600" smtClean="0"/>
          </a:p>
          <a:p>
            <a:pPr eaLnBrk="1" hangingPunct="1"/>
            <a:r>
              <a:rPr lang="en-US" altLang="en-US" sz="2000" smtClean="0"/>
              <a:t>Here we will describe another major component of ER model; namely relationships.</a:t>
            </a:r>
          </a:p>
          <a:p>
            <a:pPr eaLnBrk="1" hangingPunct="1">
              <a:buFont typeface="Wingdings" panose="05000000000000000000" pitchFamily="2" charset="2"/>
              <a:buNone/>
            </a:pPr>
            <a:endParaRPr lang="en-US" altLang="en-US" sz="2000" smtClean="0"/>
          </a:p>
          <a:p>
            <a:pPr eaLnBrk="1" hangingPunct="1"/>
            <a:r>
              <a:rPr lang="en-US" altLang="en-US" sz="2000" smtClean="0"/>
              <a:t>We will discuss relationship types, instances, degrees, and constraints on relationships.</a:t>
            </a:r>
          </a:p>
          <a:p>
            <a:endParaRPr lang="en-US" altLang="en-US" smtClean="0"/>
          </a:p>
        </p:txBody>
      </p:sp>
      <p:sp>
        <p:nvSpPr>
          <p:cNvPr id="154627"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E924529B-C617-430D-9FB6-6B3097EC16C9}" type="slidenum">
              <a:rPr lang="en-US" altLang="en-US" sz="1400" smtClean="0">
                <a:solidFill>
                  <a:srgbClr val="990033"/>
                </a:solidFill>
              </a:rPr>
              <a:pPr/>
              <a:t>35</a:t>
            </a:fld>
            <a:endParaRPr lang="en-CA" altLang="en-US" sz="1400" smtClean="0">
              <a:solidFill>
                <a:srgbClr val="990033"/>
              </a:solidFill>
            </a:endParaRPr>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Title 1"/>
          <p:cNvSpPr>
            <a:spLocks noGrp="1" noChangeArrowheads="1"/>
          </p:cNvSpPr>
          <p:nvPr>
            <p:ph type="title"/>
          </p:nvPr>
        </p:nvSpPr>
        <p:spPr/>
        <p:txBody>
          <a:bodyPr/>
          <a:lstStyle/>
          <a:p>
            <a:r>
              <a:rPr lang="en-US" altLang="en-US" smtClean="0"/>
              <a:t>Relationship Types and Instances…</a:t>
            </a:r>
          </a:p>
        </p:txBody>
      </p:sp>
      <p:sp>
        <p:nvSpPr>
          <p:cNvPr id="155650" name="Content Placeholder 2"/>
          <p:cNvSpPr>
            <a:spLocks noGrp="1" noChangeArrowheads="1"/>
          </p:cNvSpPr>
          <p:nvPr>
            <p:ph idx="1"/>
          </p:nvPr>
        </p:nvSpPr>
        <p:spPr/>
        <p:txBody>
          <a:bodyPr/>
          <a:lstStyle/>
          <a:p>
            <a:pPr eaLnBrk="1" hangingPunct="1">
              <a:lnSpc>
                <a:spcPct val="90000"/>
              </a:lnSpc>
            </a:pPr>
            <a:r>
              <a:rPr lang="en-US" altLang="en-US" sz="2000" smtClean="0"/>
              <a:t>Informally, a </a:t>
            </a:r>
            <a:r>
              <a:rPr lang="en-US" altLang="en-US" sz="2000" smtClean="0">
                <a:solidFill>
                  <a:schemeClr val="hlink"/>
                </a:solidFill>
              </a:rPr>
              <a:t>relationship type</a:t>
            </a:r>
            <a:r>
              <a:rPr lang="en-US" altLang="en-US" sz="2000" smtClean="0"/>
              <a:t> is a meaningful association among entity types.</a:t>
            </a:r>
          </a:p>
          <a:p>
            <a:pPr eaLnBrk="1" hangingPunct="1">
              <a:lnSpc>
                <a:spcPct val="90000"/>
              </a:lnSpc>
              <a:buFont typeface="Wingdings" panose="05000000000000000000" pitchFamily="2" charset="2"/>
              <a:buNone/>
            </a:pPr>
            <a:endParaRPr lang="en-US" altLang="en-US" sz="2000" smtClean="0"/>
          </a:p>
          <a:p>
            <a:pPr eaLnBrk="1" hangingPunct="1">
              <a:lnSpc>
                <a:spcPct val="90000"/>
              </a:lnSpc>
            </a:pPr>
            <a:r>
              <a:rPr lang="en-US" altLang="en-US" sz="2000" smtClean="0"/>
              <a:t>A </a:t>
            </a:r>
            <a:r>
              <a:rPr lang="en-US" altLang="en-US" sz="2000" smtClean="0">
                <a:solidFill>
                  <a:schemeClr val="hlink"/>
                </a:solidFill>
              </a:rPr>
              <a:t>relationship</a:t>
            </a:r>
            <a:r>
              <a:rPr lang="en-US" altLang="en-US" sz="2000" smtClean="0"/>
              <a:t> (</a:t>
            </a:r>
            <a:r>
              <a:rPr lang="en-US" altLang="en-US" sz="2000" smtClean="0">
                <a:solidFill>
                  <a:schemeClr val="hlink"/>
                </a:solidFill>
              </a:rPr>
              <a:t>instance</a:t>
            </a:r>
            <a:r>
              <a:rPr lang="en-US" altLang="en-US" sz="2000" smtClean="0"/>
              <a:t>) is an association of entities where the association includes one entity from each participating entity type.</a:t>
            </a:r>
          </a:p>
          <a:p>
            <a:pPr eaLnBrk="1" hangingPunct="1">
              <a:lnSpc>
                <a:spcPct val="90000"/>
              </a:lnSpc>
              <a:buFont typeface="Wingdings" panose="05000000000000000000" pitchFamily="2" charset="2"/>
              <a:buNone/>
            </a:pPr>
            <a:endParaRPr lang="en-US" altLang="en-US" sz="2000" smtClean="0"/>
          </a:p>
          <a:p>
            <a:pPr eaLnBrk="1" hangingPunct="1">
              <a:lnSpc>
                <a:spcPct val="90000"/>
              </a:lnSpc>
            </a:pPr>
            <a:r>
              <a:rPr lang="en-US" altLang="en-US" sz="2000" smtClean="0"/>
              <a:t>Mathematically, a relationship type (set) R between entity types E</a:t>
            </a:r>
            <a:r>
              <a:rPr lang="en-US" altLang="en-US" sz="1600" smtClean="0"/>
              <a:t>1</a:t>
            </a:r>
            <a:r>
              <a:rPr lang="en-US" altLang="en-US" sz="2000" smtClean="0"/>
              <a:t>, E</a:t>
            </a:r>
            <a:r>
              <a:rPr lang="en-US" altLang="en-US" sz="1600" smtClean="0"/>
              <a:t>2</a:t>
            </a:r>
            <a:r>
              <a:rPr lang="en-US" altLang="en-US" sz="2000" smtClean="0"/>
              <a:t>, …, En is a set of relationship instance r</a:t>
            </a:r>
            <a:r>
              <a:rPr lang="en-US" altLang="en-US" sz="1600" smtClean="0"/>
              <a:t>i,</a:t>
            </a:r>
            <a:r>
              <a:rPr lang="en-US" altLang="en-US" sz="2000" smtClean="0"/>
              <a:t> where each r</a:t>
            </a:r>
            <a:r>
              <a:rPr lang="en-US" altLang="en-US" sz="1600" smtClean="0"/>
              <a:t>i</a:t>
            </a:r>
            <a:r>
              <a:rPr lang="en-US" altLang="en-US" sz="2000" smtClean="0"/>
              <a:t> associates n individual entities (e</a:t>
            </a:r>
            <a:r>
              <a:rPr lang="en-US" altLang="en-US" sz="1600" smtClean="0"/>
              <a:t>1</a:t>
            </a:r>
            <a:r>
              <a:rPr lang="en-US" altLang="en-US" sz="2000" smtClean="0"/>
              <a:t>, e</a:t>
            </a:r>
            <a:r>
              <a:rPr lang="en-US" altLang="en-US" sz="1600" smtClean="0"/>
              <a:t>2</a:t>
            </a:r>
            <a:r>
              <a:rPr lang="en-US" altLang="en-US" sz="2000" smtClean="0"/>
              <a:t>, …, e</a:t>
            </a:r>
            <a:r>
              <a:rPr lang="en-US" altLang="en-US" sz="1600" smtClean="0"/>
              <a:t>n</a:t>
            </a:r>
            <a:r>
              <a:rPr lang="en-US" altLang="en-US" sz="2000" smtClean="0"/>
              <a:t>); and each entity e</a:t>
            </a:r>
            <a:r>
              <a:rPr lang="en-US" altLang="en-US" sz="1600" smtClean="0"/>
              <a:t>i</a:t>
            </a:r>
            <a:r>
              <a:rPr lang="en-US" altLang="en-US" sz="2000" smtClean="0"/>
              <a:t>, in r</a:t>
            </a:r>
            <a:r>
              <a:rPr lang="en-US" altLang="en-US" sz="1600" smtClean="0"/>
              <a:t>i</a:t>
            </a:r>
            <a:r>
              <a:rPr lang="en-US" altLang="en-US" sz="2000" smtClean="0"/>
              <a:t>, is a member of the entity type E</a:t>
            </a:r>
            <a:r>
              <a:rPr lang="en-US" altLang="en-US" sz="1600" smtClean="0"/>
              <a:t>j</a:t>
            </a:r>
            <a:r>
              <a:rPr lang="en-US" altLang="en-US" sz="2000" smtClean="0"/>
              <a:t>, 1&lt;= j &lt;= n.</a:t>
            </a:r>
          </a:p>
          <a:p>
            <a:endParaRPr lang="en-US" altLang="en-US" sz="2400" smtClean="0"/>
          </a:p>
        </p:txBody>
      </p:sp>
      <p:sp>
        <p:nvSpPr>
          <p:cNvPr id="155651"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AB04D81C-3F35-4012-B03C-BDD6DD516C16}" type="slidenum">
              <a:rPr lang="en-US" altLang="en-US" sz="1400" smtClean="0">
                <a:solidFill>
                  <a:srgbClr val="990033"/>
                </a:solidFill>
              </a:rPr>
              <a:pPr/>
              <a:t>36</a:t>
            </a:fld>
            <a:endParaRPr lang="en-CA" altLang="en-US" sz="1400" smtClean="0">
              <a:solidFill>
                <a:srgbClr val="990033"/>
              </a:solidFill>
            </a:endParaRPr>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le 1"/>
          <p:cNvSpPr>
            <a:spLocks noGrp="1" noChangeArrowheads="1"/>
          </p:cNvSpPr>
          <p:nvPr>
            <p:ph type="title"/>
          </p:nvPr>
        </p:nvSpPr>
        <p:spPr/>
        <p:txBody>
          <a:bodyPr/>
          <a:lstStyle/>
          <a:p>
            <a:r>
              <a:rPr lang="en-US" altLang="en-US" smtClean="0"/>
              <a:t>Example</a:t>
            </a:r>
          </a:p>
        </p:txBody>
      </p:sp>
      <p:sp>
        <p:nvSpPr>
          <p:cNvPr id="64514" name="Content Placeholder 2"/>
          <p:cNvSpPr>
            <a:spLocks noGrp="1" noChangeArrowheads="1"/>
          </p:cNvSpPr>
          <p:nvPr>
            <p:ph idx="1"/>
          </p:nvPr>
        </p:nvSpPr>
        <p:spPr/>
        <p:txBody>
          <a:bodyPr/>
          <a:lstStyle/>
          <a:p>
            <a:endParaRPr lang="en-US" altLang="en-US" smtClean="0"/>
          </a:p>
        </p:txBody>
      </p:sp>
      <p:sp>
        <p:nvSpPr>
          <p:cNvPr id="64515"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35313A98-59F1-4C97-B3ED-A7D774516F55}" type="slidenum">
              <a:rPr lang="en-US" altLang="en-US" sz="1400" smtClean="0">
                <a:solidFill>
                  <a:srgbClr val="990033"/>
                </a:solidFill>
              </a:rPr>
              <a:pPr/>
              <a:t>37</a:t>
            </a:fld>
            <a:endParaRPr lang="en-CA" altLang="en-US" sz="1400" smtClean="0">
              <a:solidFill>
                <a:srgbClr val="990033"/>
              </a:solidFill>
            </a:endParaRPr>
          </a:p>
        </p:txBody>
      </p:sp>
      <p:pic>
        <p:nvPicPr>
          <p:cNvPr id="64516" name="Content Placeholder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500" y="1987550"/>
            <a:ext cx="7797800" cy="448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Title 1"/>
          <p:cNvSpPr>
            <a:spLocks noGrp="1" noChangeArrowheads="1"/>
          </p:cNvSpPr>
          <p:nvPr>
            <p:ph type="title"/>
          </p:nvPr>
        </p:nvSpPr>
        <p:spPr/>
        <p:txBody>
          <a:bodyPr/>
          <a:lstStyle/>
          <a:p>
            <a:r>
              <a:rPr lang="en-US" altLang="en-US" smtClean="0"/>
              <a:t>Degree of a Relationship Type</a:t>
            </a:r>
          </a:p>
        </p:txBody>
      </p:sp>
      <p:sp>
        <p:nvSpPr>
          <p:cNvPr id="65538" name="Content Placeholder 2"/>
          <p:cNvSpPr>
            <a:spLocks noGrp="1" noChangeArrowheads="1"/>
          </p:cNvSpPr>
          <p:nvPr>
            <p:ph idx="1"/>
          </p:nvPr>
        </p:nvSpPr>
        <p:spPr/>
        <p:txBody>
          <a:bodyPr/>
          <a:lstStyle/>
          <a:p>
            <a:r>
              <a:rPr lang="en-US" altLang="en-US" sz="1600" smtClean="0"/>
              <a:t>The </a:t>
            </a:r>
            <a:r>
              <a:rPr lang="en-US" altLang="en-US" sz="1600" b="1" smtClean="0"/>
              <a:t>degree </a:t>
            </a:r>
            <a:r>
              <a:rPr lang="en-US" altLang="en-US" sz="1600" smtClean="0"/>
              <a:t>of a relationship type is the number of participating entity types </a:t>
            </a:r>
          </a:p>
          <a:p>
            <a:pPr lvl="1"/>
            <a:r>
              <a:rPr lang="en-US" altLang="en-US" sz="1400" smtClean="0"/>
              <a:t>A relationship type of degree one is called </a:t>
            </a:r>
            <a:r>
              <a:rPr lang="en-US" altLang="en-US" sz="1400" b="1" smtClean="0"/>
              <a:t>unary </a:t>
            </a:r>
            <a:r>
              <a:rPr lang="en-US" altLang="en-US" sz="1400" smtClean="0"/>
              <a:t>(to be discussed more)</a:t>
            </a:r>
          </a:p>
          <a:p>
            <a:pPr lvl="1"/>
            <a:r>
              <a:rPr lang="en-US" altLang="en-US" sz="1400" smtClean="0"/>
              <a:t>A relationship type of degree two is called </a:t>
            </a:r>
            <a:r>
              <a:rPr lang="en-US" altLang="en-US" sz="1400" b="1" smtClean="0"/>
              <a:t>binary </a:t>
            </a:r>
            <a:endParaRPr lang="en-US" altLang="en-US" sz="1400" smtClean="0"/>
          </a:p>
          <a:p>
            <a:pPr lvl="1"/>
            <a:r>
              <a:rPr lang="en-US" altLang="en-US" sz="1400" smtClean="0"/>
              <a:t>A relationship type of degree two is called </a:t>
            </a:r>
            <a:r>
              <a:rPr lang="en-US" altLang="en-US" sz="1400" b="1" smtClean="0"/>
              <a:t>ternary </a:t>
            </a:r>
            <a:endParaRPr lang="en-US" altLang="en-US" sz="1400" smtClean="0"/>
          </a:p>
          <a:p>
            <a:pPr lvl="1"/>
            <a:endParaRPr lang="en-US" altLang="en-US" sz="1400" smtClean="0"/>
          </a:p>
          <a:p>
            <a:r>
              <a:rPr lang="en-US" altLang="en-US" sz="1600" smtClean="0"/>
              <a:t>Example of Degree Binary relationship: WORKS_FOR (previous slide)</a:t>
            </a:r>
          </a:p>
          <a:p>
            <a:r>
              <a:rPr lang="en-US" altLang="en-US" sz="1600" smtClean="0"/>
              <a:t>Example of Degree Ternary relationship: SUPPLY (below image)</a:t>
            </a:r>
          </a:p>
          <a:p>
            <a:endParaRPr lang="en-US" altLang="en-US" smtClean="0"/>
          </a:p>
        </p:txBody>
      </p:sp>
      <p:sp>
        <p:nvSpPr>
          <p:cNvPr id="65539"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9EC2CFD4-866E-4A4F-911D-C9D8DC4F7466}" type="slidenum">
              <a:rPr lang="en-US" altLang="en-US" sz="1400" smtClean="0">
                <a:solidFill>
                  <a:srgbClr val="990033"/>
                </a:solidFill>
              </a:rPr>
              <a:pPr/>
              <a:t>38</a:t>
            </a:fld>
            <a:endParaRPr lang="en-CA" altLang="en-US" sz="1400" smtClean="0">
              <a:solidFill>
                <a:srgbClr val="990033"/>
              </a:solidFill>
            </a:endParaRPr>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3957638"/>
            <a:ext cx="2882900" cy="2519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Title 1"/>
          <p:cNvSpPr>
            <a:spLocks noGrp="1" noChangeArrowheads="1"/>
          </p:cNvSpPr>
          <p:nvPr>
            <p:ph type="title"/>
          </p:nvPr>
        </p:nvSpPr>
        <p:spPr/>
        <p:txBody>
          <a:bodyPr/>
          <a:lstStyle/>
          <a:p>
            <a:r>
              <a:rPr lang="en-US" altLang="en-US" smtClean="0"/>
              <a:t>Degree of Relationship</a:t>
            </a:r>
          </a:p>
        </p:txBody>
      </p:sp>
      <p:sp>
        <p:nvSpPr>
          <p:cNvPr id="66562"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B17DFD7D-6AC0-443F-9401-CEACF3630284}" type="slidenum">
              <a:rPr lang="en-US" altLang="en-US" sz="1400" smtClean="0">
                <a:solidFill>
                  <a:srgbClr val="990033"/>
                </a:solidFill>
              </a:rPr>
              <a:pPr/>
              <a:t>39</a:t>
            </a:fld>
            <a:endParaRPr lang="en-CA" altLang="en-US" sz="1400" smtClean="0">
              <a:solidFill>
                <a:srgbClr val="990033"/>
              </a:solidFill>
            </a:endParaRPr>
          </a:p>
        </p:txBody>
      </p:sp>
      <p:sp>
        <p:nvSpPr>
          <p:cNvPr id="5" name="Content Placeholder 2">
            <a:extLst>
              <a:ext uri="{FF2B5EF4-FFF2-40B4-BE49-F238E27FC236}">
                <a16:creationId xmlns:a16="http://schemas.microsoft.com/office/drawing/2014/main" id="{BB6B577E-8617-8846-BDB4-51C821055C82}"/>
              </a:ext>
            </a:extLst>
          </p:cNvPr>
          <p:cNvSpPr>
            <a:spLocks noGrp="1"/>
          </p:cNvSpPr>
          <p:nvPr>
            <p:ph idx="1"/>
          </p:nvPr>
        </p:nvSpPr>
        <p:spPr/>
        <p:txBody>
          <a:bodyPr/>
          <a:lstStyle/>
          <a:p>
            <a:pPr>
              <a:defRPr/>
            </a:pPr>
            <a:r>
              <a:rPr lang="en-US" dirty="0"/>
              <a:t>Binary</a:t>
            </a:r>
          </a:p>
          <a:p>
            <a:pPr lvl="1">
              <a:defRPr/>
            </a:pPr>
            <a:r>
              <a:rPr lang="en-US" sz="1600" dirty="0"/>
              <a:t>Teacher teaches a subject</a:t>
            </a:r>
          </a:p>
          <a:p>
            <a:pPr>
              <a:defRPr/>
            </a:pPr>
            <a:endParaRPr lang="en-US" dirty="0"/>
          </a:p>
          <a:p>
            <a:pPr marL="0" indent="0">
              <a:buFont typeface="Wingdings" panose="05000000000000000000" pitchFamily="2" charset="2"/>
              <a:buNone/>
              <a:defRPr/>
            </a:pPr>
            <a:endParaRPr lang="en-US" dirty="0"/>
          </a:p>
          <a:p>
            <a:pPr>
              <a:defRPr/>
            </a:pPr>
            <a:r>
              <a:rPr lang="en-US" dirty="0"/>
              <a:t>Unary </a:t>
            </a:r>
            <a:r>
              <a:rPr lang="en-US" sz="1800" dirty="0"/>
              <a:t>(to be discussed more)</a:t>
            </a:r>
            <a:endParaRPr lang="en-US" dirty="0"/>
          </a:p>
          <a:p>
            <a:pPr lvl="1">
              <a:defRPr/>
            </a:pPr>
            <a:r>
              <a:rPr lang="en-US" sz="1400" dirty="0">
                <a:latin typeface="Times New Roman" pitchFamily="18" charset="0"/>
              </a:rPr>
              <a:t>Subjects may be prerequisites for other subjects</a:t>
            </a:r>
          </a:p>
          <a:p>
            <a:pPr lvl="1">
              <a:defRPr/>
            </a:pPr>
            <a:endParaRPr lang="en-US" dirty="0"/>
          </a:p>
          <a:p>
            <a:pPr marL="0" indent="0">
              <a:buFont typeface="Wingdings" panose="05000000000000000000" pitchFamily="2" charset="2"/>
              <a:buNone/>
              <a:defRPr/>
            </a:pPr>
            <a:endParaRPr lang="en-US" dirty="0"/>
          </a:p>
          <a:p>
            <a:pPr>
              <a:defRPr/>
            </a:pPr>
            <a:r>
              <a:rPr lang="en-US" dirty="0"/>
              <a:t>Ternary</a:t>
            </a:r>
          </a:p>
          <a:p>
            <a:pPr lvl="1">
              <a:defRPr/>
            </a:pPr>
            <a:r>
              <a:rPr lang="en-US" sz="1600" dirty="0">
                <a:latin typeface="Times New Roman" pitchFamily="18" charset="0"/>
              </a:rPr>
              <a:t>which teachers taught which subjects in which courses</a:t>
            </a:r>
          </a:p>
          <a:p>
            <a:pPr marL="0" indent="0">
              <a:buFont typeface="Wingdings" panose="05000000000000000000" pitchFamily="2" charset="2"/>
              <a:buNone/>
              <a:defRPr/>
            </a:pPr>
            <a:r>
              <a:rPr lang="en-US" dirty="0"/>
              <a:t> </a:t>
            </a:r>
          </a:p>
        </p:txBody>
      </p:sp>
      <p:pic>
        <p:nvPicPr>
          <p:cNvPr id="6656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00525" y="1817688"/>
            <a:ext cx="36385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6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3108325"/>
            <a:ext cx="1828800"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66"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5463" y="5032375"/>
            <a:ext cx="3267075" cy="144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Title 1"/>
          <p:cNvSpPr>
            <a:spLocks noGrp="1" noChangeArrowheads="1"/>
          </p:cNvSpPr>
          <p:nvPr>
            <p:ph type="title"/>
          </p:nvPr>
        </p:nvSpPr>
        <p:spPr/>
        <p:txBody>
          <a:bodyPr/>
          <a:lstStyle/>
          <a:p>
            <a:r>
              <a:rPr lang="en-US" altLang="en-US" smtClean="0"/>
              <a:t>Relationships as Attributes </a:t>
            </a:r>
          </a:p>
        </p:txBody>
      </p:sp>
      <p:sp>
        <p:nvSpPr>
          <p:cNvPr id="67586" name="Content Placeholder 2"/>
          <p:cNvSpPr>
            <a:spLocks noGrp="1" noChangeArrowheads="1"/>
          </p:cNvSpPr>
          <p:nvPr>
            <p:ph idx="1"/>
          </p:nvPr>
        </p:nvSpPr>
        <p:spPr>
          <a:xfrm>
            <a:off x="239713" y="1600200"/>
            <a:ext cx="4403725" cy="4572000"/>
          </a:xfrm>
        </p:spPr>
        <p:txBody>
          <a:bodyPr/>
          <a:lstStyle/>
          <a:p>
            <a:r>
              <a:rPr lang="en-US" altLang="en-US" sz="1600" smtClean="0"/>
              <a:t>Consider the WORKS_FOR relationship type</a:t>
            </a:r>
          </a:p>
          <a:p>
            <a:r>
              <a:rPr lang="en-US" altLang="en-US" sz="1600" smtClean="0"/>
              <a:t>Two Alternatives to store relationship as attribute</a:t>
            </a:r>
          </a:p>
          <a:p>
            <a:pPr>
              <a:buFont typeface="Tahoma" panose="020B0604030504040204" pitchFamily="34" charset="0"/>
              <a:buAutoNum type="arabicPeriod"/>
            </a:pPr>
            <a:endParaRPr lang="en-US" altLang="en-US" sz="1600" smtClean="0"/>
          </a:p>
          <a:p>
            <a:pPr>
              <a:buFont typeface="Tahoma" panose="020B0604030504040204" pitchFamily="34" charset="0"/>
              <a:buAutoNum type="arabicPeriod"/>
            </a:pPr>
            <a:r>
              <a:rPr lang="en-US" altLang="en-US" sz="1600" smtClean="0"/>
              <a:t>think of an attribute called Department of the EMPLOYEE entity type, where the value of Department for each EMPLOYEE entity is (a reference to) the DEPARTMENT entity for which that employee works. </a:t>
            </a:r>
          </a:p>
          <a:p>
            <a:pPr lvl="1">
              <a:buFont typeface="Tahoma" panose="020B0604030504040204" pitchFamily="34" charset="0"/>
              <a:buAutoNum type="arabicPeriod"/>
            </a:pPr>
            <a:r>
              <a:rPr lang="en-US" altLang="en-US" sz="1600" smtClean="0"/>
              <a:t>value set for this Department attribute is the set of </a:t>
            </a:r>
            <a:r>
              <a:rPr lang="en-US" altLang="en-US" sz="1600" i="1" smtClean="0"/>
              <a:t>all </a:t>
            </a:r>
            <a:r>
              <a:rPr lang="en-US" altLang="en-US" sz="1600" smtClean="0"/>
              <a:t>DEPARTMENT entities </a:t>
            </a:r>
          </a:p>
          <a:p>
            <a:endParaRPr lang="en-US" altLang="en-US" smtClean="0"/>
          </a:p>
        </p:txBody>
      </p:sp>
      <p:sp>
        <p:nvSpPr>
          <p:cNvPr id="67587"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8CBCE05C-B151-4204-8E6B-118F1CB1D4CD}" type="slidenum">
              <a:rPr lang="en-US" altLang="en-US" sz="1400" smtClean="0">
                <a:solidFill>
                  <a:srgbClr val="990033"/>
                </a:solidFill>
              </a:rPr>
              <a:pPr/>
              <a:t>40</a:t>
            </a:fld>
            <a:endParaRPr lang="en-CA" altLang="en-US" sz="1400" smtClean="0">
              <a:solidFill>
                <a:srgbClr val="990033"/>
              </a:solidFill>
            </a:endParaRPr>
          </a:p>
        </p:txBody>
      </p:sp>
      <p:pic>
        <p:nvPicPr>
          <p:cNvPr id="67588"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5600" y="1752600"/>
            <a:ext cx="3394075" cy="284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Title 1"/>
          <p:cNvSpPr>
            <a:spLocks noGrp="1" noChangeArrowheads="1"/>
          </p:cNvSpPr>
          <p:nvPr>
            <p:ph type="title"/>
          </p:nvPr>
        </p:nvSpPr>
        <p:spPr/>
        <p:txBody>
          <a:bodyPr/>
          <a:lstStyle/>
          <a:p>
            <a:r>
              <a:rPr lang="en-US" altLang="en-US" smtClean="0"/>
              <a:t>Relationships as Attributes </a:t>
            </a:r>
          </a:p>
        </p:txBody>
      </p:sp>
      <p:sp>
        <p:nvSpPr>
          <p:cNvPr id="68610" name="Content Placeholder 2"/>
          <p:cNvSpPr>
            <a:spLocks noGrp="1" noChangeArrowheads="1"/>
          </p:cNvSpPr>
          <p:nvPr>
            <p:ph idx="1"/>
          </p:nvPr>
        </p:nvSpPr>
        <p:spPr>
          <a:xfrm>
            <a:off x="239713" y="1600200"/>
            <a:ext cx="3684587" cy="4572000"/>
          </a:xfrm>
        </p:spPr>
        <p:txBody>
          <a:bodyPr/>
          <a:lstStyle/>
          <a:p>
            <a:r>
              <a:rPr lang="en-US" altLang="en-US" sz="2000" smtClean="0"/>
              <a:t>Consider the WORKS_FOR relationship type</a:t>
            </a:r>
          </a:p>
          <a:p>
            <a:r>
              <a:rPr lang="en-US" altLang="en-US" sz="2000" smtClean="0"/>
              <a:t>Two Alternatives to store relationship as attribute</a:t>
            </a:r>
          </a:p>
          <a:p>
            <a:pPr>
              <a:buFont typeface="Tahoma" panose="020B0604030504040204" pitchFamily="34" charset="0"/>
              <a:buAutoNum type="arabicPeriod"/>
            </a:pPr>
            <a:endParaRPr lang="en-US" altLang="en-US" sz="2000" smtClean="0"/>
          </a:p>
          <a:p>
            <a:pPr>
              <a:buFont typeface="Tahoma" panose="020B0604030504040204" pitchFamily="34" charset="0"/>
              <a:buAutoNum type="arabicPeriod" startAt="2"/>
            </a:pPr>
            <a:r>
              <a:rPr lang="en-US" altLang="en-US" sz="2000" smtClean="0"/>
              <a:t>think of a multivalued attribute Employees of the entity type DEPARTMENT whose value for each DEPARTMENT entity is the set of EMPLOYEE entities who work for that department. </a:t>
            </a:r>
          </a:p>
          <a:p>
            <a:endParaRPr lang="en-US" altLang="en-US" sz="2000" smtClean="0"/>
          </a:p>
        </p:txBody>
      </p:sp>
      <p:sp>
        <p:nvSpPr>
          <p:cNvPr id="68611"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3B43E0B2-9D84-48B2-93F3-94B9A74E21AA}" type="slidenum">
              <a:rPr lang="en-US" altLang="en-US" sz="1400" smtClean="0">
                <a:solidFill>
                  <a:srgbClr val="990033"/>
                </a:solidFill>
              </a:rPr>
              <a:pPr/>
              <a:t>41</a:t>
            </a:fld>
            <a:endParaRPr lang="en-CA" altLang="en-US" sz="1400" smtClean="0">
              <a:solidFill>
                <a:srgbClr val="990033"/>
              </a:solidFill>
            </a:endParaRPr>
          </a:p>
        </p:txBody>
      </p:sp>
      <p:pic>
        <p:nvPicPr>
          <p:cNvPr id="68612"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7163" y="1773238"/>
            <a:ext cx="3394075" cy="284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Title 1"/>
          <p:cNvSpPr>
            <a:spLocks noGrp="1" noChangeArrowheads="1"/>
          </p:cNvSpPr>
          <p:nvPr>
            <p:ph type="title"/>
          </p:nvPr>
        </p:nvSpPr>
        <p:spPr/>
        <p:txBody>
          <a:bodyPr/>
          <a:lstStyle/>
          <a:p>
            <a:pPr eaLnBrk="1" hangingPunct="1"/>
            <a:r>
              <a:rPr lang="en-US" altLang="en-GB" smtClean="0"/>
              <a:t>Lets Do Some Hands-On</a:t>
            </a:r>
          </a:p>
        </p:txBody>
      </p:sp>
      <p:sp>
        <p:nvSpPr>
          <p:cNvPr id="69634" name="Content Placeholder 2"/>
          <p:cNvSpPr>
            <a:spLocks noGrp="1" noChangeArrowheads="1"/>
          </p:cNvSpPr>
          <p:nvPr>
            <p:ph idx="1"/>
          </p:nvPr>
        </p:nvSpPr>
        <p:spPr/>
        <p:txBody>
          <a:bodyPr/>
          <a:lstStyle/>
          <a:p>
            <a:pPr eaLnBrk="1" hangingPunct="1"/>
            <a:r>
              <a:rPr lang="en-US" altLang="en-GB" smtClean="0"/>
              <a:t>Do the Practice right now along with me</a:t>
            </a:r>
          </a:p>
        </p:txBody>
      </p:sp>
      <p:sp>
        <p:nvSpPr>
          <p:cNvPr id="69635"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3- </a:t>
            </a:r>
            <a:fld id="{EDB766E9-ABC3-4AC0-9D23-00ED3A0775C4}" type="slidenum">
              <a:rPr lang="en-US" altLang="en-US" sz="1400" smtClean="0">
                <a:solidFill>
                  <a:srgbClr val="990033"/>
                </a:solidFill>
              </a:rPr>
              <a:pPr>
                <a:spcBef>
                  <a:spcPct val="0"/>
                </a:spcBef>
                <a:buClrTx/>
                <a:buSzTx/>
                <a:buFontTx/>
                <a:buNone/>
              </a:pPr>
              <a:t>42</a:t>
            </a:fld>
            <a:endParaRPr lang="en-CA" altLang="en-US" sz="1400" smtClean="0">
              <a:solidFill>
                <a:srgbClr val="990033"/>
              </a:solidFill>
            </a:endParaRPr>
          </a:p>
        </p:txBody>
      </p:sp>
      <p:pic>
        <p:nvPicPr>
          <p:cNvPr id="6963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2138" y="2781300"/>
            <a:ext cx="2366962" cy="236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F8CE6728-F593-4FD4-B80D-354377E57C56}" type="slidenum">
              <a:rPr lang="en-US" altLang="en-US" sz="1400" smtClean="0">
                <a:solidFill>
                  <a:srgbClr val="990033"/>
                </a:solidFill>
              </a:rPr>
              <a:pPr>
                <a:spcBef>
                  <a:spcPct val="0"/>
                </a:spcBef>
                <a:buClrTx/>
                <a:buSzTx/>
                <a:buFontTx/>
                <a:buNone/>
              </a:pPr>
              <a:t>43</a:t>
            </a:fld>
            <a:endParaRPr lang="en-CA" altLang="en-US" sz="1400" smtClean="0">
              <a:solidFill>
                <a:srgbClr val="990033"/>
              </a:solidFill>
            </a:endParaRPr>
          </a:p>
        </p:txBody>
      </p:sp>
      <p:sp>
        <p:nvSpPr>
          <p:cNvPr id="70658" name="Rectangle 6"/>
          <p:cNvSpPr>
            <a:spLocks noGrp="1" noChangeArrowheads="1"/>
          </p:cNvSpPr>
          <p:nvPr>
            <p:ph type="title"/>
          </p:nvPr>
        </p:nvSpPr>
        <p:spPr/>
        <p:txBody>
          <a:bodyPr/>
          <a:lstStyle/>
          <a:p>
            <a:pPr eaLnBrk="1" hangingPunct="1"/>
            <a:r>
              <a:rPr lang="en-US" altLang="en-US" smtClean="0"/>
              <a:t>Specifying Updates in SQL</a:t>
            </a:r>
          </a:p>
        </p:txBody>
      </p:sp>
      <p:sp>
        <p:nvSpPr>
          <p:cNvPr id="70659" name="Rectangle 7"/>
          <p:cNvSpPr>
            <a:spLocks noGrp="1" noChangeArrowheads="1"/>
          </p:cNvSpPr>
          <p:nvPr>
            <p:ph type="body" idx="1"/>
          </p:nvPr>
        </p:nvSpPr>
        <p:spPr/>
        <p:txBody>
          <a:bodyPr/>
          <a:lstStyle/>
          <a:p>
            <a:pPr eaLnBrk="1" hangingPunct="1"/>
            <a:r>
              <a:rPr lang="en-US" altLang="en-US" smtClean="0"/>
              <a:t>There are three SQL commands to modify the database: </a:t>
            </a:r>
            <a:r>
              <a:rPr lang="en-US" altLang="en-US" b="1" smtClean="0"/>
              <a:t>INSERT</a:t>
            </a:r>
            <a:r>
              <a:rPr lang="en-US" altLang="en-US" smtClean="0"/>
              <a:t>, </a:t>
            </a:r>
            <a:r>
              <a:rPr lang="en-US" altLang="en-US" b="1" smtClean="0"/>
              <a:t>DELETE</a:t>
            </a:r>
            <a:r>
              <a:rPr lang="en-US" altLang="en-US" smtClean="0"/>
              <a:t>, and </a:t>
            </a:r>
            <a:r>
              <a:rPr lang="en-US" altLang="en-US" b="1" smtClean="0"/>
              <a:t>UPDATE</a:t>
            </a:r>
          </a:p>
        </p:txBody>
      </p:sp>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8FD26CC6-FB1D-426C-BDD7-173D26436AE6}" type="slidenum">
              <a:rPr lang="en-US" altLang="en-US" sz="1400" smtClean="0">
                <a:solidFill>
                  <a:srgbClr val="990033"/>
                </a:solidFill>
              </a:rPr>
              <a:pPr>
                <a:spcBef>
                  <a:spcPct val="0"/>
                </a:spcBef>
                <a:buClrTx/>
                <a:buSzTx/>
                <a:buFontTx/>
                <a:buNone/>
              </a:pPr>
              <a:t>44</a:t>
            </a:fld>
            <a:endParaRPr lang="en-CA" altLang="en-US" sz="1400" smtClean="0">
              <a:solidFill>
                <a:srgbClr val="990033"/>
              </a:solidFill>
            </a:endParaRPr>
          </a:p>
        </p:txBody>
      </p:sp>
      <p:sp>
        <p:nvSpPr>
          <p:cNvPr id="72706" name="Rectangle 6"/>
          <p:cNvSpPr>
            <a:spLocks noGrp="1" noChangeArrowheads="1"/>
          </p:cNvSpPr>
          <p:nvPr>
            <p:ph type="title"/>
          </p:nvPr>
        </p:nvSpPr>
        <p:spPr/>
        <p:txBody>
          <a:bodyPr/>
          <a:lstStyle/>
          <a:p>
            <a:pPr eaLnBrk="1" hangingPunct="1"/>
            <a:r>
              <a:rPr lang="en-US" altLang="en-US" smtClean="0"/>
              <a:t>INSERT</a:t>
            </a:r>
          </a:p>
        </p:txBody>
      </p:sp>
      <p:sp>
        <p:nvSpPr>
          <p:cNvPr id="72707" name="Rectangle 7"/>
          <p:cNvSpPr>
            <a:spLocks noGrp="1" noChangeArrowheads="1"/>
          </p:cNvSpPr>
          <p:nvPr>
            <p:ph type="body" idx="1"/>
          </p:nvPr>
        </p:nvSpPr>
        <p:spPr/>
        <p:txBody>
          <a:bodyPr/>
          <a:lstStyle/>
          <a:p>
            <a:pPr eaLnBrk="1" hangingPunct="1"/>
            <a:r>
              <a:rPr lang="en-US" altLang="en-US" smtClean="0"/>
              <a:t>In its simplest form, it is used to add one or more tuples to a relation</a:t>
            </a:r>
          </a:p>
          <a:p>
            <a:pPr eaLnBrk="1" hangingPunct="1"/>
            <a:r>
              <a:rPr lang="en-US" altLang="en-US" smtClean="0"/>
              <a:t>Attribute values should be listed in the same order as the attributes were specified in the </a:t>
            </a:r>
            <a:r>
              <a:rPr lang="en-US" altLang="en-US" b="1" smtClean="0"/>
              <a:t>CREATE TABLE</a:t>
            </a:r>
            <a:r>
              <a:rPr lang="en-US" altLang="en-US" smtClean="0"/>
              <a:t> command</a:t>
            </a:r>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102AE8EC-16E4-480D-9E4D-B677A1D4437E}" type="slidenum">
              <a:rPr lang="en-US" altLang="en-US" sz="1400" smtClean="0">
                <a:solidFill>
                  <a:srgbClr val="990033"/>
                </a:solidFill>
              </a:rPr>
              <a:pPr>
                <a:spcBef>
                  <a:spcPct val="0"/>
                </a:spcBef>
                <a:buClrTx/>
                <a:buSzTx/>
                <a:buFontTx/>
                <a:buNone/>
              </a:pPr>
              <a:t>45</a:t>
            </a:fld>
            <a:endParaRPr lang="en-CA" altLang="en-US" sz="1400" smtClean="0">
              <a:solidFill>
                <a:srgbClr val="990033"/>
              </a:solidFill>
            </a:endParaRPr>
          </a:p>
        </p:txBody>
      </p:sp>
      <p:sp>
        <p:nvSpPr>
          <p:cNvPr id="74754" name="Rectangle 6"/>
          <p:cNvSpPr>
            <a:spLocks noGrp="1" noChangeArrowheads="1"/>
          </p:cNvSpPr>
          <p:nvPr>
            <p:ph type="title"/>
          </p:nvPr>
        </p:nvSpPr>
        <p:spPr/>
        <p:txBody>
          <a:bodyPr/>
          <a:lstStyle/>
          <a:p>
            <a:pPr eaLnBrk="1" hangingPunct="1"/>
            <a:r>
              <a:rPr lang="en-US" altLang="en-US" smtClean="0"/>
              <a:t>INSERT (contd.)</a:t>
            </a:r>
          </a:p>
        </p:txBody>
      </p:sp>
      <p:sp>
        <p:nvSpPr>
          <p:cNvPr id="74755" name="Rectangle 7"/>
          <p:cNvSpPr>
            <a:spLocks noGrp="1" noChangeArrowheads="1"/>
          </p:cNvSpPr>
          <p:nvPr>
            <p:ph type="body" idx="1"/>
          </p:nvPr>
        </p:nvSpPr>
        <p:spPr/>
        <p:txBody>
          <a:bodyPr/>
          <a:lstStyle/>
          <a:p>
            <a:pPr eaLnBrk="1" hangingPunct="1">
              <a:lnSpc>
                <a:spcPct val="80000"/>
              </a:lnSpc>
            </a:pPr>
            <a:r>
              <a:rPr lang="en-US" altLang="en-US" sz="2400" smtClean="0"/>
              <a:t>Example:</a:t>
            </a:r>
          </a:p>
          <a:p>
            <a:pPr lvl="1" eaLnBrk="1" hangingPunct="1">
              <a:lnSpc>
                <a:spcPct val="80000"/>
              </a:lnSpc>
              <a:buFont typeface="Wingdings" panose="05000000000000000000" pitchFamily="2" charset="2"/>
              <a:buNone/>
            </a:pPr>
            <a:r>
              <a:rPr lang="en-US" altLang="en-US" sz="2200" smtClean="0"/>
              <a:t>U1:	INSERT INTO  	EMPLOYEE</a:t>
            </a:r>
            <a:br>
              <a:rPr lang="en-US" altLang="en-US" sz="2200" smtClean="0"/>
            </a:br>
            <a:r>
              <a:rPr lang="en-US" altLang="en-US" sz="2200" smtClean="0"/>
              <a:t>	VALUES ('Richard','K','Marini', '653298653', '30-DEC-52',</a:t>
            </a:r>
            <a:br>
              <a:rPr lang="en-US" altLang="en-US" sz="2200" smtClean="0"/>
            </a:br>
            <a:r>
              <a:rPr lang="en-US" altLang="en-US" sz="2200" smtClean="0"/>
              <a:t>	'98 Oak Forest,Katy,TX', 'M', 37000,'987654321', 4 )</a:t>
            </a:r>
            <a:br>
              <a:rPr lang="en-US" altLang="en-US" sz="2200" smtClean="0"/>
            </a:br>
            <a:endParaRPr lang="en-US" altLang="en-US" sz="2200" smtClean="0"/>
          </a:p>
          <a:p>
            <a:pPr eaLnBrk="1" hangingPunct="1">
              <a:lnSpc>
                <a:spcPct val="80000"/>
              </a:lnSpc>
            </a:pPr>
            <a:r>
              <a:rPr lang="en-US" altLang="en-US" sz="2400" smtClean="0"/>
              <a:t>An alternate form of INSERT specifies explicitly the attribute names that correspond to the values in the new tuple</a:t>
            </a:r>
          </a:p>
          <a:p>
            <a:pPr lvl="1" eaLnBrk="1" hangingPunct="1">
              <a:lnSpc>
                <a:spcPct val="80000"/>
              </a:lnSpc>
            </a:pPr>
            <a:r>
              <a:rPr lang="en-US" altLang="en-US" sz="2200" smtClean="0"/>
              <a:t>Attributes with NULL values can be left out</a:t>
            </a:r>
          </a:p>
          <a:p>
            <a:pPr eaLnBrk="1" hangingPunct="1">
              <a:lnSpc>
                <a:spcPct val="80000"/>
              </a:lnSpc>
            </a:pPr>
            <a:r>
              <a:rPr lang="en-US" altLang="en-US" sz="2400" smtClean="0"/>
              <a:t>Example: Insert a tuple for a new EMPLOYEE for whom we only know the FNAME, LNAME, and SSN attributes.</a:t>
            </a:r>
          </a:p>
          <a:p>
            <a:pPr lvl="1" eaLnBrk="1" hangingPunct="1">
              <a:lnSpc>
                <a:spcPct val="80000"/>
              </a:lnSpc>
              <a:buFont typeface="Wingdings" panose="05000000000000000000" pitchFamily="2" charset="2"/>
              <a:buNone/>
            </a:pPr>
            <a:r>
              <a:rPr lang="en-US" altLang="en-US" sz="2200" smtClean="0"/>
              <a:t>U1A:   INSERT INTO 	EMPLOYEE (FNAME, LNAME, 						SSN)</a:t>
            </a:r>
            <a:br>
              <a:rPr lang="en-US" altLang="en-US" sz="2200" smtClean="0"/>
            </a:br>
            <a:r>
              <a:rPr lang="en-US" altLang="en-US" sz="2200" smtClean="0"/>
              <a:t>	   VALUES ('Richard', 'Marini', '653298653')</a:t>
            </a:r>
          </a:p>
        </p:txBody>
      </p:sp>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45C5069E-4012-4D05-8C13-1D7B6882B74A}" type="slidenum">
              <a:rPr lang="en-US" altLang="en-US" sz="1400" smtClean="0">
                <a:solidFill>
                  <a:srgbClr val="990033"/>
                </a:solidFill>
              </a:rPr>
              <a:pPr>
                <a:spcBef>
                  <a:spcPct val="0"/>
                </a:spcBef>
                <a:buClrTx/>
                <a:buSzTx/>
                <a:buFontTx/>
                <a:buNone/>
              </a:pPr>
              <a:t>46</a:t>
            </a:fld>
            <a:endParaRPr lang="en-CA" altLang="en-US" sz="1400" smtClean="0">
              <a:solidFill>
                <a:srgbClr val="990033"/>
              </a:solidFill>
            </a:endParaRPr>
          </a:p>
        </p:txBody>
      </p:sp>
      <p:sp>
        <p:nvSpPr>
          <p:cNvPr id="76802" name="Rectangle 6"/>
          <p:cNvSpPr>
            <a:spLocks noGrp="1" noChangeArrowheads="1"/>
          </p:cNvSpPr>
          <p:nvPr>
            <p:ph type="title"/>
          </p:nvPr>
        </p:nvSpPr>
        <p:spPr/>
        <p:txBody>
          <a:bodyPr/>
          <a:lstStyle/>
          <a:p>
            <a:pPr eaLnBrk="1" hangingPunct="1"/>
            <a:r>
              <a:rPr lang="en-US" altLang="en-US" smtClean="0"/>
              <a:t>INSERT (contd.)</a:t>
            </a:r>
          </a:p>
        </p:txBody>
      </p:sp>
      <p:sp>
        <p:nvSpPr>
          <p:cNvPr id="76803" name="Rectangle 7"/>
          <p:cNvSpPr>
            <a:spLocks noGrp="1" noChangeArrowheads="1"/>
          </p:cNvSpPr>
          <p:nvPr>
            <p:ph type="body" idx="1"/>
          </p:nvPr>
        </p:nvSpPr>
        <p:spPr/>
        <p:txBody>
          <a:bodyPr/>
          <a:lstStyle/>
          <a:p>
            <a:pPr eaLnBrk="1" hangingPunct="1"/>
            <a:r>
              <a:rPr lang="en-US" altLang="en-US" smtClean="0"/>
              <a:t>Important Note: Only the constraints specified in the DDL commands are automatically enforced by the DBMS when updates are applied to the database</a:t>
            </a:r>
          </a:p>
          <a:p>
            <a:pPr lvl="1" eaLnBrk="1" hangingPunct="1"/>
            <a:r>
              <a:rPr lang="en-US" altLang="en-US" smtClean="0"/>
              <a:t>Another variation of INSERT allows insertion of </a:t>
            </a:r>
            <a:r>
              <a:rPr lang="en-US" altLang="en-US" i="1" smtClean="0"/>
              <a:t>multiple tuples</a:t>
            </a:r>
            <a:r>
              <a:rPr lang="en-US" altLang="en-US" smtClean="0"/>
              <a:t> resulting from a query into a relation</a:t>
            </a:r>
          </a:p>
          <a:p>
            <a:pPr eaLnBrk="1" hangingPunct="1"/>
            <a:endParaRPr lang="en-US" altLang="en-US" smtClean="0"/>
          </a:p>
        </p:txBody>
      </p:sp>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27F79CAC-B26B-4F0A-BC69-5EC110806813}" type="slidenum">
              <a:rPr lang="en-US" altLang="en-US" sz="1400" smtClean="0">
                <a:solidFill>
                  <a:srgbClr val="990033"/>
                </a:solidFill>
              </a:rPr>
              <a:pPr>
                <a:spcBef>
                  <a:spcPct val="0"/>
                </a:spcBef>
                <a:buClrTx/>
                <a:buSzTx/>
                <a:buFontTx/>
                <a:buNone/>
              </a:pPr>
              <a:t>47</a:t>
            </a:fld>
            <a:endParaRPr lang="en-CA" altLang="en-US" sz="1400" smtClean="0">
              <a:solidFill>
                <a:srgbClr val="990033"/>
              </a:solidFill>
            </a:endParaRPr>
          </a:p>
        </p:txBody>
      </p:sp>
      <p:sp>
        <p:nvSpPr>
          <p:cNvPr id="78850" name="Rectangle 6"/>
          <p:cNvSpPr>
            <a:spLocks noGrp="1" noChangeArrowheads="1"/>
          </p:cNvSpPr>
          <p:nvPr>
            <p:ph type="title"/>
          </p:nvPr>
        </p:nvSpPr>
        <p:spPr/>
        <p:txBody>
          <a:bodyPr/>
          <a:lstStyle/>
          <a:p>
            <a:pPr eaLnBrk="1" hangingPunct="1"/>
            <a:r>
              <a:rPr lang="en-US" altLang="en-US" smtClean="0"/>
              <a:t>INSERT (contd.)</a:t>
            </a:r>
          </a:p>
        </p:txBody>
      </p:sp>
      <p:sp>
        <p:nvSpPr>
          <p:cNvPr id="78851" name="Rectangle 7"/>
          <p:cNvSpPr>
            <a:spLocks noGrp="1" noChangeArrowheads="1"/>
          </p:cNvSpPr>
          <p:nvPr>
            <p:ph type="body" idx="1"/>
          </p:nvPr>
        </p:nvSpPr>
        <p:spPr/>
        <p:txBody>
          <a:bodyPr/>
          <a:lstStyle/>
          <a:p>
            <a:pPr eaLnBrk="1" hangingPunct="1">
              <a:lnSpc>
                <a:spcPct val="80000"/>
              </a:lnSpc>
            </a:pPr>
            <a:r>
              <a:rPr lang="en-US" altLang="en-US" sz="2000" smtClean="0"/>
              <a:t>Example: Suppose we want to create a temporary table that has the name, number of employees, and total salaries for each department.</a:t>
            </a:r>
          </a:p>
          <a:p>
            <a:pPr lvl="1" eaLnBrk="1" hangingPunct="1">
              <a:lnSpc>
                <a:spcPct val="80000"/>
              </a:lnSpc>
            </a:pPr>
            <a:r>
              <a:rPr lang="en-US" altLang="en-US" sz="2000" smtClean="0"/>
              <a:t>A table DEPTS_INFO is created by U3A, and is loaded with the summary information retrieved from the database by the query in U3B.</a:t>
            </a:r>
          </a:p>
          <a:p>
            <a:pPr lvl="1" eaLnBrk="1" hangingPunct="1">
              <a:lnSpc>
                <a:spcPct val="80000"/>
              </a:lnSpc>
              <a:buFont typeface="Wingdings" panose="05000000000000000000" pitchFamily="2" charset="2"/>
              <a:buNone/>
            </a:pPr>
            <a:r>
              <a:rPr lang="en-US" altLang="en-US" sz="2000" smtClean="0"/>
              <a:t>U3A:	CREATE TABLE  DEPTS_INFO</a:t>
            </a:r>
            <a:br>
              <a:rPr lang="en-US" altLang="en-US" sz="2000" smtClean="0"/>
            </a:br>
            <a:r>
              <a:rPr lang="en-US" altLang="en-US" sz="2000" smtClean="0"/>
              <a:t>			(DEPT_NAME		VARCHAR(10),</a:t>
            </a:r>
            <a:br>
              <a:rPr lang="en-US" altLang="en-US" sz="2000" smtClean="0"/>
            </a:br>
            <a:r>
              <a:rPr lang="en-US" altLang="en-US" sz="2000" smtClean="0"/>
              <a:t>			 NO_OF_EMPS		INTEGER,</a:t>
            </a:r>
            <a:br>
              <a:rPr lang="en-US" altLang="en-US" sz="2000" smtClean="0"/>
            </a:br>
            <a:r>
              <a:rPr lang="en-US" altLang="en-US" sz="2000" smtClean="0"/>
              <a:t>			 TOTAL_SAL		INTEGER);</a:t>
            </a:r>
          </a:p>
          <a:p>
            <a:pPr lvl="1" eaLnBrk="1" hangingPunct="1">
              <a:lnSpc>
                <a:spcPct val="80000"/>
              </a:lnSpc>
              <a:buFont typeface="Wingdings" panose="05000000000000000000" pitchFamily="2" charset="2"/>
              <a:buNone/>
            </a:pPr>
            <a:endParaRPr lang="en-US" altLang="en-US" sz="2000" smtClean="0"/>
          </a:p>
          <a:p>
            <a:pPr lvl="1" eaLnBrk="1" hangingPunct="1">
              <a:lnSpc>
                <a:spcPct val="80000"/>
              </a:lnSpc>
              <a:buFont typeface="Wingdings" panose="05000000000000000000" pitchFamily="2" charset="2"/>
              <a:buNone/>
            </a:pPr>
            <a:r>
              <a:rPr lang="en-US" altLang="en-US" sz="2000" smtClean="0"/>
              <a:t>U3B:	INSERT INTO	DEPTS_INFO (DEPT_NAME, 					NO_OF_EMPS, TOTAL_SAL)</a:t>
            </a:r>
            <a:br>
              <a:rPr lang="en-US" altLang="en-US" sz="2000" smtClean="0"/>
            </a:br>
            <a:r>
              <a:rPr lang="en-US" altLang="en-US" sz="2000" smtClean="0"/>
              <a:t>		SELECT	DNAME, COUNT (*), SUM (SALARY)</a:t>
            </a:r>
            <a:br>
              <a:rPr lang="en-US" altLang="en-US" sz="2000" smtClean="0"/>
            </a:br>
            <a:r>
              <a:rPr lang="en-US" altLang="en-US" sz="2000" smtClean="0"/>
              <a:t>		FROM		DEPARTMENT, EMPLOYEE</a:t>
            </a:r>
            <a:br>
              <a:rPr lang="en-US" altLang="en-US" sz="2000" smtClean="0"/>
            </a:br>
            <a:r>
              <a:rPr lang="en-US" altLang="en-US" sz="2000" smtClean="0"/>
              <a:t>		WHERE	DNUMBER=DNO</a:t>
            </a:r>
            <a:br>
              <a:rPr lang="en-US" altLang="en-US" sz="2000" smtClean="0"/>
            </a:br>
            <a:r>
              <a:rPr lang="en-US" altLang="en-US" sz="2000" smtClean="0"/>
              <a:t>		GROUP BY	DNAME ;</a:t>
            </a:r>
          </a:p>
        </p:txBody>
      </p:sp>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F9E3F5F1-679D-45FB-B5C3-CAC6C6FC2366}" type="slidenum">
              <a:rPr lang="en-US" altLang="en-US" sz="1400" smtClean="0">
                <a:solidFill>
                  <a:srgbClr val="990033"/>
                </a:solidFill>
              </a:rPr>
              <a:pPr>
                <a:spcBef>
                  <a:spcPct val="0"/>
                </a:spcBef>
                <a:buClrTx/>
                <a:buSzTx/>
                <a:buFontTx/>
                <a:buNone/>
              </a:pPr>
              <a:t>48</a:t>
            </a:fld>
            <a:endParaRPr lang="en-CA" altLang="en-US" sz="1400" smtClean="0">
              <a:solidFill>
                <a:srgbClr val="990033"/>
              </a:solidFill>
            </a:endParaRPr>
          </a:p>
        </p:txBody>
      </p:sp>
      <p:sp>
        <p:nvSpPr>
          <p:cNvPr id="80898" name="Rectangle 6"/>
          <p:cNvSpPr>
            <a:spLocks noGrp="1" noChangeArrowheads="1"/>
          </p:cNvSpPr>
          <p:nvPr>
            <p:ph type="title"/>
          </p:nvPr>
        </p:nvSpPr>
        <p:spPr/>
        <p:txBody>
          <a:bodyPr/>
          <a:lstStyle/>
          <a:p>
            <a:pPr eaLnBrk="1" hangingPunct="1"/>
            <a:r>
              <a:rPr lang="en-US" altLang="en-US" smtClean="0"/>
              <a:t>INSERT (contd.)</a:t>
            </a:r>
          </a:p>
        </p:txBody>
      </p:sp>
      <p:sp>
        <p:nvSpPr>
          <p:cNvPr id="80899" name="Rectangle 7"/>
          <p:cNvSpPr>
            <a:spLocks noGrp="1" noChangeArrowheads="1"/>
          </p:cNvSpPr>
          <p:nvPr>
            <p:ph type="body" idx="1"/>
          </p:nvPr>
        </p:nvSpPr>
        <p:spPr/>
        <p:txBody>
          <a:bodyPr/>
          <a:lstStyle/>
          <a:p>
            <a:pPr eaLnBrk="1" hangingPunct="1"/>
            <a:r>
              <a:rPr lang="en-US" altLang="en-US" smtClean="0"/>
              <a:t>Note: The DEPTS_INFO table may not be up-to-date if we change the tuples in either the DEPARTMENT or the EMPLOYEE relations </a:t>
            </a:r>
            <a:r>
              <a:rPr lang="en-US" altLang="en-US" i="1" smtClean="0"/>
              <a:t>after</a:t>
            </a:r>
            <a:r>
              <a:rPr lang="en-US" altLang="en-US" smtClean="0"/>
              <a:t>  issuing U3B. We have to create a view (see later) to keep such a table up to date.</a:t>
            </a:r>
          </a:p>
        </p:txBody>
      </p:sp>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05B8E03F-AE8E-4BE4-B2AB-91E6DBEDFE51}" type="slidenum">
              <a:rPr lang="en-US" altLang="en-US" sz="1400" smtClean="0">
                <a:solidFill>
                  <a:srgbClr val="990033"/>
                </a:solidFill>
              </a:rPr>
              <a:pPr>
                <a:spcBef>
                  <a:spcPct val="0"/>
                </a:spcBef>
                <a:buClrTx/>
                <a:buSzTx/>
                <a:buFontTx/>
                <a:buNone/>
              </a:pPr>
              <a:t>49</a:t>
            </a:fld>
            <a:endParaRPr lang="en-CA" altLang="en-US" sz="1400" smtClean="0">
              <a:solidFill>
                <a:srgbClr val="990033"/>
              </a:solidFill>
            </a:endParaRPr>
          </a:p>
        </p:txBody>
      </p:sp>
      <p:sp>
        <p:nvSpPr>
          <p:cNvPr id="82946" name="Rectangle 6"/>
          <p:cNvSpPr>
            <a:spLocks noGrp="1" noChangeArrowheads="1"/>
          </p:cNvSpPr>
          <p:nvPr>
            <p:ph type="title"/>
          </p:nvPr>
        </p:nvSpPr>
        <p:spPr/>
        <p:txBody>
          <a:bodyPr/>
          <a:lstStyle/>
          <a:p>
            <a:pPr eaLnBrk="1" hangingPunct="1"/>
            <a:r>
              <a:rPr lang="en-US" altLang="en-US" smtClean="0"/>
              <a:t>DELETE</a:t>
            </a:r>
          </a:p>
        </p:txBody>
      </p:sp>
      <p:sp>
        <p:nvSpPr>
          <p:cNvPr id="82947" name="Rectangle 7"/>
          <p:cNvSpPr>
            <a:spLocks noGrp="1" noChangeArrowheads="1"/>
          </p:cNvSpPr>
          <p:nvPr>
            <p:ph type="body" idx="1"/>
          </p:nvPr>
        </p:nvSpPr>
        <p:spPr/>
        <p:txBody>
          <a:bodyPr/>
          <a:lstStyle/>
          <a:p>
            <a:pPr eaLnBrk="1" hangingPunct="1"/>
            <a:r>
              <a:rPr lang="en-US" altLang="en-US" sz="2400" smtClean="0"/>
              <a:t>Removes tuples from a relation</a:t>
            </a:r>
          </a:p>
          <a:p>
            <a:pPr lvl="1" eaLnBrk="1" hangingPunct="1"/>
            <a:r>
              <a:rPr lang="en-US" altLang="en-US" sz="2200" smtClean="0"/>
              <a:t>Includes a WHERE-clause to select the tuples to be deleted</a:t>
            </a:r>
          </a:p>
          <a:p>
            <a:pPr lvl="1" eaLnBrk="1" hangingPunct="1"/>
            <a:r>
              <a:rPr lang="en-US" altLang="en-US" sz="2200" smtClean="0"/>
              <a:t>Referential integrity should be enforced</a:t>
            </a:r>
          </a:p>
          <a:p>
            <a:pPr lvl="1" eaLnBrk="1" hangingPunct="1"/>
            <a:r>
              <a:rPr lang="en-US" altLang="en-US" sz="2200" smtClean="0"/>
              <a:t>Tuples are deleted from only </a:t>
            </a:r>
            <a:r>
              <a:rPr lang="en-US" altLang="en-US" sz="2200" i="1" smtClean="0"/>
              <a:t>one table</a:t>
            </a:r>
            <a:r>
              <a:rPr lang="en-US" altLang="en-US" sz="2200" smtClean="0"/>
              <a:t> at a time (unless CASCADE is specified on a referential integrity constraint)</a:t>
            </a:r>
          </a:p>
          <a:p>
            <a:pPr lvl="1" eaLnBrk="1" hangingPunct="1"/>
            <a:r>
              <a:rPr lang="en-US" altLang="en-US" sz="2200" smtClean="0"/>
              <a:t>A missing WHERE-clause specifies that </a:t>
            </a:r>
            <a:r>
              <a:rPr lang="en-US" altLang="en-US" sz="2200" i="1" smtClean="0"/>
              <a:t>all tuples</a:t>
            </a:r>
            <a:r>
              <a:rPr lang="en-US" altLang="en-US" sz="2200" smtClean="0"/>
              <a:t> in the relation are to be deleted; the table then becomes an empty table</a:t>
            </a:r>
          </a:p>
          <a:p>
            <a:pPr lvl="1" eaLnBrk="1" hangingPunct="1"/>
            <a:r>
              <a:rPr lang="en-US" altLang="en-US" sz="2200" smtClean="0"/>
              <a:t>The number of tuples deleted depends on the number of tuples in the relation that satisfy the WHERE-clause</a:t>
            </a:r>
          </a:p>
          <a:p>
            <a:pPr eaLnBrk="1" hangingPunct="1"/>
            <a:endParaRPr lang="en-US" altLang="en-US" sz="2400" smtClean="0"/>
          </a:p>
        </p:txBody>
      </p:sp>
    </p:spTree>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B3B24CB9-EBA7-41A1-86CE-0ED86B05BFBD}" type="slidenum">
              <a:rPr lang="en-US" altLang="en-US" sz="1400" smtClean="0">
                <a:solidFill>
                  <a:srgbClr val="990033"/>
                </a:solidFill>
              </a:rPr>
              <a:pPr>
                <a:spcBef>
                  <a:spcPct val="0"/>
                </a:spcBef>
                <a:buClrTx/>
                <a:buSzTx/>
                <a:buFontTx/>
                <a:buNone/>
              </a:pPr>
              <a:t>50</a:t>
            </a:fld>
            <a:endParaRPr lang="en-CA" altLang="en-US" sz="1400" smtClean="0">
              <a:solidFill>
                <a:srgbClr val="990033"/>
              </a:solidFill>
            </a:endParaRPr>
          </a:p>
        </p:txBody>
      </p:sp>
      <p:sp>
        <p:nvSpPr>
          <p:cNvPr id="84994" name="Rectangle 6"/>
          <p:cNvSpPr>
            <a:spLocks noGrp="1" noChangeArrowheads="1"/>
          </p:cNvSpPr>
          <p:nvPr>
            <p:ph type="title"/>
          </p:nvPr>
        </p:nvSpPr>
        <p:spPr/>
        <p:txBody>
          <a:bodyPr/>
          <a:lstStyle/>
          <a:p>
            <a:pPr eaLnBrk="1" hangingPunct="1"/>
            <a:r>
              <a:rPr lang="en-US" altLang="en-US" smtClean="0"/>
              <a:t>DELETE (contd.)</a:t>
            </a:r>
          </a:p>
        </p:txBody>
      </p:sp>
      <p:sp>
        <p:nvSpPr>
          <p:cNvPr id="84995" name="Rectangle 7"/>
          <p:cNvSpPr>
            <a:spLocks noGrp="1" noChangeArrowheads="1"/>
          </p:cNvSpPr>
          <p:nvPr>
            <p:ph type="body" idx="1"/>
          </p:nvPr>
        </p:nvSpPr>
        <p:spPr/>
        <p:txBody>
          <a:bodyPr/>
          <a:lstStyle/>
          <a:p>
            <a:pPr eaLnBrk="1" hangingPunct="1">
              <a:lnSpc>
                <a:spcPct val="80000"/>
              </a:lnSpc>
            </a:pPr>
            <a:r>
              <a:rPr lang="en-US" altLang="en-US" sz="2000" smtClean="0"/>
              <a:t>Examples:</a:t>
            </a:r>
          </a:p>
          <a:p>
            <a:pPr lvl="1" eaLnBrk="1" hangingPunct="1">
              <a:lnSpc>
                <a:spcPct val="80000"/>
              </a:lnSpc>
              <a:buFont typeface="Wingdings" panose="05000000000000000000" pitchFamily="2" charset="2"/>
              <a:buNone/>
            </a:pPr>
            <a:r>
              <a:rPr lang="en-US" altLang="en-US" sz="2000" smtClean="0"/>
              <a:t>U4A:	DELETE FROM 	EMPLOYEE</a:t>
            </a:r>
            <a:br>
              <a:rPr lang="en-US" altLang="en-US" sz="2000" smtClean="0"/>
            </a:br>
            <a:r>
              <a:rPr lang="en-US" altLang="en-US" sz="2000" smtClean="0"/>
              <a:t>		WHERE		LNAME='Brown’</a:t>
            </a:r>
          </a:p>
          <a:p>
            <a:pPr lvl="1" eaLnBrk="1" hangingPunct="1">
              <a:lnSpc>
                <a:spcPct val="80000"/>
              </a:lnSpc>
              <a:buFont typeface="Wingdings" panose="05000000000000000000" pitchFamily="2" charset="2"/>
              <a:buNone/>
            </a:pPr>
            <a:endParaRPr lang="en-US" altLang="en-US" sz="2000" smtClean="0"/>
          </a:p>
          <a:p>
            <a:pPr lvl="1" eaLnBrk="1" hangingPunct="1">
              <a:lnSpc>
                <a:spcPct val="80000"/>
              </a:lnSpc>
              <a:buFont typeface="Wingdings" panose="05000000000000000000" pitchFamily="2" charset="2"/>
              <a:buNone/>
            </a:pPr>
            <a:r>
              <a:rPr lang="en-US" altLang="en-US" sz="2000" smtClean="0"/>
              <a:t>U4B:	DELETE FROM 	EMPLOYEE</a:t>
            </a:r>
            <a:br>
              <a:rPr lang="en-US" altLang="en-US" sz="2000" smtClean="0"/>
            </a:br>
            <a:r>
              <a:rPr lang="en-US" altLang="en-US" sz="2000" smtClean="0"/>
              <a:t>		WHERE		SSN='123456789’</a:t>
            </a:r>
          </a:p>
          <a:p>
            <a:pPr lvl="1" eaLnBrk="1" hangingPunct="1">
              <a:lnSpc>
                <a:spcPct val="80000"/>
              </a:lnSpc>
              <a:buFont typeface="Wingdings" panose="05000000000000000000" pitchFamily="2" charset="2"/>
              <a:buNone/>
            </a:pPr>
            <a:endParaRPr lang="en-US" altLang="en-US" sz="2000" smtClean="0"/>
          </a:p>
          <a:p>
            <a:pPr lvl="1" eaLnBrk="1" hangingPunct="1">
              <a:lnSpc>
                <a:spcPct val="80000"/>
              </a:lnSpc>
              <a:buFont typeface="Wingdings" panose="05000000000000000000" pitchFamily="2" charset="2"/>
              <a:buNone/>
            </a:pPr>
            <a:r>
              <a:rPr lang="en-US" altLang="en-US" sz="2000" smtClean="0"/>
              <a:t>U4C:	DELETE FROM 	EMPLOYEE</a:t>
            </a:r>
            <a:br>
              <a:rPr lang="en-US" altLang="en-US" sz="2000" smtClean="0"/>
            </a:br>
            <a:r>
              <a:rPr lang="en-US" altLang="en-US" sz="2000" smtClean="0"/>
              <a:t>		WHERE		DNO  IN				  			(SELECT	DNUMBER</a:t>
            </a:r>
            <a:br>
              <a:rPr lang="en-US" altLang="en-US" sz="2000" smtClean="0"/>
            </a:br>
            <a:r>
              <a:rPr lang="en-US" altLang="en-US" sz="2000" smtClean="0"/>
              <a:t>					FROM	DEPARTMENT</a:t>
            </a:r>
            <a:br>
              <a:rPr lang="en-US" altLang="en-US" sz="2000" smtClean="0"/>
            </a:br>
            <a:r>
              <a:rPr lang="en-US" altLang="en-US" sz="2000" smtClean="0"/>
              <a:t>					WHERE							DNAME='Research')</a:t>
            </a:r>
          </a:p>
          <a:p>
            <a:pPr lvl="1" eaLnBrk="1" hangingPunct="1">
              <a:lnSpc>
                <a:spcPct val="80000"/>
              </a:lnSpc>
              <a:buFont typeface="Wingdings" panose="05000000000000000000" pitchFamily="2" charset="2"/>
              <a:buNone/>
            </a:pPr>
            <a:endParaRPr lang="en-US" altLang="en-US" sz="2000" smtClean="0"/>
          </a:p>
          <a:p>
            <a:pPr lvl="1" eaLnBrk="1" hangingPunct="1">
              <a:lnSpc>
                <a:spcPct val="80000"/>
              </a:lnSpc>
              <a:buFont typeface="Wingdings" panose="05000000000000000000" pitchFamily="2" charset="2"/>
              <a:buNone/>
            </a:pPr>
            <a:r>
              <a:rPr lang="en-US" altLang="en-US" sz="2000" smtClean="0"/>
              <a:t>U4D:	DELETE FROM 	EMPLOYEE</a:t>
            </a:r>
          </a:p>
        </p:txBody>
      </p:sp>
    </p:spTree>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D5B5C164-546E-4447-85E4-A2F356AB8169}" type="slidenum">
              <a:rPr lang="en-US" altLang="en-US" sz="1400" smtClean="0">
                <a:solidFill>
                  <a:srgbClr val="990033"/>
                </a:solidFill>
              </a:rPr>
              <a:pPr>
                <a:spcBef>
                  <a:spcPct val="0"/>
                </a:spcBef>
                <a:buClrTx/>
                <a:buSzTx/>
                <a:buFontTx/>
                <a:buNone/>
              </a:pPr>
              <a:t>51</a:t>
            </a:fld>
            <a:endParaRPr lang="en-CA" altLang="en-US" sz="1400" smtClean="0">
              <a:solidFill>
                <a:srgbClr val="990033"/>
              </a:solidFill>
            </a:endParaRPr>
          </a:p>
        </p:txBody>
      </p:sp>
      <p:sp>
        <p:nvSpPr>
          <p:cNvPr id="87042" name="Rectangle 6"/>
          <p:cNvSpPr>
            <a:spLocks noGrp="1" noChangeArrowheads="1"/>
          </p:cNvSpPr>
          <p:nvPr>
            <p:ph type="title"/>
          </p:nvPr>
        </p:nvSpPr>
        <p:spPr/>
        <p:txBody>
          <a:bodyPr/>
          <a:lstStyle/>
          <a:p>
            <a:pPr eaLnBrk="1" hangingPunct="1"/>
            <a:r>
              <a:rPr lang="en-US" altLang="en-US" smtClean="0"/>
              <a:t>UPDATE</a:t>
            </a:r>
          </a:p>
        </p:txBody>
      </p:sp>
      <p:sp>
        <p:nvSpPr>
          <p:cNvPr id="87043" name="Rectangle 7"/>
          <p:cNvSpPr>
            <a:spLocks noGrp="1" noChangeArrowheads="1"/>
          </p:cNvSpPr>
          <p:nvPr>
            <p:ph type="body" idx="1"/>
          </p:nvPr>
        </p:nvSpPr>
        <p:spPr/>
        <p:txBody>
          <a:bodyPr/>
          <a:lstStyle/>
          <a:p>
            <a:pPr eaLnBrk="1" hangingPunct="1"/>
            <a:r>
              <a:rPr lang="en-US" altLang="en-US" smtClean="0"/>
              <a:t>Used to modify attribute values of one or more selected tuples</a:t>
            </a:r>
          </a:p>
          <a:p>
            <a:pPr eaLnBrk="1" hangingPunct="1"/>
            <a:r>
              <a:rPr lang="en-US" altLang="en-US" smtClean="0"/>
              <a:t>A WHERE-clause selects the tuples to be modified</a:t>
            </a:r>
          </a:p>
          <a:p>
            <a:pPr eaLnBrk="1" hangingPunct="1"/>
            <a:r>
              <a:rPr lang="en-US" altLang="en-US" smtClean="0"/>
              <a:t>An additional SET-clause specifies the attributes to be modified and their new values</a:t>
            </a:r>
          </a:p>
          <a:p>
            <a:pPr eaLnBrk="1" hangingPunct="1"/>
            <a:r>
              <a:rPr lang="en-US" altLang="en-US" smtClean="0"/>
              <a:t>Each command modifies tuples </a:t>
            </a:r>
            <a:r>
              <a:rPr lang="en-US" altLang="en-US" i="1" smtClean="0"/>
              <a:t>in the same relation</a:t>
            </a:r>
          </a:p>
          <a:p>
            <a:pPr eaLnBrk="1" hangingPunct="1"/>
            <a:r>
              <a:rPr lang="en-US" altLang="en-US" smtClean="0"/>
              <a:t>Referential integrity should be enforced</a:t>
            </a:r>
          </a:p>
        </p:txBody>
      </p:sp>
    </p:spTree>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E8806A88-437F-4300-B3D4-EC19C0CE26F4}" type="slidenum">
              <a:rPr lang="en-US" altLang="en-US" sz="1400" smtClean="0">
                <a:solidFill>
                  <a:srgbClr val="990033"/>
                </a:solidFill>
              </a:rPr>
              <a:pPr>
                <a:spcBef>
                  <a:spcPct val="0"/>
                </a:spcBef>
                <a:buClrTx/>
                <a:buSzTx/>
                <a:buFontTx/>
                <a:buNone/>
              </a:pPr>
              <a:t>52</a:t>
            </a:fld>
            <a:endParaRPr lang="en-CA" altLang="en-US" sz="1400" smtClean="0">
              <a:solidFill>
                <a:srgbClr val="990033"/>
              </a:solidFill>
            </a:endParaRPr>
          </a:p>
        </p:txBody>
      </p:sp>
      <p:sp>
        <p:nvSpPr>
          <p:cNvPr id="89090" name="Rectangle 6"/>
          <p:cNvSpPr>
            <a:spLocks noGrp="1" noChangeArrowheads="1"/>
          </p:cNvSpPr>
          <p:nvPr>
            <p:ph type="title"/>
          </p:nvPr>
        </p:nvSpPr>
        <p:spPr/>
        <p:txBody>
          <a:bodyPr/>
          <a:lstStyle/>
          <a:p>
            <a:pPr eaLnBrk="1" hangingPunct="1"/>
            <a:r>
              <a:rPr lang="en-US" altLang="en-US" smtClean="0"/>
              <a:t>UPDATE (contd.)</a:t>
            </a:r>
          </a:p>
        </p:txBody>
      </p:sp>
      <p:sp>
        <p:nvSpPr>
          <p:cNvPr id="89091" name="Rectangle 7"/>
          <p:cNvSpPr>
            <a:spLocks noGrp="1" noChangeArrowheads="1"/>
          </p:cNvSpPr>
          <p:nvPr>
            <p:ph type="body" idx="1"/>
          </p:nvPr>
        </p:nvSpPr>
        <p:spPr/>
        <p:txBody>
          <a:bodyPr/>
          <a:lstStyle/>
          <a:p>
            <a:pPr eaLnBrk="1" hangingPunct="1"/>
            <a:r>
              <a:rPr lang="en-US" altLang="en-US" smtClean="0"/>
              <a:t>Example: Change the location and controlling department number of project number 10 to 'Bellaire' and 5, respectively.</a:t>
            </a:r>
          </a:p>
          <a:p>
            <a:pPr lvl="1" eaLnBrk="1" hangingPunct="1">
              <a:buFont typeface="Wingdings" panose="05000000000000000000" pitchFamily="2" charset="2"/>
              <a:buNone/>
            </a:pPr>
            <a:r>
              <a:rPr lang="en-US" altLang="en-US" smtClean="0"/>
              <a:t>U5:	UPDATE 	PROJECT</a:t>
            </a:r>
            <a:br>
              <a:rPr lang="en-US" altLang="en-US" smtClean="0"/>
            </a:br>
            <a:r>
              <a:rPr lang="en-US" altLang="en-US" smtClean="0"/>
              <a:t>		SET		PLOCATION = 'Bellaire', 					DNUM = 5</a:t>
            </a:r>
            <a:br>
              <a:rPr lang="en-US" altLang="en-US" smtClean="0"/>
            </a:br>
            <a:r>
              <a:rPr lang="en-US" altLang="en-US" smtClean="0"/>
              <a:t>		WHERE	PNUMBER=10</a:t>
            </a:r>
            <a:br>
              <a:rPr lang="en-US" altLang="en-US" smtClean="0"/>
            </a:br>
            <a:endParaRPr lang="en-US" altLang="en-US" smtClean="0"/>
          </a:p>
        </p:txBody>
      </p:sp>
    </p:spTree>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044F4E42-6BE3-4E8B-B362-11D7E2E6D263}" type="slidenum">
              <a:rPr lang="en-US" altLang="en-US" sz="1400" smtClean="0">
                <a:solidFill>
                  <a:srgbClr val="990033"/>
                </a:solidFill>
              </a:rPr>
              <a:pPr>
                <a:spcBef>
                  <a:spcPct val="0"/>
                </a:spcBef>
                <a:buClrTx/>
                <a:buSzTx/>
                <a:buFontTx/>
                <a:buNone/>
              </a:pPr>
              <a:t>53</a:t>
            </a:fld>
            <a:endParaRPr lang="en-CA" altLang="en-US" sz="1400" smtClean="0">
              <a:solidFill>
                <a:srgbClr val="990033"/>
              </a:solidFill>
            </a:endParaRPr>
          </a:p>
        </p:txBody>
      </p:sp>
      <p:sp>
        <p:nvSpPr>
          <p:cNvPr id="91138" name="Rectangle 6"/>
          <p:cNvSpPr>
            <a:spLocks noGrp="1" noChangeArrowheads="1"/>
          </p:cNvSpPr>
          <p:nvPr>
            <p:ph type="title"/>
          </p:nvPr>
        </p:nvSpPr>
        <p:spPr/>
        <p:txBody>
          <a:bodyPr/>
          <a:lstStyle/>
          <a:p>
            <a:pPr eaLnBrk="1" hangingPunct="1"/>
            <a:r>
              <a:rPr lang="en-US" altLang="en-US" smtClean="0"/>
              <a:t>UPDATE (contd.)</a:t>
            </a:r>
          </a:p>
        </p:txBody>
      </p:sp>
      <p:sp>
        <p:nvSpPr>
          <p:cNvPr id="91139" name="Rectangle 7"/>
          <p:cNvSpPr>
            <a:spLocks noGrp="1" noChangeArrowheads="1"/>
          </p:cNvSpPr>
          <p:nvPr>
            <p:ph type="body" idx="1"/>
          </p:nvPr>
        </p:nvSpPr>
        <p:spPr/>
        <p:txBody>
          <a:bodyPr/>
          <a:lstStyle/>
          <a:p>
            <a:pPr eaLnBrk="1" hangingPunct="1">
              <a:lnSpc>
                <a:spcPct val="80000"/>
              </a:lnSpc>
            </a:pPr>
            <a:r>
              <a:rPr lang="en-US" altLang="en-US" sz="2400" smtClean="0"/>
              <a:t>Example: Give all employees in the 'Research' department a 10% raise in salary.</a:t>
            </a:r>
          </a:p>
          <a:p>
            <a:pPr lvl="1" eaLnBrk="1" hangingPunct="1">
              <a:lnSpc>
                <a:spcPct val="80000"/>
              </a:lnSpc>
              <a:buFont typeface="Wingdings" panose="05000000000000000000" pitchFamily="2" charset="2"/>
              <a:buNone/>
            </a:pPr>
            <a:r>
              <a:rPr lang="en-US" altLang="en-US" sz="2200" smtClean="0"/>
              <a:t>U6:	UPDATE 	EMPLOYEE</a:t>
            </a:r>
            <a:br>
              <a:rPr lang="en-US" altLang="en-US" sz="2200" smtClean="0"/>
            </a:br>
            <a:r>
              <a:rPr lang="en-US" altLang="en-US" sz="2200" smtClean="0"/>
              <a:t>	SET		SALARY = SALARY *1.1</a:t>
            </a:r>
            <a:br>
              <a:rPr lang="en-US" altLang="en-US" sz="2200" smtClean="0"/>
            </a:br>
            <a:r>
              <a:rPr lang="en-US" altLang="en-US" sz="2200" smtClean="0"/>
              <a:t>	WHERE	DNO  IN (SELECT	DNUMBER</a:t>
            </a:r>
            <a:br>
              <a:rPr lang="en-US" altLang="en-US" sz="2200" smtClean="0"/>
            </a:br>
            <a:r>
              <a:rPr lang="en-US" altLang="en-US" sz="2200" smtClean="0"/>
              <a:t>			    FROM	DEPARTMENT</a:t>
            </a:r>
            <a:br>
              <a:rPr lang="en-US" altLang="en-US" sz="2200" smtClean="0"/>
            </a:br>
            <a:r>
              <a:rPr lang="en-US" altLang="en-US" sz="2200" smtClean="0"/>
              <a:t>			    WHERE	DNAME='Research')</a:t>
            </a:r>
            <a:br>
              <a:rPr lang="en-US" altLang="en-US" sz="2200" smtClean="0"/>
            </a:br>
            <a:endParaRPr lang="en-US" altLang="en-US" sz="2200" smtClean="0"/>
          </a:p>
          <a:p>
            <a:pPr eaLnBrk="1" hangingPunct="1">
              <a:lnSpc>
                <a:spcPct val="80000"/>
              </a:lnSpc>
            </a:pPr>
            <a:r>
              <a:rPr lang="en-US" altLang="en-US" sz="2400" smtClean="0"/>
              <a:t>In this request, the modified SALARY value depends on the original SALARY value in each tuple</a:t>
            </a:r>
          </a:p>
          <a:p>
            <a:pPr lvl="1" eaLnBrk="1" hangingPunct="1">
              <a:lnSpc>
                <a:spcPct val="80000"/>
              </a:lnSpc>
            </a:pPr>
            <a:r>
              <a:rPr lang="en-US" altLang="en-US" sz="2200" smtClean="0"/>
              <a:t>The reference to the SALARY attribute on the right of = refers to the old SALARY value before modification</a:t>
            </a:r>
          </a:p>
          <a:p>
            <a:pPr lvl="1" eaLnBrk="1" hangingPunct="1">
              <a:lnSpc>
                <a:spcPct val="80000"/>
              </a:lnSpc>
            </a:pPr>
            <a:r>
              <a:rPr lang="en-US" altLang="en-US" sz="2200" smtClean="0"/>
              <a:t>The reference to the SALARY attribute on the left of = refers to the new SALARY value after modification</a:t>
            </a:r>
            <a:br>
              <a:rPr lang="en-US" altLang="en-US" sz="2200" smtClean="0"/>
            </a:br>
            <a:endParaRPr lang="en-US" altLang="en-US" sz="2200" smtClean="0"/>
          </a:p>
        </p:txBody>
      </p:sp>
    </p:spTree>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37C9A433-11F4-4AF2-9B7A-938929C3B762}" type="slidenum">
              <a:rPr lang="en-US" altLang="en-US" sz="1400" smtClean="0">
                <a:solidFill>
                  <a:srgbClr val="990033"/>
                </a:solidFill>
              </a:rPr>
              <a:pPr>
                <a:spcBef>
                  <a:spcPct val="0"/>
                </a:spcBef>
                <a:buClrTx/>
                <a:buSzTx/>
                <a:buFontTx/>
                <a:buNone/>
              </a:pPr>
              <a:t>54</a:t>
            </a:fld>
            <a:endParaRPr lang="en-CA" altLang="en-US" sz="1400" smtClean="0">
              <a:solidFill>
                <a:srgbClr val="990033"/>
              </a:solidFill>
            </a:endParaRPr>
          </a:p>
        </p:txBody>
      </p:sp>
      <p:sp>
        <p:nvSpPr>
          <p:cNvPr id="93186" name="Rectangle 2"/>
          <p:cNvSpPr>
            <a:spLocks noGrp="1" noChangeArrowheads="1"/>
          </p:cNvSpPr>
          <p:nvPr>
            <p:ph type="title"/>
          </p:nvPr>
        </p:nvSpPr>
        <p:spPr/>
        <p:txBody>
          <a:bodyPr/>
          <a:lstStyle/>
          <a:p>
            <a:pPr eaLnBrk="1" hangingPunct="1"/>
            <a:r>
              <a:rPr lang="en-US" altLang="en-US" smtClean="0"/>
              <a:t>Recap of SQL Queries</a:t>
            </a:r>
          </a:p>
        </p:txBody>
      </p:sp>
      <p:sp>
        <p:nvSpPr>
          <p:cNvPr id="93187" name="Rectangle 3"/>
          <p:cNvSpPr>
            <a:spLocks noGrp="1" noChangeArrowheads="1"/>
          </p:cNvSpPr>
          <p:nvPr>
            <p:ph type="body" idx="1"/>
          </p:nvPr>
        </p:nvSpPr>
        <p:spPr/>
        <p:txBody>
          <a:bodyPr/>
          <a:lstStyle/>
          <a:p>
            <a:pPr eaLnBrk="1" hangingPunct="1"/>
            <a:r>
              <a:rPr lang="en-US" altLang="en-US" sz="2400" smtClean="0"/>
              <a:t>A query in SQL can consist of up to six clauses, but only the first two, SELECT and FROM, are mandatory. The clauses are specified in the following order:</a:t>
            </a:r>
            <a:br>
              <a:rPr lang="en-US" altLang="en-US" sz="2400" smtClean="0"/>
            </a:br>
            <a:r>
              <a:rPr lang="en-US" altLang="en-US" sz="2400" smtClean="0"/>
              <a:t/>
            </a:r>
            <a:br>
              <a:rPr lang="en-US" altLang="en-US" sz="2400" smtClean="0"/>
            </a:br>
            <a:r>
              <a:rPr lang="en-US" altLang="en-US" sz="2400" b="1" smtClean="0"/>
              <a:t>SELECT		</a:t>
            </a:r>
            <a:r>
              <a:rPr lang="en-US" altLang="en-US" sz="2400" smtClean="0"/>
              <a:t>&lt;attribute list&gt;</a:t>
            </a:r>
            <a:br>
              <a:rPr lang="en-US" altLang="en-US" sz="2400" smtClean="0"/>
            </a:br>
            <a:r>
              <a:rPr lang="en-US" altLang="en-US" sz="2400" b="1" smtClean="0"/>
              <a:t>FROM</a:t>
            </a:r>
            <a:r>
              <a:rPr lang="en-US" altLang="en-US" sz="2400" smtClean="0"/>
              <a:t>		&lt;table list&gt;</a:t>
            </a:r>
            <a:br>
              <a:rPr lang="en-US" altLang="en-US" sz="2400" smtClean="0"/>
            </a:br>
            <a:r>
              <a:rPr lang="en-US" altLang="en-US" sz="2400" smtClean="0"/>
              <a:t>[</a:t>
            </a:r>
            <a:r>
              <a:rPr lang="en-US" altLang="en-US" sz="2400" b="1" smtClean="0"/>
              <a:t>WHERE</a:t>
            </a:r>
            <a:r>
              <a:rPr lang="en-US" altLang="en-US" sz="2400" smtClean="0"/>
              <a:t>		&lt;condition&gt;]</a:t>
            </a:r>
            <a:br>
              <a:rPr lang="en-US" altLang="en-US" sz="2400" smtClean="0"/>
            </a:br>
            <a:r>
              <a:rPr lang="en-US" altLang="en-US" sz="2400" smtClean="0"/>
              <a:t>[</a:t>
            </a:r>
            <a:r>
              <a:rPr lang="en-US" altLang="en-US" sz="2400" b="1" smtClean="0"/>
              <a:t>GROUP</a:t>
            </a:r>
            <a:r>
              <a:rPr lang="en-US" altLang="en-US" sz="2400" smtClean="0"/>
              <a:t> </a:t>
            </a:r>
            <a:r>
              <a:rPr lang="en-US" altLang="en-US" sz="2400" b="1" smtClean="0"/>
              <a:t>BY</a:t>
            </a:r>
            <a:r>
              <a:rPr lang="en-US" altLang="en-US" sz="2400" smtClean="0"/>
              <a:t> 	&lt;grouping attribute(s)&gt;]</a:t>
            </a:r>
            <a:br>
              <a:rPr lang="en-US" altLang="en-US" sz="2400" smtClean="0"/>
            </a:br>
            <a:r>
              <a:rPr lang="en-US" altLang="en-US" sz="2400" smtClean="0"/>
              <a:t>[</a:t>
            </a:r>
            <a:r>
              <a:rPr lang="en-US" altLang="en-US" sz="2400" b="1" smtClean="0"/>
              <a:t>HAVING</a:t>
            </a:r>
            <a:r>
              <a:rPr lang="en-US" altLang="en-US" sz="2400" smtClean="0"/>
              <a:t>		&lt;group condition&gt;]</a:t>
            </a:r>
            <a:br>
              <a:rPr lang="en-US" altLang="en-US" sz="2400" smtClean="0"/>
            </a:br>
            <a:r>
              <a:rPr lang="en-US" altLang="en-US" sz="2400" smtClean="0"/>
              <a:t>[</a:t>
            </a:r>
            <a:r>
              <a:rPr lang="en-US" altLang="en-US" sz="2400" b="1" smtClean="0"/>
              <a:t>ORDER BY</a:t>
            </a:r>
            <a:r>
              <a:rPr lang="en-US" altLang="en-US" sz="2400" smtClean="0"/>
              <a:t> 	&lt;attribute list&gt;]</a:t>
            </a:r>
          </a:p>
          <a:p>
            <a:pPr eaLnBrk="1" hangingPunct="1"/>
            <a:r>
              <a:rPr lang="en-US" altLang="en-US" sz="2400" smtClean="0"/>
              <a:t>There are three SQL commands to modify the database: </a:t>
            </a:r>
            <a:r>
              <a:rPr lang="en-US" altLang="en-US" sz="2400" b="1" smtClean="0"/>
              <a:t>INSERT</a:t>
            </a:r>
            <a:r>
              <a:rPr lang="en-US" altLang="en-US" sz="2400" smtClean="0"/>
              <a:t>, </a:t>
            </a:r>
            <a:r>
              <a:rPr lang="en-US" altLang="en-US" sz="2400" b="1" smtClean="0"/>
              <a:t>DELETE</a:t>
            </a:r>
            <a:r>
              <a:rPr lang="en-US" altLang="en-US" sz="2400" smtClean="0"/>
              <a:t>, and </a:t>
            </a:r>
            <a:r>
              <a:rPr lang="en-US" altLang="en-US" sz="2400" b="1" smtClean="0"/>
              <a:t>UPDATE</a:t>
            </a:r>
            <a:endParaRPr lang="en-US" altLang="en-US" sz="2400" smtClean="0"/>
          </a:p>
        </p:txBody>
      </p:sp>
    </p:spTree>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EDD20FB8-25F4-4BB0-B9BB-7E4EEADC4765}" type="slidenum">
              <a:rPr lang="en-US" altLang="en-US" sz="1400" smtClean="0">
                <a:solidFill>
                  <a:srgbClr val="990033"/>
                </a:solidFill>
              </a:rPr>
              <a:pPr>
                <a:spcBef>
                  <a:spcPct val="0"/>
                </a:spcBef>
                <a:buClrTx/>
                <a:buSzTx/>
                <a:buFontTx/>
                <a:buNone/>
              </a:pPr>
              <a:t>55</a:t>
            </a:fld>
            <a:endParaRPr lang="en-CA" altLang="en-US" sz="1400" smtClean="0">
              <a:solidFill>
                <a:srgbClr val="990033"/>
              </a:solidFill>
            </a:endParaRPr>
          </a:p>
        </p:txBody>
      </p:sp>
      <p:sp>
        <p:nvSpPr>
          <p:cNvPr id="95234" name="Rectangle 6"/>
          <p:cNvSpPr>
            <a:spLocks noGrp="1" noChangeArrowheads="1"/>
          </p:cNvSpPr>
          <p:nvPr>
            <p:ph type="title"/>
          </p:nvPr>
        </p:nvSpPr>
        <p:spPr/>
        <p:txBody>
          <a:bodyPr/>
          <a:lstStyle/>
          <a:p>
            <a:pPr eaLnBrk="1" hangingPunct="1"/>
            <a:r>
              <a:rPr lang="en-US" altLang="en-US" smtClean="0"/>
              <a:t>Retrieval Queries in SQL</a:t>
            </a:r>
          </a:p>
        </p:txBody>
      </p:sp>
      <p:sp>
        <p:nvSpPr>
          <p:cNvPr id="95235" name="Rectangle 7"/>
          <p:cNvSpPr>
            <a:spLocks noGrp="1" noChangeArrowheads="1"/>
          </p:cNvSpPr>
          <p:nvPr>
            <p:ph type="body" idx="1"/>
          </p:nvPr>
        </p:nvSpPr>
        <p:spPr/>
        <p:txBody>
          <a:bodyPr/>
          <a:lstStyle/>
          <a:p>
            <a:pPr eaLnBrk="1" hangingPunct="1">
              <a:lnSpc>
                <a:spcPct val="90000"/>
              </a:lnSpc>
            </a:pPr>
            <a:r>
              <a:rPr lang="en-US" altLang="en-US" sz="2400" smtClean="0"/>
              <a:t>SQL has one basic statement for retrieving information from a database; the </a:t>
            </a:r>
            <a:r>
              <a:rPr lang="en-US" altLang="en-US" sz="2400" b="1" smtClean="0"/>
              <a:t>SELECT</a:t>
            </a:r>
            <a:r>
              <a:rPr lang="en-US" altLang="en-US" sz="2400" smtClean="0"/>
              <a:t> statement</a:t>
            </a:r>
          </a:p>
          <a:p>
            <a:pPr lvl="1" eaLnBrk="1" hangingPunct="1">
              <a:lnSpc>
                <a:spcPct val="90000"/>
              </a:lnSpc>
            </a:pPr>
            <a:r>
              <a:rPr lang="en-US" altLang="en-US" sz="2200" smtClean="0"/>
              <a:t>This is </a:t>
            </a:r>
            <a:r>
              <a:rPr lang="en-US" altLang="en-US" sz="2200" i="1" smtClean="0"/>
              <a:t>not the same as</a:t>
            </a:r>
            <a:r>
              <a:rPr lang="en-US" altLang="en-US" sz="2200" smtClean="0"/>
              <a:t> the SELECT operation of the relational algebra</a:t>
            </a:r>
          </a:p>
          <a:p>
            <a:pPr eaLnBrk="1" hangingPunct="1">
              <a:lnSpc>
                <a:spcPct val="90000"/>
              </a:lnSpc>
            </a:pPr>
            <a:r>
              <a:rPr lang="en-US" altLang="en-US" sz="2400" smtClean="0"/>
              <a:t>Important distinction between SQL and the formal relational model:</a:t>
            </a:r>
          </a:p>
          <a:p>
            <a:pPr lvl="1" eaLnBrk="1" hangingPunct="1">
              <a:lnSpc>
                <a:spcPct val="90000"/>
              </a:lnSpc>
            </a:pPr>
            <a:r>
              <a:rPr lang="en-US" altLang="en-US" sz="2200" smtClean="0"/>
              <a:t>SQL allows a table (relation) to have two or more tuples that are identical in all their attribute values</a:t>
            </a:r>
          </a:p>
          <a:p>
            <a:pPr lvl="1" eaLnBrk="1" hangingPunct="1">
              <a:lnSpc>
                <a:spcPct val="90000"/>
              </a:lnSpc>
            </a:pPr>
            <a:r>
              <a:rPr lang="en-US" altLang="en-US" sz="2200" smtClean="0"/>
              <a:t>Hence, an SQL relation (table) is  a </a:t>
            </a:r>
            <a:r>
              <a:rPr lang="en-US" altLang="en-US" sz="2200" b="1" smtClean="0"/>
              <a:t>multi-set</a:t>
            </a:r>
            <a:r>
              <a:rPr lang="en-US" altLang="en-US" sz="2200" smtClean="0"/>
              <a:t>  (sometimes called a </a:t>
            </a:r>
            <a:r>
              <a:rPr lang="en-US" altLang="en-US" sz="2200" b="1" smtClean="0"/>
              <a:t>bag</a:t>
            </a:r>
            <a:r>
              <a:rPr lang="en-US" altLang="en-US" sz="2200" smtClean="0"/>
              <a:t>) of tuples; it is </a:t>
            </a:r>
            <a:r>
              <a:rPr lang="en-US" altLang="en-US" sz="2200" i="1" smtClean="0"/>
              <a:t>not</a:t>
            </a:r>
            <a:r>
              <a:rPr lang="en-US" altLang="en-US" sz="2200" smtClean="0"/>
              <a:t>  a set of tuples</a:t>
            </a:r>
          </a:p>
          <a:p>
            <a:pPr eaLnBrk="1" hangingPunct="1">
              <a:lnSpc>
                <a:spcPct val="90000"/>
              </a:lnSpc>
            </a:pPr>
            <a:r>
              <a:rPr lang="en-US" altLang="en-US" sz="2400" smtClean="0"/>
              <a:t>SQL relations can be constrained to be sets by specifying PRIMARY KEY or UNIQUE attributes, or by using the DISTINCT option in a query</a:t>
            </a:r>
          </a:p>
        </p:txBody>
      </p:sp>
    </p:spTree>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02CD0B3F-DDD0-42A5-A484-404C02B05F68}" type="slidenum">
              <a:rPr lang="en-US" altLang="en-US" sz="1400" smtClean="0">
                <a:solidFill>
                  <a:srgbClr val="990033"/>
                </a:solidFill>
              </a:rPr>
              <a:pPr>
                <a:spcBef>
                  <a:spcPct val="0"/>
                </a:spcBef>
                <a:buClrTx/>
                <a:buSzTx/>
                <a:buFontTx/>
                <a:buNone/>
              </a:pPr>
              <a:t>56</a:t>
            </a:fld>
            <a:endParaRPr lang="en-CA" altLang="en-US" sz="1400" smtClean="0">
              <a:solidFill>
                <a:srgbClr val="990033"/>
              </a:solidFill>
            </a:endParaRPr>
          </a:p>
        </p:txBody>
      </p:sp>
      <p:sp>
        <p:nvSpPr>
          <p:cNvPr id="97282" name="Rectangle 2"/>
          <p:cNvSpPr>
            <a:spLocks noGrp="1" noChangeArrowheads="1"/>
          </p:cNvSpPr>
          <p:nvPr>
            <p:ph type="title"/>
          </p:nvPr>
        </p:nvSpPr>
        <p:spPr/>
        <p:txBody>
          <a:bodyPr/>
          <a:lstStyle/>
          <a:p>
            <a:pPr eaLnBrk="1" hangingPunct="1"/>
            <a:r>
              <a:rPr lang="en-US" altLang="en-US" smtClean="0"/>
              <a:t>Retrieval Queries in SQL (contd.)</a:t>
            </a:r>
          </a:p>
        </p:txBody>
      </p:sp>
      <p:sp>
        <p:nvSpPr>
          <p:cNvPr id="97283" name="Rectangle 3"/>
          <p:cNvSpPr>
            <a:spLocks noGrp="1" noChangeArrowheads="1"/>
          </p:cNvSpPr>
          <p:nvPr>
            <p:ph type="body" idx="1"/>
          </p:nvPr>
        </p:nvSpPr>
        <p:spPr/>
        <p:txBody>
          <a:bodyPr/>
          <a:lstStyle/>
          <a:p>
            <a:pPr eaLnBrk="1" hangingPunct="1"/>
            <a:r>
              <a:rPr lang="en-US" altLang="en-US" smtClean="0"/>
              <a:t>A </a:t>
            </a:r>
            <a:r>
              <a:rPr lang="en-US" altLang="en-US" b="1" smtClean="0"/>
              <a:t>bag</a:t>
            </a:r>
            <a:r>
              <a:rPr lang="en-US" altLang="en-US" smtClean="0"/>
              <a:t> or </a:t>
            </a:r>
            <a:r>
              <a:rPr lang="en-US" altLang="en-US" b="1" smtClean="0"/>
              <a:t>multi-set</a:t>
            </a:r>
            <a:r>
              <a:rPr lang="en-US" altLang="en-US" smtClean="0"/>
              <a:t> is like a set, but an element may appear more than once.</a:t>
            </a:r>
          </a:p>
          <a:p>
            <a:pPr lvl="1" eaLnBrk="1" hangingPunct="1"/>
            <a:r>
              <a:rPr lang="en-US" altLang="en-US" smtClean="0"/>
              <a:t>Example: {A, B, C, A} is a bag.  {A, B, C} is also a bag that also is a set.</a:t>
            </a:r>
          </a:p>
          <a:p>
            <a:pPr lvl="1" eaLnBrk="1" hangingPunct="1"/>
            <a:r>
              <a:rPr lang="en-US" altLang="en-US" smtClean="0"/>
              <a:t>Bags also resemble lists, but the order is irrelevant in a bag.</a:t>
            </a:r>
          </a:p>
          <a:p>
            <a:pPr eaLnBrk="1" hangingPunct="1"/>
            <a:r>
              <a:rPr lang="en-US" altLang="en-US" smtClean="0"/>
              <a:t>Example:</a:t>
            </a:r>
          </a:p>
          <a:p>
            <a:pPr lvl="1" eaLnBrk="1" hangingPunct="1"/>
            <a:r>
              <a:rPr lang="en-US" altLang="en-US" smtClean="0"/>
              <a:t>{A, B, A} = {B, A, A} as bags</a:t>
            </a:r>
          </a:p>
          <a:p>
            <a:pPr lvl="1" eaLnBrk="1" hangingPunct="1"/>
            <a:r>
              <a:rPr lang="en-US" altLang="en-US" smtClean="0"/>
              <a:t>However, [A, B, A] is not equal to [B, A, A] as lists</a:t>
            </a:r>
          </a:p>
        </p:txBody>
      </p:sp>
    </p:spTree>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5216CEBF-575F-4D3D-B572-D9DDE300F1E8}" type="slidenum">
              <a:rPr lang="en-US" altLang="en-US" sz="1400" smtClean="0">
                <a:solidFill>
                  <a:srgbClr val="990033"/>
                </a:solidFill>
              </a:rPr>
              <a:pPr>
                <a:spcBef>
                  <a:spcPct val="0"/>
                </a:spcBef>
                <a:buClrTx/>
                <a:buSzTx/>
                <a:buFontTx/>
                <a:buNone/>
              </a:pPr>
              <a:t>57</a:t>
            </a:fld>
            <a:endParaRPr lang="en-CA" altLang="en-US" sz="1400" smtClean="0">
              <a:solidFill>
                <a:srgbClr val="990033"/>
              </a:solidFill>
            </a:endParaRPr>
          </a:p>
        </p:txBody>
      </p:sp>
      <p:sp>
        <p:nvSpPr>
          <p:cNvPr id="99330" name="Rectangle 6"/>
          <p:cNvSpPr>
            <a:spLocks noGrp="1" noChangeArrowheads="1"/>
          </p:cNvSpPr>
          <p:nvPr>
            <p:ph type="title"/>
          </p:nvPr>
        </p:nvSpPr>
        <p:spPr/>
        <p:txBody>
          <a:bodyPr/>
          <a:lstStyle/>
          <a:p>
            <a:pPr eaLnBrk="1" hangingPunct="1"/>
            <a:r>
              <a:rPr lang="en-US" altLang="en-US" smtClean="0"/>
              <a:t>Retrieval Queries in SQL (contd.)</a:t>
            </a:r>
          </a:p>
        </p:txBody>
      </p:sp>
      <p:sp>
        <p:nvSpPr>
          <p:cNvPr id="99331" name="Rectangle 7"/>
          <p:cNvSpPr>
            <a:spLocks noGrp="1" noChangeArrowheads="1"/>
          </p:cNvSpPr>
          <p:nvPr>
            <p:ph type="body" idx="1"/>
          </p:nvPr>
        </p:nvSpPr>
        <p:spPr/>
        <p:txBody>
          <a:bodyPr/>
          <a:lstStyle/>
          <a:p>
            <a:pPr eaLnBrk="1" hangingPunct="1">
              <a:lnSpc>
                <a:spcPct val="80000"/>
              </a:lnSpc>
            </a:pPr>
            <a:r>
              <a:rPr lang="en-US" altLang="en-US" sz="2400" smtClean="0"/>
              <a:t>Basic form of the SQL SELECT statement is called a </a:t>
            </a:r>
            <a:r>
              <a:rPr lang="en-US" altLang="en-US" sz="2400" i="1" smtClean="0"/>
              <a:t>mapping</a:t>
            </a:r>
            <a:r>
              <a:rPr lang="en-US" altLang="en-US" sz="2400" smtClean="0"/>
              <a:t> or a SELECT-FROM-WHERE </a:t>
            </a:r>
            <a:r>
              <a:rPr lang="en-US" altLang="en-US" sz="2400" i="1" smtClean="0"/>
              <a:t>block</a:t>
            </a:r>
            <a:r>
              <a:rPr lang="en-US" altLang="en-US" sz="2400" smtClean="0"/>
              <a:t/>
            </a:r>
            <a:br>
              <a:rPr lang="en-US" altLang="en-US" sz="2400" smtClean="0"/>
            </a:br>
            <a:r>
              <a:rPr lang="en-US" altLang="en-US" sz="2400" smtClean="0"/>
              <a:t>	</a:t>
            </a:r>
          </a:p>
          <a:p>
            <a:pPr eaLnBrk="1" hangingPunct="1">
              <a:lnSpc>
                <a:spcPct val="80000"/>
              </a:lnSpc>
              <a:buFont typeface="Wingdings" panose="05000000000000000000" pitchFamily="2" charset="2"/>
              <a:buNone/>
            </a:pPr>
            <a:r>
              <a:rPr lang="en-US" altLang="en-US" sz="2400" b="1" smtClean="0"/>
              <a:t>SELECT</a:t>
            </a:r>
            <a:r>
              <a:rPr lang="en-US" altLang="en-US" sz="2400" smtClean="0"/>
              <a:t> 	&lt;attribute list&gt;</a:t>
            </a:r>
          </a:p>
          <a:p>
            <a:pPr eaLnBrk="1" hangingPunct="1">
              <a:lnSpc>
                <a:spcPct val="80000"/>
              </a:lnSpc>
              <a:buFont typeface="Wingdings" panose="05000000000000000000" pitchFamily="2" charset="2"/>
              <a:buNone/>
            </a:pPr>
            <a:r>
              <a:rPr lang="en-US" altLang="en-US" sz="2400" smtClean="0"/>
              <a:t>	</a:t>
            </a:r>
            <a:r>
              <a:rPr lang="en-US" altLang="en-US" sz="2400" b="1" smtClean="0"/>
              <a:t>FROM</a:t>
            </a:r>
            <a:r>
              <a:rPr lang="en-US" altLang="en-US" sz="2400" smtClean="0"/>
              <a:t> 	&lt;table list&gt;</a:t>
            </a:r>
          </a:p>
          <a:p>
            <a:pPr eaLnBrk="1" hangingPunct="1">
              <a:lnSpc>
                <a:spcPct val="80000"/>
              </a:lnSpc>
              <a:buFont typeface="Wingdings" panose="05000000000000000000" pitchFamily="2" charset="2"/>
              <a:buNone/>
            </a:pPr>
            <a:r>
              <a:rPr lang="en-US" altLang="en-US" sz="2400" smtClean="0"/>
              <a:t>	</a:t>
            </a:r>
            <a:r>
              <a:rPr lang="en-US" altLang="en-US" sz="2400" b="1" smtClean="0"/>
              <a:t>WHERE</a:t>
            </a:r>
            <a:r>
              <a:rPr lang="en-US" altLang="en-US" sz="2400" smtClean="0"/>
              <a:t>	&lt;condition&gt;</a:t>
            </a:r>
          </a:p>
          <a:p>
            <a:pPr lvl="1" eaLnBrk="1" hangingPunct="1">
              <a:lnSpc>
                <a:spcPct val="80000"/>
              </a:lnSpc>
            </a:pPr>
            <a:endParaRPr lang="en-US" altLang="en-US" sz="2200" smtClean="0"/>
          </a:p>
          <a:p>
            <a:pPr lvl="1" eaLnBrk="1" hangingPunct="1">
              <a:lnSpc>
                <a:spcPct val="80000"/>
              </a:lnSpc>
            </a:pPr>
            <a:r>
              <a:rPr lang="en-US" altLang="en-US" sz="2200" smtClean="0"/>
              <a:t>&lt;attribute list&gt; is a list of attribute names whose values are to be retrieved by the query</a:t>
            </a:r>
          </a:p>
          <a:p>
            <a:pPr lvl="1" eaLnBrk="1" hangingPunct="1">
              <a:lnSpc>
                <a:spcPct val="80000"/>
              </a:lnSpc>
            </a:pPr>
            <a:r>
              <a:rPr lang="en-US" altLang="en-US" sz="2200" smtClean="0"/>
              <a:t>&lt;table list&gt; is a list of the relation names required to process the query</a:t>
            </a:r>
          </a:p>
          <a:p>
            <a:pPr lvl="1" eaLnBrk="1" hangingPunct="1">
              <a:lnSpc>
                <a:spcPct val="80000"/>
              </a:lnSpc>
            </a:pPr>
            <a:r>
              <a:rPr lang="en-US" altLang="en-US" sz="2200" smtClean="0"/>
              <a:t>&lt;condition&gt; is a conditional (Boolean) expression that identifies the tuples to be retrieved by the query</a:t>
            </a:r>
          </a:p>
        </p:txBody>
      </p:sp>
    </p:spTree>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F6368D75-9345-4634-810B-079FE6D23A0D}" type="slidenum">
              <a:rPr lang="en-US" altLang="en-US" sz="1400" smtClean="0">
                <a:solidFill>
                  <a:srgbClr val="990033"/>
                </a:solidFill>
              </a:rPr>
              <a:pPr>
                <a:spcBef>
                  <a:spcPct val="0"/>
                </a:spcBef>
                <a:buClrTx/>
                <a:buSzTx/>
                <a:buFontTx/>
                <a:buNone/>
              </a:pPr>
              <a:t>58</a:t>
            </a:fld>
            <a:endParaRPr lang="en-CA" altLang="en-US" sz="1400" smtClean="0">
              <a:solidFill>
                <a:srgbClr val="990033"/>
              </a:solidFill>
            </a:endParaRPr>
          </a:p>
        </p:txBody>
      </p:sp>
      <p:sp>
        <p:nvSpPr>
          <p:cNvPr id="101378" name="Rectangle 7"/>
          <p:cNvSpPr>
            <a:spLocks noGrp="1" noChangeArrowheads="1"/>
          </p:cNvSpPr>
          <p:nvPr>
            <p:ph type="title"/>
          </p:nvPr>
        </p:nvSpPr>
        <p:spPr/>
        <p:txBody>
          <a:bodyPr/>
          <a:lstStyle/>
          <a:p>
            <a:pPr eaLnBrk="1" hangingPunct="1"/>
            <a:r>
              <a:rPr lang="en-US" altLang="en-US" sz="3200" smtClean="0"/>
              <a:t>Relational Database Schema--Figure 5.5  </a:t>
            </a:r>
          </a:p>
        </p:txBody>
      </p:sp>
      <p:pic>
        <p:nvPicPr>
          <p:cNvPr id="101379" name="Picture 3"/>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rcRect/>
          <a:stretch>
            <a:fillRect/>
          </a:stretch>
        </p:blipFill>
        <p:spPr>
          <a:xfrm>
            <a:off x="730250" y="1598613"/>
            <a:ext cx="7575550" cy="4802187"/>
          </a:xfrm>
          <a:noFill/>
          <a:extLs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96266B90-4F97-40E4-BE98-FF4CB0AFF28D}" type="slidenum">
              <a:rPr lang="en-US" altLang="en-US" sz="1400" smtClean="0">
                <a:solidFill>
                  <a:srgbClr val="990033"/>
                </a:solidFill>
              </a:rPr>
              <a:pPr>
                <a:spcBef>
                  <a:spcPct val="0"/>
                </a:spcBef>
                <a:buClrTx/>
                <a:buSzTx/>
                <a:buFontTx/>
                <a:buNone/>
              </a:pPr>
              <a:t>59</a:t>
            </a:fld>
            <a:endParaRPr lang="en-CA" altLang="en-US" sz="1400" smtClean="0">
              <a:solidFill>
                <a:srgbClr val="990033"/>
              </a:solidFill>
            </a:endParaRPr>
          </a:p>
        </p:txBody>
      </p:sp>
      <p:sp>
        <p:nvSpPr>
          <p:cNvPr id="103426" name="Rectangle 7"/>
          <p:cNvSpPr>
            <a:spLocks noGrp="1" noChangeArrowheads="1"/>
          </p:cNvSpPr>
          <p:nvPr>
            <p:ph type="title"/>
          </p:nvPr>
        </p:nvSpPr>
        <p:spPr>
          <a:xfrm>
            <a:off x="228600" y="303213"/>
            <a:ext cx="7696200" cy="763587"/>
          </a:xfrm>
        </p:spPr>
        <p:txBody>
          <a:bodyPr anchor="t"/>
          <a:lstStyle/>
          <a:p>
            <a:pPr eaLnBrk="1" hangingPunct="1"/>
            <a:r>
              <a:rPr lang="en-US" altLang="en-US" sz="3200" smtClean="0"/>
              <a:t>Populated Database--Fig.5.6</a:t>
            </a:r>
          </a:p>
        </p:txBody>
      </p:sp>
      <p:pic>
        <p:nvPicPr>
          <p:cNvPr id="103427" name="Picture 3"/>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rcRect/>
          <a:stretch>
            <a:fillRect/>
          </a:stretch>
        </p:blipFill>
        <p:spPr>
          <a:xfrm>
            <a:off x="2362200" y="1600200"/>
            <a:ext cx="4832350" cy="4876800"/>
          </a:xfrm>
          <a:noFill/>
          <a:extLs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2397185D-FE02-41E1-88B9-615EE81D62EB}" type="slidenum">
              <a:rPr lang="en-US" altLang="en-US" sz="1400" smtClean="0">
                <a:solidFill>
                  <a:srgbClr val="990033"/>
                </a:solidFill>
              </a:rPr>
              <a:pPr>
                <a:spcBef>
                  <a:spcPct val="0"/>
                </a:spcBef>
                <a:buClrTx/>
                <a:buSzTx/>
                <a:buFontTx/>
                <a:buNone/>
              </a:pPr>
              <a:t>60</a:t>
            </a:fld>
            <a:endParaRPr lang="en-CA" altLang="en-US" sz="1400" smtClean="0">
              <a:solidFill>
                <a:srgbClr val="990033"/>
              </a:solidFill>
            </a:endParaRPr>
          </a:p>
        </p:txBody>
      </p:sp>
      <p:sp>
        <p:nvSpPr>
          <p:cNvPr id="105474" name="Rectangle 6"/>
          <p:cNvSpPr>
            <a:spLocks noGrp="1" noChangeArrowheads="1"/>
          </p:cNvSpPr>
          <p:nvPr>
            <p:ph type="title"/>
          </p:nvPr>
        </p:nvSpPr>
        <p:spPr/>
        <p:txBody>
          <a:bodyPr/>
          <a:lstStyle/>
          <a:p>
            <a:pPr eaLnBrk="1" hangingPunct="1"/>
            <a:r>
              <a:rPr lang="en-US" altLang="en-US" smtClean="0"/>
              <a:t>Simple SQL Queries</a:t>
            </a:r>
          </a:p>
        </p:txBody>
      </p:sp>
      <p:sp>
        <p:nvSpPr>
          <p:cNvPr id="105475" name="Rectangle 7"/>
          <p:cNvSpPr>
            <a:spLocks noGrp="1" noChangeArrowheads="1"/>
          </p:cNvSpPr>
          <p:nvPr>
            <p:ph type="body" idx="1"/>
          </p:nvPr>
        </p:nvSpPr>
        <p:spPr/>
        <p:txBody>
          <a:bodyPr/>
          <a:lstStyle/>
          <a:p>
            <a:pPr eaLnBrk="1" hangingPunct="1"/>
            <a:r>
              <a:rPr lang="en-US" altLang="en-US" smtClean="0"/>
              <a:t>Basic SQL queries correspond to using the following operations of the relational algebra:</a:t>
            </a:r>
          </a:p>
          <a:p>
            <a:pPr lvl="1" eaLnBrk="1" hangingPunct="1"/>
            <a:r>
              <a:rPr lang="en-US" altLang="en-US" smtClean="0"/>
              <a:t>SELECT</a:t>
            </a:r>
          </a:p>
          <a:p>
            <a:pPr lvl="1" eaLnBrk="1" hangingPunct="1"/>
            <a:r>
              <a:rPr lang="en-US" altLang="en-US" smtClean="0"/>
              <a:t>PROJECT</a:t>
            </a:r>
          </a:p>
          <a:p>
            <a:pPr lvl="1" eaLnBrk="1" hangingPunct="1"/>
            <a:r>
              <a:rPr lang="en-US" altLang="en-US" smtClean="0"/>
              <a:t>JOIN</a:t>
            </a:r>
          </a:p>
          <a:p>
            <a:pPr eaLnBrk="1" hangingPunct="1"/>
            <a:r>
              <a:rPr lang="en-US" altLang="en-US" smtClean="0"/>
              <a:t>All subsequent examples use the COMPANY database</a:t>
            </a:r>
          </a:p>
        </p:txBody>
      </p:sp>
    </p:spTree>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EA2D2CE4-2CAD-4908-B95B-F951596644F4}" type="slidenum">
              <a:rPr lang="en-US" altLang="en-US" sz="1400" smtClean="0">
                <a:solidFill>
                  <a:srgbClr val="990033"/>
                </a:solidFill>
              </a:rPr>
              <a:pPr>
                <a:spcBef>
                  <a:spcPct val="0"/>
                </a:spcBef>
                <a:buClrTx/>
                <a:buSzTx/>
                <a:buFontTx/>
                <a:buNone/>
              </a:pPr>
              <a:t>61</a:t>
            </a:fld>
            <a:endParaRPr lang="en-CA" altLang="en-US" sz="1400" smtClean="0">
              <a:solidFill>
                <a:srgbClr val="990033"/>
              </a:solidFill>
            </a:endParaRPr>
          </a:p>
        </p:txBody>
      </p:sp>
      <p:sp>
        <p:nvSpPr>
          <p:cNvPr id="107522" name="Rectangle 2"/>
          <p:cNvSpPr>
            <a:spLocks noGrp="1" noChangeArrowheads="1"/>
          </p:cNvSpPr>
          <p:nvPr>
            <p:ph type="title"/>
          </p:nvPr>
        </p:nvSpPr>
        <p:spPr/>
        <p:txBody>
          <a:bodyPr/>
          <a:lstStyle/>
          <a:p>
            <a:pPr eaLnBrk="1" hangingPunct="1"/>
            <a:r>
              <a:rPr lang="en-US" altLang="en-US" smtClean="0"/>
              <a:t>Simple SQL Queries (contd.)</a:t>
            </a:r>
          </a:p>
        </p:txBody>
      </p:sp>
      <p:sp>
        <p:nvSpPr>
          <p:cNvPr id="107523" name="Rectangle 3"/>
          <p:cNvSpPr>
            <a:spLocks noGrp="1" noChangeArrowheads="1"/>
          </p:cNvSpPr>
          <p:nvPr>
            <p:ph type="body" idx="1"/>
          </p:nvPr>
        </p:nvSpPr>
        <p:spPr/>
        <p:txBody>
          <a:bodyPr/>
          <a:lstStyle/>
          <a:p>
            <a:pPr eaLnBrk="1" hangingPunct="1">
              <a:lnSpc>
                <a:spcPct val="80000"/>
              </a:lnSpc>
            </a:pPr>
            <a:r>
              <a:rPr lang="en-US" altLang="en-US" sz="2400" smtClean="0"/>
              <a:t>Example of a simple query on one  relation</a:t>
            </a:r>
          </a:p>
          <a:p>
            <a:pPr eaLnBrk="1" hangingPunct="1">
              <a:lnSpc>
                <a:spcPct val="80000"/>
              </a:lnSpc>
            </a:pPr>
            <a:r>
              <a:rPr lang="en-US" altLang="en-US" sz="2400" smtClean="0"/>
              <a:t>Query 0: Retrieve the birthdate and address of the employee whose name is 'John B. Smith'.</a:t>
            </a:r>
          </a:p>
          <a:p>
            <a:pPr lvl="1" eaLnBrk="1" hangingPunct="1">
              <a:lnSpc>
                <a:spcPct val="80000"/>
              </a:lnSpc>
              <a:buFont typeface="Wingdings" panose="05000000000000000000" pitchFamily="2" charset="2"/>
              <a:buNone/>
            </a:pPr>
            <a:r>
              <a:rPr lang="en-US" altLang="en-US" sz="2200" smtClean="0"/>
              <a:t>Q0:	SELECT 	BDATE, ADDRESS</a:t>
            </a:r>
            <a:br>
              <a:rPr lang="en-US" altLang="en-US" sz="2200" smtClean="0"/>
            </a:br>
            <a:r>
              <a:rPr lang="en-US" altLang="en-US" sz="2200" smtClean="0"/>
              <a:t>	FROM 		EMPLOYEE</a:t>
            </a:r>
            <a:br>
              <a:rPr lang="en-US" altLang="en-US" sz="2200" smtClean="0"/>
            </a:br>
            <a:r>
              <a:rPr lang="en-US" altLang="en-US" sz="2200" smtClean="0"/>
              <a:t>	WHERE	FNAME='John' AND MINIT='B’</a:t>
            </a:r>
            <a:br>
              <a:rPr lang="en-US" altLang="en-US" sz="2200" smtClean="0"/>
            </a:br>
            <a:r>
              <a:rPr lang="en-US" altLang="en-US" sz="2200" smtClean="0"/>
              <a:t>  AND 		LNAME='Smith’</a:t>
            </a:r>
            <a:br>
              <a:rPr lang="en-US" altLang="en-US" sz="2200" smtClean="0"/>
            </a:br>
            <a:endParaRPr lang="en-US" altLang="en-US" sz="2200" smtClean="0"/>
          </a:p>
          <a:p>
            <a:pPr lvl="1" eaLnBrk="1" hangingPunct="1">
              <a:lnSpc>
                <a:spcPct val="80000"/>
              </a:lnSpc>
            </a:pPr>
            <a:r>
              <a:rPr lang="en-US" altLang="en-US" sz="2200" smtClean="0"/>
              <a:t>Similar to a SELECT-PROJECT pair of relational algebra operations:</a:t>
            </a:r>
          </a:p>
          <a:p>
            <a:pPr lvl="2" eaLnBrk="1" hangingPunct="1">
              <a:lnSpc>
                <a:spcPct val="80000"/>
              </a:lnSpc>
            </a:pPr>
            <a:r>
              <a:rPr lang="en-US" altLang="en-US" sz="2000" smtClean="0"/>
              <a:t>The SELECT-clause specifies the projection attributes and the WHERE-clause specifies the selection condition</a:t>
            </a:r>
          </a:p>
          <a:p>
            <a:pPr lvl="1" eaLnBrk="1" hangingPunct="1">
              <a:lnSpc>
                <a:spcPct val="80000"/>
              </a:lnSpc>
            </a:pPr>
            <a:r>
              <a:rPr lang="en-US" altLang="en-US" sz="2200" smtClean="0"/>
              <a:t>However, the result of the query may contain  duplicate tuples</a:t>
            </a:r>
          </a:p>
        </p:txBody>
      </p:sp>
    </p:spTree>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2D253049-2848-46DE-8CB5-835679A93CA0}" type="slidenum">
              <a:rPr lang="en-US" altLang="en-US" sz="1400" smtClean="0">
                <a:solidFill>
                  <a:srgbClr val="990033"/>
                </a:solidFill>
              </a:rPr>
              <a:pPr>
                <a:spcBef>
                  <a:spcPct val="0"/>
                </a:spcBef>
                <a:buClrTx/>
                <a:buSzTx/>
                <a:buFontTx/>
                <a:buNone/>
              </a:pPr>
              <a:t>62</a:t>
            </a:fld>
            <a:endParaRPr lang="en-CA" altLang="en-US" sz="1400" smtClean="0">
              <a:solidFill>
                <a:srgbClr val="990033"/>
              </a:solidFill>
            </a:endParaRPr>
          </a:p>
        </p:txBody>
      </p:sp>
      <p:sp>
        <p:nvSpPr>
          <p:cNvPr id="109570" name="Rectangle 6"/>
          <p:cNvSpPr>
            <a:spLocks noGrp="1" noChangeArrowheads="1"/>
          </p:cNvSpPr>
          <p:nvPr>
            <p:ph type="title"/>
          </p:nvPr>
        </p:nvSpPr>
        <p:spPr/>
        <p:txBody>
          <a:bodyPr/>
          <a:lstStyle/>
          <a:p>
            <a:pPr eaLnBrk="1" hangingPunct="1"/>
            <a:r>
              <a:rPr lang="en-US" altLang="en-US" smtClean="0"/>
              <a:t>Simple SQL Queries (contd.)</a:t>
            </a:r>
          </a:p>
        </p:txBody>
      </p:sp>
      <p:sp>
        <p:nvSpPr>
          <p:cNvPr id="109571" name="Rectangle 7"/>
          <p:cNvSpPr>
            <a:spLocks noGrp="1" noChangeArrowheads="1"/>
          </p:cNvSpPr>
          <p:nvPr>
            <p:ph type="body" idx="1"/>
          </p:nvPr>
        </p:nvSpPr>
        <p:spPr/>
        <p:txBody>
          <a:bodyPr/>
          <a:lstStyle/>
          <a:p>
            <a:pPr eaLnBrk="1" hangingPunct="1">
              <a:lnSpc>
                <a:spcPct val="90000"/>
              </a:lnSpc>
            </a:pPr>
            <a:r>
              <a:rPr lang="en-US" altLang="en-US" sz="2400" smtClean="0"/>
              <a:t>Query 1: Retrieve the name and address of all employees who work for the 'Research' department.</a:t>
            </a:r>
            <a:br>
              <a:rPr lang="en-US" altLang="en-US" sz="2400" smtClean="0"/>
            </a:br>
            <a:endParaRPr lang="en-US" altLang="en-US" sz="2400" smtClean="0"/>
          </a:p>
          <a:p>
            <a:pPr lvl="1" eaLnBrk="1" hangingPunct="1">
              <a:lnSpc>
                <a:spcPct val="90000"/>
              </a:lnSpc>
              <a:buFont typeface="Wingdings" panose="05000000000000000000" pitchFamily="2" charset="2"/>
              <a:buNone/>
            </a:pPr>
            <a:r>
              <a:rPr lang="en-US" altLang="en-US" sz="2200" smtClean="0"/>
              <a:t>Q1:	SELECT	FNAME, LNAME, ADDRESS</a:t>
            </a:r>
            <a:br>
              <a:rPr lang="en-US" altLang="en-US" sz="2200" smtClean="0"/>
            </a:br>
            <a:r>
              <a:rPr lang="en-US" altLang="en-US" sz="2200" smtClean="0"/>
              <a:t>	FROM 		EMPLOYEE, DEPARTMENT</a:t>
            </a:r>
            <a:br>
              <a:rPr lang="en-US" altLang="en-US" sz="2200" smtClean="0"/>
            </a:br>
            <a:r>
              <a:rPr lang="en-US" altLang="en-US" sz="2200" smtClean="0"/>
              <a:t>	WHERE	DNAME='Research' AND DNUMBER=DNO</a:t>
            </a:r>
            <a:br>
              <a:rPr lang="en-US" altLang="en-US" sz="2200" smtClean="0"/>
            </a:br>
            <a:endParaRPr lang="en-US" altLang="en-US" sz="2200" smtClean="0"/>
          </a:p>
          <a:p>
            <a:pPr lvl="1" eaLnBrk="1" hangingPunct="1">
              <a:lnSpc>
                <a:spcPct val="90000"/>
              </a:lnSpc>
            </a:pPr>
            <a:r>
              <a:rPr lang="en-US" altLang="en-US" sz="2200" smtClean="0"/>
              <a:t>Similar to a SELECT-PROJECT-JOIN sequence of relational algebra operations</a:t>
            </a:r>
          </a:p>
          <a:p>
            <a:pPr lvl="1" eaLnBrk="1" hangingPunct="1">
              <a:lnSpc>
                <a:spcPct val="90000"/>
              </a:lnSpc>
            </a:pPr>
            <a:r>
              <a:rPr lang="en-US" altLang="en-US" sz="2200" smtClean="0"/>
              <a:t>(DNAME='Research') is a selection condition  (corresponds to a SELECT operation in relational algebra)</a:t>
            </a:r>
          </a:p>
          <a:p>
            <a:pPr lvl="1" eaLnBrk="1" hangingPunct="1">
              <a:lnSpc>
                <a:spcPct val="90000"/>
              </a:lnSpc>
            </a:pPr>
            <a:r>
              <a:rPr lang="en-US" altLang="en-US" sz="2200" smtClean="0"/>
              <a:t>(DNUMBER=DNO) is a join condition (corresponds to a JOIN operation in relational algebra)</a:t>
            </a:r>
          </a:p>
        </p:txBody>
      </p:sp>
    </p:spTree>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8- </a:t>
            </a:r>
            <a:fld id="{6DFD9FA7-A990-4FB9-B5B7-BB2C505ACB01}" type="slidenum">
              <a:rPr lang="en-US" altLang="en-US" sz="1400" smtClean="0">
                <a:solidFill>
                  <a:srgbClr val="990033"/>
                </a:solidFill>
              </a:rPr>
              <a:pPr>
                <a:spcBef>
                  <a:spcPct val="0"/>
                </a:spcBef>
                <a:buClrTx/>
                <a:buSzTx/>
                <a:buFontTx/>
                <a:buNone/>
              </a:pPr>
              <a:t>63</a:t>
            </a:fld>
            <a:endParaRPr lang="en-CA" altLang="en-US" sz="1400" smtClean="0">
              <a:solidFill>
                <a:srgbClr val="990033"/>
              </a:solidFill>
            </a:endParaRPr>
          </a:p>
        </p:txBody>
      </p:sp>
      <p:sp>
        <p:nvSpPr>
          <p:cNvPr id="111618" name="Rectangle 6"/>
          <p:cNvSpPr>
            <a:spLocks noGrp="1" noChangeArrowheads="1"/>
          </p:cNvSpPr>
          <p:nvPr>
            <p:ph type="title"/>
          </p:nvPr>
        </p:nvSpPr>
        <p:spPr/>
        <p:txBody>
          <a:bodyPr/>
          <a:lstStyle/>
          <a:p>
            <a:pPr eaLnBrk="1" hangingPunct="1"/>
            <a:r>
              <a:rPr lang="en-US" altLang="en-US" smtClean="0"/>
              <a:t>Simple SQL Queries (contd.)</a:t>
            </a:r>
          </a:p>
        </p:txBody>
      </p:sp>
      <p:sp>
        <p:nvSpPr>
          <p:cNvPr id="111619" name="Rectangle 7"/>
          <p:cNvSpPr>
            <a:spLocks noGrp="1" noChangeArrowheads="1"/>
          </p:cNvSpPr>
          <p:nvPr>
            <p:ph type="body" idx="1"/>
          </p:nvPr>
        </p:nvSpPr>
        <p:spPr/>
        <p:txBody>
          <a:bodyPr/>
          <a:lstStyle/>
          <a:p>
            <a:pPr eaLnBrk="1" hangingPunct="1">
              <a:lnSpc>
                <a:spcPct val="90000"/>
              </a:lnSpc>
            </a:pPr>
            <a:r>
              <a:rPr lang="en-US" altLang="en-US" sz="2000" smtClean="0"/>
              <a:t>Query 2: For every project located in 'Stafford', list the project number, the controlling department number, and the department manager's last name, address, and birthdate.</a:t>
            </a:r>
          </a:p>
          <a:p>
            <a:pPr eaLnBrk="1" hangingPunct="1">
              <a:lnSpc>
                <a:spcPct val="90000"/>
              </a:lnSpc>
              <a:buFont typeface="Wingdings" panose="05000000000000000000" pitchFamily="2" charset="2"/>
              <a:buNone/>
            </a:pPr>
            <a:endParaRPr lang="en-US" altLang="en-US" sz="2000" smtClean="0">
              <a:solidFill>
                <a:srgbClr val="800000"/>
              </a:solidFill>
            </a:endParaRPr>
          </a:p>
          <a:p>
            <a:pPr eaLnBrk="1" hangingPunct="1">
              <a:lnSpc>
                <a:spcPct val="90000"/>
              </a:lnSpc>
              <a:buFont typeface="Wingdings" panose="05000000000000000000" pitchFamily="2" charset="2"/>
              <a:buNone/>
            </a:pPr>
            <a:r>
              <a:rPr lang="en-US" altLang="en-US" sz="2000" smtClean="0">
                <a:solidFill>
                  <a:srgbClr val="800000"/>
                </a:solidFill>
              </a:rPr>
              <a:t>Q2: SELECT   	PNUMBER, DNUM, LNAME, BDATE, ADDRESS </a:t>
            </a:r>
            <a:br>
              <a:rPr lang="en-US" altLang="en-US" sz="2000" smtClean="0">
                <a:solidFill>
                  <a:srgbClr val="800000"/>
                </a:solidFill>
              </a:rPr>
            </a:br>
            <a:r>
              <a:rPr lang="en-US" altLang="en-US" sz="2000" smtClean="0">
                <a:solidFill>
                  <a:srgbClr val="800000"/>
                </a:solidFill>
              </a:rPr>
              <a:t>	FROM		PROJECT, DEPARTMENT, EMPLOYEE</a:t>
            </a:r>
            <a:br>
              <a:rPr lang="en-US" altLang="en-US" sz="2000" smtClean="0">
                <a:solidFill>
                  <a:srgbClr val="800000"/>
                </a:solidFill>
              </a:rPr>
            </a:br>
            <a:r>
              <a:rPr lang="en-US" altLang="en-US" sz="2000" smtClean="0">
                <a:solidFill>
                  <a:srgbClr val="800000"/>
                </a:solidFill>
              </a:rPr>
              <a:t>	WHERE 	DNUM=DNUMBER AND MGRSSN=SSN</a:t>
            </a:r>
            <a:br>
              <a:rPr lang="en-US" altLang="en-US" sz="2000" smtClean="0">
                <a:solidFill>
                  <a:srgbClr val="800000"/>
                </a:solidFill>
              </a:rPr>
            </a:br>
            <a:r>
              <a:rPr lang="en-US" altLang="en-US" sz="2000" smtClean="0">
                <a:solidFill>
                  <a:srgbClr val="800000"/>
                </a:solidFill>
              </a:rPr>
              <a:t>				AND PLOCATION='Stafford'</a:t>
            </a:r>
            <a:br>
              <a:rPr lang="en-US" altLang="en-US" sz="2000" smtClean="0">
                <a:solidFill>
                  <a:srgbClr val="800000"/>
                </a:solidFill>
              </a:rPr>
            </a:br>
            <a:endParaRPr lang="en-US" altLang="en-US" sz="2000" smtClean="0">
              <a:solidFill>
                <a:srgbClr val="800000"/>
              </a:solidFill>
            </a:endParaRPr>
          </a:p>
          <a:p>
            <a:pPr lvl="1" eaLnBrk="1" hangingPunct="1">
              <a:lnSpc>
                <a:spcPct val="90000"/>
              </a:lnSpc>
            </a:pPr>
            <a:r>
              <a:rPr lang="en-US" altLang="en-US" sz="2000" smtClean="0"/>
              <a:t>In Q2, there are two  join conditions</a:t>
            </a:r>
          </a:p>
          <a:p>
            <a:pPr lvl="1" eaLnBrk="1" hangingPunct="1">
              <a:lnSpc>
                <a:spcPct val="90000"/>
              </a:lnSpc>
            </a:pPr>
            <a:r>
              <a:rPr lang="en-US" altLang="en-US" sz="2000" smtClean="0"/>
              <a:t>The join condition DNUM=DNUMBER relates a project to its controlling department</a:t>
            </a:r>
          </a:p>
          <a:p>
            <a:pPr lvl="1" eaLnBrk="1" hangingPunct="1">
              <a:lnSpc>
                <a:spcPct val="90000"/>
              </a:lnSpc>
            </a:pPr>
            <a:r>
              <a:rPr lang="en-US" altLang="en-US" sz="2000" smtClean="0"/>
              <a:t>The join condition MGRSSN=SSN relates the controlling department to the employee who manages that department</a:t>
            </a:r>
          </a:p>
        </p:txBody>
      </p:sp>
    </p:spTree>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Title 1"/>
          <p:cNvSpPr>
            <a:spLocks noGrp="1" noChangeArrowheads="1"/>
          </p:cNvSpPr>
          <p:nvPr>
            <p:ph type="title"/>
          </p:nvPr>
        </p:nvSpPr>
        <p:spPr/>
        <p:txBody>
          <a:bodyPr/>
          <a:lstStyle/>
          <a:p>
            <a:pPr eaLnBrk="1" hangingPunct="1"/>
            <a:r>
              <a:rPr lang="en-US" altLang="en-GB" smtClean="0"/>
              <a:t>Lets Go Back to Conceptual Discussion</a:t>
            </a:r>
          </a:p>
        </p:txBody>
      </p:sp>
      <p:sp>
        <p:nvSpPr>
          <p:cNvPr id="113666" name="Content Placeholder 2"/>
          <p:cNvSpPr>
            <a:spLocks noGrp="1" noChangeArrowheads="1"/>
          </p:cNvSpPr>
          <p:nvPr>
            <p:ph idx="1"/>
          </p:nvPr>
        </p:nvSpPr>
        <p:spPr/>
        <p:txBody>
          <a:bodyPr/>
          <a:lstStyle/>
          <a:p>
            <a:pPr eaLnBrk="1" hangingPunct="1"/>
            <a:r>
              <a:rPr lang="en-US" altLang="en-GB" smtClean="0"/>
              <a:t>Remaining Topics</a:t>
            </a:r>
          </a:p>
        </p:txBody>
      </p:sp>
      <p:sp>
        <p:nvSpPr>
          <p:cNvPr id="113667"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3- </a:t>
            </a:r>
            <a:fld id="{A4B5A82D-A276-4745-88FF-F9D1B1249A95}" type="slidenum">
              <a:rPr lang="en-US" altLang="en-US" sz="1400" smtClean="0">
                <a:solidFill>
                  <a:srgbClr val="990033"/>
                </a:solidFill>
              </a:rPr>
              <a:pPr>
                <a:spcBef>
                  <a:spcPct val="0"/>
                </a:spcBef>
                <a:buClrTx/>
                <a:buSzTx/>
                <a:buFontTx/>
                <a:buNone/>
              </a:pPr>
              <a:t>64</a:t>
            </a:fld>
            <a:endParaRPr lang="en-CA" altLang="en-US" sz="1400" smtClean="0">
              <a:solidFill>
                <a:srgbClr val="990033"/>
              </a:solidFill>
            </a:endParaRPr>
          </a:p>
        </p:txBody>
      </p:sp>
      <p:pic>
        <p:nvPicPr>
          <p:cNvPr id="11366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9113" y="2492375"/>
            <a:ext cx="2219325" cy="221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Title 1"/>
          <p:cNvSpPr>
            <a:spLocks noGrp="1" noChangeArrowheads="1"/>
          </p:cNvSpPr>
          <p:nvPr>
            <p:ph type="title"/>
          </p:nvPr>
        </p:nvSpPr>
        <p:spPr/>
        <p:txBody>
          <a:bodyPr/>
          <a:lstStyle/>
          <a:p>
            <a:r>
              <a:rPr lang="en-US" altLang="en-US" smtClean="0"/>
              <a:t>Recursive Relationship and Role Names</a:t>
            </a:r>
          </a:p>
        </p:txBody>
      </p:sp>
      <p:sp>
        <p:nvSpPr>
          <p:cNvPr id="114690" name="Content Placeholder 2"/>
          <p:cNvSpPr>
            <a:spLocks noGrp="1" noChangeArrowheads="1"/>
          </p:cNvSpPr>
          <p:nvPr>
            <p:ph idx="1"/>
          </p:nvPr>
        </p:nvSpPr>
        <p:spPr/>
        <p:txBody>
          <a:bodyPr/>
          <a:lstStyle/>
          <a:p>
            <a:r>
              <a:rPr lang="en-US" altLang="en-US" sz="1800" smtClean="0"/>
              <a:t>in some cases the </a:t>
            </a:r>
            <a:r>
              <a:rPr lang="en-US" altLang="en-US" sz="1800" i="1" smtClean="0"/>
              <a:t>same </a:t>
            </a:r>
            <a:r>
              <a:rPr lang="en-US" altLang="en-US" sz="1800" smtClean="0"/>
              <a:t>entity type participates more than once in a relationship type in </a:t>
            </a:r>
            <a:r>
              <a:rPr lang="en-US" altLang="en-US" sz="1800" i="1" smtClean="0"/>
              <a:t>different roles</a:t>
            </a:r>
            <a:r>
              <a:rPr lang="en-US" altLang="en-US" sz="1800" smtClean="0"/>
              <a:t>. </a:t>
            </a:r>
          </a:p>
          <a:p>
            <a:r>
              <a:rPr lang="en-US" altLang="en-US" sz="1800" smtClean="0"/>
              <a:t>In such cases the role name becomes essential for distinguishing the meaning of the role that each participating entity plays </a:t>
            </a:r>
          </a:p>
          <a:p>
            <a:r>
              <a:rPr lang="en-US" altLang="en-US" sz="1800" smtClean="0"/>
              <a:t>The SUPERVISION relationship type relates an employee to a supervisor, where both employee and supervisor entities are members of the same EMPLOYEE entity set </a:t>
            </a:r>
          </a:p>
          <a:p>
            <a:pPr lvl="1"/>
            <a:r>
              <a:rPr lang="en-US" altLang="en-US" sz="1600" smtClean="0"/>
              <a:t>the EMPLOYEE entity type </a:t>
            </a:r>
            <a:r>
              <a:rPr lang="en-US" altLang="en-US" sz="1600" i="1" smtClean="0"/>
              <a:t>participates  				              twice </a:t>
            </a:r>
            <a:r>
              <a:rPr lang="en-US" altLang="en-US" sz="1600" smtClean="0"/>
              <a:t>in SUPERVISION: once in the role 				                 of </a:t>
            </a:r>
            <a:r>
              <a:rPr lang="en-US" altLang="en-US" sz="1600" i="1" smtClean="0"/>
              <a:t>supervisor </a:t>
            </a:r>
            <a:r>
              <a:rPr lang="en-US" altLang="en-US" sz="1600" smtClean="0"/>
              <a:t>(or </a:t>
            </a:r>
            <a:r>
              <a:rPr lang="en-US" altLang="en-US" sz="1600" i="1" smtClean="0"/>
              <a:t>boss</a:t>
            </a:r>
            <a:r>
              <a:rPr lang="en-US" altLang="en-US" sz="1600" smtClean="0"/>
              <a:t>), and once in the 				               role of </a:t>
            </a:r>
            <a:r>
              <a:rPr lang="en-US" altLang="en-US" sz="1600" i="1" smtClean="0"/>
              <a:t>supervisee </a:t>
            </a:r>
            <a:r>
              <a:rPr lang="en-US" altLang="en-US" sz="1600" smtClean="0"/>
              <a:t>(or </a:t>
            </a:r>
            <a:r>
              <a:rPr lang="en-US" altLang="en-US" sz="1600" i="1" smtClean="0"/>
              <a:t>subordinate</a:t>
            </a:r>
            <a:r>
              <a:rPr lang="en-US" altLang="en-US" sz="1600" smtClean="0"/>
              <a:t>) </a:t>
            </a:r>
          </a:p>
          <a:p>
            <a:endParaRPr lang="en-US" altLang="en-US" smtClean="0"/>
          </a:p>
        </p:txBody>
      </p:sp>
      <p:sp>
        <p:nvSpPr>
          <p:cNvPr id="114691"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9E433813-0628-4B08-889E-3D70732AA643}" type="slidenum">
              <a:rPr lang="en-US" altLang="en-US" sz="1400" smtClean="0">
                <a:solidFill>
                  <a:srgbClr val="990033"/>
                </a:solidFill>
              </a:rPr>
              <a:pPr/>
              <a:t>65</a:t>
            </a:fld>
            <a:endParaRPr lang="en-CA" altLang="en-US" sz="1400" smtClean="0">
              <a:solidFill>
                <a:srgbClr val="990033"/>
              </a:solidFill>
            </a:endParaRPr>
          </a:p>
        </p:txBody>
      </p:sp>
      <p:pic>
        <p:nvPicPr>
          <p:cNvPr id="11469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57838" y="3981450"/>
            <a:ext cx="3581400" cy="287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Title 1"/>
          <p:cNvSpPr>
            <a:spLocks noGrp="1" noChangeArrowheads="1"/>
          </p:cNvSpPr>
          <p:nvPr>
            <p:ph type="title"/>
          </p:nvPr>
        </p:nvSpPr>
        <p:spPr/>
        <p:txBody>
          <a:bodyPr/>
          <a:lstStyle/>
          <a:p>
            <a:r>
              <a:rPr lang="en-US" altLang="en-US" smtClean="0"/>
              <a:t>Recursive Relationship and Role Names</a:t>
            </a:r>
          </a:p>
        </p:txBody>
      </p:sp>
      <p:sp>
        <p:nvSpPr>
          <p:cNvPr id="115714" name="Content Placeholder 2"/>
          <p:cNvSpPr>
            <a:spLocks noGrp="1" noChangeArrowheads="1"/>
          </p:cNvSpPr>
          <p:nvPr>
            <p:ph idx="1"/>
          </p:nvPr>
        </p:nvSpPr>
        <p:spPr/>
        <p:txBody>
          <a:bodyPr/>
          <a:lstStyle/>
          <a:p>
            <a:r>
              <a:rPr lang="en-US" altLang="en-US" sz="1600" smtClean="0"/>
              <a:t>Each relationship instance </a:t>
            </a:r>
            <a:r>
              <a:rPr lang="en-US" altLang="en-US" sz="1600" i="1" smtClean="0"/>
              <a:t>r_i </a:t>
            </a:r>
            <a:r>
              <a:rPr lang="en-US" altLang="en-US" sz="1600" smtClean="0"/>
              <a:t>in SUPERVISION associates two different employee entities </a:t>
            </a:r>
            <a:r>
              <a:rPr lang="en-US" altLang="en-US" sz="1600" i="1" smtClean="0"/>
              <a:t>e_j </a:t>
            </a:r>
            <a:r>
              <a:rPr lang="en-US" altLang="en-US" sz="1600" smtClean="0"/>
              <a:t>and </a:t>
            </a:r>
            <a:r>
              <a:rPr lang="en-US" altLang="en-US" sz="1600" i="1" smtClean="0"/>
              <a:t>e_k</a:t>
            </a:r>
            <a:r>
              <a:rPr lang="en-US" altLang="en-US" sz="1600" smtClean="0"/>
              <a:t>, one of which plays the role of supervisor and the other the role of supervisee. </a:t>
            </a:r>
          </a:p>
          <a:p>
            <a:r>
              <a:rPr lang="en-US" altLang="en-US" sz="1600" smtClean="0"/>
              <a:t>lines marked ‘1’ represent the supervisor role, and those marked ‘2’ represent the supervisee role </a:t>
            </a:r>
          </a:p>
          <a:p>
            <a:r>
              <a:rPr lang="en-US" altLang="en-US" smtClean="0"/>
              <a:t>Example</a:t>
            </a:r>
          </a:p>
          <a:p>
            <a:pPr lvl="1"/>
            <a:r>
              <a:rPr lang="en-US" altLang="en-US" i="1" smtClean="0"/>
              <a:t>e</a:t>
            </a:r>
            <a:r>
              <a:rPr lang="en-US" altLang="en-US" smtClean="0"/>
              <a:t>1 supervises </a:t>
            </a:r>
            <a:r>
              <a:rPr lang="en-US" altLang="en-US" i="1" smtClean="0"/>
              <a:t>e</a:t>
            </a:r>
            <a:r>
              <a:rPr lang="en-US" altLang="en-US" smtClean="0"/>
              <a:t>2 and </a:t>
            </a:r>
            <a:r>
              <a:rPr lang="en-US" altLang="en-US" i="1" smtClean="0"/>
              <a:t>e</a:t>
            </a:r>
            <a:r>
              <a:rPr lang="en-US" altLang="en-US" smtClean="0"/>
              <a:t>3</a:t>
            </a:r>
          </a:p>
          <a:p>
            <a:pPr lvl="1"/>
            <a:r>
              <a:rPr lang="en-US" altLang="en-US" i="1" smtClean="0"/>
              <a:t>e</a:t>
            </a:r>
            <a:r>
              <a:rPr lang="en-US" altLang="en-US" smtClean="0"/>
              <a:t>4 supervises </a:t>
            </a:r>
            <a:r>
              <a:rPr lang="en-US" altLang="en-US" i="1" smtClean="0"/>
              <a:t>e</a:t>
            </a:r>
            <a:r>
              <a:rPr lang="en-US" altLang="en-US" smtClean="0"/>
              <a:t>6 and </a:t>
            </a:r>
            <a:r>
              <a:rPr lang="en-US" altLang="en-US" i="1" smtClean="0"/>
              <a:t>e</a:t>
            </a:r>
            <a:r>
              <a:rPr lang="en-US" altLang="en-US" smtClean="0"/>
              <a:t>7</a:t>
            </a:r>
          </a:p>
          <a:p>
            <a:pPr lvl="1"/>
            <a:r>
              <a:rPr lang="en-US" altLang="en-US" i="1" smtClean="0"/>
              <a:t>e</a:t>
            </a:r>
            <a:r>
              <a:rPr lang="en-US" altLang="en-US" smtClean="0"/>
              <a:t>5 supervises </a:t>
            </a:r>
            <a:r>
              <a:rPr lang="en-US" altLang="en-US" i="1" smtClean="0"/>
              <a:t>e</a:t>
            </a:r>
            <a:r>
              <a:rPr lang="en-US" altLang="en-US" smtClean="0"/>
              <a:t>1 and </a:t>
            </a:r>
            <a:r>
              <a:rPr lang="en-US" altLang="en-US" i="1" smtClean="0"/>
              <a:t>e</a:t>
            </a:r>
            <a:r>
              <a:rPr lang="en-US" altLang="en-US" smtClean="0"/>
              <a:t>4</a:t>
            </a:r>
            <a:endParaRPr lang="en-US" altLang="en-US" sz="1200" smtClean="0"/>
          </a:p>
          <a:p>
            <a:endParaRPr lang="en-US" altLang="en-US" smtClean="0"/>
          </a:p>
        </p:txBody>
      </p:sp>
      <p:sp>
        <p:nvSpPr>
          <p:cNvPr id="115715"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6D971C2D-15F5-4F8E-BE98-12A513F62BA1}" type="slidenum">
              <a:rPr lang="en-US" altLang="en-US" sz="1400" smtClean="0">
                <a:solidFill>
                  <a:srgbClr val="990033"/>
                </a:solidFill>
              </a:rPr>
              <a:pPr/>
              <a:t>66</a:t>
            </a:fld>
            <a:endParaRPr lang="en-CA" altLang="en-US" sz="1400" smtClean="0">
              <a:solidFill>
                <a:srgbClr val="990033"/>
              </a:solidFill>
            </a:endParaRPr>
          </a:p>
        </p:txBody>
      </p:sp>
      <p:pic>
        <p:nvPicPr>
          <p:cNvPr id="11571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4400" y="3311525"/>
            <a:ext cx="4414838" cy="354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Title 1"/>
          <p:cNvSpPr>
            <a:spLocks noGrp="1" noChangeArrowheads="1"/>
          </p:cNvSpPr>
          <p:nvPr>
            <p:ph type="title"/>
          </p:nvPr>
        </p:nvSpPr>
        <p:spPr/>
        <p:txBody>
          <a:bodyPr/>
          <a:lstStyle/>
          <a:p>
            <a:r>
              <a:rPr lang="en-US" altLang="en-US" smtClean="0"/>
              <a:t>Department &amp; Employee</a:t>
            </a:r>
          </a:p>
        </p:txBody>
      </p:sp>
      <p:sp>
        <p:nvSpPr>
          <p:cNvPr id="116738"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BA8EA869-1AE5-43F5-AF1C-641263C7BC8E}" type="slidenum">
              <a:rPr lang="en-US" altLang="en-US" sz="1400" smtClean="0">
                <a:solidFill>
                  <a:srgbClr val="990033"/>
                </a:solidFill>
              </a:rPr>
              <a:pPr/>
              <a:t>67</a:t>
            </a:fld>
            <a:endParaRPr lang="en-CA" altLang="en-US" sz="1400" smtClean="0">
              <a:solidFill>
                <a:srgbClr val="990033"/>
              </a:solidFill>
            </a:endParaRPr>
          </a:p>
        </p:txBody>
      </p:sp>
      <p:sp>
        <p:nvSpPr>
          <p:cNvPr id="5" name="Rectangle 10">
            <a:extLst>
              <a:ext uri="{FF2B5EF4-FFF2-40B4-BE49-F238E27FC236}">
                <a16:creationId xmlns:a16="http://schemas.microsoft.com/office/drawing/2014/main" id="{37DADAE6-6094-4941-87B9-CC8E5F39B685}"/>
              </a:ext>
            </a:extLst>
          </p:cNvPr>
          <p:cNvSpPr txBox="1">
            <a:spLocks noChangeArrowheads="1"/>
          </p:cNvSpPr>
          <p:nvPr/>
        </p:nvSpPr>
        <p:spPr bwMode="auto">
          <a:xfrm>
            <a:off x="685800" y="1635125"/>
            <a:ext cx="8077200" cy="453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Ins="0"/>
          <a:lstStyle>
            <a:lvl1pPr marL="342900" indent="-342900" algn="l" rtl="0" eaLnBrk="0" fontAlgn="base" hangingPunct="0">
              <a:spcBef>
                <a:spcPct val="20000"/>
              </a:spcBef>
              <a:spcAft>
                <a:spcPct val="0"/>
              </a:spcAft>
              <a:buClr>
                <a:srgbClr val="990033"/>
              </a:buClr>
              <a:buSzPct val="60000"/>
              <a:buFont typeface="Wingdings" pitchFamily="2" charset="2"/>
              <a:buChar char="n"/>
              <a:defRPr sz="2800" kern="1200">
                <a:solidFill>
                  <a:schemeClr val="tx2"/>
                </a:solidFill>
                <a:latin typeface="+mn-lt"/>
                <a:ea typeface="+mn-ea"/>
                <a:cs typeface="+mn-cs"/>
              </a:defRPr>
            </a:lvl1pPr>
            <a:lvl2pPr marL="742950" indent="-285750" algn="l" rtl="0" eaLnBrk="0" fontAlgn="base" hangingPunct="0">
              <a:spcBef>
                <a:spcPct val="20000"/>
              </a:spcBef>
              <a:spcAft>
                <a:spcPct val="0"/>
              </a:spcAft>
              <a:buClr>
                <a:schemeClr val="tx2"/>
              </a:buClr>
              <a:buSzPct val="55000"/>
              <a:buFont typeface="Wingdings" pitchFamily="2" charset="2"/>
              <a:buChar char="n"/>
              <a:defRPr sz="2600" kern="1200">
                <a:solidFill>
                  <a:srgbClr val="800000"/>
                </a:solidFill>
                <a:latin typeface="+mn-lt"/>
                <a:ea typeface="+mn-ea"/>
                <a:cs typeface="+mn-cs"/>
              </a:defRPr>
            </a:lvl2pPr>
            <a:lvl3pPr marL="1143000" indent="-228600" algn="l" rtl="0" eaLnBrk="0" fontAlgn="base" hangingPunct="0">
              <a:spcBef>
                <a:spcPct val="20000"/>
              </a:spcBef>
              <a:spcAft>
                <a:spcPct val="0"/>
              </a:spcAft>
              <a:buClr>
                <a:srgbClr val="990033"/>
              </a:buClr>
              <a:buSzPct val="50000"/>
              <a:buFont typeface="Wingdings" pitchFamily="2" charset="2"/>
              <a:buChar char="n"/>
              <a:defRPr sz="2400" kern="1200">
                <a:solidFill>
                  <a:schemeClr val="tx2"/>
                </a:solidFill>
                <a:latin typeface="+mn-lt"/>
                <a:ea typeface="+mn-ea"/>
                <a:cs typeface="+mn-cs"/>
              </a:defRPr>
            </a:lvl3pPr>
            <a:lvl4pPr marL="1600200" indent="-228600" algn="l" rtl="0" eaLnBrk="0" fontAlgn="base" hangingPunct="0">
              <a:spcBef>
                <a:spcPct val="20000"/>
              </a:spcBef>
              <a:spcAft>
                <a:spcPct val="0"/>
              </a:spcAft>
              <a:buClr>
                <a:schemeClr val="tx2"/>
              </a:buClr>
              <a:buSzPct val="55000"/>
              <a:buFont typeface="Wingdings" pitchFamily="2" charset="2"/>
              <a:buChar char="n"/>
              <a:defRPr sz="2000" kern="1200">
                <a:solidFill>
                  <a:srgbClr val="800000"/>
                </a:solidFill>
                <a:latin typeface="+mn-lt"/>
                <a:ea typeface="+mn-ea"/>
                <a:cs typeface="+mn-cs"/>
              </a:defRPr>
            </a:lvl4pPr>
            <a:lvl5pPr marL="2057400" indent="-228600" algn="l" rtl="0" eaLnBrk="0" fontAlgn="base" hangingPunct="0">
              <a:spcBef>
                <a:spcPct val="20000"/>
              </a:spcBef>
              <a:spcAft>
                <a:spcPct val="0"/>
              </a:spcAft>
              <a:buClr>
                <a:srgbClr val="990033"/>
              </a:buClr>
              <a:buSzPct val="50000"/>
              <a:buFont typeface="Wingdings" pitchFamily="2" charset="2"/>
              <a:buChar char="n"/>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sz="1800" dirty="0"/>
              <a:t>Consider Employees are working in departments:</a:t>
            </a:r>
          </a:p>
          <a:p>
            <a:pPr lvl="1">
              <a:defRPr/>
            </a:pPr>
            <a:endParaRPr lang="en-US" sz="1800" dirty="0"/>
          </a:p>
          <a:p>
            <a:pPr lvl="1">
              <a:defRPr/>
            </a:pPr>
            <a:r>
              <a:rPr lang="en-US" sz="1800" dirty="0"/>
              <a:t>Department</a:t>
            </a:r>
          </a:p>
          <a:p>
            <a:pPr lvl="1">
              <a:defRPr/>
            </a:pPr>
            <a:r>
              <a:rPr lang="en-US" sz="1800" dirty="0"/>
              <a:t>Employee</a:t>
            </a:r>
          </a:p>
          <a:p>
            <a:pPr lvl="1">
              <a:defRPr/>
            </a:pPr>
            <a:r>
              <a:rPr lang="en-US" sz="1800" dirty="0">
                <a:solidFill>
                  <a:srgbClr val="FF0000"/>
                </a:solidFill>
              </a:rPr>
              <a:t>Manager/ Boss??</a:t>
            </a:r>
          </a:p>
          <a:p>
            <a:pPr lvl="1">
              <a:defRPr/>
            </a:pPr>
            <a:endParaRPr lang="en-US" sz="1800" dirty="0"/>
          </a:p>
          <a:p>
            <a:pPr marL="457200" lvl="1" indent="0">
              <a:buFont typeface="Wingdings" pitchFamily="2" charset="2"/>
              <a:buNone/>
              <a:defRPr/>
            </a:pPr>
            <a:endParaRPr lang="en-US" sz="1800" dirty="0"/>
          </a:p>
          <a:p>
            <a:pPr lvl="1">
              <a:defRPr/>
            </a:pPr>
            <a:r>
              <a:rPr lang="en-US" sz="1800" dirty="0"/>
              <a:t>Employees are belong to Departments</a:t>
            </a:r>
          </a:p>
          <a:p>
            <a:pPr lvl="1">
              <a:defRPr/>
            </a:pPr>
            <a:r>
              <a:rPr lang="en-US" sz="1800" dirty="0"/>
              <a:t>Some employees are managers of department</a:t>
            </a:r>
          </a:p>
          <a:p>
            <a:pPr lvl="1">
              <a:defRPr/>
            </a:pPr>
            <a:r>
              <a:rPr lang="en-US" sz="1800" dirty="0"/>
              <a:t>Employee may work in more than one dept </a:t>
            </a:r>
          </a:p>
          <a:p>
            <a:pPr lvl="1">
              <a:defRPr/>
            </a:pPr>
            <a:r>
              <a:rPr lang="en-US" sz="1800" dirty="0"/>
              <a:t>Some are managers of other employees</a:t>
            </a:r>
          </a:p>
          <a:p>
            <a:pPr lvl="1">
              <a:defRPr/>
            </a:pPr>
            <a:endParaRPr lang="en-US" sz="1800" dirty="0"/>
          </a:p>
          <a:p>
            <a:pPr marL="457200" lvl="1" indent="0">
              <a:buFont typeface="Wingdings" pitchFamily="2" charset="2"/>
              <a:buNone/>
              <a:defRPr/>
            </a:pPr>
            <a:endParaRPr lang="en-US" sz="1800" dirty="0"/>
          </a:p>
        </p:txBody>
      </p:sp>
      <p:sp>
        <p:nvSpPr>
          <p:cNvPr id="6" name="Right Brace 5">
            <a:extLst>
              <a:ext uri="{FF2B5EF4-FFF2-40B4-BE49-F238E27FC236}">
                <a16:creationId xmlns:a16="http://schemas.microsoft.com/office/drawing/2014/main" id="{6B20A14A-1786-5140-BF5B-3EC3B4C1951C}"/>
              </a:ext>
            </a:extLst>
          </p:cNvPr>
          <p:cNvSpPr/>
          <p:nvPr/>
        </p:nvSpPr>
        <p:spPr>
          <a:xfrm>
            <a:off x="3348038" y="2205038"/>
            <a:ext cx="285750" cy="1295400"/>
          </a:xfrm>
          <a:prstGeom prst="rightBrace">
            <a:avLst/>
          </a:prstGeom>
          <a:noFill/>
          <a:ln w="635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sz="1600" dirty="0"/>
          </a:p>
        </p:txBody>
      </p:sp>
      <p:sp>
        <p:nvSpPr>
          <p:cNvPr id="7" name="Right Brace 6">
            <a:extLst>
              <a:ext uri="{FF2B5EF4-FFF2-40B4-BE49-F238E27FC236}">
                <a16:creationId xmlns:a16="http://schemas.microsoft.com/office/drawing/2014/main" id="{019C7258-2A4D-B249-9C2D-BDF460BEA39E}"/>
              </a:ext>
            </a:extLst>
          </p:cNvPr>
          <p:cNvSpPr/>
          <p:nvPr/>
        </p:nvSpPr>
        <p:spPr>
          <a:xfrm>
            <a:off x="6962775" y="4371975"/>
            <a:ext cx="276225" cy="1376363"/>
          </a:xfrm>
          <a:prstGeom prst="rightBrace">
            <a:avLst/>
          </a:prstGeom>
          <a:noFill/>
          <a:ln w="63500">
            <a:solidFill>
              <a:srgbClr val="00B0F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
        <p:nvSpPr>
          <p:cNvPr id="8" name="TextBox 7"/>
          <p:cNvSpPr txBox="1">
            <a:spLocks noChangeArrowheads="1"/>
          </p:cNvSpPr>
          <p:nvPr/>
        </p:nvSpPr>
        <p:spPr bwMode="auto">
          <a:xfrm>
            <a:off x="6453188" y="3937000"/>
            <a:ext cx="24241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ctr" eaLnBrk="1" hangingPunct="1">
              <a:spcBef>
                <a:spcPct val="0"/>
              </a:spcBef>
              <a:buClrTx/>
              <a:buSzTx/>
              <a:buFontTx/>
              <a:buNone/>
            </a:pPr>
            <a:r>
              <a:rPr lang="en-US" altLang="en-US" sz="2400" i="1">
                <a:solidFill>
                  <a:srgbClr val="00B0F0"/>
                </a:solidFill>
                <a:latin typeface="Tahoma" panose="020B0604030504040204" pitchFamily="34" charset="0"/>
              </a:rPr>
              <a:t>Relationships</a:t>
            </a:r>
          </a:p>
        </p:txBody>
      </p:sp>
      <p:sp>
        <p:nvSpPr>
          <p:cNvPr id="12" name="TextBox 11"/>
          <p:cNvSpPr txBox="1">
            <a:spLocks noChangeArrowheads="1"/>
          </p:cNvSpPr>
          <p:nvPr/>
        </p:nvSpPr>
        <p:spPr bwMode="auto">
          <a:xfrm>
            <a:off x="3779838" y="2620963"/>
            <a:ext cx="14716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ctr" eaLnBrk="1" hangingPunct="1">
              <a:spcBef>
                <a:spcPct val="0"/>
              </a:spcBef>
              <a:buClrTx/>
              <a:buSzTx/>
              <a:buFontTx/>
              <a:buNone/>
            </a:pPr>
            <a:r>
              <a:rPr lang="en-US" altLang="en-US" sz="2400" i="1">
                <a:solidFill>
                  <a:srgbClr val="FF0000"/>
                </a:solidFill>
                <a:latin typeface="Tahoma" panose="020B0604030504040204" pitchFamily="34" charset="0"/>
              </a:rPr>
              <a:t>Entities</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7" end="7"/>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8" end="8"/>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9" end="9"/>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animBg="1"/>
      <p:bldP spid="7" grpId="0" animBg="1"/>
      <p:bldP spid="8" grpId="0"/>
      <p:bldP spid="12"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Title 1"/>
          <p:cNvSpPr>
            <a:spLocks noGrp="1" noChangeArrowheads="1"/>
          </p:cNvSpPr>
          <p:nvPr>
            <p:ph type="title"/>
          </p:nvPr>
        </p:nvSpPr>
        <p:spPr/>
        <p:txBody>
          <a:bodyPr/>
          <a:lstStyle/>
          <a:p>
            <a:r>
              <a:rPr lang="en-US" altLang="en-US" smtClean="0"/>
              <a:t>Basic Examples</a:t>
            </a:r>
          </a:p>
        </p:txBody>
      </p:sp>
      <p:sp>
        <p:nvSpPr>
          <p:cNvPr id="117762" name="Content Placeholder 2"/>
          <p:cNvSpPr>
            <a:spLocks noGrp="1" noChangeArrowheads="1"/>
          </p:cNvSpPr>
          <p:nvPr>
            <p:ph idx="1"/>
          </p:nvPr>
        </p:nvSpPr>
        <p:spPr/>
        <p:txBody>
          <a:bodyPr/>
          <a:lstStyle/>
          <a:p>
            <a:endParaRPr lang="en-US" altLang="en-US" smtClean="0"/>
          </a:p>
        </p:txBody>
      </p:sp>
      <p:sp>
        <p:nvSpPr>
          <p:cNvPr id="117763"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28BBD1E0-BAE7-4BEF-A98A-0C9587E94472}" type="slidenum">
              <a:rPr lang="en-US" altLang="en-US" sz="1400" smtClean="0">
                <a:solidFill>
                  <a:srgbClr val="990033"/>
                </a:solidFill>
              </a:rPr>
              <a:pPr/>
              <a:t>68</a:t>
            </a:fld>
            <a:endParaRPr lang="en-CA" altLang="en-US" sz="1400" smtClean="0">
              <a:solidFill>
                <a:srgbClr val="990033"/>
              </a:solidFill>
            </a:endParaRPr>
          </a:p>
        </p:txBody>
      </p:sp>
      <p:grpSp>
        <p:nvGrpSpPr>
          <p:cNvPr id="5" name="Group 10"/>
          <p:cNvGrpSpPr>
            <a:grpSpLocks/>
          </p:cNvGrpSpPr>
          <p:nvPr/>
        </p:nvGrpSpPr>
        <p:grpSpPr bwMode="auto">
          <a:xfrm>
            <a:off x="762000" y="1962150"/>
            <a:ext cx="7010400" cy="914400"/>
            <a:chOff x="1248" y="3360"/>
            <a:chExt cx="4176" cy="576"/>
          </a:xfrm>
        </p:grpSpPr>
        <p:sp>
          <p:nvSpPr>
            <p:cNvPr id="117779" name="Rectangle 11"/>
            <p:cNvSpPr>
              <a:spLocks noChangeArrowheads="1"/>
            </p:cNvSpPr>
            <p:nvPr/>
          </p:nvSpPr>
          <p:spPr bwMode="auto">
            <a:xfrm>
              <a:off x="1248" y="3480"/>
              <a:ext cx="999" cy="336"/>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ctr" eaLnBrk="1" hangingPunct="1">
                <a:spcBef>
                  <a:spcPct val="0"/>
                </a:spcBef>
                <a:buClrTx/>
                <a:buSzTx/>
                <a:buFontTx/>
                <a:buNone/>
              </a:pPr>
              <a:r>
                <a:rPr lang="en-US" altLang="en-US" sz="2400">
                  <a:solidFill>
                    <a:schemeClr val="tx1"/>
                  </a:solidFill>
                  <a:latin typeface="Times New Roman" panose="02020603050405020304" pitchFamily="18" charset="0"/>
                </a:rPr>
                <a:t>EMPLOYEE</a:t>
              </a:r>
            </a:p>
          </p:txBody>
        </p:sp>
        <p:sp>
          <p:nvSpPr>
            <p:cNvPr id="117780" name="Rectangle 12"/>
            <p:cNvSpPr>
              <a:spLocks noChangeArrowheads="1"/>
            </p:cNvSpPr>
            <p:nvPr/>
          </p:nvSpPr>
          <p:spPr bwMode="auto">
            <a:xfrm>
              <a:off x="4272" y="3480"/>
              <a:ext cx="1152" cy="336"/>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ctr" eaLnBrk="1" hangingPunct="1">
                <a:spcBef>
                  <a:spcPct val="0"/>
                </a:spcBef>
                <a:buClrTx/>
                <a:buSzTx/>
                <a:buFontTx/>
                <a:buNone/>
              </a:pPr>
              <a:r>
                <a:rPr lang="en-US" altLang="en-US" sz="2400">
                  <a:solidFill>
                    <a:schemeClr val="tx1"/>
                  </a:solidFill>
                  <a:latin typeface="Times New Roman" panose="02020603050405020304" pitchFamily="18" charset="0"/>
                </a:rPr>
                <a:t>DEPARTMENT</a:t>
              </a:r>
            </a:p>
          </p:txBody>
        </p:sp>
        <p:sp>
          <p:nvSpPr>
            <p:cNvPr id="117781" name="AutoShape 13"/>
            <p:cNvSpPr>
              <a:spLocks noChangeArrowheads="1"/>
            </p:cNvSpPr>
            <p:nvPr/>
          </p:nvSpPr>
          <p:spPr bwMode="auto">
            <a:xfrm>
              <a:off x="2736" y="3360"/>
              <a:ext cx="912" cy="576"/>
            </a:xfrm>
            <a:prstGeom prst="diamond">
              <a:avLst/>
            </a:prstGeom>
            <a:solidFill>
              <a:schemeClr val="accent1"/>
            </a:solidFill>
            <a:ln w="9525">
              <a:solidFill>
                <a:schemeClr val="tx1"/>
              </a:solidFill>
              <a:miter lim="800000"/>
              <a:headEnd/>
              <a:tailEnd/>
            </a:ln>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ctr" eaLnBrk="1" hangingPunct="1">
                <a:spcBef>
                  <a:spcPct val="0"/>
                </a:spcBef>
                <a:buClrTx/>
                <a:buSzTx/>
                <a:buFontTx/>
                <a:buNone/>
              </a:pPr>
              <a:r>
                <a:rPr lang="en-US" altLang="en-US" sz="1400" b="1">
                  <a:solidFill>
                    <a:schemeClr val="tx1"/>
                  </a:solidFill>
                  <a:latin typeface="Times New Roman" panose="02020603050405020304" pitchFamily="18" charset="0"/>
                </a:rPr>
                <a:t>MANAGES</a:t>
              </a:r>
            </a:p>
          </p:txBody>
        </p:sp>
        <p:cxnSp>
          <p:nvCxnSpPr>
            <p:cNvPr id="117782" name="AutoShape 14"/>
            <p:cNvCxnSpPr>
              <a:cxnSpLocks noChangeShapeType="1"/>
              <a:stCxn id="117779" idx="3"/>
              <a:endCxn id="117781" idx="1"/>
            </p:cNvCxnSpPr>
            <p:nvPr/>
          </p:nvCxnSpPr>
          <p:spPr bwMode="auto">
            <a:xfrm>
              <a:off x="2247" y="3648"/>
              <a:ext cx="489" cy="0"/>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117783" name="AutoShape 15"/>
            <p:cNvCxnSpPr>
              <a:cxnSpLocks noChangeShapeType="1"/>
              <a:stCxn id="117781" idx="3"/>
              <a:endCxn id="117780" idx="1"/>
            </p:cNvCxnSpPr>
            <p:nvPr/>
          </p:nvCxnSpPr>
          <p:spPr bwMode="auto">
            <a:xfrm>
              <a:off x="3648" y="3648"/>
              <a:ext cx="624" cy="0"/>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grpSp>
      <p:grpSp>
        <p:nvGrpSpPr>
          <p:cNvPr id="11" name="Group 16"/>
          <p:cNvGrpSpPr>
            <a:grpSpLocks/>
          </p:cNvGrpSpPr>
          <p:nvPr/>
        </p:nvGrpSpPr>
        <p:grpSpPr bwMode="auto">
          <a:xfrm>
            <a:off x="1066800" y="4343400"/>
            <a:ext cx="6629400" cy="2133600"/>
            <a:chOff x="1296" y="2544"/>
            <a:chExt cx="4176" cy="1344"/>
          </a:xfrm>
        </p:grpSpPr>
        <p:sp>
          <p:nvSpPr>
            <p:cNvPr id="117771" name="Rectangle 17"/>
            <p:cNvSpPr>
              <a:spLocks noChangeArrowheads="1"/>
            </p:cNvSpPr>
            <p:nvPr/>
          </p:nvSpPr>
          <p:spPr bwMode="auto">
            <a:xfrm>
              <a:off x="1296" y="2952"/>
              <a:ext cx="105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ctr" eaLnBrk="1" hangingPunct="1">
                <a:spcBef>
                  <a:spcPct val="0"/>
                </a:spcBef>
                <a:buClrTx/>
                <a:buSzTx/>
                <a:buFontTx/>
                <a:buNone/>
              </a:pPr>
              <a:r>
                <a:rPr lang="en-US" altLang="en-US" sz="2400">
                  <a:solidFill>
                    <a:schemeClr val="tx1"/>
                  </a:solidFill>
                  <a:latin typeface="Times New Roman" panose="02020603050405020304" pitchFamily="18" charset="0"/>
                </a:rPr>
                <a:t>EMPLOYEE</a:t>
              </a:r>
            </a:p>
          </p:txBody>
        </p:sp>
        <p:sp>
          <p:nvSpPr>
            <p:cNvPr id="117772" name="Rectangle 18"/>
            <p:cNvSpPr>
              <a:spLocks noChangeArrowheads="1"/>
            </p:cNvSpPr>
            <p:nvPr/>
          </p:nvSpPr>
          <p:spPr bwMode="auto">
            <a:xfrm>
              <a:off x="4176" y="2952"/>
              <a:ext cx="129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ctr" eaLnBrk="1" hangingPunct="1">
                <a:spcBef>
                  <a:spcPct val="0"/>
                </a:spcBef>
                <a:buClrTx/>
                <a:buSzTx/>
                <a:buFontTx/>
                <a:buNone/>
              </a:pPr>
              <a:r>
                <a:rPr lang="en-US" altLang="en-US" sz="2400">
                  <a:solidFill>
                    <a:schemeClr val="tx1"/>
                  </a:solidFill>
                  <a:latin typeface="Times New Roman" panose="02020603050405020304" pitchFamily="18" charset="0"/>
                </a:rPr>
                <a:t>DEPARTMENT</a:t>
              </a:r>
            </a:p>
          </p:txBody>
        </p:sp>
        <p:sp>
          <p:nvSpPr>
            <p:cNvPr id="117773" name="AutoShape 19"/>
            <p:cNvSpPr>
              <a:spLocks noChangeArrowheads="1"/>
            </p:cNvSpPr>
            <p:nvPr/>
          </p:nvSpPr>
          <p:spPr bwMode="auto">
            <a:xfrm>
              <a:off x="2788" y="2544"/>
              <a:ext cx="912" cy="576"/>
            </a:xfrm>
            <a:prstGeom prst="diamond">
              <a:avLst/>
            </a:prstGeom>
            <a:solidFill>
              <a:schemeClr val="accent1"/>
            </a:solidFill>
            <a:ln w="9525">
              <a:solidFill>
                <a:schemeClr val="tx1"/>
              </a:solidFill>
              <a:miter lim="800000"/>
              <a:headEnd/>
              <a:tailEnd/>
            </a:ln>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ctr" eaLnBrk="1" hangingPunct="1">
                <a:spcBef>
                  <a:spcPct val="0"/>
                </a:spcBef>
                <a:buClrTx/>
                <a:buSzTx/>
                <a:buFontTx/>
                <a:buNone/>
              </a:pPr>
              <a:r>
                <a:rPr lang="en-US" altLang="en-US" sz="1400" b="1">
                  <a:solidFill>
                    <a:schemeClr val="tx1"/>
                  </a:solidFill>
                  <a:latin typeface="Times New Roman" panose="02020603050405020304" pitchFamily="18" charset="0"/>
                </a:rPr>
                <a:t>MANAGES</a:t>
              </a:r>
            </a:p>
          </p:txBody>
        </p:sp>
        <p:cxnSp>
          <p:nvCxnSpPr>
            <p:cNvPr id="117774" name="AutoShape 20"/>
            <p:cNvCxnSpPr>
              <a:cxnSpLocks noChangeShapeType="1"/>
              <a:stCxn id="117771" idx="3"/>
              <a:endCxn id="117773" idx="1"/>
            </p:cNvCxnSpPr>
            <p:nvPr/>
          </p:nvCxnSpPr>
          <p:spPr bwMode="auto">
            <a:xfrm flipV="1">
              <a:off x="2352" y="2832"/>
              <a:ext cx="436" cy="288"/>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117775" name="AutoShape 21"/>
            <p:cNvCxnSpPr>
              <a:cxnSpLocks noChangeShapeType="1"/>
              <a:stCxn id="117773" idx="3"/>
              <a:endCxn id="117772" idx="1"/>
            </p:cNvCxnSpPr>
            <p:nvPr/>
          </p:nvCxnSpPr>
          <p:spPr bwMode="auto">
            <a:xfrm>
              <a:off x="3700" y="2832"/>
              <a:ext cx="476" cy="288"/>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sp>
          <p:nvSpPr>
            <p:cNvPr id="117776" name="AutoShape 22"/>
            <p:cNvSpPr>
              <a:spLocks noChangeArrowheads="1"/>
            </p:cNvSpPr>
            <p:nvPr/>
          </p:nvSpPr>
          <p:spPr bwMode="auto">
            <a:xfrm>
              <a:off x="2788" y="3312"/>
              <a:ext cx="912" cy="576"/>
            </a:xfrm>
            <a:prstGeom prst="diamond">
              <a:avLst/>
            </a:prstGeom>
            <a:solidFill>
              <a:schemeClr val="accent1"/>
            </a:solidFill>
            <a:ln w="9525">
              <a:solidFill>
                <a:schemeClr val="tx1"/>
              </a:solidFill>
              <a:miter lim="800000"/>
              <a:headEnd/>
              <a:tailEnd/>
            </a:ln>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ctr" eaLnBrk="1" hangingPunct="1">
                <a:spcBef>
                  <a:spcPct val="0"/>
                </a:spcBef>
                <a:buClrTx/>
                <a:buSzTx/>
                <a:buFontTx/>
                <a:buNone/>
              </a:pPr>
              <a:r>
                <a:rPr lang="en-US" altLang="en-US" sz="1400" b="1">
                  <a:solidFill>
                    <a:schemeClr val="tx1"/>
                  </a:solidFill>
                  <a:latin typeface="Times New Roman" panose="02020603050405020304" pitchFamily="18" charset="0"/>
                </a:rPr>
                <a:t>BELONGS TO</a:t>
              </a:r>
            </a:p>
          </p:txBody>
        </p:sp>
        <p:cxnSp>
          <p:nvCxnSpPr>
            <p:cNvPr id="117777" name="AutoShape 23"/>
            <p:cNvCxnSpPr>
              <a:cxnSpLocks noChangeShapeType="1"/>
              <a:stCxn id="117771" idx="3"/>
              <a:endCxn id="117776" idx="1"/>
            </p:cNvCxnSpPr>
            <p:nvPr/>
          </p:nvCxnSpPr>
          <p:spPr bwMode="auto">
            <a:xfrm>
              <a:off x="2352" y="3120"/>
              <a:ext cx="436" cy="480"/>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117778" name="AutoShape 24"/>
            <p:cNvCxnSpPr>
              <a:cxnSpLocks noChangeShapeType="1"/>
              <a:stCxn id="117776" idx="3"/>
              <a:endCxn id="117772" idx="1"/>
            </p:cNvCxnSpPr>
            <p:nvPr/>
          </p:nvCxnSpPr>
          <p:spPr bwMode="auto">
            <a:xfrm flipV="1">
              <a:off x="3700" y="3120"/>
              <a:ext cx="476" cy="480"/>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grpSp>
      <p:sp>
        <p:nvSpPr>
          <p:cNvPr id="117766" name="Rectangle 5"/>
          <p:cNvSpPr>
            <a:spLocks noChangeArrowheads="1"/>
          </p:cNvSpPr>
          <p:nvPr/>
        </p:nvSpPr>
        <p:spPr bwMode="auto">
          <a:xfrm>
            <a:off x="762000" y="3295650"/>
            <a:ext cx="1676400" cy="5334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ctr" eaLnBrk="1" hangingPunct="1">
              <a:spcBef>
                <a:spcPct val="0"/>
              </a:spcBef>
              <a:buClrTx/>
              <a:buSzTx/>
              <a:buFontTx/>
              <a:buNone/>
            </a:pPr>
            <a:r>
              <a:rPr lang="en-US" altLang="en-US" sz="2400">
                <a:solidFill>
                  <a:schemeClr val="tx1"/>
                </a:solidFill>
                <a:latin typeface="Times New Roman" panose="02020603050405020304" pitchFamily="18" charset="0"/>
              </a:rPr>
              <a:t>Employee</a:t>
            </a:r>
          </a:p>
        </p:txBody>
      </p:sp>
      <p:sp>
        <p:nvSpPr>
          <p:cNvPr id="117767" name="Rectangle 6"/>
          <p:cNvSpPr>
            <a:spLocks noChangeArrowheads="1"/>
          </p:cNvSpPr>
          <p:nvPr/>
        </p:nvSpPr>
        <p:spPr bwMode="auto">
          <a:xfrm>
            <a:off x="5838825" y="3333750"/>
            <a:ext cx="1933575" cy="4953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ctr" eaLnBrk="1" hangingPunct="1">
              <a:spcBef>
                <a:spcPct val="0"/>
              </a:spcBef>
              <a:buClrTx/>
              <a:buSzTx/>
              <a:buFontTx/>
              <a:buNone/>
            </a:pPr>
            <a:r>
              <a:rPr lang="en-US" altLang="en-US" sz="2400">
                <a:solidFill>
                  <a:schemeClr val="tx1"/>
                </a:solidFill>
                <a:latin typeface="Times New Roman" panose="02020603050405020304" pitchFamily="18" charset="0"/>
              </a:rPr>
              <a:t>DEPARTMENT</a:t>
            </a:r>
          </a:p>
        </p:txBody>
      </p:sp>
      <p:sp>
        <p:nvSpPr>
          <p:cNvPr id="117768" name="AutoShape 7"/>
          <p:cNvSpPr>
            <a:spLocks noChangeArrowheads="1"/>
          </p:cNvSpPr>
          <p:nvPr/>
        </p:nvSpPr>
        <p:spPr bwMode="auto">
          <a:xfrm>
            <a:off x="3259138" y="3105150"/>
            <a:ext cx="1531937" cy="914400"/>
          </a:xfrm>
          <a:prstGeom prst="diamond">
            <a:avLst/>
          </a:prstGeom>
          <a:solidFill>
            <a:schemeClr val="accent1"/>
          </a:solidFill>
          <a:ln w="9525">
            <a:solidFill>
              <a:schemeClr val="tx1"/>
            </a:solidFill>
            <a:miter lim="800000"/>
            <a:headEnd/>
            <a:tailEnd/>
          </a:ln>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ctr" eaLnBrk="1" hangingPunct="1">
              <a:spcBef>
                <a:spcPct val="0"/>
              </a:spcBef>
              <a:buClrTx/>
              <a:buSzTx/>
              <a:buFontTx/>
              <a:buNone/>
            </a:pPr>
            <a:r>
              <a:rPr lang="en-US" altLang="en-US" sz="1400" b="1">
                <a:solidFill>
                  <a:schemeClr val="tx1"/>
                </a:solidFill>
                <a:latin typeface="Times New Roman" panose="02020603050405020304" pitchFamily="18" charset="0"/>
              </a:rPr>
              <a:t>BELONGS TO</a:t>
            </a:r>
          </a:p>
        </p:txBody>
      </p:sp>
      <p:cxnSp>
        <p:nvCxnSpPr>
          <p:cNvPr id="117769" name="AutoShape 8"/>
          <p:cNvCxnSpPr>
            <a:cxnSpLocks noChangeShapeType="1"/>
            <a:stCxn id="117766" idx="3"/>
            <a:endCxn id="117768" idx="1"/>
          </p:cNvCxnSpPr>
          <p:nvPr/>
        </p:nvCxnSpPr>
        <p:spPr bwMode="auto">
          <a:xfrm>
            <a:off x="2438400" y="3562350"/>
            <a:ext cx="820738" cy="0"/>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117770" name="AutoShape 9"/>
          <p:cNvCxnSpPr>
            <a:cxnSpLocks noChangeShapeType="1"/>
            <a:stCxn id="117768" idx="3"/>
            <a:endCxn id="117767" idx="1"/>
          </p:cNvCxnSpPr>
          <p:nvPr/>
        </p:nvCxnSpPr>
        <p:spPr bwMode="auto">
          <a:xfrm>
            <a:off x="4791075" y="3562350"/>
            <a:ext cx="1047750" cy="19050"/>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Title 1"/>
          <p:cNvSpPr>
            <a:spLocks noGrp="1" noChangeArrowheads="1"/>
          </p:cNvSpPr>
          <p:nvPr>
            <p:ph type="title"/>
          </p:nvPr>
        </p:nvSpPr>
        <p:spPr/>
        <p:txBody>
          <a:bodyPr/>
          <a:lstStyle/>
          <a:p>
            <a:r>
              <a:rPr lang="en-US" altLang="en-US" i="1" smtClean="0"/>
              <a:t>Basic Examples …</a:t>
            </a:r>
            <a:endParaRPr lang="en-US" altLang="en-US" smtClean="0"/>
          </a:p>
        </p:txBody>
      </p:sp>
      <p:sp>
        <p:nvSpPr>
          <p:cNvPr id="118786" name="Content Placeholder 2"/>
          <p:cNvSpPr>
            <a:spLocks noGrp="1" noChangeArrowheads="1"/>
          </p:cNvSpPr>
          <p:nvPr>
            <p:ph idx="1"/>
          </p:nvPr>
        </p:nvSpPr>
        <p:spPr/>
        <p:txBody>
          <a:bodyPr/>
          <a:lstStyle/>
          <a:p>
            <a:endParaRPr lang="en-US" altLang="en-US" smtClean="0"/>
          </a:p>
        </p:txBody>
      </p:sp>
      <p:sp>
        <p:nvSpPr>
          <p:cNvPr id="118787"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E3DA6799-FBB3-4F26-A02D-7FEDE9DC17C3}" type="slidenum">
              <a:rPr lang="en-US" altLang="en-US" sz="1400" smtClean="0">
                <a:solidFill>
                  <a:srgbClr val="990033"/>
                </a:solidFill>
              </a:rPr>
              <a:pPr/>
              <a:t>69</a:t>
            </a:fld>
            <a:endParaRPr lang="en-CA" altLang="en-US" sz="1400" smtClean="0">
              <a:solidFill>
                <a:srgbClr val="990033"/>
              </a:solidFill>
            </a:endParaRPr>
          </a:p>
        </p:txBody>
      </p:sp>
      <p:grpSp>
        <p:nvGrpSpPr>
          <p:cNvPr id="5" name="Group 4"/>
          <p:cNvGrpSpPr>
            <a:grpSpLocks/>
          </p:cNvGrpSpPr>
          <p:nvPr/>
        </p:nvGrpSpPr>
        <p:grpSpPr bwMode="auto">
          <a:xfrm>
            <a:off x="990600" y="4343400"/>
            <a:ext cx="6446838" cy="914400"/>
            <a:chOff x="1248" y="2736"/>
            <a:chExt cx="3840" cy="576"/>
          </a:xfrm>
        </p:grpSpPr>
        <p:sp>
          <p:nvSpPr>
            <p:cNvPr id="118796" name="Rectangle 5"/>
            <p:cNvSpPr>
              <a:spLocks noChangeArrowheads="1"/>
            </p:cNvSpPr>
            <p:nvPr/>
          </p:nvSpPr>
          <p:spPr bwMode="auto">
            <a:xfrm>
              <a:off x="1248" y="2856"/>
              <a:ext cx="999" cy="336"/>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ctr" eaLnBrk="1" hangingPunct="1">
                <a:spcBef>
                  <a:spcPct val="0"/>
                </a:spcBef>
                <a:buClrTx/>
                <a:buSzTx/>
                <a:buFontTx/>
                <a:buNone/>
              </a:pPr>
              <a:r>
                <a:rPr lang="en-US" altLang="en-US" sz="2400">
                  <a:solidFill>
                    <a:schemeClr val="tx1"/>
                  </a:solidFill>
                  <a:latin typeface="Times New Roman" panose="02020603050405020304" pitchFamily="18" charset="0"/>
                </a:rPr>
                <a:t>EMPLOYEE</a:t>
              </a:r>
            </a:p>
          </p:txBody>
        </p:sp>
        <p:sp>
          <p:nvSpPr>
            <p:cNvPr id="118797" name="Rectangle 6"/>
            <p:cNvSpPr>
              <a:spLocks noChangeArrowheads="1"/>
            </p:cNvSpPr>
            <p:nvPr/>
          </p:nvSpPr>
          <p:spPr bwMode="auto">
            <a:xfrm>
              <a:off x="4272" y="2856"/>
              <a:ext cx="81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ctr" eaLnBrk="1" hangingPunct="1">
                <a:spcBef>
                  <a:spcPct val="0"/>
                </a:spcBef>
                <a:buClrTx/>
                <a:buSzTx/>
                <a:buFontTx/>
                <a:buNone/>
              </a:pPr>
              <a:r>
                <a:rPr lang="en-US" altLang="en-US" sz="2400">
                  <a:solidFill>
                    <a:schemeClr val="tx1"/>
                  </a:solidFill>
                  <a:latin typeface="Times New Roman" panose="02020603050405020304" pitchFamily="18" charset="0"/>
                </a:rPr>
                <a:t>PROJECT</a:t>
              </a:r>
            </a:p>
          </p:txBody>
        </p:sp>
        <p:sp>
          <p:nvSpPr>
            <p:cNvPr id="118798" name="AutoShape 7"/>
            <p:cNvSpPr>
              <a:spLocks noChangeArrowheads="1"/>
            </p:cNvSpPr>
            <p:nvPr/>
          </p:nvSpPr>
          <p:spPr bwMode="auto">
            <a:xfrm>
              <a:off x="2736" y="2736"/>
              <a:ext cx="912" cy="576"/>
            </a:xfrm>
            <a:prstGeom prst="diamond">
              <a:avLst/>
            </a:prstGeom>
            <a:solidFill>
              <a:schemeClr val="accent1"/>
            </a:solidFill>
            <a:ln w="9525">
              <a:solidFill>
                <a:schemeClr val="tx1"/>
              </a:solidFill>
              <a:miter lim="800000"/>
              <a:headEnd/>
              <a:tailEnd/>
            </a:ln>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ctr" eaLnBrk="1" hangingPunct="1">
                <a:spcBef>
                  <a:spcPct val="0"/>
                </a:spcBef>
                <a:buClrTx/>
                <a:buSzTx/>
                <a:buFontTx/>
                <a:buNone/>
              </a:pPr>
              <a:r>
                <a:rPr lang="en-US" altLang="en-US" sz="1400" b="1">
                  <a:solidFill>
                    <a:schemeClr val="tx1"/>
                  </a:solidFill>
                  <a:latin typeface="Times New Roman" panose="02020603050405020304" pitchFamily="18" charset="0"/>
                </a:rPr>
                <a:t>WORKS_ON</a:t>
              </a:r>
            </a:p>
          </p:txBody>
        </p:sp>
        <p:cxnSp>
          <p:nvCxnSpPr>
            <p:cNvPr id="118799" name="AutoShape 8"/>
            <p:cNvCxnSpPr>
              <a:cxnSpLocks noChangeShapeType="1"/>
              <a:stCxn id="118796" idx="3"/>
              <a:endCxn id="118798" idx="1"/>
            </p:cNvCxnSpPr>
            <p:nvPr/>
          </p:nvCxnSpPr>
          <p:spPr bwMode="auto">
            <a:xfrm>
              <a:off x="2247" y="3024"/>
              <a:ext cx="489" cy="0"/>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118800" name="AutoShape 9"/>
            <p:cNvCxnSpPr>
              <a:cxnSpLocks noChangeShapeType="1"/>
              <a:stCxn id="118798" idx="3"/>
              <a:endCxn id="118797" idx="1"/>
            </p:cNvCxnSpPr>
            <p:nvPr/>
          </p:nvCxnSpPr>
          <p:spPr bwMode="auto">
            <a:xfrm>
              <a:off x="3648" y="3024"/>
              <a:ext cx="624" cy="0"/>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grpSp>
      <p:sp>
        <p:nvSpPr>
          <p:cNvPr id="118789" name="Oval 25"/>
          <p:cNvSpPr>
            <a:spLocks noChangeArrowheads="1"/>
          </p:cNvSpPr>
          <p:nvPr/>
        </p:nvSpPr>
        <p:spPr bwMode="auto">
          <a:xfrm>
            <a:off x="4191000" y="3505200"/>
            <a:ext cx="1828800" cy="533400"/>
          </a:xfrm>
          <a:prstGeom prst="ellipse">
            <a:avLst/>
          </a:prstGeom>
          <a:solidFill>
            <a:schemeClr val="accent1"/>
          </a:solidFill>
          <a:ln w="9525">
            <a:solidFill>
              <a:schemeClr val="tx1"/>
            </a:solidFill>
            <a:round/>
            <a:headEnd/>
            <a:tailEnd/>
          </a:ln>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ctr" eaLnBrk="1" hangingPunct="1">
              <a:spcBef>
                <a:spcPct val="0"/>
              </a:spcBef>
              <a:buClrTx/>
              <a:buSzTx/>
              <a:buFontTx/>
              <a:buNone/>
            </a:pPr>
            <a:r>
              <a:rPr lang="en-US" altLang="en-US" sz="2400" b="1">
                <a:solidFill>
                  <a:schemeClr val="tx1"/>
                </a:solidFill>
                <a:latin typeface="Tahoma" panose="020B0604030504040204" pitchFamily="34" charset="0"/>
              </a:rPr>
              <a:t>Hours</a:t>
            </a:r>
          </a:p>
        </p:txBody>
      </p:sp>
      <p:sp>
        <p:nvSpPr>
          <p:cNvPr id="118790" name="Line 26"/>
          <p:cNvSpPr>
            <a:spLocks noChangeShapeType="1"/>
          </p:cNvSpPr>
          <p:nvPr/>
        </p:nvSpPr>
        <p:spPr bwMode="auto">
          <a:xfrm flipV="1">
            <a:off x="4267200" y="4038600"/>
            <a:ext cx="9144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18791" name="Rectangle 5"/>
          <p:cNvSpPr>
            <a:spLocks noChangeArrowheads="1"/>
          </p:cNvSpPr>
          <p:nvPr/>
        </p:nvSpPr>
        <p:spPr bwMode="auto">
          <a:xfrm>
            <a:off x="914400" y="2019300"/>
            <a:ext cx="1676400" cy="5334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ctr" eaLnBrk="1" hangingPunct="1">
              <a:spcBef>
                <a:spcPct val="0"/>
              </a:spcBef>
              <a:buClrTx/>
              <a:buSzTx/>
              <a:buFontTx/>
              <a:buNone/>
            </a:pPr>
            <a:r>
              <a:rPr lang="en-US" altLang="en-US" sz="2400">
                <a:solidFill>
                  <a:schemeClr val="tx1"/>
                </a:solidFill>
                <a:latin typeface="Times New Roman" panose="02020603050405020304" pitchFamily="18" charset="0"/>
              </a:rPr>
              <a:t>Course</a:t>
            </a:r>
          </a:p>
        </p:txBody>
      </p:sp>
      <p:sp>
        <p:nvSpPr>
          <p:cNvPr id="118792" name="Rectangle 6"/>
          <p:cNvSpPr>
            <a:spLocks noChangeArrowheads="1"/>
          </p:cNvSpPr>
          <p:nvPr/>
        </p:nvSpPr>
        <p:spPr bwMode="auto">
          <a:xfrm>
            <a:off x="5991225" y="2019300"/>
            <a:ext cx="1370013" cy="5334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ctr" eaLnBrk="1" hangingPunct="1">
              <a:spcBef>
                <a:spcPct val="0"/>
              </a:spcBef>
              <a:buClrTx/>
              <a:buSzTx/>
              <a:buFontTx/>
              <a:buNone/>
            </a:pPr>
            <a:r>
              <a:rPr lang="en-US" altLang="en-US" sz="2400">
                <a:solidFill>
                  <a:schemeClr val="tx1"/>
                </a:solidFill>
                <a:latin typeface="Times New Roman" panose="02020603050405020304" pitchFamily="18" charset="0"/>
              </a:rPr>
              <a:t>Book</a:t>
            </a:r>
          </a:p>
        </p:txBody>
      </p:sp>
      <p:sp>
        <p:nvSpPr>
          <p:cNvPr id="118793" name="AutoShape 7"/>
          <p:cNvSpPr>
            <a:spLocks noChangeArrowheads="1"/>
          </p:cNvSpPr>
          <p:nvPr/>
        </p:nvSpPr>
        <p:spPr bwMode="auto">
          <a:xfrm>
            <a:off x="3413125" y="1828800"/>
            <a:ext cx="1530350" cy="914400"/>
          </a:xfrm>
          <a:prstGeom prst="diamond">
            <a:avLst/>
          </a:prstGeom>
          <a:solidFill>
            <a:schemeClr val="accent1"/>
          </a:solidFill>
          <a:ln w="9525">
            <a:solidFill>
              <a:schemeClr val="tx1"/>
            </a:solidFill>
            <a:miter lim="800000"/>
            <a:headEnd/>
            <a:tailEnd/>
          </a:ln>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ctr" eaLnBrk="1" hangingPunct="1">
              <a:spcBef>
                <a:spcPct val="0"/>
              </a:spcBef>
              <a:buClrTx/>
              <a:buSzTx/>
              <a:buFontTx/>
              <a:buNone/>
            </a:pPr>
            <a:r>
              <a:rPr lang="en-US" altLang="en-US" sz="1400" b="1">
                <a:solidFill>
                  <a:schemeClr val="tx1"/>
                </a:solidFill>
                <a:latin typeface="Times New Roman" panose="02020603050405020304" pitchFamily="18" charset="0"/>
              </a:rPr>
              <a:t>Offered with</a:t>
            </a:r>
          </a:p>
        </p:txBody>
      </p:sp>
      <p:cxnSp>
        <p:nvCxnSpPr>
          <p:cNvPr id="118794" name="AutoShape 8"/>
          <p:cNvCxnSpPr>
            <a:cxnSpLocks noChangeShapeType="1"/>
            <a:stCxn id="118791" idx="3"/>
            <a:endCxn id="118793" idx="1"/>
          </p:cNvCxnSpPr>
          <p:nvPr/>
        </p:nvCxnSpPr>
        <p:spPr bwMode="auto">
          <a:xfrm>
            <a:off x="2590800" y="2286000"/>
            <a:ext cx="822325" cy="0"/>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118795" name="AutoShape 9"/>
          <p:cNvCxnSpPr>
            <a:cxnSpLocks noChangeShapeType="1"/>
            <a:stCxn id="118793" idx="3"/>
            <a:endCxn id="118792" idx="1"/>
          </p:cNvCxnSpPr>
          <p:nvPr/>
        </p:nvCxnSpPr>
        <p:spPr bwMode="auto">
          <a:xfrm>
            <a:off x="4943475" y="2286000"/>
            <a:ext cx="1047750" cy="0"/>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Title 1"/>
          <p:cNvSpPr>
            <a:spLocks noGrp="1" noChangeArrowheads="1"/>
          </p:cNvSpPr>
          <p:nvPr>
            <p:ph type="title"/>
          </p:nvPr>
        </p:nvSpPr>
        <p:spPr/>
        <p:txBody>
          <a:bodyPr/>
          <a:lstStyle/>
          <a:p>
            <a:r>
              <a:rPr lang="en-US" altLang="en-US" smtClean="0"/>
              <a:t>More Basic Examples</a:t>
            </a:r>
          </a:p>
        </p:txBody>
      </p:sp>
      <p:sp>
        <p:nvSpPr>
          <p:cNvPr id="119810" name="Content Placeholder 2"/>
          <p:cNvSpPr>
            <a:spLocks noGrp="1" noChangeArrowheads="1"/>
          </p:cNvSpPr>
          <p:nvPr>
            <p:ph idx="1"/>
          </p:nvPr>
        </p:nvSpPr>
        <p:spPr/>
        <p:txBody>
          <a:bodyPr/>
          <a:lstStyle/>
          <a:p>
            <a:endParaRPr lang="en-US" altLang="en-US" smtClean="0"/>
          </a:p>
        </p:txBody>
      </p:sp>
      <p:sp>
        <p:nvSpPr>
          <p:cNvPr id="119811"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94E18539-DF0F-425C-A5DB-B3DB33B8C536}" type="slidenum">
              <a:rPr lang="en-US" altLang="en-US" sz="1400" smtClean="0">
                <a:solidFill>
                  <a:srgbClr val="990033"/>
                </a:solidFill>
              </a:rPr>
              <a:pPr/>
              <a:t>70</a:t>
            </a:fld>
            <a:endParaRPr lang="en-CA" altLang="en-US" sz="1400" smtClean="0">
              <a:solidFill>
                <a:srgbClr val="990033"/>
              </a:solidFill>
            </a:endParaRPr>
          </a:p>
        </p:txBody>
      </p:sp>
      <p:grpSp>
        <p:nvGrpSpPr>
          <p:cNvPr id="5" name="Group 4"/>
          <p:cNvGrpSpPr>
            <a:grpSpLocks/>
          </p:cNvGrpSpPr>
          <p:nvPr/>
        </p:nvGrpSpPr>
        <p:grpSpPr bwMode="auto">
          <a:xfrm>
            <a:off x="914400" y="1828800"/>
            <a:ext cx="6446838" cy="914400"/>
            <a:chOff x="1248" y="2736"/>
            <a:chExt cx="3840" cy="576"/>
          </a:xfrm>
        </p:grpSpPr>
        <p:sp>
          <p:nvSpPr>
            <p:cNvPr id="119819" name="Rectangle 5"/>
            <p:cNvSpPr>
              <a:spLocks noChangeArrowheads="1"/>
            </p:cNvSpPr>
            <p:nvPr/>
          </p:nvSpPr>
          <p:spPr bwMode="auto">
            <a:xfrm>
              <a:off x="1248" y="2856"/>
              <a:ext cx="999" cy="336"/>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ctr" eaLnBrk="1" hangingPunct="1">
                <a:spcBef>
                  <a:spcPct val="0"/>
                </a:spcBef>
                <a:buClrTx/>
                <a:buSzTx/>
                <a:buFontTx/>
                <a:buNone/>
              </a:pPr>
              <a:r>
                <a:rPr lang="en-US" altLang="en-US" sz="2400">
                  <a:solidFill>
                    <a:schemeClr val="tx1"/>
                  </a:solidFill>
                  <a:latin typeface="Times New Roman" panose="02020603050405020304" pitchFamily="18" charset="0"/>
                </a:rPr>
                <a:t>Person</a:t>
              </a:r>
            </a:p>
          </p:txBody>
        </p:sp>
        <p:sp>
          <p:nvSpPr>
            <p:cNvPr id="119820" name="Rectangle 6"/>
            <p:cNvSpPr>
              <a:spLocks noChangeArrowheads="1"/>
            </p:cNvSpPr>
            <p:nvPr/>
          </p:nvSpPr>
          <p:spPr bwMode="auto">
            <a:xfrm>
              <a:off x="4272" y="2856"/>
              <a:ext cx="81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ctr" eaLnBrk="1" hangingPunct="1">
                <a:spcBef>
                  <a:spcPct val="0"/>
                </a:spcBef>
                <a:buClrTx/>
                <a:buSzTx/>
                <a:buFontTx/>
                <a:buNone/>
              </a:pPr>
              <a:r>
                <a:rPr lang="en-US" altLang="en-US" sz="2400">
                  <a:solidFill>
                    <a:schemeClr val="tx1"/>
                  </a:solidFill>
                  <a:latin typeface="Times New Roman" panose="02020603050405020304" pitchFamily="18" charset="0"/>
                </a:rPr>
                <a:t>Car</a:t>
              </a:r>
            </a:p>
          </p:txBody>
        </p:sp>
        <p:sp>
          <p:nvSpPr>
            <p:cNvPr id="119821" name="AutoShape 7"/>
            <p:cNvSpPr>
              <a:spLocks noChangeArrowheads="1"/>
            </p:cNvSpPr>
            <p:nvPr/>
          </p:nvSpPr>
          <p:spPr bwMode="auto">
            <a:xfrm>
              <a:off x="2736" y="2736"/>
              <a:ext cx="912" cy="576"/>
            </a:xfrm>
            <a:prstGeom prst="diamond">
              <a:avLst/>
            </a:prstGeom>
            <a:solidFill>
              <a:schemeClr val="accent1"/>
            </a:solidFill>
            <a:ln w="9525">
              <a:solidFill>
                <a:schemeClr val="tx1"/>
              </a:solidFill>
              <a:miter lim="800000"/>
              <a:headEnd/>
              <a:tailEnd/>
            </a:ln>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ctr" eaLnBrk="1" hangingPunct="1">
                <a:spcBef>
                  <a:spcPct val="0"/>
                </a:spcBef>
                <a:buClrTx/>
                <a:buSzTx/>
                <a:buFontTx/>
                <a:buNone/>
              </a:pPr>
              <a:r>
                <a:rPr lang="en-US" altLang="en-US" sz="1400" b="1">
                  <a:solidFill>
                    <a:schemeClr val="tx1"/>
                  </a:solidFill>
                  <a:latin typeface="Times New Roman" panose="02020603050405020304" pitchFamily="18" charset="0"/>
                </a:rPr>
                <a:t>drives</a:t>
              </a:r>
            </a:p>
          </p:txBody>
        </p:sp>
        <p:cxnSp>
          <p:nvCxnSpPr>
            <p:cNvPr id="119822" name="AutoShape 8"/>
            <p:cNvCxnSpPr>
              <a:cxnSpLocks noChangeShapeType="1"/>
              <a:stCxn id="119819" idx="3"/>
              <a:endCxn id="119821" idx="1"/>
            </p:cNvCxnSpPr>
            <p:nvPr/>
          </p:nvCxnSpPr>
          <p:spPr bwMode="auto">
            <a:xfrm>
              <a:off x="2247" y="3024"/>
              <a:ext cx="489" cy="0"/>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119823" name="AutoShape 9"/>
            <p:cNvCxnSpPr>
              <a:cxnSpLocks noChangeShapeType="1"/>
              <a:stCxn id="119821" idx="3"/>
              <a:endCxn id="119820" idx="1"/>
            </p:cNvCxnSpPr>
            <p:nvPr/>
          </p:nvCxnSpPr>
          <p:spPr bwMode="auto">
            <a:xfrm>
              <a:off x="3648" y="3024"/>
              <a:ext cx="624" cy="0"/>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grpSp>
      <p:grpSp>
        <p:nvGrpSpPr>
          <p:cNvPr id="11" name="Group 10"/>
          <p:cNvGrpSpPr>
            <a:grpSpLocks/>
          </p:cNvGrpSpPr>
          <p:nvPr/>
        </p:nvGrpSpPr>
        <p:grpSpPr bwMode="auto">
          <a:xfrm>
            <a:off x="914400" y="3048000"/>
            <a:ext cx="7010400" cy="914400"/>
            <a:chOff x="1248" y="3360"/>
            <a:chExt cx="4176" cy="576"/>
          </a:xfrm>
        </p:grpSpPr>
        <p:sp>
          <p:nvSpPr>
            <p:cNvPr id="119814" name="Rectangle 11"/>
            <p:cNvSpPr>
              <a:spLocks noChangeArrowheads="1"/>
            </p:cNvSpPr>
            <p:nvPr/>
          </p:nvSpPr>
          <p:spPr bwMode="auto">
            <a:xfrm>
              <a:off x="1248" y="3480"/>
              <a:ext cx="999" cy="336"/>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ctr" eaLnBrk="1" hangingPunct="1">
                <a:spcBef>
                  <a:spcPct val="0"/>
                </a:spcBef>
                <a:buClrTx/>
                <a:buSzTx/>
                <a:buFontTx/>
                <a:buNone/>
              </a:pPr>
              <a:r>
                <a:rPr lang="en-US" altLang="en-US" sz="2400">
                  <a:solidFill>
                    <a:schemeClr val="tx1"/>
                  </a:solidFill>
                  <a:latin typeface="Times New Roman" panose="02020603050405020304" pitchFamily="18" charset="0"/>
                </a:rPr>
                <a:t>Person</a:t>
              </a:r>
            </a:p>
          </p:txBody>
        </p:sp>
        <p:sp>
          <p:nvSpPr>
            <p:cNvPr id="119815" name="Rectangle 12"/>
            <p:cNvSpPr>
              <a:spLocks noChangeArrowheads="1"/>
            </p:cNvSpPr>
            <p:nvPr/>
          </p:nvSpPr>
          <p:spPr bwMode="auto">
            <a:xfrm>
              <a:off x="4272" y="3480"/>
              <a:ext cx="1152" cy="336"/>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ctr" eaLnBrk="1" hangingPunct="1">
                <a:spcBef>
                  <a:spcPct val="0"/>
                </a:spcBef>
                <a:buClrTx/>
                <a:buSzTx/>
                <a:buFontTx/>
                <a:buNone/>
              </a:pPr>
              <a:r>
                <a:rPr lang="en-US" altLang="en-US" sz="2400">
                  <a:solidFill>
                    <a:schemeClr val="tx1"/>
                  </a:solidFill>
                  <a:latin typeface="Times New Roman" panose="02020603050405020304" pitchFamily="18" charset="0"/>
                </a:rPr>
                <a:t>Car</a:t>
              </a:r>
            </a:p>
          </p:txBody>
        </p:sp>
        <p:sp>
          <p:nvSpPr>
            <p:cNvPr id="119816" name="AutoShape 13"/>
            <p:cNvSpPr>
              <a:spLocks noChangeArrowheads="1"/>
            </p:cNvSpPr>
            <p:nvPr/>
          </p:nvSpPr>
          <p:spPr bwMode="auto">
            <a:xfrm>
              <a:off x="2736" y="3360"/>
              <a:ext cx="912" cy="576"/>
            </a:xfrm>
            <a:prstGeom prst="diamond">
              <a:avLst/>
            </a:prstGeom>
            <a:solidFill>
              <a:schemeClr val="accent1"/>
            </a:solidFill>
            <a:ln w="9525">
              <a:solidFill>
                <a:schemeClr val="tx1"/>
              </a:solidFill>
              <a:miter lim="800000"/>
              <a:headEnd/>
              <a:tailEnd/>
            </a:ln>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ctr" eaLnBrk="1" hangingPunct="1">
                <a:spcBef>
                  <a:spcPct val="0"/>
                </a:spcBef>
                <a:buClrTx/>
                <a:buSzTx/>
                <a:buFontTx/>
                <a:buNone/>
              </a:pPr>
              <a:r>
                <a:rPr lang="en-US" altLang="en-US" sz="1400" b="1">
                  <a:solidFill>
                    <a:schemeClr val="tx1"/>
                  </a:solidFill>
                  <a:latin typeface="Times New Roman" panose="02020603050405020304" pitchFamily="18" charset="0"/>
                </a:rPr>
                <a:t>owns</a:t>
              </a:r>
            </a:p>
          </p:txBody>
        </p:sp>
        <p:cxnSp>
          <p:nvCxnSpPr>
            <p:cNvPr id="119817" name="AutoShape 14"/>
            <p:cNvCxnSpPr>
              <a:cxnSpLocks noChangeShapeType="1"/>
              <a:stCxn id="119814" idx="3"/>
              <a:endCxn id="119816" idx="1"/>
            </p:cNvCxnSpPr>
            <p:nvPr/>
          </p:nvCxnSpPr>
          <p:spPr bwMode="auto">
            <a:xfrm>
              <a:off x="2247" y="3648"/>
              <a:ext cx="489" cy="0"/>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119818" name="AutoShape 15"/>
            <p:cNvCxnSpPr>
              <a:cxnSpLocks noChangeShapeType="1"/>
              <a:stCxn id="119816" idx="3"/>
              <a:endCxn id="119815" idx="1"/>
            </p:cNvCxnSpPr>
            <p:nvPr/>
          </p:nvCxnSpPr>
          <p:spPr bwMode="auto">
            <a:xfrm>
              <a:off x="3648" y="3648"/>
              <a:ext cx="624" cy="0"/>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gr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Title 1"/>
          <p:cNvSpPr>
            <a:spLocks noGrp="1" noChangeArrowheads="1"/>
          </p:cNvSpPr>
          <p:nvPr>
            <p:ph type="title"/>
          </p:nvPr>
        </p:nvSpPr>
        <p:spPr/>
        <p:txBody>
          <a:bodyPr/>
          <a:lstStyle/>
          <a:p>
            <a:r>
              <a:rPr lang="en-US" altLang="en-US" smtClean="0"/>
              <a:t>Constraints on Binary Relationship Types </a:t>
            </a:r>
          </a:p>
        </p:txBody>
      </p:sp>
      <p:sp>
        <p:nvSpPr>
          <p:cNvPr id="157698" name="Content Placeholder 2"/>
          <p:cNvSpPr>
            <a:spLocks noGrp="1" noChangeArrowheads="1"/>
          </p:cNvSpPr>
          <p:nvPr>
            <p:ph idx="1"/>
          </p:nvPr>
        </p:nvSpPr>
        <p:spPr/>
        <p:txBody>
          <a:bodyPr/>
          <a:lstStyle/>
          <a:p>
            <a:r>
              <a:rPr lang="en-US" altLang="en-US" sz="2000" smtClean="0"/>
              <a:t>Relationship types usually have certain constraints that limit the possible combinations of entities that may participate in the corresponding relationship set. </a:t>
            </a:r>
          </a:p>
          <a:p>
            <a:r>
              <a:rPr lang="en-US" altLang="en-US" sz="2000" smtClean="0"/>
              <a:t>Example</a:t>
            </a:r>
          </a:p>
          <a:p>
            <a:pPr lvl="1"/>
            <a:r>
              <a:rPr lang="en-US" altLang="en-US" sz="1800" smtClean="0"/>
              <a:t>if the company has a rule that each employee must work for exactly one department, then we would like to describe this constraint in the schema </a:t>
            </a:r>
          </a:p>
          <a:p>
            <a:r>
              <a:rPr lang="en-US" altLang="en-US" smtClean="0"/>
              <a:t>Two main types of binary relationship constraints </a:t>
            </a:r>
          </a:p>
          <a:p>
            <a:pPr lvl="1"/>
            <a:r>
              <a:rPr lang="en-US" altLang="en-US" i="1" smtClean="0"/>
              <a:t>cardinality ratio </a:t>
            </a:r>
          </a:p>
          <a:p>
            <a:pPr lvl="1"/>
            <a:r>
              <a:rPr lang="en-US" altLang="en-US" i="1" smtClean="0"/>
              <a:t>participation</a:t>
            </a:r>
            <a:endParaRPr lang="en-US" altLang="en-US" smtClean="0"/>
          </a:p>
          <a:p>
            <a:pPr lvl="1"/>
            <a:endParaRPr lang="en-US" altLang="en-US" smtClean="0"/>
          </a:p>
          <a:p>
            <a:pPr lvl="1"/>
            <a:endParaRPr lang="en-US" altLang="en-US" smtClean="0"/>
          </a:p>
          <a:p>
            <a:endParaRPr lang="en-US" altLang="en-US" smtClean="0"/>
          </a:p>
        </p:txBody>
      </p:sp>
      <p:sp>
        <p:nvSpPr>
          <p:cNvPr id="157699"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4F4B98F0-230B-45B3-B94D-99869D51824C}" type="slidenum">
              <a:rPr lang="en-US" altLang="en-US" sz="1400" smtClean="0">
                <a:solidFill>
                  <a:srgbClr val="990033"/>
                </a:solidFill>
              </a:rPr>
              <a:pPr/>
              <a:t>71</a:t>
            </a:fld>
            <a:endParaRPr lang="en-CA" altLang="en-US" sz="1400" smtClean="0">
              <a:solidFill>
                <a:srgbClr val="990033"/>
              </a:solidFill>
            </a:endParaRPr>
          </a:p>
        </p:txBody>
      </p:sp>
    </p:spTree>
  </p:cSld>
  <p:clrMapOvr>
    <a:masterClrMapping/>
  </p:clrMapOvr>
  <p:transition spd="me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Title 1"/>
          <p:cNvSpPr>
            <a:spLocks noGrp="1" noChangeArrowheads="1"/>
          </p:cNvSpPr>
          <p:nvPr>
            <p:ph type="title"/>
          </p:nvPr>
        </p:nvSpPr>
        <p:spPr/>
        <p:txBody>
          <a:bodyPr/>
          <a:lstStyle/>
          <a:p>
            <a:r>
              <a:rPr lang="en-US" altLang="en-US" smtClean="0"/>
              <a:t>Cardinality Ratios for Binary Relationships </a:t>
            </a:r>
          </a:p>
        </p:txBody>
      </p:sp>
      <p:sp>
        <p:nvSpPr>
          <p:cNvPr id="120834" name="Content Placeholder 2"/>
          <p:cNvSpPr>
            <a:spLocks noGrp="1" noChangeArrowheads="1"/>
          </p:cNvSpPr>
          <p:nvPr>
            <p:ph idx="1"/>
          </p:nvPr>
        </p:nvSpPr>
        <p:spPr/>
        <p:txBody>
          <a:bodyPr/>
          <a:lstStyle/>
          <a:p>
            <a:r>
              <a:rPr lang="en-US" altLang="en-US" sz="1500" smtClean="0"/>
              <a:t>Specifies the </a:t>
            </a:r>
            <a:r>
              <a:rPr lang="en-US" altLang="en-US" sz="1500" i="1" smtClean="0"/>
              <a:t>maximum </a:t>
            </a:r>
            <a:r>
              <a:rPr lang="en-US" altLang="en-US" sz="1500" smtClean="0"/>
              <a:t>number of relationship instances that an entity can participate in </a:t>
            </a:r>
          </a:p>
          <a:p>
            <a:r>
              <a:rPr lang="en-US" altLang="en-US" sz="1500" smtClean="0"/>
              <a:t>Example</a:t>
            </a:r>
          </a:p>
          <a:p>
            <a:pPr lvl="1"/>
            <a:r>
              <a:rPr lang="en-US" altLang="en-US" sz="1500" smtClean="0"/>
              <a:t>in the WORKS_FOR binary relationship type, DEPARTMENT:EMPLOYEE is of cardinality ratio </a:t>
            </a:r>
            <a:r>
              <a:rPr lang="en-US" altLang="en-US" sz="1500" b="1" smtClean="0"/>
              <a:t>1:N</a:t>
            </a:r>
            <a:r>
              <a:rPr lang="en-US" altLang="en-US" sz="1500" smtClean="0"/>
              <a:t>, meaning that each department can be related to (that is, employs) any number of employees (N), but an employee can be related to (work for) at most one department (1) </a:t>
            </a:r>
          </a:p>
          <a:p>
            <a:endParaRPr lang="en-US" altLang="en-US" smtClean="0"/>
          </a:p>
        </p:txBody>
      </p:sp>
      <p:sp>
        <p:nvSpPr>
          <p:cNvPr id="120835"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9E04D18A-6AA9-4B26-A326-EA8237BC37FC}" type="slidenum">
              <a:rPr lang="en-US" altLang="en-US" sz="1400" smtClean="0">
                <a:solidFill>
                  <a:srgbClr val="990033"/>
                </a:solidFill>
              </a:rPr>
              <a:pPr/>
              <a:t>72</a:t>
            </a:fld>
            <a:endParaRPr lang="en-CA" altLang="en-US" sz="1400" smtClean="0">
              <a:solidFill>
                <a:srgbClr val="990033"/>
              </a:solidFill>
            </a:endParaRPr>
          </a:p>
        </p:txBody>
      </p:sp>
      <p:pic>
        <p:nvPicPr>
          <p:cNvPr id="12083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8600" y="3609975"/>
            <a:ext cx="3394075" cy="284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0837" name="Rectangle 6"/>
          <p:cNvSpPr>
            <a:spLocks noChangeArrowheads="1"/>
          </p:cNvSpPr>
          <p:nvPr/>
        </p:nvSpPr>
        <p:spPr bwMode="auto">
          <a:xfrm>
            <a:off x="838200" y="4572000"/>
            <a:ext cx="26812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600">
                <a:solidFill>
                  <a:schemeClr val="tx1"/>
                </a:solidFill>
                <a:latin typeface="Tahoma" panose="020B0604030504040204" pitchFamily="34" charset="0"/>
              </a:rPr>
              <a:t>Example of 1:N relationship</a:t>
            </a:r>
          </a:p>
        </p:txBody>
      </p:sp>
    </p:spTree>
  </p:cSld>
  <p:clrMapOvr>
    <a:masterClrMapping/>
  </p:clrMapOvr>
  <p:transition spd="me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Title 1"/>
          <p:cNvSpPr>
            <a:spLocks noGrp="1" noChangeArrowheads="1"/>
          </p:cNvSpPr>
          <p:nvPr>
            <p:ph type="title"/>
          </p:nvPr>
        </p:nvSpPr>
        <p:spPr/>
        <p:txBody>
          <a:bodyPr/>
          <a:lstStyle/>
          <a:p>
            <a:r>
              <a:rPr lang="en-US" altLang="en-US" smtClean="0"/>
              <a:t>Cardinality Ratios for Binary Relationships </a:t>
            </a:r>
          </a:p>
        </p:txBody>
      </p:sp>
      <p:sp>
        <p:nvSpPr>
          <p:cNvPr id="121858" name="Content Placeholder 2"/>
          <p:cNvSpPr>
            <a:spLocks noGrp="1" noChangeArrowheads="1"/>
          </p:cNvSpPr>
          <p:nvPr>
            <p:ph idx="1"/>
          </p:nvPr>
        </p:nvSpPr>
        <p:spPr/>
        <p:txBody>
          <a:bodyPr/>
          <a:lstStyle/>
          <a:p>
            <a:r>
              <a:rPr lang="en-US" altLang="en-US" sz="1800" smtClean="0"/>
              <a:t>Example of 1:1 relationship</a:t>
            </a:r>
          </a:p>
          <a:p>
            <a:pPr lvl="1"/>
            <a:r>
              <a:rPr lang="en-US" altLang="en-US" sz="1800" smtClean="0"/>
              <a:t>relates a department entity to the employee who manages that department.</a:t>
            </a:r>
          </a:p>
          <a:p>
            <a:pPr lvl="1"/>
            <a:r>
              <a:rPr lang="en-US" altLang="en-US" sz="1800" smtClean="0"/>
              <a:t>at any point in time—an employee can manage at most one department and a department can have at most one manager </a:t>
            </a:r>
          </a:p>
          <a:p>
            <a:endParaRPr lang="en-US" altLang="en-US" smtClean="0"/>
          </a:p>
        </p:txBody>
      </p:sp>
      <p:sp>
        <p:nvSpPr>
          <p:cNvPr id="121859"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BE401B61-34C0-4D33-BB8C-20A9997637DC}" type="slidenum">
              <a:rPr lang="en-US" altLang="en-US" sz="1400" smtClean="0">
                <a:solidFill>
                  <a:srgbClr val="990033"/>
                </a:solidFill>
              </a:rPr>
              <a:pPr/>
              <a:t>73</a:t>
            </a:fld>
            <a:endParaRPr lang="en-CA" altLang="en-US" sz="1400" smtClean="0">
              <a:solidFill>
                <a:srgbClr val="990033"/>
              </a:solidFill>
            </a:endParaRPr>
          </a:p>
        </p:txBody>
      </p:sp>
      <p:pic>
        <p:nvPicPr>
          <p:cNvPr id="121860"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3657600"/>
            <a:ext cx="4011613"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Title 1"/>
          <p:cNvSpPr>
            <a:spLocks noGrp="1" noChangeArrowheads="1"/>
          </p:cNvSpPr>
          <p:nvPr>
            <p:ph type="title"/>
          </p:nvPr>
        </p:nvSpPr>
        <p:spPr/>
        <p:txBody>
          <a:bodyPr/>
          <a:lstStyle/>
          <a:p>
            <a:r>
              <a:rPr lang="en-US" altLang="en-US" smtClean="0"/>
              <a:t>Cardinality Ratios for Binary Relationships </a:t>
            </a:r>
          </a:p>
        </p:txBody>
      </p:sp>
      <p:sp>
        <p:nvSpPr>
          <p:cNvPr id="122882" name="Content Placeholder 2"/>
          <p:cNvSpPr>
            <a:spLocks noGrp="1" noChangeArrowheads="1"/>
          </p:cNvSpPr>
          <p:nvPr>
            <p:ph idx="1"/>
          </p:nvPr>
        </p:nvSpPr>
        <p:spPr/>
        <p:txBody>
          <a:bodyPr/>
          <a:lstStyle/>
          <a:p>
            <a:r>
              <a:rPr lang="en-US" altLang="en-US" sz="1800" smtClean="0"/>
              <a:t>Example of M:N relationship</a:t>
            </a:r>
          </a:p>
          <a:p>
            <a:pPr lvl="1"/>
            <a:r>
              <a:rPr lang="en-US" altLang="en-US" sz="1800" smtClean="0"/>
              <a:t>an employee can work on several projects and a project can have several employees. </a:t>
            </a:r>
          </a:p>
          <a:p>
            <a:endParaRPr lang="en-US" altLang="en-US" smtClean="0"/>
          </a:p>
        </p:txBody>
      </p:sp>
      <p:sp>
        <p:nvSpPr>
          <p:cNvPr id="122883"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8AC9DB6A-DAB5-4F74-A371-B51635B27D01}" type="slidenum">
              <a:rPr lang="en-US" altLang="en-US" sz="1400" smtClean="0">
                <a:solidFill>
                  <a:srgbClr val="990033"/>
                </a:solidFill>
              </a:rPr>
              <a:pPr/>
              <a:t>74</a:t>
            </a:fld>
            <a:endParaRPr lang="en-CA" altLang="en-US" sz="1400" smtClean="0">
              <a:solidFill>
                <a:srgbClr val="990033"/>
              </a:solidFill>
            </a:endParaRPr>
          </a:p>
        </p:txBody>
      </p:sp>
      <p:pic>
        <p:nvPicPr>
          <p:cNvPr id="12288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8950" y="3355975"/>
            <a:ext cx="3600450" cy="312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Title 1"/>
          <p:cNvSpPr>
            <a:spLocks noGrp="1" noChangeArrowheads="1"/>
          </p:cNvSpPr>
          <p:nvPr>
            <p:ph type="title"/>
          </p:nvPr>
        </p:nvSpPr>
        <p:spPr/>
        <p:txBody>
          <a:bodyPr/>
          <a:lstStyle/>
          <a:p>
            <a:r>
              <a:rPr lang="en-US" altLang="en-US" smtClean="0"/>
              <a:t>Cardinality Ratios for Binary Relationships </a:t>
            </a:r>
          </a:p>
        </p:txBody>
      </p:sp>
      <p:sp>
        <p:nvSpPr>
          <p:cNvPr id="123906" name="Content Placeholder 2"/>
          <p:cNvSpPr>
            <a:spLocks noGrp="1" noChangeArrowheads="1"/>
          </p:cNvSpPr>
          <p:nvPr>
            <p:ph idx="1"/>
          </p:nvPr>
        </p:nvSpPr>
        <p:spPr/>
        <p:txBody>
          <a:bodyPr/>
          <a:lstStyle/>
          <a:p>
            <a:r>
              <a:rPr lang="en-US" altLang="en-US" sz="2000" smtClean="0"/>
              <a:t>Cardinality ratios for binary relationships are represented on ER diagrams by displaying 1, M, and N on the diamonds </a:t>
            </a:r>
          </a:p>
          <a:p>
            <a:endParaRPr lang="en-US" altLang="en-US" smtClean="0"/>
          </a:p>
        </p:txBody>
      </p:sp>
      <p:sp>
        <p:nvSpPr>
          <p:cNvPr id="123907"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048501F3-512A-4C84-9110-A68CF839F323}" type="slidenum">
              <a:rPr lang="en-US" altLang="en-US" sz="1400" smtClean="0">
                <a:solidFill>
                  <a:srgbClr val="990033"/>
                </a:solidFill>
              </a:rPr>
              <a:pPr/>
              <a:t>75</a:t>
            </a:fld>
            <a:endParaRPr lang="en-CA" altLang="en-US" sz="1400" smtClean="0">
              <a:solidFill>
                <a:srgbClr val="990033"/>
              </a:solidFill>
            </a:endParaRPr>
          </a:p>
        </p:txBody>
      </p:sp>
      <p:pic>
        <p:nvPicPr>
          <p:cNvPr id="123908"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809875"/>
            <a:ext cx="6172200" cy="390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Title 1"/>
          <p:cNvSpPr>
            <a:spLocks noGrp="1" noChangeArrowheads="1"/>
          </p:cNvSpPr>
          <p:nvPr>
            <p:ph type="title"/>
          </p:nvPr>
        </p:nvSpPr>
        <p:spPr/>
        <p:txBody>
          <a:bodyPr/>
          <a:lstStyle/>
          <a:p>
            <a:r>
              <a:rPr lang="en-US" altLang="en-US" smtClean="0"/>
              <a:t>Participation Constraints and Existence Dependencies </a:t>
            </a:r>
          </a:p>
        </p:txBody>
      </p:sp>
      <p:sp>
        <p:nvSpPr>
          <p:cNvPr id="124930" name="Content Placeholder 2"/>
          <p:cNvSpPr>
            <a:spLocks noGrp="1" noChangeArrowheads="1"/>
          </p:cNvSpPr>
          <p:nvPr>
            <p:ph idx="1"/>
          </p:nvPr>
        </p:nvSpPr>
        <p:spPr/>
        <p:txBody>
          <a:bodyPr/>
          <a:lstStyle/>
          <a:p>
            <a:r>
              <a:rPr lang="en-US" altLang="en-US" sz="1600" smtClean="0"/>
              <a:t>The </a:t>
            </a:r>
            <a:r>
              <a:rPr lang="en-US" altLang="en-US" sz="1600" b="1" smtClean="0"/>
              <a:t>participation constraint </a:t>
            </a:r>
            <a:r>
              <a:rPr lang="en-US" altLang="en-US" sz="1600" smtClean="0"/>
              <a:t>specifies whether the existence of an entity depends on its being related to another entity via the relationship type. </a:t>
            </a:r>
          </a:p>
          <a:p>
            <a:r>
              <a:rPr lang="en-US" altLang="en-US" sz="1600" b="1" smtClean="0"/>
              <a:t>Two types of participation constraints: total and partial</a:t>
            </a:r>
          </a:p>
          <a:p>
            <a:r>
              <a:rPr lang="en-US" altLang="en-US" sz="1600" b="1" smtClean="0"/>
              <a:t>Example of Total</a:t>
            </a:r>
            <a:r>
              <a:rPr lang="en-US" altLang="en-US" sz="1600" smtClean="0"/>
              <a:t>: If a company policy states that </a:t>
            </a:r>
            <a:r>
              <a:rPr lang="en-US" altLang="en-US" sz="1600" i="1" smtClean="0"/>
              <a:t>every </a:t>
            </a:r>
            <a:r>
              <a:rPr lang="en-US" altLang="en-US" sz="1600" smtClean="0"/>
              <a:t>employee must work for a department, then an employee entity can exist only if it participates in at least one WORKS_FOR relationship instance </a:t>
            </a:r>
          </a:p>
          <a:p>
            <a:r>
              <a:rPr lang="en-US" altLang="en-US" sz="1600" smtClean="0"/>
              <a:t>The participation of EMPLOYEE in WORKS_FOR is called total participation, meaning that every entity in the total set of employee entities must be related to a department entity via WORKS_FOR </a:t>
            </a:r>
          </a:p>
          <a:p>
            <a:r>
              <a:rPr lang="en-US" altLang="en-US" sz="1600" smtClean="0"/>
              <a:t>Total participation is also called </a:t>
            </a:r>
            <a:r>
              <a:rPr lang="en-US" altLang="en-US" sz="1600" b="1" smtClean="0"/>
              <a:t>existence dependency </a:t>
            </a:r>
            <a:endParaRPr lang="en-US" altLang="en-US" sz="1600" smtClean="0"/>
          </a:p>
          <a:p>
            <a:endParaRPr lang="en-US" altLang="en-US" smtClean="0"/>
          </a:p>
        </p:txBody>
      </p:sp>
      <p:sp>
        <p:nvSpPr>
          <p:cNvPr id="124931"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1C5283FE-5C95-4B1B-A15C-C78380FB98E0}" type="slidenum">
              <a:rPr lang="en-US" altLang="en-US" sz="1400" smtClean="0">
                <a:solidFill>
                  <a:srgbClr val="990033"/>
                </a:solidFill>
              </a:rPr>
              <a:pPr/>
              <a:t>76</a:t>
            </a:fld>
            <a:endParaRPr lang="en-CA" altLang="en-US" sz="1400" smtClean="0">
              <a:solidFill>
                <a:srgbClr val="990033"/>
              </a:solidFill>
            </a:endParaRPr>
          </a:p>
        </p:txBody>
      </p:sp>
      <p:pic>
        <p:nvPicPr>
          <p:cNvPr id="124932"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8625" y="4229100"/>
            <a:ext cx="2949575" cy="247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Title 1"/>
          <p:cNvSpPr>
            <a:spLocks noGrp="1" noChangeArrowheads="1"/>
          </p:cNvSpPr>
          <p:nvPr>
            <p:ph type="title"/>
          </p:nvPr>
        </p:nvSpPr>
        <p:spPr/>
        <p:txBody>
          <a:bodyPr/>
          <a:lstStyle/>
          <a:p>
            <a:r>
              <a:rPr lang="en-US" altLang="en-US" smtClean="0"/>
              <a:t>Participation Constraints and Existence Dependencies </a:t>
            </a:r>
          </a:p>
        </p:txBody>
      </p:sp>
      <p:sp>
        <p:nvSpPr>
          <p:cNvPr id="125954" name="Content Placeholder 2"/>
          <p:cNvSpPr>
            <a:spLocks noGrp="1" noChangeArrowheads="1"/>
          </p:cNvSpPr>
          <p:nvPr>
            <p:ph idx="1"/>
          </p:nvPr>
        </p:nvSpPr>
        <p:spPr/>
        <p:txBody>
          <a:bodyPr/>
          <a:lstStyle/>
          <a:p>
            <a:r>
              <a:rPr lang="en-US" altLang="en-US" sz="1600" smtClean="0"/>
              <a:t>The </a:t>
            </a:r>
            <a:r>
              <a:rPr lang="en-US" altLang="en-US" sz="1600" b="1" smtClean="0"/>
              <a:t>participation constraint </a:t>
            </a:r>
            <a:r>
              <a:rPr lang="en-US" altLang="en-US" sz="1600" smtClean="0"/>
              <a:t>specifies whether the existence of an entity depends on its being related to another entity via the relationship type. </a:t>
            </a:r>
          </a:p>
          <a:p>
            <a:r>
              <a:rPr lang="en-US" altLang="en-US" sz="1600" b="1" smtClean="0"/>
              <a:t>Two types of participation constraints: total and partial</a:t>
            </a:r>
          </a:p>
          <a:p>
            <a:r>
              <a:rPr lang="en-US" altLang="en-US" sz="1600" b="1" smtClean="0"/>
              <a:t>Example of Partial: </a:t>
            </a:r>
            <a:r>
              <a:rPr lang="en-US" altLang="en-US" sz="1600" smtClean="0"/>
              <a:t>we do not expect every employee to manage a department, so the participation of EMPLOYEE in the MANAGES relationship type is </a:t>
            </a:r>
            <a:r>
              <a:rPr lang="en-US" altLang="en-US" sz="1600" b="1" smtClean="0"/>
              <a:t>partial </a:t>
            </a:r>
          </a:p>
          <a:p>
            <a:r>
              <a:rPr lang="en-US" altLang="en-US" sz="1600" smtClean="0"/>
              <a:t>meaning that </a:t>
            </a:r>
            <a:r>
              <a:rPr lang="en-US" altLang="en-US" sz="1600" i="1" smtClean="0"/>
              <a:t>some </a:t>
            </a:r>
            <a:r>
              <a:rPr lang="en-US" altLang="en-US" sz="1600" smtClean="0"/>
              <a:t>or </a:t>
            </a:r>
            <a:r>
              <a:rPr lang="en-US" altLang="en-US" sz="1600" i="1" smtClean="0"/>
              <a:t>part of the set of </a:t>
            </a:r>
            <a:r>
              <a:rPr lang="en-US" altLang="en-US" sz="1600" smtClean="0"/>
              <a:t>employee entities are related to some department entity via MANAGES, but not necessarily all. </a:t>
            </a:r>
          </a:p>
          <a:p>
            <a:endParaRPr lang="en-US" altLang="en-US" smtClean="0"/>
          </a:p>
        </p:txBody>
      </p:sp>
      <p:sp>
        <p:nvSpPr>
          <p:cNvPr id="125955"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9016801D-6F90-4826-91DF-E955E336FA8E}" type="slidenum">
              <a:rPr lang="en-US" altLang="en-US" sz="1400" smtClean="0">
                <a:solidFill>
                  <a:srgbClr val="990033"/>
                </a:solidFill>
              </a:rPr>
              <a:pPr/>
              <a:t>77</a:t>
            </a:fld>
            <a:endParaRPr lang="en-CA" altLang="en-US" sz="1400" smtClean="0">
              <a:solidFill>
                <a:srgbClr val="990033"/>
              </a:solidFill>
            </a:endParaRPr>
          </a:p>
        </p:txBody>
      </p:sp>
      <p:pic>
        <p:nvPicPr>
          <p:cNvPr id="12595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2925" y="4038600"/>
            <a:ext cx="3468688"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Title 1"/>
          <p:cNvSpPr>
            <a:spLocks noGrp="1" noChangeArrowheads="1"/>
          </p:cNvSpPr>
          <p:nvPr>
            <p:ph type="title"/>
          </p:nvPr>
        </p:nvSpPr>
        <p:spPr/>
        <p:txBody>
          <a:bodyPr/>
          <a:lstStyle/>
          <a:p>
            <a:r>
              <a:rPr lang="en-US" altLang="en-US" smtClean="0"/>
              <a:t>Participation Constraints and Existence Dependencies </a:t>
            </a:r>
          </a:p>
        </p:txBody>
      </p:sp>
      <p:sp>
        <p:nvSpPr>
          <p:cNvPr id="126978" name="Content Placeholder 2"/>
          <p:cNvSpPr>
            <a:spLocks noGrp="1" noChangeArrowheads="1"/>
          </p:cNvSpPr>
          <p:nvPr>
            <p:ph idx="1"/>
          </p:nvPr>
        </p:nvSpPr>
        <p:spPr/>
        <p:txBody>
          <a:bodyPr/>
          <a:lstStyle/>
          <a:p>
            <a:r>
              <a:rPr lang="en-US" altLang="en-US" sz="1600" smtClean="0"/>
              <a:t>In ER diagrams, total participation (or existence dependency) is displayed as a </a:t>
            </a:r>
            <a:r>
              <a:rPr lang="en-US" altLang="en-US" sz="1600" i="1" smtClean="0"/>
              <a:t>double line </a:t>
            </a:r>
            <a:r>
              <a:rPr lang="en-US" altLang="en-US" sz="1600" smtClean="0"/>
              <a:t>connecting the participating entity type to the relationship, whereas partial participation is represented by a </a:t>
            </a:r>
            <a:r>
              <a:rPr lang="en-US" altLang="en-US" sz="1600" i="1" smtClean="0"/>
              <a:t>single line </a:t>
            </a:r>
            <a:endParaRPr lang="en-US" altLang="en-US" sz="1600" smtClean="0"/>
          </a:p>
          <a:p>
            <a:endParaRPr lang="en-US" altLang="en-US" smtClean="0"/>
          </a:p>
        </p:txBody>
      </p:sp>
      <p:sp>
        <p:nvSpPr>
          <p:cNvPr id="126979"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60ED194A-E4E8-4618-A2D7-89FD26CB1AB8}" type="slidenum">
              <a:rPr lang="en-US" altLang="en-US" sz="1400" smtClean="0">
                <a:solidFill>
                  <a:srgbClr val="990033"/>
                </a:solidFill>
              </a:rPr>
              <a:pPr/>
              <a:t>78</a:t>
            </a:fld>
            <a:endParaRPr lang="en-CA" altLang="en-US" sz="1400" smtClean="0">
              <a:solidFill>
                <a:srgbClr val="990033"/>
              </a:solidFill>
            </a:endParaRPr>
          </a:p>
        </p:txBody>
      </p:sp>
      <p:pic>
        <p:nvPicPr>
          <p:cNvPr id="126980"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9588" y="2971800"/>
            <a:ext cx="5916612" cy="374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Title 1"/>
          <p:cNvSpPr>
            <a:spLocks noGrp="1" noChangeArrowheads="1"/>
          </p:cNvSpPr>
          <p:nvPr>
            <p:ph type="title"/>
          </p:nvPr>
        </p:nvSpPr>
        <p:spPr/>
        <p:txBody>
          <a:bodyPr/>
          <a:lstStyle/>
          <a:p>
            <a:r>
              <a:rPr lang="en-US" altLang="en-US" smtClean="0"/>
              <a:t>Attributes of Relationship Types</a:t>
            </a:r>
          </a:p>
        </p:txBody>
      </p:sp>
      <p:sp>
        <p:nvSpPr>
          <p:cNvPr id="128002" name="Content Placeholder 2"/>
          <p:cNvSpPr>
            <a:spLocks noGrp="1" noChangeArrowheads="1"/>
          </p:cNvSpPr>
          <p:nvPr>
            <p:ph idx="1"/>
          </p:nvPr>
        </p:nvSpPr>
        <p:spPr/>
        <p:txBody>
          <a:bodyPr/>
          <a:lstStyle/>
          <a:p>
            <a:r>
              <a:rPr lang="en-US" altLang="en-US" sz="2000" smtClean="0"/>
              <a:t>Relationship types can also have attributes, similar to those of entity types</a:t>
            </a:r>
          </a:p>
          <a:p>
            <a:r>
              <a:rPr lang="en-US" altLang="en-US" sz="2000" b="1" smtClean="0"/>
              <a:t>Example 1</a:t>
            </a:r>
            <a:r>
              <a:rPr lang="en-US" altLang="en-US" sz="2000" smtClean="0"/>
              <a:t>:  to record the number of hours per week that a particular employee works on a particular project </a:t>
            </a:r>
          </a:p>
          <a:p>
            <a:endParaRPr lang="en-US" altLang="en-US" smtClean="0"/>
          </a:p>
        </p:txBody>
      </p:sp>
      <p:sp>
        <p:nvSpPr>
          <p:cNvPr id="128003"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A74547D5-506D-43C7-91FE-F203538798B6}" type="slidenum">
              <a:rPr lang="en-US" altLang="en-US" sz="1400" smtClean="0">
                <a:solidFill>
                  <a:srgbClr val="990033"/>
                </a:solidFill>
              </a:rPr>
              <a:pPr/>
              <a:t>79</a:t>
            </a:fld>
            <a:endParaRPr lang="en-CA" altLang="en-US" sz="1400" smtClean="0">
              <a:solidFill>
                <a:srgbClr val="990033"/>
              </a:solidFill>
            </a:endParaRPr>
          </a:p>
        </p:txBody>
      </p:sp>
      <p:grpSp>
        <p:nvGrpSpPr>
          <p:cNvPr id="128004" name="Group 4"/>
          <p:cNvGrpSpPr>
            <a:grpSpLocks/>
          </p:cNvGrpSpPr>
          <p:nvPr/>
        </p:nvGrpSpPr>
        <p:grpSpPr bwMode="auto">
          <a:xfrm>
            <a:off x="1295400" y="5059363"/>
            <a:ext cx="6446838" cy="914400"/>
            <a:chOff x="1248" y="2736"/>
            <a:chExt cx="3840" cy="576"/>
          </a:xfrm>
        </p:grpSpPr>
        <p:sp>
          <p:nvSpPr>
            <p:cNvPr id="128007" name="Rectangle 5"/>
            <p:cNvSpPr>
              <a:spLocks noChangeArrowheads="1"/>
            </p:cNvSpPr>
            <p:nvPr/>
          </p:nvSpPr>
          <p:spPr bwMode="auto">
            <a:xfrm>
              <a:off x="1248" y="2856"/>
              <a:ext cx="999" cy="336"/>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ctr" eaLnBrk="1" hangingPunct="1">
                <a:spcBef>
                  <a:spcPct val="0"/>
                </a:spcBef>
                <a:buClrTx/>
                <a:buSzTx/>
                <a:buFontTx/>
                <a:buNone/>
              </a:pPr>
              <a:r>
                <a:rPr lang="en-US" altLang="en-US" sz="2400">
                  <a:solidFill>
                    <a:schemeClr val="tx1"/>
                  </a:solidFill>
                  <a:latin typeface="Times New Roman" panose="02020603050405020304" pitchFamily="18" charset="0"/>
                </a:rPr>
                <a:t>EMPLOYEE</a:t>
              </a:r>
            </a:p>
          </p:txBody>
        </p:sp>
        <p:sp>
          <p:nvSpPr>
            <p:cNvPr id="128008" name="Rectangle 6"/>
            <p:cNvSpPr>
              <a:spLocks noChangeArrowheads="1"/>
            </p:cNvSpPr>
            <p:nvPr/>
          </p:nvSpPr>
          <p:spPr bwMode="auto">
            <a:xfrm>
              <a:off x="4272" y="2856"/>
              <a:ext cx="81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ctr" eaLnBrk="1" hangingPunct="1">
                <a:spcBef>
                  <a:spcPct val="0"/>
                </a:spcBef>
                <a:buClrTx/>
                <a:buSzTx/>
                <a:buFontTx/>
                <a:buNone/>
              </a:pPr>
              <a:r>
                <a:rPr lang="en-US" altLang="en-US" sz="2400">
                  <a:solidFill>
                    <a:schemeClr val="tx1"/>
                  </a:solidFill>
                  <a:latin typeface="Times New Roman" panose="02020603050405020304" pitchFamily="18" charset="0"/>
                </a:rPr>
                <a:t>PROJECT</a:t>
              </a:r>
            </a:p>
          </p:txBody>
        </p:sp>
        <p:sp>
          <p:nvSpPr>
            <p:cNvPr id="128009" name="AutoShape 7"/>
            <p:cNvSpPr>
              <a:spLocks noChangeArrowheads="1"/>
            </p:cNvSpPr>
            <p:nvPr/>
          </p:nvSpPr>
          <p:spPr bwMode="auto">
            <a:xfrm>
              <a:off x="2736" y="2736"/>
              <a:ext cx="912" cy="576"/>
            </a:xfrm>
            <a:prstGeom prst="diamond">
              <a:avLst/>
            </a:prstGeom>
            <a:solidFill>
              <a:schemeClr val="accent1"/>
            </a:solidFill>
            <a:ln w="9525">
              <a:solidFill>
                <a:schemeClr val="tx1"/>
              </a:solidFill>
              <a:miter lim="800000"/>
              <a:headEnd/>
              <a:tailEnd/>
            </a:ln>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ctr" eaLnBrk="1" hangingPunct="1">
                <a:spcBef>
                  <a:spcPct val="0"/>
                </a:spcBef>
                <a:buClrTx/>
                <a:buSzTx/>
                <a:buFontTx/>
                <a:buNone/>
              </a:pPr>
              <a:r>
                <a:rPr lang="en-US" altLang="en-US" sz="1400" b="1">
                  <a:solidFill>
                    <a:schemeClr val="tx1"/>
                  </a:solidFill>
                  <a:latin typeface="Times New Roman" panose="02020603050405020304" pitchFamily="18" charset="0"/>
                </a:rPr>
                <a:t>WORKS_ON</a:t>
              </a:r>
            </a:p>
          </p:txBody>
        </p:sp>
        <p:cxnSp>
          <p:nvCxnSpPr>
            <p:cNvPr id="128010" name="AutoShape 8"/>
            <p:cNvCxnSpPr>
              <a:cxnSpLocks noChangeShapeType="1"/>
              <a:stCxn id="128007" idx="3"/>
              <a:endCxn id="128009" idx="1"/>
            </p:cNvCxnSpPr>
            <p:nvPr/>
          </p:nvCxnSpPr>
          <p:spPr bwMode="auto">
            <a:xfrm>
              <a:off x="2247" y="3024"/>
              <a:ext cx="489" cy="0"/>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128011" name="AutoShape 9"/>
            <p:cNvCxnSpPr>
              <a:cxnSpLocks noChangeShapeType="1"/>
              <a:stCxn id="128009" idx="3"/>
              <a:endCxn id="128008" idx="1"/>
            </p:cNvCxnSpPr>
            <p:nvPr/>
          </p:nvCxnSpPr>
          <p:spPr bwMode="auto">
            <a:xfrm>
              <a:off x="3648" y="3024"/>
              <a:ext cx="624" cy="0"/>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grpSp>
      <p:sp>
        <p:nvSpPr>
          <p:cNvPr id="128005" name="Oval 25"/>
          <p:cNvSpPr>
            <a:spLocks noChangeArrowheads="1"/>
          </p:cNvSpPr>
          <p:nvPr/>
        </p:nvSpPr>
        <p:spPr bwMode="auto">
          <a:xfrm>
            <a:off x="4495800" y="4221163"/>
            <a:ext cx="1828800" cy="533400"/>
          </a:xfrm>
          <a:prstGeom prst="ellipse">
            <a:avLst/>
          </a:prstGeom>
          <a:solidFill>
            <a:schemeClr val="accent1"/>
          </a:solidFill>
          <a:ln w="9525">
            <a:solidFill>
              <a:schemeClr val="tx1"/>
            </a:solidFill>
            <a:round/>
            <a:headEnd/>
            <a:tailEnd/>
          </a:ln>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ctr" eaLnBrk="1" hangingPunct="1">
              <a:spcBef>
                <a:spcPct val="0"/>
              </a:spcBef>
              <a:buClrTx/>
              <a:buSzTx/>
              <a:buFontTx/>
              <a:buNone/>
            </a:pPr>
            <a:r>
              <a:rPr lang="en-US" altLang="en-US" sz="2400" b="1">
                <a:solidFill>
                  <a:schemeClr val="tx1"/>
                </a:solidFill>
                <a:latin typeface="Tahoma" panose="020B0604030504040204" pitchFamily="34" charset="0"/>
              </a:rPr>
              <a:t>Hours</a:t>
            </a:r>
          </a:p>
        </p:txBody>
      </p:sp>
      <p:sp>
        <p:nvSpPr>
          <p:cNvPr id="128006" name="Line 26"/>
          <p:cNvSpPr>
            <a:spLocks noChangeShapeType="1"/>
          </p:cNvSpPr>
          <p:nvPr/>
        </p:nvSpPr>
        <p:spPr bwMode="auto">
          <a:xfrm flipV="1">
            <a:off x="4572000" y="4754563"/>
            <a:ext cx="9144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Tree>
  </p:cSld>
  <p:clrMapOvr>
    <a:masterClrMapping/>
  </p:clrMapOvr>
  <p:transition spd="me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Title 1"/>
          <p:cNvSpPr>
            <a:spLocks noGrp="1" noChangeArrowheads="1"/>
          </p:cNvSpPr>
          <p:nvPr>
            <p:ph type="title"/>
          </p:nvPr>
        </p:nvSpPr>
        <p:spPr/>
        <p:txBody>
          <a:bodyPr/>
          <a:lstStyle/>
          <a:p>
            <a:r>
              <a:rPr lang="en-US" altLang="en-US" smtClean="0"/>
              <a:t>Attributes of Relationship Types</a:t>
            </a:r>
          </a:p>
        </p:txBody>
      </p:sp>
      <p:sp>
        <p:nvSpPr>
          <p:cNvPr id="129026" name="Content Placeholder 2"/>
          <p:cNvSpPr>
            <a:spLocks noGrp="1" noChangeArrowheads="1"/>
          </p:cNvSpPr>
          <p:nvPr>
            <p:ph idx="1"/>
          </p:nvPr>
        </p:nvSpPr>
        <p:spPr/>
        <p:txBody>
          <a:bodyPr/>
          <a:lstStyle/>
          <a:p>
            <a:r>
              <a:rPr lang="en-US" altLang="en-US" sz="2000" smtClean="0"/>
              <a:t>Relationship types can also have attributes, similar to those of entity types</a:t>
            </a:r>
          </a:p>
          <a:p>
            <a:r>
              <a:rPr lang="en-US" altLang="en-US" sz="2000" b="1" smtClean="0"/>
              <a:t>Example 2</a:t>
            </a:r>
            <a:r>
              <a:rPr lang="en-US" altLang="en-US" sz="2000" smtClean="0"/>
              <a:t>: date on which a manager started managing a department via an attribute Start_date for the MANAGES relationship type</a:t>
            </a:r>
          </a:p>
          <a:p>
            <a:endParaRPr lang="en-US" altLang="en-US" smtClean="0"/>
          </a:p>
        </p:txBody>
      </p:sp>
      <p:sp>
        <p:nvSpPr>
          <p:cNvPr id="129027"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FC9FA5E3-0145-435A-8C07-BD11C4B04FCD}" type="slidenum">
              <a:rPr lang="en-US" altLang="en-US" sz="1400" smtClean="0">
                <a:solidFill>
                  <a:srgbClr val="990033"/>
                </a:solidFill>
              </a:rPr>
              <a:pPr/>
              <a:t>80</a:t>
            </a:fld>
            <a:endParaRPr lang="en-CA" altLang="en-US" sz="1400" smtClean="0">
              <a:solidFill>
                <a:srgbClr val="990033"/>
              </a:solidFill>
            </a:endParaRPr>
          </a:p>
        </p:txBody>
      </p:sp>
      <p:grpSp>
        <p:nvGrpSpPr>
          <p:cNvPr id="129028" name="Group 4"/>
          <p:cNvGrpSpPr>
            <a:grpSpLocks/>
          </p:cNvGrpSpPr>
          <p:nvPr/>
        </p:nvGrpSpPr>
        <p:grpSpPr bwMode="auto">
          <a:xfrm>
            <a:off x="1295400" y="4495800"/>
            <a:ext cx="6446838" cy="914400"/>
            <a:chOff x="1248" y="2736"/>
            <a:chExt cx="3840" cy="576"/>
          </a:xfrm>
        </p:grpSpPr>
        <p:sp>
          <p:nvSpPr>
            <p:cNvPr id="129032" name="Rectangle 5"/>
            <p:cNvSpPr>
              <a:spLocks noChangeArrowheads="1"/>
            </p:cNvSpPr>
            <p:nvPr/>
          </p:nvSpPr>
          <p:spPr bwMode="auto">
            <a:xfrm>
              <a:off x="1248" y="2856"/>
              <a:ext cx="999" cy="336"/>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ctr" eaLnBrk="1" hangingPunct="1">
                <a:spcBef>
                  <a:spcPct val="0"/>
                </a:spcBef>
                <a:buClrTx/>
                <a:buSzTx/>
                <a:buFontTx/>
                <a:buNone/>
              </a:pPr>
              <a:r>
                <a:rPr lang="en-US" altLang="en-US" sz="2400">
                  <a:solidFill>
                    <a:schemeClr val="tx1"/>
                  </a:solidFill>
                  <a:latin typeface="Times New Roman" panose="02020603050405020304" pitchFamily="18" charset="0"/>
                </a:rPr>
                <a:t>EMPLOYEE</a:t>
              </a:r>
            </a:p>
          </p:txBody>
        </p:sp>
        <p:sp>
          <p:nvSpPr>
            <p:cNvPr id="129033" name="Rectangle 6"/>
            <p:cNvSpPr>
              <a:spLocks noChangeArrowheads="1"/>
            </p:cNvSpPr>
            <p:nvPr/>
          </p:nvSpPr>
          <p:spPr bwMode="auto">
            <a:xfrm>
              <a:off x="4272" y="2856"/>
              <a:ext cx="81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ctr" eaLnBrk="1" hangingPunct="1">
                <a:spcBef>
                  <a:spcPct val="0"/>
                </a:spcBef>
                <a:buClrTx/>
                <a:buSzTx/>
                <a:buFontTx/>
                <a:buNone/>
              </a:pPr>
              <a:r>
                <a:rPr lang="en-US" altLang="en-US" sz="2400">
                  <a:solidFill>
                    <a:schemeClr val="tx1"/>
                  </a:solidFill>
                  <a:latin typeface="Times New Roman" panose="02020603050405020304" pitchFamily="18" charset="0"/>
                </a:rPr>
                <a:t>DEPT</a:t>
              </a:r>
            </a:p>
          </p:txBody>
        </p:sp>
        <p:sp>
          <p:nvSpPr>
            <p:cNvPr id="129034" name="AutoShape 7"/>
            <p:cNvSpPr>
              <a:spLocks noChangeArrowheads="1"/>
            </p:cNvSpPr>
            <p:nvPr/>
          </p:nvSpPr>
          <p:spPr bwMode="auto">
            <a:xfrm>
              <a:off x="2736" y="2736"/>
              <a:ext cx="912" cy="576"/>
            </a:xfrm>
            <a:prstGeom prst="diamond">
              <a:avLst/>
            </a:prstGeom>
            <a:solidFill>
              <a:schemeClr val="accent1"/>
            </a:solidFill>
            <a:ln w="9525">
              <a:solidFill>
                <a:schemeClr val="tx1"/>
              </a:solidFill>
              <a:miter lim="800000"/>
              <a:headEnd/>
              <a:tailEnd/>
            </a:ln>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ctr" eaLnBrk="1" hangingPunct="1">
                <a:spcBef>
                  <a:spcPct val="0"/>
                </a:spcBef>
                <a:buClrTx/>
                <a:buSzTx/>
                <a:buFontTx/>
                <a:buNone/>
              </a:pPr>
              <a:r>
                <a:rPr lang="en-US" altLang="en-US" sz="1400" b="1">
                  <a:solidFill>
                    <a:schemeClr val="tx1"/>
                  </a:solidFill>
                  <a:latin typeface="Times New Roman" panose="02020603050405020304" pitchFamily="18" charset="0"/>
                </a:rPr>
                <a:t>MANAGES</a:t>
              </a:r>
            </a:p>
          </p:txBody>
        </p:sp>
        <p:cxnSp>
          <p:nvCxnSpPr>
            <p:cNvPr id="129035" name="AutoShape 8"/>
            <p:cNvCxnSpPr>
              <a:cxnSpLocks noChangeShapeType="1"/>
              <a:stCxn id="129032" idx="3"/>
              <a:endCxn id="129034" idx="1"/>
            </p:cNvCxnSpPr>
            <p:nvPr/>
          </p:nvCxnSpPr>
          <p:spPr bwMode="auto">
            <a:xfrm>
              <a:off x="2247" y="3024"/>
              <a:ext cx="489" cy="0"/>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129036" name="AutoShape 9"/>
            <p:cNvCxnSpPr>
              <a:cxnSpLocks noChangeShapeType="1"/>
              <a:stCxn id="129034" idx="3"/>
              <a:endCxn id="129033" idx="1"/>
            </p:cNvCxnSpPr>
            <p:nvPr/>
          </p:nvCxnSpPr>
          <p:spPr bwMode="auto">
            <a:xfrm>
              <a:off x="3648" y="3024"/>
              <a:ext cx="624" cy="0"/>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grpSp>
      <p:sp>
        <p:nvSpPr>
          <p:cNvPr id="129029" name="Oval 25"/>
          <p:cNvSpPr>
            <a:spLocks noChangeArrowheads="1"/>
          </p:cNvSpPr>
          <p:nvPr/>
        </p:nvSpPr>
        <p:spPr bwMode="auto">
          <a:xfrm>
            <a:off x="4495800" y="3657600"/>
            <a:ext cx="1828800" cy="533400"/>
          </a:xfrm>
          <a:prstGeom prst="ellipse">
            <a:avLst/>
          </a:prstGeom>
          <a:solidFill>
            <a:schemeClr val="accent1"/>
          </a:solidFill>
          <a:ln w="9525">
            <a:solidFill>
              <a:schemeClr val="tx1"/>
            </a:solidFill>
            <a:round/>
            <a:headEnd/>
            <a:tailEnd/>
          </a:ln>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ctr" eaLnBrk="1" hangingPunct="1">
              <a:spcBef>
                <a:spcPct val="0"/>
              </a:spcBef>
              <a:buClrTx/>
              <a:buSzTx/>
              <a:buFontTx/>
              <a:buNone/>
            </a:pPr>
            <a:r>
              <a:rPr lang="en-US" altLang="en-US" sz="1800">
                <a:solidFill>
                  <a:schemeClr val="tx1"/>
                </a:solidFill>
                <a:latin typeface="Tahoma" panose="020B0604030504040204" pitchFamily="34" charset="0"/>
              </a:rPr>
              <a:t>Start_Date</a:t>
            </a:r>
            <a:endParaRPr lang="en-US" altLang="en-US" sz="2400">
              <a:solidFill>
                <a:schemeClr val="tx1"/>
              </a:solidFill>
              <a:latin typeface="Tahoma" panose="020B0604030504040204" pitchFamily="34" charset="0"/>
            </a:endParaRPr>
          </a:p>
        </p:txBody>
      </p:sp>
      <p:sp>
        <p:nvSpPr>
          <p:cNvPr id="129030" name="Line 26"/>
          <p:cNvSpPr>
            <a:spLocks noChangeShapeType="1"/>
          </p:cNvSpPr>
          <p:nvPr/>
        </p:nvSpPr>
        <p:spPr bwMode="auto">
          <a:xfrm flipV="1">
            <a:off x="4572000" y="4191000"/>
            <a:ext cx="9144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29031" name="Rectangle 1"/>
          <p:cNvSpPr>
            <a:spLocks noChangeArrowheads="1"/>
          </p:cNvSpPr>
          <p:nvPr/>
        </p:nvSpPr>
        <p:spPr bwMode="auto">
          <a:xfrm>
            <a:off x="692150" y="5926138"/>
            <a:ext cx="8202613"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300">
                <a:solidFill>
                  <a:schemeClr val="tx1"/>
                </a:solidFill>
                <a:latin typeface="AkzidenzGroteskBE"/>
              </a:rPr>
              <a:t>*MANAGES </a:t>
            </a:r>
            <a:r>
              <a:rPr lang="en-US" altLang="en-US" sz="1300">
                <a:solidFill>
                  <a:schemeClr val="tx1"/>
                </a:solidFill>
                <a:latin typeface="MinionPro"/>
              </a:rPr>
              <a:t>is a 1:1 relationship, so every department or employee entity participates in </a:t>
            </a:r>
            <a:r>
              <a:rPr lang="en-US" altLang="en-US" sz="1300" i="1">
                <a:solidFill>
                  <a:schemeClr val="tx1"/>
                </a:solidFill>
                <a:latin typeface="MinionPro"/>
              </a:rPr>
              <a:t>at most one </a:t>
            </a:r>
            <a:r>
              <a:rPr lang="en-US" altLang="en-US" sz="1300">
                <a:solidFill>
                  <a:schemeClr val="tx1"/>
                </a:solidFill>
                <a:latin typeface="MinionPro"/>
              </a:rPr>
              <a:t>relationship instance. </a:t>
            </a:r>
            <a:endParaRPr lang="en-US" altLang="en-US" sz="1300">
              <a:solidFill>
                <a:schemeClr val="tx1"/>
              </a:solidFill>
              <a:latin typeface="Tahoma" panose="020B0604030504040204" pitchFamily="34" charset="0"/>
            </a:endParaRPr>
          </a:p>
        </p:txBody>
      </p:sp>
    </p:spTree>
  </p:cSld>
  <p:clrMapOvr>
    <a:masterClrMapping/>
  </p:clrMapOvr>
  <p:transition spd="me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Title 1"/>
          <p:cNvSpPr>
            <a:spLocks noGrp="1" noChangeArrowheads="1"/>
          </p:cNvSpPr>
          <p:nvPr>
            <p:ph type="title"/>
          </p:nvPr>
        </p:nvSpPr>
        <p:spPr/>
        <p:txBody>
          <a:bodyPr/>
          <a:lstStyle/>
          <a:p>
            <a:r>
              <a:rPr lang="en-US" altLang="en-US" smtClean="0"/>
              <a:t>Attributes of Relationship Types - Placement</a:t>
            </a:r>
          </a:p>
        </p:txBody>
      </p:sp>
      <p:sp>
        <p:nvSpPr>
          <p:cNvPr id="130050" name="Content Placeholder 2"/>
          <p:cNvSpPr>
            <a:spLocks noGrp="1" noChangeArrowheads="1"/>
          </p:cNvSpPr>
          <p:nvPr>
            <p:ph idx="1"/>
          </p:nvPr>
        </p:nvSpPr>
        <p:spPr/>
        <p:txBody>
          <a:bodyPr/>
          <a:lstStyle/>
          <a:p>
            <a:r>
              <a:rPr lang="en-US" altLang="en-US" sz="2000" b="1" smtClean="0"/>
              <a:t>For 1:1</a:t>
            </a:r>
          </a:p>
          <a:p>
            <a:pPr lvl="1"/>
            <a:r>
              <a:rPr lang="en-US" altLang="en-US" sz="1800" smtClean="0"/>
              <a:t>Attributes can be migrated to one of the participating entity types </a:t>
            </a:r>
          </a:p>
          <a:p>
            <a:r>
              <a:rPr lang="en-US" altLang="en-US" sz="2200" b="1" smtClean="0"/>
              <a:t>Example</a:t>
            </a:r>
            <a:endParaRPr lang="en-US" altLang="en-US" sz="2200" smtClean="0"/>
          </a:p>
          <a:p>
            <a:pPr lvl="1"/>
            <a:r>
              <a:rPr lang="en-US" altLang="en-US" sz="1800" smtClean="0"/>
              <a:t>“Start_date” can be an attribute of either EMPLOYEE or DEPT</a:t>
            </a:r>
          </a:p>
          <a:p>
            <a:endParaRPr lang="en-US" altLang="en-US" smtClean="0"/>
          </a:p>
        </p:txBody>
      </p:sp>
      <p:sp>
        <p:nvSpPr>
          <p:cNvPr id="130051"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C607F5FD-4BB1-4640-AE31-B69B2502FE7E}" type="slidenum">
              <a:rPr lang="en-US" altLang="en-US" sz="1400" smtClean="0">
                <a:solidFill>
                  <a:srgbClr val="990033"/>
                </a:solidFill>
              </a:rPr>
              <a:pPr/>
              <a:t>81</a:t>
            </a:fld>
            <a:endParaRPr lang="en-CA" altLang="en-US" sz="1400" smtClean="0">
              <a:solidFill>
                <a:srgbClr val="990033"/>
              </a:solidFill>
            </a:endParaRPr>
          </a:p>
        </p:txBody>
      </p:sp>
      <p:pic>
        <p:nvPicPr>
          <p:cNvPr id="13005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9288" y="3943350"/>
            <a:ext cx="5319712" cy="159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0053" name="Rectangle 7"/>
          <p:cNvSpPr>
            <a:spLocks noChangeArrowheads="1"/>
          </p:cNvSpPr>
          <p:nvPr/>
        </p:nvSpPr>
        <p:spPr bwMode="auto">
          <a:xfrm>
            <a:off x="692150" y="5926138"/>
            <a:ext cx="8202613"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300">
                <a:solidFill>
                  <a:schemeClr val="tx1"/>
                </a:solidFill>
                <a:latin typeface="AkzidenzGroteskBE"/>
              </a:rPr>
              <a:t>*MANAGES </a:t>
            </a:r>
            <a:r>
              <a:rPr lang="en-US" altLang="en-US" sz="1300">
                <a:solidFill>
                  <a:schemeClr val="tx1"/>
                </a:solidFill>
                <a:latin typeface="MinionPro"/>
              </a:rPr>
              <a:t>is a 1:1 relationship, so every department or employee entity participates in </a:t>
            </a:r>
            <a:r>
              <a:rPr lang="en-US" altLang="en-US" sz="1300" i="1">
                <a:solidFill>
                  <a:schemeClr val="tx1"/>
                </a:solidFill>
                <a:latin typeface="MinionPro"/>
              </a:rPr>
              <a:t>at most one </a:t>
            </a:r>
            <a:r>
              <a:rPr lang="en-US" altLang="en-US" sz="1300">
                <a:solidFill>
                  <a:schemeClr val="tx1"/>
                </a:solidFill>
                <a:latin typeface="MinionPro"/>
              </a:rPr>
              <a:t>relationship instance. </a:t>
            </a:r>
            <a:endParaRPr lang="en-US" altLang="en-US" sz="1300">
              <a:solidFill>
                <a:schemeClr val="tx1"/>
              </a:solidFill>
              <a:latin typeface="Tahoma" panose="020B0604030504040204" pitchFamily="34" charset="0"/>
            </a:endParaRPr>
          </a:p>
        </p:txBody>
      </p:sp>
    </p:spTree>
  </p:cSld>
  <p:clrMapOvr>
    <a:masterClrMapping/>
  </p:clrMapOvr>
  <p:transition spd="me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Title 1"/>
          <p:cNvSpPr>
            <a:spLocks noGrp="1" noChangeArrowheads="1"/>
          </p:cNvSpPr>
          <p:nvPr>
            <p:ph type="title"/>
          </p:nvPr>
        </p:nvSpPr>
        <p:spPr/>
        <p:txBody>
          <a:bodyPr/>
          <a:lstStyle/>
          <a:p>
            <a:r>
              <a:rPr lang="en-US" altLang="en-US" smtClean="0"/>
              <a:t>Attributes of Relationship Types - Placement</a:t>
            </a:r>
          </a:p>
        </p:txBody>
      </p:sp>
      <p:sp>
        <p:nvSpPr>
          <p:cNvPr id="131074" name="Content Placeholder 2"/>
          <p:cNvSpPr>
            <a:spLocks noGrp="1" noChangeArrowheads="1"/>
          </p:cNvSpPr>
          <p:nvPr>
            <p:ph idx="1"/>
          </p:nvPr>
        </p:nvSpPr>
        <p:spPr/>
        <p:txBody>
          <a:bodyPr/>
          <a:lstStyle/>
          <a:p>
            <a:r>
              <a:rPr lang="en-US" altLang="en-US" sz="2000" b="1" smtClean="0"/>
              <a:t>For 1:N  </a:t>
            </a:r>
          </a:p>
          <a:p>
            <a:pPr lvl="1"/>
            <a:r>
              <a:rPr lang="en-US" altLang="en-US" sz="1600" smtClean="0"/>
              <a:t>a relationship attribute can be migrated only to the entity type on the N-side of the relationship</a:t>
            </a:r>
          </a:p>
          <a:p>
            <a:r>
              <a:rPr lang="en-US" altLang="en-US" sz="2000" b="1" smtClean="0"/>
              <a:t>Example</a:t>
            </a:r>
            <a:endParaRPr lang="en-US" altLang="en-US" sz="2000" smtClean="0"/>
          </a:p>
          <a:p>
            <a:pPr lvl="1"/>
            <a:r>
              <a:rPr lang="en-US" altLang="en-US" sz="1600" smtClean="0"/>
              <a:t>“start_date” indicates when an employee started working for a department, should be included as an attribute of EMPLOYEE </a:t>
            </a:r>
          </a:p>
          <a:p>
            <a:endParaRPr lang="en-US" altLang="en-US" smtClean="0"/>
          </a:p>
        </p:txBody>
      </p:sp>
      <p:sp>
        <p:nvSpPr>
          <p:cNvPr id="131075"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DF655E86-098D-4A9B-A3F5-FAFE2F63377E}" type="slidenum">
              <a:rPr lang="en-US" altLang="en-US" sz="1400" smtClean="0">
                <a:solidFill>
                  <a:srgbClr val="990033"/>
                </a:solidFill>
              </a:rPr>
              <a:pPr/>
              <a:t>82</a:t>
            </a:fld>
            <a:endParaRPr lang="en-CA" altLang="en-US" sz="1400" smtClean="0">
              <a:solidFill>
                <a:srgbClr val="990033"/>
              </a:solidFill>
            </a:endParaRPr>
          </a:p>
        </p:txBody>
      </p:sp>
      <p:grpSp>
        <p:nvGrpSpPr>
          <p:cNvPr id="131076" name="Group 4"/>
          <p:cNvGrpSpPr>
            <a:grpSpLocks/>
          </p:cNvGrpSpPr>
          <p:nvPr/>
        </p:nvGrpSpPr>
        <p:grpSpPr bwMode="auto">
          <a:xfrm>
            <a:off x="1227138" y="4662488"/>
            <a:ext cx="6446837" cy="914400"/>
            <a:chOff x="1248" y="2736"/>
            <a:chExt cx="3840" cy="576"/>
          </a:xfrm>
        </p:grpSpPr>
        <p:sp>
          <p:nvSpPr>
            <p:cNvPr id="131080" name="Rectangle 5"/>
            <p:cNvSpPr>
              <a:spLocks noChangeArrowheads="1"/>
            </p:cNvSpPr>
            <p:nvPr/>
          </p:nvSpPr>
          <p:spPr bwMode="auto">
            <a:xfrm>
              <a:off x="1248" y="2856"/>
              <a:ext cx="999" cy="336"/>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ctr" eaLnBrk="1" hangingPunct="1">
                <a:spcBef>
                  <a:spcPct val="0"/>
                </a:spcBef>
                <a:buClrTx/>
                <a:buSzTx/>
                <a:buFontTx/>
                <a:buNone/>
              </a:pPr>
              <a:r>
                <a:rPr lang="en-US" altLang="en-US" sz="2400">
                  <a:solidFill>
                    <a:schemeClr val="tx1"/>
                  </a:solidFill>
                  <a:latin typeface="Times New Roman" panose="02020603050405020304" pitchFamily="18" charset="0"/>
                </a:rPr>
                <a:t>EMPLOYEE</a:t>
              </a:r>
            </a:p>
          </p:txBody>
        </p:sp>
        <p:sp>
          <p:nvSpPr>
            <p:cNvPr id="131081" name="Rectangle 6"/>
            <p:cNvSpPr>
              <a:spLocks noChangeArrowheads="1"/>
            </p:cNvSpPr>
            <p:nvPr/>
          </p:nvSpPr>
          <p:spPr bwMode="auto">
            <a:xfrm>
              <a:off x="4272" y="2856"/>
              <a:ext cx="81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ctr" eaLnBrk="1" hangingPunct="1">
                <a:spcBef>
                  <a:spcPct val="0"/>
                </a:spcBef>
                <a:buClrTx/>
                <a:buSzTx/>
                <a:buFontTx/>
                <a:buNone/>
              </a:pPr>
              <a:r>
                <a:rPr lang="en-US" altLang="en-US" sz="2400">
                  <a:solidFill>
                    <a:schemeClr val="tx1"/>
                  </a:solidFill>
                  <a:latin typeface="Times New Roman" panose="02020603050405020304" pitchFamily="18" charset="0"/>
                </a:rPr>
                <a:t>DEPT</a:t>
              </a:r>
            </a:p>
          </p:txBody>
        </p:sp>
        <p:sp>
          <p:nvSpPr>
            <p:cNvPr id="131082" name="AutoShape 7"/>
            <p:cNvSpPr>
              <a:spLocks noChangeArrowheads="1"/>
            </p:cNvSpPr>
            <p:nvPr/>
          </p:nvSpPr>
          <p:spPr bwMode="auto">
            <a:xfrm>
              <a:off x="2736" y="2736"/>
              <a:ext cx="912" cy="576"/>
            </a:xfrm>
            <a:prstGeom prst="diamond">
              <a:avLst/>
            </a:prstGeom>
            <a:solidFill>
              <a:schemeClr val="accent1"/>
            </a:solidFill>
            <a:ln w="9525">
              <a:solidFill>
                <a:schemeClr val="tx1"/>
              </a:solidFill>
              <a:miter lim="800000"/>
              <a:headEnd/>
              <a:tailEnd/>
            </a:ln>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ctr" eaLnBrk="1" hangingPunct="1">
                <a:spcBef>
                  <a:spcPct val="0"/>
                </a:spcBef>
                <a:buClrTx/>
                <a:buSzTx/>
                <a:buFontTx/>
                <a:buNone/>
              </a:pPr>
              <a:r>
                <a:rPr lang="en-US" altLang="en-US" sz="1400" b="1">
                  <a:solidFill>
                    <a:schemeClr val="tx1"/>
                  </a:solidFill>
                  <a:latin typeface="Times New Roman" panose="02020603050405020304" pitchFamily="18" charset="0"/>
                </a:rPr>
                <a:t>WORKS_FOR</a:t>
              </a:r>
            </a:p>
          </p:txBody>
        </p:sp>
        <p:cxnSp>
          <p:nvCxnSpPr>
            <p:cNvPr id="131083" name="AutoShape 8"/>
            <p:cNvCxnSpPr>
              <a:cxnSpLocks noChangeShapeType="1"/>
              <a:stCxn id="131080" idx="3"/>
              <a:endCxn id="131082" idx="1"/>
            </p:cNvCxnSpPr>
            <p:nvPr/>
          </p:nvCxnSpPr>
          <p:spPr bwMode="auto">
            <a:xfrm>
              <a:off x="2247" y="3024"/>
              <a:ext cx="489" cy="0"/>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131084" name="AutoShape 9"/>
            <p:cNvCxnSpPr>
              <a:cxnSpLocks noChangeShapeType="1"/>
              <a:stCxn id="131082" idx="3"/>
              <a:endCxn id="131081" idx="1"/>
            </p:cNvCxnSpPr>
            <p:nvPr/>
          </p:nvCxnSpPr>
          <p:spPr bwMode="auto">
            <a:xfrm>
              <a:off x="3648" y="3024"/>
              <a:ext cx="624" cy="0"/>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grpSp>
      <p:sp>
        <p:nvSpPr>
          <p:cNvPr id="131077" name="Oval 25"/>
          <p:cNvSpPr>
            <a:spLocks noChangeArrowheads="1"/>
          </p:cNvSpPr>
          <p:nvPr/>
        </p:nvSpPr>
        <p:spPr bwMode="auto">
          <a:xfrm>
            <a:off x="4427538" y="3824288"/>
            <a:ext cx="1828800" cy="533400"/>
          </a:xfrm>
          <a:prstGeom prst="ellipse">
            <a:avLst/>
          </a:prstGeom>
          <a:solidFill>
            <a:schemeClr val="accent1"/>
          </a:solidFill>
          <a:ln w="9525">
            <a:solidFill>
              <a:schemeClr val="tx1"/>
            </a:solidFill>
            <a:round/>
            <a:headEnd/>
            <a:tailEnd/>
          </a:ln>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ctr" eaLnBrk="1" hangingPunct="1">
              <a:spcBef>
                <a:spcPct val="0"/>
              </a:spcBef>
              <a:buClrTx/>
              <a:buSzTx/>
              <a:buFontTx/>
              <a:buNone/>
            </a:pPr>
            <a:r>
              <a:rPr lang="en-US" altLang="en-US" sz="1600">
                <a:solidFill>
                  <a:schemeClr val="tx1"/>
                </a:solidFill>
                <a:latin typeface="Tahoma" panose="020B0604030504040204" pitchFamily="34" charset="0"/>
              </a:rPr>
              <a:t>START_DATE</a:t>
            </a:r>
          </a:p>
        </p:txBody>
      </p:sp>
      <p:sp>
        <p:nvSpPr>
          <p:cNvPr id="131078" name="Line 26"/>
          <p:cNvSpPr>
            <a:spLocks noChangeShapeType="1"/>
          </p:cNvSpPr>
          <p:nvPr/>
        </p:nvSpPr>
        <p:spPr bwMode="auto">
          <a:xfrm flipV="1">
            <a:off x="4503738" y="4357688"/>
            <a:ext cx="9144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31079" name="Rectangle 5"/>
          <p:cNvSpPr>
            <a:spLocks noChangeArrowheads="1"/>
          </p:cNvSpPr>
          <p:nvPr/>
        </p:nvSpPr>
        <p:spPr bwMode="auto">
          <a:xfrm>
            <a:off x="84138" y="5634038"/>
            <a:ext cx="87836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lvl="1">
              <a:spcBef>
                <a:spcPct val="0"/>
              </a:spcBef>
              <a:buClrTx/>
              <a:buSzTx/>
              <a:buFontTx/>
              <a:buNone/>
            </a:pPr>
            <a:r>
              <a:rPr lang="en-US" altLang="en-US" sz="1400">
                <a:solidFill>
                  <a:schemeClr val="tx1"/>
                </a:solidFill>
                <a:latin typeface="Tahoma" panose="020B0604030504040204" pitchFamily="34" charset="0"/>
              </a:rPr>
              <a:t>*each department can be related to any number of employees (N), but an employee can be related to at most one department (1) = N:1 relationship type</a:t>
            </a:r>
          </a:p>
        </p:txBody>
      </p:sp>
    </p:spTree>
  </p:cSld>
  <p:clrMapOvr>
    <a:masterClrMapping/>
  </p:clrMapOvr>
  <p:transition spd="me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Title 1"/>
          <p:cNvSpPr>
            <a:spLocks noGrp="1" noChangeArrowheads="1"/>
          </p:cNvSpPr>
          <p:nvPr>
            <p:ph type="title"/>
          </p:nvPr>
        </p:nvSpPr>
        <p:spPr/>
        <p:txBody>
          <a:bodyPr/>
          <a:lstStyle/>
          <a:p>
            <a:r>
              <a:rPr lang="en-US" altLang="en-US" smtClean="0"/>
              <a:t>Attributes of Relationship Types - Placement</a:t>
            </a:r>
          </a:p>
        </p:txBody>
      </p:sp>
      <p:sp>
        <p:nvSpPr>
          <p:cNvPr id="132098" name="Content Placeholder 2"/>
          <p:cNvSpPr>
            <a:spLocks noGrp="1" noChangeArrowheads="1"/>
          </p:cNvSpPr>
          <p:nvPr>
            <p:ph idx="1"/>
          </p:nvPr>
        </p:nvSpPr>
        <p:spPr/>
        <p:txBody>
          <a:bodyPr/>
          <a:lstStyle/>
          <a:p>
            <a:r>
              <a:rPr lang="en-US" altLang="en-US" sz="2000" b="1" smtClean="0"/>
              <a:t>For M:N  </a:t>
            </a:r>
          </a:p>
          <a:p>
            <a:pPr lvl="1"/>
            <a:r>
              <a:rPr lang="en-US" altLang="en-US" sz="1600" smtClean="0"/>
              <a:t>a relationship attribute is determined by combination of participating entities and not by single entity</a:t>
            </a:r>
          </a:p>
          <a:p>
            <a:r>
              <a:rPr lang="en-US" altLang="en-US" sz="2000" b="1" smtClean="0"/>
              <a:t>Example: </a:t>
            </a:r>
          </a:p>
          <a:p>
            <a:pPr lvl="1"/>
            <a:r>
              <a:rPr lang="en-US" altLang="en-US" sz="1600" smtClean="0"/>
              <a:t>number of hours per week an employee currently works on a project is determined by an employee-project combination and not separately by either entity. </a:t>
            </a:r>
          </a:p>
          <a:p>
            <a:endParaRPr lang="en-US" altLang="en-US" smtClean="0"/>
          </a:p>
        </p:txBody>
      </p:sp>
      <p:sp>
        <p:nvSpPr>
          <p:cNvPr id="132099"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164B5DBD-663F-403B-B193-C82E509E35AF}" type="slidenum">
              <a:rPr lang="en-US" altLang="en-US" sz="1400" smtClean="0">
                <a:solidFill>
                  <a:srgbClr val="990033"/>
                </a:solidFill>
              </a:rPr>
              <a:pPr/>
              <a:t>83</a:t>
            </a:fld>
            <a:endParaRPr lang="en-CA" altLang="en-US" sz="1400" smtClean="0">
              <a:solidFill>
                <a:srgbClr val="990033"/>
              </a:solidFill>
            </a:endParaRPr>
          </a:p>
        </p:txBody>
      </p:sp>
      <p:grpSp>
        <p:nvGrpSpPr>
          <p:cNvPr id="132100" name="Group 4"/>
          <p:cNvGrpSpPr>
            <a:grpSpLocks/>
          </p:cNvGrpSpPr>
          <p:nvPr/>
        </p:nvGrpSpPr>
        <p:grpSpPr bwMode="auto">
          <a:xfrm>
            <a:off x="1404938" y="4700588"/>
            <a:ext cx="6446837" cy="914400"/>
            <a:chOff x="1248" y="2736"/>
            <a:chExt cx="3840" cy="576"/>
          </a:xfrm>
        </p:grpSpPr>
        <p:sp>
          <p:nvSpPr>
            <p:cNvPr id="132104" name="Rectangle 5"/>
            <p:cNvSpPr>
              <a:spLocks noChangeArrowheads="1"/>
            </p:cNvSpPr>
            <p:nvPr/>
          </p:nvSpPr>
          <p:spPr bwMode="auto">
            <a:xfrm>
              <a:off x="1248" y="2856"/>
              <a:ext cx="999" cy="336"/>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ctr" eaLnBrk="1" hangingPunct="1">
                <a:spcBef>
                  <a:spcPct val="0"/>
                </a:spcBef>
                <a:buClrTx/>
                <a:buSzTx/>
                <a:buFontTx/>
                <a:buNone/>
              </a:pPr>
              <a:r>
                <a:rPr lang="en-US" altLang="en-US" sz="2400">
                  <a:solidFill>
                    <a:schemeClr val="tx1"/>
                  </a:solidFill>
                  <a:latin typeface="Times New Roman" panose="02020603050405020304" pitchFamily="18" charset="0"/>
                </a:rPr>
                <a:t>EMPLOYEE</a:t>
              </a:r>
            </a:p>
          </p:txBody>
        </p:sp>
        <p:sp>
          <p:nvSpPr>
            <p:cNvPr id="132105" name="Rectangle 6"/>
            <p:cNvSpPr>
              <a:spLocks noChangeArrowheads="1"/>
            </p:cNvSpPr>
            <p:nvPr/>
          </p:nvSpPr>
          <p:spPr bwMode="auto">
            <a:xfrm>
              <a:off x="4272" y="2856"/>
              <a:ext cx="81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ctr" eaLnBrk="1" hangingPunct="1">
                <a:spcBef>
                  <a:spcPct val="0"/>
                </a:spcBef>
                <a:buClrTx/>
                <a:buSzTx/>
                <a:buFontTx/>
                <a:buNone/>
              </a:pPr>
              <a:r>
                <a:rPr lang="en-US" altLang="en-US" sz="2400">
                  <a:solidFill>
                    <a:schemeClr val="tx1"/>
                  </a:solidFill>
                  <a:latin typeface="Times New Roman" panose="02020603050405020304" pitchFamily="18" charset="0"/>
                </a:rPr>
                <a:t>PROJECT</a:t>
              </a:r>
            </a:p>
          </p:txBody>
        </p:sp>
        <p:sp>
          <p:nvSpPr>
            <p:cNvPr id="132106" name="AutoShape 7"/>
            <p:cNvSpPr>
              <a:spLocks noChangeArrowheads="1"/>
            </p:cNvSpPr>
            <p:nvPr/>
          </p:nvSpPr>
          <p:spPr bwMode="auto">
            <a:xfrm>
              <a:off x="2736" y="2736"/>
              <a:ext cx="912" cy="576"/>
            </a:xfrm>
            <a:prstGeom prst="diamond">
              <a:avLst/>
            </a:prstGeom>
            <a:solidFill>
              <a:schemeClr val="accent1"/>
            </a:solidFill>
            <a:ln w="9525">
              <a:solidFill>
                <a:schemeClr val="tx1"/>
              </a:solidFill>
              <a:miter lim="800000"/>
              <a:headEnd/>
              <a:tailEnd/>
            </a:ln>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ctr" eaLnBrk="1" hangingPunct="1">
                <a:spcBef>
                  <a:spcPct val="0"/>
                </a:spcBef>
                <a:buClrTx/>
                <a:buSzTx/>
                <a:buFontTx/>
                <a:buNone/>
              </a:pPr>
              <a:r>
                <a:rPr lang="en-US" altLang="en-US" sz="1400" b="1">
                  <a:solidFill>
                    <a:schemeClr val="tx1"/>
                  </a:solidFill>
                  <a:latin typeface="Times New Roman" panose="02020603050405020304" pitchFamily="18" charset="0"/>
                </a:rPr>
                <a:t>WORKS_ON</a:t>
              </a:r>
            </a:p>
          </p:txBody>
        </p:sp>
        <p:cxnSp>
          <p:nvCxnSpPr>
            <p:cNvPr id="132107" name="AutoShape 8"/>
            <p:cNvCxnSpPr>
              <a:cxnSpLocks noChangeShapeType="1"/>
              <a:stCxn id="132104" idx="3"/>
              <a:endCxn id="132106" idx="1"/>
            </p:cNvCxnSpPr>
            <p:nvPr/>
          </p:nvCxnSpPr>
          <p:spPr bwMode="auto">
            <a:xfrm>
              <a:off x="2247" y="3024"/>
              <a:ext cx="489" cy="0"/>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132108" name="AutoShape 9"/>
            <p:cNvCxnSpPr>
              <a:cxnSpLocks noChangeShapeType="1"/>
              <a:stCxn id="132106" idx="3"/>
              <a:endCxn id="132105" idx="1"/>
            </p:cNvCxnSpPr>
            <p:nvPr/>
          </p:nvCxnSpPr>
          <p:spPr bwMode="auto">
            <a:xfrm>
              <a:off x="3648" y="3024"/>
              <a:ext cx="624" cy="0"/>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grpSp>
      <p:sp>
        <p:nvSpPr>
          <p:cNvPr id="132101" name="Oval 25"/>
          <p:cNvSpPr>
            <a:spLocks noChangeArrowheads="1"/>
          </p:cNvSpPr>
          <p:nvPr/>
        </p:nvSpPr>
        <p:spPr bwMode="auto">
          <a:xfrm>
            <a:off x="4605338" y="3862388"/>
            <a:ext cx="1828800" cy="533400"/>
          </a:xfrm>
          <a:prstGeom prst="ellipse">
            <a:avLst/>
          </a:prstGeom>
          <a:solidFill>
            <a:schemeClr val="accent1"/>
          </a:solidFill>
          <a:ln w="9525">
            <a:solidFill>
              <a:schemeClr val="tx1"/>
            </a:solidFill>
            <a:round/>
            <a:headEnd/>
            <a:tailEnd/>
          </a:ln>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lgn="ctr" eaLnBrk="1" hangingPunct="1">
              <a:spcBef>
                <a:spcPct val="0"/>
              </a:spcBef>
              <a:buClrTx/>
              <a:buSzTx/>
              <a:buFontTx/>
              <a:buNone/>
            </a:pPr>
            <a:r>
              <a:rPr lang="en-US" altLang="en-US" sz="1600">
                <a:solidFill>
                  <a:schemeClr val="tx1"/>
                </a:solidFill>
                <a:latin typeface="Tahoma" panose="020B0604030504040204" pitchFamily="34" charset="0"/>
              </a:rPr>
              <a:t>HOURS</a:t>
            </a:r>
          </a:p>
        </p:txBody>
      </p:sp>
      <p:sp>
        <p:nvSpPr>
          <p:cNvPr id="132102" name="Line 26"/>
          <p:cNvSpPr>
            <a:spLocks noChangeShapeType="1"/>
          </p:cNvSpPr>
          <p:nvPr/>
        </p:nvSpPr>
        <p:spPr bwMode="auto">
          <a:xfrm flipV="1">
            <a:off x="4681538" y="4395788"/>
            <a:ext cx="9144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32103" name="Rectangle 5"/>
          <p:cNvSpPr>
            <a:spLocks noChangeArrowheads="1"/>
          </p:cNvSpPr>
          <p:nvPr/>
        </p:nvSpPr>
        <p:spPr bwMode="auto">
          <a:xfrm>
            <a:off x="261938" y="5670550"/>
            <a:ext cx="87836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lvl="1">
              <a:spcBef>
                <a:spcPct val="0"/>
              </a:spcBef>
              <a:buClrTx/>
              <a:buSzTx/>
              <a:buFontTx/>
              <a:buNone/>
            </a:pPr>
            <a:r>
              <a:rPr lang="en-US" altLang="en-US" sz="1400">
                <a:solidFill>
                  <a:schemeClr val="tx1"/>
                </a:solidFill>
                <a:latin typeface="Tahoma" panose="020B0604030504040204" pitchFamily="34" charset="0"/>
              </a:rPr>
              <a:t>*each employee can work on any number of projects (M), and a project can have any number of employees (N) = M:N relationship type</a:t>
            </a:r>
          </a:p>
        </p:txBody>
      </p:sp>
    </p:spTree>
  </p:cSld>
  <p:clrMapOvr>
    <a:masterClrMapping/>
  </p:clrMapOvr>
  <p:transition spd="me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Title 1"/>
          <p:cNvSpPr>
            <a:spLocks noGrp="1" noChangeArrowheads="1"/>
          </p:cNvSpPr>
          <p:nvPr>
            <p:ph type="title"/>
          </p:nvPr>
        </p:nvSpPr>
        <p:spPr/>
        <p:txBody>
          <a:bodyPr/>
          <a:lstStyle/>
          <a:p>
            <a:r>
              <a:rPr lang="en-US" altLang="en-US" b="1" smtClean="0"/>
              <a:t>Weak Entity Types </a:t>
            </a:r>
            <a:endParaRPr lang="en-US" altLang="en-US" smtClean="0"/>
          </a:p>
        </p:txBody>
      </p:sp>
      <p:sp>
        <p:nvSpPr>
          <p:cNvPr id="158722" name="Content Placeholder 2"/>
          <p:cNvSpPr>
            <a:spLocks noGrp="1" noChangeArrowheads="1"/>
          </p:cNvSpPr>
          <p:nvPr>
            <p:ph idx="1"/>
          </p:nvPr>
        </p:nvSpPr>
        <p:spPr/>
        <p:txBody>
          <a:bodyPr/>
          <a:lstStyle/>
          <a:p>
            <a:endParaRPr lang="en-US" altLang="en-US" smtClean="0"/>
          </a:p>
        </p:txBody>
      </p:sp>
      <p:sp>
        <p:nvSpPr>
          <p:cNvPr id="158723"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F5E02596-FDEA-46F1-9A6A-5F09A56FCBE5}" type="slidenum">
              <a:rPr lang="en-US" altLang="en-US" sz="1400" smtClean="0">
                <a:solidFill>
                  <a:srgbClr val="990033"/>
                </a:solidFill>
              </a:rPr>
              <a:pPr/>
              <a:t>84</a:t>
            </a:fld>
            <a:endParaRPr lang="en-CA" altLang="en-US" sz="1400" smtClean="0">
              <a:solidFill>
                <a:srgbClr val="990033"/>
              </a:solidFill>
            </a:endParaRPr>
          </a:p>
        </p:txBody>
      </p:sp>
    </p:spTree>
  </p:cSld>
  <p:clrMapOvr>
    <a:masterClrMapping/>
  </p:clrMapOvr>
  <p:transition spd="me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Title 1"/>
          <p:cNvSpPr>
            <a:spLocks noGrp="1" noChangeArrowheads="1"/>
          </p:cNvSpPr>
          <p:nvPr>
            <p:ph type="title"/>
          </p:nvPr>
        </p:nvSpPr>
        <p:spPr/>
        <p:txBody>
          <a:bodyPr/>
          <a:lstStyle/>
          <a:p>
            <a:r>
              <a:rPr lang="en-US" altLang="en-US" b="1" smtClean="0"/>
              <a:t>Weak Entity Types </a:t>
            </a:r>
            <a:endParaRPr lang="en-US" altLang="en-US" smtClean="0"/>
          </a:p>
        </p:txBody>
      </p:sp>
      <p:sp>
        <p:nvSpPr>
          <p:cNvPr id="159746" name="Content Placeholder 2"/>
          <p:cNvSpPr>
            <a:spLocks noGrp="1" noChangeArrowheads="1"/>
          </p:cNvSpPr>
          <p:nvPr>
            <p:ph idx="1"/>
          </p:nvPr>
        </p:nvSpPr>
        <p:spPr/>
        <p:txBody>
          <a:bodyPr/>
          <a:lstStyle/>
          <a:p>
            <a:r>
              <a:rPr lang="en-US" altLang="en-US" sz="1600" smtClean="0"/>
              <a:t>Definition</a:t>
            </a:r>
          </a:p>
          <a:p>
            <a:pPr lvl="1"/>
            <a:r>
              <a:rPr lang="en-US" altLang="en-US" sz="1600" smtClean="0"/>
              <a:t>Entity types that do not have key attributes of their own</a:t>
            </a:r>
          </a:p>
          <a:p>
            <a:pPr lvl="1"/>
            <a:r>
              <a:rPr lang="en-US" altLang="en-US" sz="1600" smtClean="0"/>
              <a:t>They are identified by being related to specific entities from another (strong/owner) entity type </a:t>
            </a:r>
          </a:p>
          <a:p>
            <a:r>
              <a:rPr lang="en-US" altLang="en-US" sz="1600" smtClean="0"/>
              <a:t>Identifying Relationship</a:t>
            </a:r>
          </a:p>
          <a:p>
            <a:pPr lvl="1"/>
            <a:r>
              <a:rPr lang="en-US" altLang="en-US" sz="1600" smtClean="0"/>
              <a:t>A relationship type that relates a weak entity type to its owner/strong entity type</a:t>
            </a:r>
          </a:p>
          <a:p>
            <a:r>
              <a:rPr lang="en-US" altLang="en-US" sz="1600" smtClean="0"/>
              <a:t>Participation Constraint (existence dependency)</a:t>
            </a:r>
          </a:p>
          <a:p>
            <a:pPr lvl="1"/>
            <a:r>
              <a:rPr lang="en-US" altLang="en-US" sz="1600" smtClean="0"/>
              <a:t>always has a </a:t>
            </a:r>
            <a:r>
              <a:rPr lang="en-US" altLang="en-US" sz="1600" i="1" smtClean="0"/>
              <a:t>total participation constraint</a:t>
            </a:r>
            <a:r>
              <a:rPr lang="en-US" altLang="en-US" sz="1600" smtClean="0"/>
              <a:t> because it cannot be identified without an owner entity. </a:t>
            </a:r>
          </a:p>
          <a:p>
            <a:endParaRPr lang="en-US" altLang="en-US" smtClean="0"/>
          </a:p>
        </p:txBody>
      </p:sp>
      <p:sp>
        <p:nvSpPr>
          <p:cNvPr id="159747"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40E5105A-3B09-499F-B15F-09E7F5183A3A}" type="slidenum">
              <a:rPr lang="en-US" altLang="en-US" sz="1400" smtClean="0">
                <a:solidFill>
                  <a:srgbClr val="990033"/>
                </a:solidFill>
              </a:rPr>
              <a:pPr/>
              <a:t>85</a:t>
            </a:fld>
            <a:endParaRPr lang="en-CA" altLang="en-US" sz="1400" smtClean="0">
              <a:solidFill>
                <a:srgbClr val="990033"/>
              </a:solidFill>
            </a:endParaRPr>
          </a:p>
        </p:txBody>
      </p:sp>
    </p:spTree>
  </p:cSld>
  <p:clrMapOvr>
    <a:masterClrMapping/>
  </p:clrMapOvr>
  <p:transition spd="me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Title 1"/>
          <p:cNvSpPr>
            <a:spLocks noGrp="1" noChangeArrowheads="1"/>
          </p:cNvSpPr>
          <p:nvPr>
            <p:ph type="title"/>
          </p:nvPr>
        </p:nvSpPr>
        <p:spPr/>
        <p:txBody>
          <a:bodyPr/>
          <a:lstStyle/>
          <a:p>
            <a:r>
              <a:rPr lang="en-US" altLang="en-US" b="1" smtClean="0"/>
              <a:t>Weak Entity Types - Representation </a:t>
            </a:r>
            <a:endParaRPr lang="en-US" altLang="en-US" smtClean="0"/>
          </a:p>
        </p:txBody>
      </p:sp>
      <p:sp>
        <p:nvSpPr>
          <p:cNvPr id="133122" name="Content Placeholder 2"/>
          <p:cNvSpPr>
            <a:spLocks noGrp="1" noChangeArrowheads="1"/>
          </p:cNvSpPr>
          <p:nvPr>
            <p:ph idx="1"/>
          </p:nvPr>
        </p:nvSpPr>
        <p:spPr/>
        <p:txBody>
          <a:bodyPr/>
          <a:lstStyle/>
          <a:p>
            <a:r>
              <a:rPr lang="en-US" altLang="en-US" sz="2000" smtClean="0"/>
              <a:t>In ERDs, weak entity type and its identifying relationship are distinguished by surrounding their boxes and diamonds with double lines. </a:t>
            </a:r>
          </a:p>
          <a:p>
            <a:endParaRPr lang="en-US" altLang="en-US" smtClean="0"/>
          </a:p>
        </p:txBody>
      </p:sp>
      <p:sp>
        <p:nvSpPr>
          <p:cNvPr id="133123"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64EBE8B6-B7D0-4B87-9000-38D50AF1F775}" type="slidenum">
              <a:rPr lang="en-US" altLang="en-US" sz="1400" smtClean="0">
                <a:solidFill>
                  <a:srgbClr val="990033"/>
                </a:solidFill>
              </a:rPr>
              <a:pPr/>
              <a:t>86</a:t>
            </a:fld>
            <a:endParaRPr lang="en-CA" altLang="en-US" sz="1400" smtClean="0">
              <a:solidFill>
                <a:srgbClr val="990033"/>
              </a:solidFill>
            </a:endParaRPr>
          </a:p>
        </p:txBody>
      </p:sp>
      <p:pic>
        <p:nvPicPr>
          <p:cNvPr id="13312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590800"/>
            <a:ext cx="7648575"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Title 1"/>
          <p:cNvSpPr>
            <a:spLocks noGrp="1" noChangeArrowheads="1"/>
          </p:cNvSpPr>
          <p:nvPr>
            <p:ph type="title"/>
          </p:nvPr>
        </p:nvSpPr>
        <p:spPr/>
        <p:txBody>
          <a:bodyPr/>
          <a:lstStyle/>
          <a:p>
            <a:r>
              <a:rPr lang="en-US" altLang="en-US" b="1" smtClean="0"/>
              <a:t>Weak Entity Types - Example </a:t>
            </a:r>
            <a:endParaRPr lang="en-US" altLang="en-US" smtClean="0"/>
          </a:p>
        </p:txBody>
      </p:sp>
      <p:sp>
        <p:nvSpPr>
          <p:cNvPr id="134146" name="Content Placeholder 2"/>
          <p:cNvSpPr>
            <a:spLocks noGrp="1" noChangeArrowheads="1"/>
          </p:cNvSpPr>
          <p:nvPr>
            <p:ph idx="1"/>
          </p:nvPr>
        </p:nvSpPr>
        <p:spPr/>
        <p:txBody>
          <a:bodyPr/>
          <a:lstStyle/>
          <a:p>
            <a:r>
              <a:rPr lang="en-US" altLang="en-US" sz="1600" smtClean="0"/>
              <a:t>DEPENDENT</a:t>
            </a:r>
          </a:p>
          <a:p>
            <a:pPr lvl="1"/>
            <a:r>
              <a:rPr lang="en-US" altLang="en-US" sz="1600" smtClean="0"/>
              <a:t>Keeps track of the dependents of each employee via a 1:N relationship</a:t>
            </a:r>
          </a:p>
          <a:p>
            <a:pPr lvl="1"/>
            <a:r>
              <a:rPr lang="en-US" altLang="en-US" sz="1600" smtClean="0"/>
              <a:t>Attributes: Name, Gender, Birth_Date, Relationship</a:t>
            </a:r>
          </a:p>
          <a:p>
            <a:r>
              <a:rPr lang="en-US" altLang="en-US" sz="2000" smtClean="0"/>
              <a:t>Uniqueness of Entities </a:t>
            </a:r>
          </a:p>
          <a:p>
            <a:pPr lvl="1"/>
            <a:r>
              <a:rPr lang="en-US" altLang="en-US" sz="1600" smtClean="0"/>
              <a:t>Two dependents of two distinct employees may have the same all attribute values but they are still distinct entities because of being determined by particular employee entity to which each dependent is related to</a:t>
            </a:r>
          </a:p>
          <a:p>
            <a:endParaRPr lang="en-US" altLang="en-US" smtClean="0"/>
          </a:p>
        </p:txBody>
      </p:sp>
      <p:sp>
        <p:nvSpPr>
          <p:cNvPr id="134147"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7198DA44-9BC8-46BD-A1D6-65BEAD51F180}" type="slidenum">
              <a:rPr lang="en-US" altLang="en-US" sz="1400" smtClean="0">
                <a:solidFill>
                  <a:srgbClr val="990033"/>
                </a:solidFill>
              </a:rPr>
              <a:pPr/>
              <a:t>87</a:t>
            </a:fld>
            <a:endParaRPr lang="en-CA" altLang="en-US" sz="1400" smtClean="0">
              <a:solidFill>
                <a:srgbClr val="990033"/>
              </a:solidFill>
            </a:endParaRPr>
          </a:p>
        </p:txBody>
      </p:sp>
      <p:pic>
        <p:nvPicPr>
          <p:cNvPr id="134148"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3789363"/>
            <a:ext cx="5759450" cy="287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Title 1"/>
          <p:cNvSpPr>
            <a:spLocks noGrp="1" noChangeArrowheads="1"/>
          </p:cNvSpPr>
          <p:nvPr>
            <p:ph type="title"/>
          </p:nvPr>
        </p:nvSpPr>
        <p:spPr/>
        <p:txBody>
          <a:bodyPr/>
          <a:lstStyle/>
          <a:p>
            <a:r>
              <a:rPr lang="en-US" altLang="en-US" b="1" smtClean="0"/>
              <a:t>Weak Entity Types – Partial Key </a:t>
            </a:r>
            <a:endParaRPr lang="en-US" altLang="en-US" smtClean="0"/>
          </a:p>
        </p:txBody>
      </p:sp>
      <p:sp>
        <p:nvSpPr>
          <p:cNvPr id="135170" name="Content Placeholder 2"/>
          <p:cNvSpPr>
            <a:spLocks noGrp="1" noChangeArrowheads="1"/>
          </p:cNvSpPr>
          <p:nvPr>
            <p:ph idx="1"/>
          </p:nvPr>
        </p:nvSpPr>
        <p:spPr/>
        <p:txBody>
          <a:bodyPr/>
          <a:lstStyle/>
          <a:p>
            <a:r>
              <a:rPr lang="en-US" altLang="en-US" sz="1800" smtClean="0"/>
              <a:t>Partial Key</a:t>
            </a:r>
          </a:p>
          <a:p>
            <a:pPr marL="742950" lvl="2" indent="-342900">
              <a:buSzPct val="60000"/>
            </a:pPr>
            <a:r>
              <a:rPr lang="en-US" altLang="en-US" sz="1600" smtClean="0"/>
              <a:t>A weak entity type has a partial key, which is the attribute that can uniquely identify weak entities in combination with the data from owner/strong entity</a:t>
            </a:r>
          </a:p>
          <a:p>
            <a:pPr marL="742950" lvl="2" indent="-342900">
              <a:buSzPct val="60000"/>
            </a:pPr>
            <a:r>
              <a:rPr lang="en-US" altLang="en-US" sz="1600" smtClean="0"/>
              <a:t>Ensures that no two dependents have same name, the partial key is attached with the key from strong/owner entity</a:t>
            </a:r>
          </a:p>
          <a:p>
            <a:pPr marL="742950" lvl="2" indent="-342900">
              <a:buSzPct val="60000"/>
            </a:pPr>
            <a:r>
              <a:rPr lang="en-US" altLang="en-US" sz="1600" smtClean="0"/>
              <a:t>Partial Key is shown as dotted underline.</a:t>
            </a:r>
            <a:r>
              <a:rPr lang="en-US" altLang="en-US" smtClean="0"/>
              <a:t/>
            </a:r>
            <a:br>
              <a:rPr lang="en-US" altLang="en-US" smtClean="0"/>
            </a:br>
            <a:endParaRPr lang="en-US" altLang="en-US" smtClean="0"/>
          </a:p>
          <a:p>
            <a:endParaRPr lang="en-US" altLang="en-US" smtClean="0"/>
          </a:p>
        </p:txBody>
      </p:sp>
      <p:sp>
        <p:nvSpPr>
          <p:cNvPr id="135171"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5F4D3732-2A05-48CF-B1C8-7760AB029828}" type="slidenum">
              <a:rPr lang="en-US" altLang="en-US" sz="1400" smtClean="0">
                <a:solidFill>
                  <a:srgbClr val="990033"/>
                </a:solidFill>
              </a:rPr>
              <a:pPr/>
              <a:t>88</a:t>
            </a:fld>
            <a:endParaRPr lang="en-CA" altLang="en-US" sz="1400" smtClean="0">
              <a:solidFill>
                <a:srgbClr val="990033"/>
              </a:solidFill>
            </a:endParaRPr>
          </a:p>
        </p:txBody>
      </p:sp>
      <p:pic>
        <p:nvPicPr>
          <p:cNvPr id="135172"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1700" y="3962400"/>
            <a:ext cx="7340600" cy="209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5173" name="Rectangle 9"/>
          <p:cNvSpPr>
            <a:spLocks noChangeArrowheads="1"/>
          </p:cNvSpPr>
          <p:nvPr/>
        </p:nvSpPr>
        <p:spPr bwMode="auto">
          <a:xfrm>
            <a:off x="800100" y="6245225"/>
            <a:ext cx="7543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chemeClr val="tx1"/>
                </a:solidFill>
                <a:latin typeface="MinionPro"/>
              </a:rPr>
              <a:t>*In worst case, a composite attribute of </a:t>
            </a:r>
            <a:r>
              <a:rPr lang="en-US" altLang="en-US" sz="1400" i="1">
                <a:solidFill>
                  <a:schemeClr val="tx1"/>
                </a:solidFill>
                <a:latin typeface="MinionPro"/>
              </a:rPr>
              <a:t>all the weak entity’s attributes </a:t>
            </a:r>
            <a:r>
              <a:rPr lang="en-US" altLang="en-US" sz="1400">
                <a:solidFill>
                  <a:schemeClr val="tx1"/>
                </a:solidFill>
                <a:latin typeface="MinionPro"/>
              </a:rPr>
              <a:t>will be the partial key. </a:t>
            </a:r>
            <a:endParaRPr lang="en-US" altLang="en-US" sz="1400">
              <a:solidFill>
                <a:schemeClr val="tx1"/>
              </a:solidFill>
              <a:latin typeface="Tahoma" panose="020B0604030504040204" pitchFamily="34" charset="0"/>
            </a:endParaRPr>
          </a:p>
        </p:txBody>
      </p:sp>
    </p:spTree>
  </p:cSld>
  <p:clrMapOvr>
    <a:masterClrMapping/>
  </p:clrMapOvr>
  <p:transition spd="me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Title 1"/>
          <p:cNvSpPr>
            <a:spLocks noGrp="1" noChangeArrowheads="1"/>
          </p:cNvSpPr>
          <p:nvPr>
            <p:ph type="title"/>
          </p:nvPr>
        </p:nvSpPr>
        <p:spPr/>
        <p:txBody>
          <a:bodyPr/>
          <a:lstStyle/>
          <a:p>
            <a:r>
              <a:rPr lang="en-US" altLang="en-US" b="1" smtClean="0"/>
              <a:t>Weak Entity Types – Implementation </a:t>
            </a:r>
            <a:endParaRPr lang="en-US" altLang="en-US" smtClean="0"/>
          </a:p>
        </p:txBody>
      </p:sp>
      <p:sp>
        <p:nvSpPr>
          <p:cNvPr id="3" name="Content Placeholder 2">
            <a:extLst>
              <a:ext uri="{FF2B5EF4-FFF2-40B4-BE49-F238E27FC236}">
                <a16:creationId xmlns:a16="http://schemas.microsoft.com/office/drawing/2014/main" id="{2CC64FD6-20D6-604C-ACA3-4354FF4E433F}"/>
              </a:ext>
            </a:extLst>
          </p:cNvPr>
          <p:cNvSpPr>
            <a:spLocks noGrp="1"/>
          </p:cNvSpPr>
          <p:nvPr>
            <p:ph idx="1"/>
          </p:nvPr>
        </p:nvSpPr>
        <p:spPr/>
        <p:txBody>
          <a:bodyPr/>
          <a:lstStyle/>
          <a:p>
            <a:pPr>
              <a:defRPr/>
            </a:pPr>
            <a:r>
              <a:rPr lang="en-US" sz="1800" dirty="0"/>
              <a:t>Weak entity types can sometimes be represented as complex (composite, multivalued) attributes. </a:t>
            </a:r>
          </a:p>
          <a:p>
            <a:pPr>
              <a:defRPr/>
            </a:pPr>
            <a:r>
              <a:rPr lang="en-US" sz="1800" dirty="0"/>
              <a:t>Example: </a:t>
            </a:r>
          </a:p>
          <a:p>
            <a:pPr lvl="1">
              <a:defRPr/>
            </a:pPr>
            <a:r>
              <a:rPr lang="en-US" sz="1600" dirty="0"/>
              <a:t>we could specify a multivalued attribute Dependents for EMPLOYEE, which is a multivalued composite attribute with the component attributes Name, </a:t>
            </a:r>
            <a:r>
              <a:rPr lang="en-US" sz="1600" dirty="0" err="1"/>
              <a:t>Birth_date</a:t>
            </a:r>
            <a:r>
              <a:rPr lang="en-US" sz="1600" dirty="0"/>
              <a:t>, Gender, and Relationship. </a:t>
            </a:r>
          </a:p>
          <a:p>
            <a:pPr marL="342900" lvl="1" indent="-342900">
              <a:buClr>
                <a:schemeClr val="folHlink"/>
              </a:buClr>
              <a:buSzPct val="60000"/>
              <a:defRPr/>
            </a:pPr>
            <a:r>
              <a:rPr lang="en-US" sz="1800" dirty="0"/>
              <a:t>Or database designer can choose</a:t>
            </a:r>
          </a:p>
          <a:p>
            <a:pPr>
              <a:defRPr/>
            </a:pPr>
            <a:endParaRPr lang="en-US" dirty="0"/>
          </a:p>
        </p:txBody>
      </p:sp>
      <p:sp>
        <p:nvSpPr>
          <p:cNvPr id="136195"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F834B350-A34B-4D20-915D-7A1ABA4B0890}" type="slidenum">
              <a:rPr lang="en-US" altLang="en-US" sz="1400" smtClean="0">
                <a:solidFill>
                  <a:srgbClr val="990033"/>
                </a:solidFill>
              </a:rPr>
              <a:pPr/>
              <a:t>89</a:t>
            </a:fld>
            <a:endParaRPr lang="en-CA" altLang="en-US" sz="1400" smtClean="0">
              <a:solidFill>
                <a:srgbClr val="990033"/>
              </a:solidFill>
            </a:endParaRPr>
          </a:p>
        </p:txBody>
      </p:sp>
      <p:pic>
        <p:nvPicPr>
          <p:cNvPr id="136196"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3438" y="4343400"/>
            <a:ext cx="7477125"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Title 1"/>
          <p:cNvSpPr>
            <a:spLocks noGrp="1" noChangeArrowheads="1"/>
          </p:cNvSpPr>
          <p:nvPr>
            <p:ph type="title"/>
          </p:nvPr>
        </p:nvSpPr>
        <p:spPr/>
        <p:txBody>
          <a:bodyPr/>
          <a:lstStyle/>
          <a:p>
            <a:r>
              <a:rPr lang="en-US" altLang="en-US" b="1" smtClean="0"/>
              <a:t>Weak Entity Types - Exception </a:t>
            </a:r>
            <a:endParaRPr lang="en-US" altLang="en-US" smtClean="0"/>
          </a:p>
        </p:txBody>
      </p:sp>
      <p:sp>
        <p:nvSpPr>
          <p:cNvPr id="160770" name="Content Placeholder 2"/>
          <p:cNvSpPr>
            <a:spLocks noGrp="1" noChangeArrowheads="1"/>
          </p:cNvSpPr>
          <p:nvPr>
            <p:ph idx="1"/>
          </p:nvPr>
        </p:nvSpPr>
        <p:spPr/>
        <p:txBody>
          <a:bodyPr/>
          <a:lstStyle/>
          <a:p>
            <a:r>
              <a:rPr lang="en-US" altLang="en-US" sz="2000" b="1" smtClean="0"/>
              <a:t>Exception</a:t>
            </a:r>
            <a:r>
              <a:rPr lang="en-US" altLang="en-US" sz="2000" smtClean="0"/>
              <a:t>: not every existence dependency results in a weak entity type. </a:t>
            </a:r>
          </a:p>
          <a:p>
            <a:r>
              <a:rPr lang="en-US" altLang="en-US" sz="2000" b="1" smtClean="0"/>
              <a:t>Example: </a:t>
            </a:r>
            <a:r>
              <a:rPr lang="en-US" altLang="en-US" sz="2000" smtClean="0"/>
              <a:t>a DRIVER_LICENSE entity cannot exist unless it is related to a PERSON entity, even though it has its own key (License_number) and hence is not a weak entity</a:t>
            </a:r>
            <a:r>
              <a:rPr lang="en-US" altLang="en-US" smtClean="0"/>
              <a:t>. </a:t>
            </a:r>
          </a:p>
          <a:p>
            <a:endParaRPr lang="en-US" altLang="en-US" sz="1800" b="1" smtClean="0"/>
          </a:p>
          <a:p>
            <a:r>
              <a:rPr lang="en-US" altLang="en-US" sz="1800" b="1" smtClean="0"/>
              <a:t>Observation on Above Exception</a:t>
            </a:r>
            <a:r>
              <a:rPr lang="en-US" altLang="en-US" sz="1800" smtClean="0"/>
              <a:t>:  </a:t>
            </a:r>
          </a:p>
          <a:p>
            <a:pPr lvl="1"/>
            <a:r>
              <a:rPr lang="en-US" altLang="en-US" sz="2000" smtClean="0"/>
              <a:t>consider the available attributes i.e. DRIVER_LICENSE entity has License_number attribute</a:t>
            </a:r>
          </a:p>
          <a:p>
            <a:pPr lvl="1"/>
            <a:r>
              <a:rPr lang="en-US" altLang="en-US" sz="2000" smtClean="0"/>
              <a:t>but any other such entity type having existence dependency may not have such attribute like DEPENDANT do not have attribute like CNIC </a:t>
            </a:r>
          </a:p>
          <a:p>
            <a:endParaRPr lang="en-US" altLang="en-US" smtClean="0"/>
          </a:p>
        </p:txBody>
      </p:sp>
      <p:sp>
        <p:nvSpPr>
          <p:cNvPr id="160771"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FA400B1E-69DA-4A2B-87A6-E0F31DF37F8B}" type="slidenum">
              <a:rPr lang="en-US" altLang="en-US" sz="1400" smtClean="0">
                <a:solidFill>
                  <a:srgbClr val="990033"/>
                </a:solidFill>
              </a:rPr>
              <a:pPr/>
              <a:t>90</a:t>
            </a:fld>
            <a:endParaRPr lang="en-CA" altLang="en-US" sz="1400" smtClean="0">
              <a:solidFill>
                <a:srgbClr val="990033"/>
              </a:solidFill>
            </a:endParaRPr>
          </a:p>
        </p:txBody>
      </p:sp>
    </p:spTree>
  </p:cSld>
  <p:clrMapOvr>
    <a:masterClrMapping/>
  </p:clrMapOvr>
  <p:transition spd="me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Title 1"/>
          <p:cNvSpPr>
            <a:spLocks noGrp="1" noChangeArrowheads="1"/>
          </p:cNvSpPr>
          <p:nvPr>
            <p:ph type="title"/>
          </p:nvPr>
        </p:nvSpPr>
        <p:spPr/>
        <p:txBody>
          <a:bodyPr/>
          <a:lstStyle/>
          <a:p>
            <a:r>
              <a:rPr lang="en-US" altLang="en-US" smtClean="0"/>
              <a:t>Alternative Notations for ER Diagrams – (min,max)</a:t>
            </a:r>
          </a:p>
        </p:txBody>
      </p:sp>
      <p:sp>
        <p:nvSpPr>
          <p:cNvPr id="161794" name="Content Placeholder 2"/>
          <p:cNvSpPr>
            <a:spLocks noGrp="1" noChangeArrowheads="1"/>
          </p:cNvSpPr>
          <p:nvPr>
            <p:ph idx="1"/>
          </p:nvPr>
        </p:nvSpPr>
        <p:spPr/>
        <p:txBody>
          <a:bodyPr/>
          <a:lstStyle/>
          <a:p>
            <a:r>
              <a:rPr lang="en-US" altLang="en-US" smtClean="0"/>
              <a:t>Associates a pair of integer numbers (min, max) with each </a:t>
            </a:r>
            <a:r>
              <a:rPr lang="en-US" altLang="en-US" i="1" smtClean="0"/>
              <a:t>participation </a:t>
            </a:r>
            <a:r>
              <a:rPr lang="en-US" altLang="en-US" smtClean="0"/>
              <a:t>of an entity type </a:t>
            </a:r>
            <a:r>
              <a:rPr lang="en-US" altLang="en-US" i="1" smtClean="0"/>
              <a:t>E </a:t>
            </a:r>
            <a:r>
              <a:rPr lang="en-US" altLang="en-US" smtClean="0"/>
              <a:t>in a relationship type </a:t>
            </a:r>
            <a:r>
              <a:rPr lang="en-US" altLang="en-US" i="1" smtClean="0"/>
              <a:t>R</a:t>
            </a:r>
          </a:p>
          <a:p>
            <a:pPr lvl="1"/>
            <a:r>
              <a:rPr lang="en-US" altLang="en-US" sz="2000" smtClean="0"/>
              <a:t>where 0 ≤ min ≤ max and max ≥ 1 </a:t>
            </a:r>
          </a:p>
          <a:p>
            <a:pPr lvl="1"/>
            <a:r>
              <a:rPr lang="en-US" altLang="en-US" sz="2000" smtClean="0"/>
              <a:t>The numbers mean that for each entity </a:t>
            </a:r>
            <a:r>
              <a:rPr lang="en-US" altLang="en-US" sz="2000" i="1" smtClean="0"/>
              <a:t>e </a:t>
            </a:r>
            <a:r>
              <a:rPr lang="en-US" altLang="en-US" sz="2000" smtClean="0"/>
              <a:t>in </a:t>
            </a:r>
            <a:r>
              <a:rPr lang="en-US" altLang="en-US" sz="2000" i="1" smtClean="0"/>
              <a:t>E</a:t>
            </a:r>
            <a:r>
              <a:rPr lang="en-US" altLang="en-US" sz="2000" smtClean="0"/>
              <a:t>, </a:t>
            </a:r>
            <a:r>
              <a:rPr lang="en-US" altLang="en-US" sz="2000" i="1" smtClean="0"/>
              <a:t>e </a:t>
            </a:r>
            <a:r>
              <a:rPr lang="en-US" altLang="en-US" sz="2000" smtClean="0"/>
              <a:t>must participate in at least </a:t>
            </a:r>
            <a:r>
              <a:rPr lang="en-US" altLang="en-US" sz="2000" i="1" smtClean="0"/>
              <a:t>min </a:t>
            </a:r>
            <a:r>
              <a:rPr lang="en-US" altLang="en-US" sz="2000" smtClean="0"/>
              <a:t>and at most </a:t>
            </a:r>
            <a:r>
              <a:rPr lang="en-US" altLang="en-US" sz="2000" i="1" smtClean="0"/>
              <a:t>max </a:t>
            </a:r>
            <a:r>
              <a:rPr lang="en-US" altLang="en-US" sz="2000" smtClean="0"/>
              <a:t>relationship instances in </a:t>
            </a:r>
            <a:r>
              <a:rPr lang="en-US" altLang="en-US" sz="2000" i="1" smtClean="0"/>
              <a:t>R at any point in time</a:t>
            </a:r>
            <a:r>
              <a:rPr lang="en-US" altLang="en-US" sz="2000" smtClean="0"/>
              <a:t>. </a:t>
            </a:r>
          </a:p>
          <a:p>
            <a:pPr lvl="1"/>
            <a:r>
              <a:rPr lang="en-US" altLang="en-US" sz="2000" smtClean="0"/>
              <a:t>min = 0 implies partial participation, whereas min &gt; 0 implies total participation. </a:t>
            </a:r>
          </a:p>
          <a:p>
            <a:endParaRPr lang="en-US" altLang="en-US" smtClean="0"/>
          </a:p>
        </p:txBody>
      </p:sp>
      <p:sp>
        <p:nvSpPr>
          <p:cNvPr id="161795"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DCD23F8C-8503-42C8-9F9D-1C4FDE9B9156}" type="slidenum">
              <a:rPr lang="en-US" altLang="en-US" sz="1400" smtClean="0">
                <a:solidFill>
                  <a:srgbClr val="990033"/>
                </a:solidFill>
              </a:rPr>
              <a:pPr/>
              <a:t>91</a:t>
            </a:fld>
            <a:endParaRPr lang="en-CA" altLang="en-US" sz="1400" smtClean="0">
              <a:solidFill>
                <a:srgbClr val="990033"/>
              </a:solidFill>
            </a:endParaRPr>
          </a:p>
        </p:txBody>
      </p:sp>
    </p:spTree>
  </p:cSld>
  <p:clrMapOvr>
    <a:masterClrMapping/>
  </p:clrMapOvr>
  <p:transition spd="me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Title 1"/>
          <p:cNvSpPr>
            <a:spLocks noGrp="1" noChangeArrowheads="1"/>
          </p:cNvSpPr>
          <p:nvPr>
            <p:ph type="title"/>
          </p:nvPr>
        </p:nvSpPr>
        <p:spPr>
          <a:xfrm>
            <a:off x="371475" y="22225"/>
            <a:ext cx="7796213" cy="579438"/>
          </a:xfrm>
        </p:spPr>
        <p:txBody>
          <a:bodyPr/>
          <a:lstStyle/>
          <a:p>
            <a:r>
              <a:rPr lang="en-US" altLang="en-US" sz="2400" smtClean="0"/>
              <a:t>Alternative Notations for ER Diagrams – with (min,max)</a:t>
            </a:r>
          </a:p>
        </p:txBody>
      </p:sp>
      <p:sp>
        <p:nvSpPr>
          <p:cNvPr id="137218" name="Content Placeholder 2"/>
          <p:cNvSpPr>
            <a:spLocks noGrp="1" noChangeArrowheads="1"/>
          </p:cNvSpPr>
          <p:nvPr>
            <p:ph idx="1"/>
          </p:nvPr>
        </p:nvSpPr>
        <p:spPr/>
        <p:txBody>
          <a:bodyPr/>
          <a:lstStyle/>
          <a:p>
            <a:endParaRPr lang="en-US" altLang="en-US" smtClean="0"/>
          </a:p>
        </p:txBody>
      </p:sp>
      <p:sp>
        <p:nvSpPr>
          <p:cNvPr id="137219"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09FBD84A-0108-4496-8683-F2EDC31B892E}" type="slidenum">
              <a:rPr lang="en-US" altLang="en-US" sz="1400" smtClean="0">
                <a:solidFill>
                  <a:srgbClr val="990033"/>
                </a:solidFill>
              </a:rPr>
              <a:pPr/>
              <a:t>92</a:t>
            </a:fld>
            <a:endParaRPr lang="en-CA" altLang="en-US" sz="1400" smtClean="0">
              <a:solidFill>
                <a:srgbClr val="990033"/>
              </a:solidFill>
            </a:endParaRPr>
          </a:p>
        </p:txBody>
      </p:sp>
      <p:pic>
        <p:nvPicPr>
          <p:cNvPr id="137220"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950" y="749300"/>
            <a:ext cx="8458200" cy="6142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Title 1"/>
          <p:cNvSpPr>
            <a:spLocks noGrp="1" noChangeArrowheads="1"/>
          </p:cNvSpPr>
          <p:nvPr>
            <p:ph type="title"/>
          </p:nvPr>
        </p:nvSpPr>
        <p:spPr>
          <a:xfrm>
            <a:off x="239713" y="0"/>
            <a:ext cx="7796212" cy="530225"/>
          </a:xfrm>
        </p:spPr>
        <p:txBody>
          <a:bodyPr/>
          <a:lstStyle/>
          <a:p>
            <a:r>
              <a:rPr lang="en-US" altLang="en-US" sz="2000" smtClean="0"/>
              <a:t>Alternative Notations for ER Diagrams – without (min,max)</a:t>
            </a:r>
          </a:p>
        </p:txBody>
      </p:sp>
      <p:sp>
        <p:nvSpPr>
          <p:cNvPr id="138242" name="Content Placeholder 2"/>
          <p:cNvSpPr>
            <a:spLocks noGrp="1" noChangeArrowheads="1"/>
          </p:cNvSpPr>
          <p:nvPr>
            <p:ph idx="1"/>
          </p:nvPr>
        </p:nvSpPr>
        <p:spPr/>
        <p:txBody>
          <a:bodyPr/>
          <a:lstStyle/>
          <a:p>
            <a:endParaRPr lang="en-US" altLang="en-US" smtClean="0"/>
          </a:p>
        </p:txBody>
      </p:sp>
      <p:sp>
        <p:nvSpPr>
          <p:cNvPr id="138243"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798FA3B7-591B-4520-8252-838931C676F6}" type="slidenum">
              <a:rPr lang="en-US" altLang="en-US" sz="1400" smtClean="0">
                <a:solidFill>
                  <a:srgbClr val="990033"/>
                </a:solidFill>
              </a:rPr>
              <a:pPr/>
              <a:t>93</a:t>
            </a:fld>
            <a:endParaRPr lang="en-CA" altLang="en-US" sz="1400" smtClean="0">
              <a:solidFill>
                <a:srgbClr val="990033"/>
              </a:solidFill>
            </a:endParaRPr>
          </a:p>
        </p:txBody>
      </p:sp>
      <p:pic>
        <p:nvPicPr>
          <p:cNvPr id="13824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088" y="838200"/>
            <a:ext cx="8926512" cy="586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Title 1"/>
          <p:cNvSpPr>
            <a:spLocks noGrp="1" noChangeArrowheads="1"/>
          </p:cNvSpPr>
          <p:nvPr>
            <p:ph type="title"/>
          </p:nvPr>
        </p:nvSpPr>
        <p:spPr/>
        <p:txBody>
          <a:bodyPr/>
          <a:lstStyle/>
          <a:p>
            <a:r>
              <a:rPr lang="en-US" altLang="en-US" b="1" smtClean="0"/>
              <a:t>Relationship Types of Degree Higher than Two </a:t>
            </a:r>
            <a:endParaRPr lang="en-US" altLang="en-US" smtClean="0"/>
          </a:p>
        </p:txBody>
      </p:sp>
      <p:sp>
        <p:nvSpPr>
          <p:cNvPr id="162818" name="Content Placeholder 2"/>
          <p:cNvSpPr>
            <a:spLocks noGrp="1" noChangeArrowheads="1"/>
          </p:cNvSpPr>
          <p:nvPr>
            <p:ph idx="1"/>
          </p:nvPr>
        </p:nvSpPr>
        <p:spPr/>
        <p:txBody>
          <a:bodyPr/>
          <a:lstStyle/>
          <a:p>
            <a:r>
              <a:rPr lang="en-US" altLang="en-US" smtClean="0"/>
              <a:t>Recap Binary and Ternary Relationships</a:t>
            </a:r>
          </a:p>
          <a:p>
            <a:pPr lvl="1"/>
            <a:r>
              <a:rPr lang="en-US" altLang="en-US" smtClean="0"/>
              <a:t>a relationship type of degree two is </a:t>
            </a:r>
            <a:r>
              <a:rPr lang="en-US" altLang="en-US" i="1" smtClean="0"/>
              <a:t>binary </a:t>
            </a:r>
          </a:p>
          <a:p>
            <a:pPr lvl="1"/>
            <a:r>
              <a:rPr lang="en-US" altLang="en-US" smtClean="0"/>
              <a:t>relationship type of degree three is </a:t>
            </a:r>
            <a:r>
              <a:rPr lang="en-US" altLang="en-US" i="1" smtClean="0"/>
              <a:t>ternary </a:t>
            </a:r>
            <a:endParaRPr lang="en-US" altLang="en-US" smtClean="0"/>
          </a:p>
          <a:p>
            <a:endParaRPr lang="en-US" altLang="en-US" smtClean="0"/>
          </a:p>
        </p:txBody>
      </p:sp>
      <p:sp>
        <p:nvSpPr>
          <p:cNvPr id="162819"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270A4867-077D-4FFF-BF4E-83EBB9565021}" type="slidenum">
              <a:rPr lang="en-US" altLang="en-US" sz="1400" smtClean="0">
                <a:solidFill>
                  <a:srgbClr val="990033"/>
                </a:solidFill>
              </a:rPr>
              <a:pPr/>
              <a:t>94</a:t>
            </a:fld>
            <a:endParaRPr lang="en-CA" altLang="en-US" sz="1400" smtClean="0">
              <a:solidFill>
                <a:srgbClr val="990033"/>
              </a:solidFill>
            </a:endParaRPr>
          </a:p>
        </p:txBody>
      </p:sp>
    </p:spTree>
  </p:cSld>
  <p:clrMapOvr>
    <a:masterClrMapping/>
  </p:clrMapOvr>
  <p:transition spd="me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Title 1"/>
          <p:cNvSpPr>
            <a:spLocks noGrp="1" noChangeArrowheads="1"/>
          </p:cNvSpPr>
          <p:nvPr>
            <p:ph type="title"/>
          </p:nvPr>
        </p:nvSpPr>
        <p:spPr/>
        <p:txBody>
          <a:bodyPr/>
          <a:lstStyle/>
          <a:p>
            <a:r>
              <a:rPr lang="en-US" altLang="en-US" b="1" smtClean="0"/>
              <a:t>Relationship Types of Degree Higher than Two </a:t>
            </a:r>
            <a:endParaRPr lang="en-US" altLang="en-US" smtClean="0"/>
          </a:p>
        </p:txBody>
      </p:sp>
      <p:sp>
        <p:nvSpPr>
          <p:cNvPr id="139266" name="Content Placeholder 2"/>
          <p:cNvSpPr>
            <a:spLocks noGrp="1" noChangeArrowheads="1"/>
          </p:cNvSpPr>
          <p:nvPr>
            <p:ph idx="1"/>
          </p:nvPr>
        </p:nvSpPr>
        <p:spPr/>
        <p:txBody>
          <a:bodyPr/>
          <a:lstStyle/>
          <a:p>
            <a:r>
              <a:rPr lang="en-US" altLang="en-US" smtClean="0"/>
              <a:t>Example Ternary Relationship</a:t>
            </a:r>
          </a:p>
          <a:p>
            <a:pPr lvl="1"/>
            <a:r>
              <a:rPr lang="en-US" altLang="en-US" sz="2000" smtClean="0"/>
              <a:t>SUPPLY is a set of relationship instances (</a:t>
            </a:r>
            <a:r>
              <a:rPr lang="en-US" altLang="en-US" sz="2000" i="1" smtClean="0"/>
              <a:t>s</a:t>
            </a:r>
            <a:r>
              <a:rPr lang="en-US" altLang="en-US" sz="2000" smtClean="0"/>
              <a:t>, </a:t>
            </a:r>
            <a:r>
              <a:rPr lang="en-US" altLang="en-US" sz="2000" i="1" smtClean="0"/>
              <a:t>j</a:t>
            </a:r>
            <a:r>
              <a:rPr lang="en-US" altLang="en-US" sz="2000" smtClean="0"/>
              <a:t>, </a:t>
            </a:r>
            <a:r>
              <a:rPr lang="en-US" altLang="en-US" sz="2000" i="1" smtClean="0"/>
              <a:t>p</a:t>
            </a:r>
            <a:r>
              <a:rPr lang="en-US" altLang="en-US" sz="2000" smtClean="0"/>
              <a:t>), where the meaning is that </a:t>
            </a:r>
            <a:r>
              <a:rPr lang="en-US" altLang="en-US" sz="2000" i="1" smtClean="0"/>
              <a:t>s </a:t>
            </a:r>
            <a:r>
              <a:rPr lang="en-US" altLang="en-US" sz="2000" smtClean="0"/>
              <a:t>is a SUPPLIER who is currently supplying a PART </a:t>
            </a:r>
            <a:r>
              <a:rPr lang="en-US" altLang="en-US" sz="2000" i="1" smtClean="0"/>
              <a:t>p </a:t>
            </a:r>
            <a:r>
              <a:rPr lang="en-US" altLang="en-US" sz="2000" smtClean="0"/>
              <a:t>to a PROJECT </a:t>
            </a:r>
            <a:r>
              <a:rPr lang="en-US" altLang="en-US" sz="2000" i="1" smtClean="0"/>
              <a:t>j</a:t>
            </a:r>
            <a:r>
              <a:rPr lang="en-US" altLang="en-US" sz="2000" smtClean="0"/>
              <a:t>. </a:t>
            </a:r>
          </a:p>
          <a:p>
            <a:endParaRPr lang="en-US" altLang="en-US" smtClean="0"/>
          </a:p>
        </p:txBody>
      </p:sp>
      <p:sp>
        <p:nvSpPr>
          <p:cNvPr id="139267"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0E671D89-44DF-4F19-A58F-5D302AA53FB4}" type="slidenum">
              <a:rPr lang="en-US" altLang="en-US" sz="1400" smtClean="0">
                <a:solidFill>
                  <a:srgbClr val="990033"/>
                </a:solidFill>
              </a:rPr>
              <a:pPr/>
              <a:t>95</a:t>
            </a:fld>
            <a:endParaRPr lang="en-CA" altLang="en-US" sz="1400" smtClean="0">
              <a:solidFill>
                <a:srgbClr val="990033"/>
              </a:solidFill>
            </a:endParaRPr>
          </a:p>
        </p:txBody>
      </p:sp>
      <p:pic>
        <p:nvPicPr>
          <p:cNvPr id="13926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3657600"/>
            <a:ext cx="6591300" cy="265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Title 1"/>
          <p:cNvSpPr>
            <a:spLocks noGrp="1" noChangeArrowheads="1"/>
          </p:cNvSpPr>
          <p:nvPr>
            <p:ph type="title"/>
          </p:nvPr>
        </p:nvSpPr>
        <p:spPr/>
        <p:txBody>
          <a:bodyPr/>
          <a:lstStyle/>
          <a:p>
            <a:r>
              <a:rPr lang="en-US" altLang="en-US" b="1" smtClean="0"/>
              <a:t>Relationship Types of Degree Higher than Two </a:t>
            </a:r>
            <a:endParaRPr lang="en-US" altLang="en-US" smtClean="0"/>
          </a:p>
        </p:txBody>
      </p:sp>
      <p:sp>
        <p:nvSpPr>
          <p:cNvPr id="140290" name="Content Placeholder 2"/>
          <p:cNvSpPr>
            <a:spLocks noGrp="1" noChangeArrowheads="1"/>
          </p:cNvSpPr>
          <p:nvPr>
            <p:ph idx="1"/>
          </p:nvPr>
        </p:nvSpPr>
        <p:spPr/>
        <p:txBody>
          <a:bodyPr/>
          <a:lstStyle/>
          <a:p>
            <a:r>
              <a:rPr lang="en-US" altLang="en-US" smtClean="0"/>
              <a:t>Is below A Ternary Relationship ?</a:t>
            </a:r>
          </a:p>
          <a:p>
            <a:pPr lvl="1"/>
            <a:r>
              <a:rPr lang="en-US" altLang="en-US" smtClean="0"/>
              <a:t>The ternary relationship from previous slide is broken as 3 binary relationships </a:t>
            </a:r>
          </a:p>
          <a:p>
            <a:endParaRPr lang="en-US" altLang="en-US" smtClean="0"/>
          </a:p>
        </p:txBody>
      </p:sp>
      <p:sp>
        <p:nvSpPr>
          <p:cNvPr id="140291"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9A4E94FE-4571-4EBE-97AB-486DD8641B3F}" type="slidenum">
              <a:rPr lang="en-US" altLang="en-US" sz="1400" smtClean="0">
                <a:solidFill>
                  <a:srgbClr val="990033"/>
                </a:solidFill>
              </a:rPr>
              <a:pPr/>
              <a:t>96</a:t>
            </a:fld>
            <a:endParaRPr lang="en-CA" altLang="en-US" sz="1400" smtClean="0">
              <a:solidFill>
                <a:srgbClr val="990033"/>
              </a:solidFill>
            </a:endParaRPr>
          </a:p>
        </p:txBody>
      </p:sp>
      <p:pic>
        <p:nvPicPr>
          <p:cNvPr id="14029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3429000"/>
            <a:ext cx="6000750" cy="324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Title 1"/>
          <p:cNvSpPr>
            <a:spLocks noGrp="1" noChangeArrowheads="1"/>
          </p:cNvSpPr>
          <p:nvPr>
            <p:ph type="title"/>
          </p:nvPr>
        </p:nvSpPr>
        <p:spPr/>
        <p:txBody>
          <a:bodyPr/>
          <a:lstStyle/>
          <a:p>
            <a:r>
              <a:rPr lang="en-US" altLang="en-US" b="1" smtClean="0"/>
              <a:t>Relationship Types of Degree Higher than Two </a:t>
            </a:r>
            <a:endParaRPr lang="en-US" altLang="en-US" smtClean="0"/>
          </a:p>
        </p:txBody>
      </p:sp>
      <p:sp>
        <p:nvSpPr>
          <p:cNvPr id="163842" name="Content Placeholder 2"/>
          <p:cNvSpPr>
            <a:spLocks noGrp="1" noChangeArrowheads="1"/>
          </p:cNvSpPr>
          <p:nvPr>
            <p:ph idx="1"/>
          </p:nvPr>
        </p:nvSpPr>
        <p:spPr/>
        <p:txBody>
          <a:bodyPr/>
          <a:lstStyle/>
          <a:p>
            <a:r>
              <a:rPr lang="en-US" altLang="en-US" smtClean="0"/>
              <a:t>Choosing between Binary and Ternary Relationship </a:t>
            </a:r>
          </a:p>
          <a:p>
            <a:pPr lvl="1"/>
            <a:r>
              <a:rPr lang="en-US" altLang="en-US" smtClean="0"/>
              <a:t>often tricky to decide whether a particular relationship should be represented as </a:t>
            </a:r>
          </a:p>
          <a:p>
            <a:pPr lvl="2"/>
            <a:r>
              <a:rPr lang="en-US" altLang="en-US" sz="1800" smtClean="0"/>
              <a:t>a relationship type of degree n or should be </a:t>
            </a:r>
          </a:p>
          <a:p>
            <a:pPr lvl="2"/>
            <a:r>
              <a:rPr lang="en-US" altLang="en-US" sz="1800" smtClean="0"/>
              <a:t>Or broken down into several relationship types of smaller degrees</a:t>
            </a:r>
          </a:p>
          <a:p>
            <a:pPr lvl="2"/>
            <a:endParaRPr lang="en-US" altLang="en-US" sz="1800" smtClean="0"/>
          </a:p>
          <a:p>
            <a:r>
              <a:rPr lang="en-US" altLang="en-US" smtClean="0"/>
              <a:t>The designer must base this decision on semantics or meaning of the particular situation being represented.</a:t>
            </a:r>
            <a:endParaRPr lang="en-US" altLang="en-US" sz="1800" smtClean="0"/>
          </a:p>
          <a:p>
            <a:endParaRPr lang="en-US" altLang="en-US" smtClean="0"/>
          </a:p>
        </p:txBody>
      </p:sp>
      <p:sp>
        <p:nvSpPr>
          <p:cNvPr id="163843"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D0A22C68-F888-4B0F-A993-91FECE5E5BC1}" type="slidenum">
              <a:rPr lang="en-US" altLang="en-US" sz="1400" smtClean="0">
                <a:solidFill>
                  <a:srgbClr val="990033"/>
                </a:solidFill>
              </a:rPr>
              <a:pPr/>
              <a:t>97</a:t>
            </a:fld>
            <a:endParaRPr lang="en-CA" altLang="en-US" sz="1400" smtClean="0">
              <a:solidFill>
                <a:srgbClr val="990033"/>
              </a:solidFill>
            </a:endParaRPr>
          </a:p>
        </p:txBody>
      </p:sp>
    </p:spTree>
  </p:cSld>
  <p:clrMapOvr>
    <a:masterClrMapping/>
  </p:clrMapOvr>
  <p:transition spd="me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Title 1"/>
          <p:cNvSpPr>
            <a:spLocks noGrp="1" noChangeArrowheads="1"/>
          </p:cNvSpPr>
          <p:nvPr>
            <p:ph type="title"/>
          </p:nvPr>
        </p:nvSpPr>
        <p:spPr/>
        <p:txBody>
          <a:bodyPr/>
          <a:lstStyle/>
          <a:p>
            <a:r>
              <a:rPr lang="en-US" altLang="en-US" sz="2800" smtClean="0"/>
              <a:t>A Variation – Using Weak Entity Type to Show Ternary as Binary Relationship</a:t>
            </a:r>
          </a:p>
        </p:txBody>
      </p:sp>
      <p:sp>
        <p:nvSpPr>
          <p:cNvPr id="141314" name="Content Placeholder 2"/>
          <p:cNvSpPr>
            <a:spLocks noGrp="1" noChangeArrowheads="1"/>
          </p:cNvSpPr>
          <p:nvPr>
            <p:ph idx="1"/>
          </p:nvPr>
        </p:nvSpPr>
        <p:spPr/>
        <p:txBody>
          <a:bodyPr/>
          <a:lstStyle/>
          <a:p>
            <a:r>
              <a:rPr lang="en-US" altLang="en-US" sz="1800" smtClean="0"/>
              <a:t>Some database design tools are based on variations of the ER model that permit only binary relationships </a:t>
            </a:r>
          </a:p>
          <a:p>
            <a:pPr lvl="1"/>
            <a:r>
              <a:rPr lang="en-US" altLang="en-US" sz="1600" smtClean="0"/>
              <a:t>In this case, a ternary relationship such as SUPPLY must be represented as a weak entity type, with no partial key and with three identifying relationships </a:t>
            </a:r>
            <a:endParaRPr lang="en-US" altLang="en-US" sz="1100" smtClean="0"/>
          </a:p>
          <a:p>
            <a:endParaRPr lang="en-US" altLang="en-US" smtClean="0"/>
          </a:p>
        </p:txBody>
      </p:sp>
      <p:sp>
        <p:nvSpPr>
          <p:cNvPr id="141315"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58EFFCFC-38D3-4AAC-A35A-EF98D491E511}" type="slidenum">
              <a:rPr lang="en-US" altLang="en-US" sz="1400" smtClean="0">
                <a:solidFill>
                  <a:srgbClr val="990033"/>
                </a:solidFill>
              </a:rPr>
              <a:pPr/>
              <a:t>98</a:t>
            </a:fld>
            <a:endParaRPr lang="en-CA" altLang="en-US" sz="1400" smtClean="0">
              <a:solidFill>
                <a:srgbClr val="990033"/>
              </a:solidFill>
            </a:endParaRPr>
          </a:p>
        </p:txBody>
      </p:sp>
      <p:pic>
        <p:nvPicPr>
          <p:cNvPr id="14131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463" y="3124200"/>
            <a:ext cx="8216900" cy="275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1317" name="Rectangle 7"/>
          <p:cNvSpPr>
            <a:spLocks noChangeArrowheads="1"/>
          </p:cNvSpPr>
          <p:nvPr/>
        </p:nvSpPr>
        <p:spPr bwMode="auto">
          <a:xfrm>
            <a:off x="563563" y="6249988"/>
            <a:ext cx="83216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chemeClr val="tx1"/>
                </a:solidFill>
                <a:latin typeface="MinionPro"/>
              </a:rPr>
              <a:t>A weak entity is identified by the combination of its three owner entities from </a:t>
            </a:r>
            <a:r>
              <a:rPr lang="en-US" altLang="en-US" sz="1400">
                <a:solidFill>
                  <a:schemeClr val="tx1"/>
                </a:solidFill>
                <a:latin typeface="AkzidenzGroteskBE"/>
              </a:rPr>
              <a:t>SUPPLIER</a:t>
            </a:r>
            <a:r>
              <a:rPr lang="en-US" altLang="en-US" sz="1400">
                <a:solidFill>
                  <a:schemeClr val="tx1"/>
                </a:solidFill>
                <a:latin typeface="MinionPro"/>
              </a:rPr>
              <a:t>, </a:t>
            </a:r>
            <a:r>
              <a:rPr lang="en-US" altLang="en-US" sz="1400">
                <a:solidFill>
                  <a:schemeClr val="tx1"/>
                </a:solidFill>
                <a:latin typeface="AkzidenzGroteskBE"/>
              </a:rPr>
              <a:t>PART</a:t>
            </a:r>
            <a:r>
              <a:rPr lang="en-US" altLang="en-US" sz="1400">
                <a:solidFill>
                  <a:schemeClr val="tx1"/>
                </a:solidFill>
                <a:latin typeface="MinionPro"/>
              </a:rPr>
              <a:t>, and </a:t>
            </a:r>
            <a:r>
              <a:rPr lang="en-US" altLang="en-US" sz="1400">
                <a:solidFill>
                  <a:schemeClr val="tx1"/>
                </a:solidFill>
                <a:latin typeface="AkzidenzGroteskBE"/>
              </a:rPr>
              <a:t>PROJECT</a:t>
            </a:r>
            <a:r>
              <a:rPr lang="en-US" altLang="en-US" sz="1400">
                <a:solidFill>
                  <a:schemeClr val="tx1"/>
                </a:solidFill>
                <a:latin typeface="MinionPro"/>
              </a:rPr>
              <a:t>. </a:t>
            </a:r>
            <a:endParaRPr lang="en-US" altLang="en-US" sz="1400">
              <a:solidFill>
                <a:schemeClr val="tx1"/>
              </a:solidFill>
              <a:latin typeface="Tahoma" panose="020B0604030504040204" pitchFamily="34" charset="0"/>
            </a:endParaRPr>
          </a:p>
        </p:txBody>
      </p:sp>
    </p:spTree>
  </p:cSld>
  <p:clrMapOvr>
    <a:masterClrMapping/>
  </p:clrMapOvr>
  <p:transition spd="me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Title 1"/>
          <p:cNvSpPr>
            <a:spLocks noGrp="1" noChangeArrowheads="1"/>
          </p:cNvSpPr>
          <p:nvPr>
            <p:ph type="title"/>
          </p:nvPr>
        </p:nvSpPr>
        <p:spPr/>
        <p:txBody>
          <a:bodyPr/>
          <a:lstStyle/>
          <a:p>
            <a:r>
              <a:rPr lang="en-US" altLang="en-US" smtClean="0"/>
              <a:t>Converting Weak Entity Type into Regular Entity Type</a:t>
            </a:r>
          </a:p>
        </p:txBody>
      </p:sp>
      <p:sp>
        <p:nvSpPr>
          <p:cNvPr id="142338" name="Content Placeholder 2"/>
          <p:cNvSpPr>
            <a:spLocks noGrp="1" noChangeArrowheads="1"/>
          </p:cNvSpPr>
          <p:nvPr>
            <p:ph idx="1"/>
          </p:nvPr>
        </p:nvSpPr>
        <p:spPr/>
        <p:txBody>
          <a:bodyPr/>
          <a:lstStyle/>
          <a:p>
            <a:r>
              <a:rPr lang="en-US" altLang="en-US" sz="1800" smtClean="0"/>
              <a:t>Add a Surrogate Key</a:t>
            </a:r>
            <a:endParaRPr lang="en-US" altLang="en-US" sz="1400" smtClean="0"/>
          </a:p>
          <a:p>
            <a:pPr lvl="1"/>
            <a:r>
              <a:rPr lang="en-US" altLang="en-US" sz="1600" smtClean="0"/>
              <a:t>An artificially generated value for each entity</a:t>
            </a:r>
          </a:p>
          <a:p>
            <a:r>
              <a:rPr lang="en-US" altLang="en-US" sz="1800" smtClean="0"/>
              <a:t>Supply_id could be used for the supply entity type, converting it into a regular entity type. </a:t>
            </a:r>
          </a:p>
          <a:p>
            <a:endParaRPr lang="en-US" altLang="en-US" smtClean="0"/>
          </a:p>
        </p:txBody>
      </p:sp>
      <p:sp>
        <p:nvSpPr>
          <p:cNvPr id="142339"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FDC2B4B2-0792-4650-83B1-BA3294F5BE9E}" type="slidenum">
              <a:rPr lang="en-US" altLang="en-US" sz="1400" smtClean="0">
                <a:solidFill>
                  <a:srgbClr val="990033"/>
                </a:solidFill>
              </a:rPr>
              <a:pPr/>
              <a:t>99</a:t>
            </a:fld>
            <a:endParaRPr lang="en-CA" altLang="en-US" sz="1400" smtClean="0">
              <a:solidFill>
                <a:srgbClr val="990033"/>
              </a:solidFill>
            </a:endParaRPr>
          </a:p>
        </p:txBody>
      </p:sp>
      <p:grpSp>
        <p:nvGrpSpPr>
          <p:cNvPr id="142340" name="Group 21"/>
          <p:cNvGrpSpPr>
            <a:grpSpLocks/>
          </p:cNvGrpSpPr>
          <p:nvPr/>
        </p:nvGrpSpPr>
        <p:grpSpPr bwMode="auto">
          <a:xfrm>
            <a:off x="525463" y="3340100"/>
            <a:ext cx="8216900" cy="2755900"/>
            <a:chOff x="525354" y="3340100"/>
            <a:chExt cx="8217593" cy="2755900"/>
          </a:xfrm>
        </p:grpSpPr>
        <p:pic>
          <p:nvPicPr>
            <p:cNvPr id="14234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354" y="3340100"/>
              <a:ext cx="8217593" cy="275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2343" name="Rectangle 17"/>
            <p:cNvSpPr>
              <a:spLocks noChangeArrowheads="1"/>
            </p:cNvSpPr>
            <p:nvPr/>
          </p:nvSpPr>
          <p:spPr bwMode="auto">
            <a:xfrm rot="5400000">
              <a:off x="4306158" y="3620360"/>
              <a:ext cx="379284" cy="1371599"/>
            </a:xfrm>
            <a:prstGeom prst="rect">
              <a:avLst/>
            </a:prstGeom>
            <a:noFill/>
            <a:ln w="635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endParaRPr lang="en-US" altLang="en-US" sz="2400">
                <a:solidFill>
                  <a:schemeClr val="tx1"/>
                </a:solidFill>
                <a:latin typeface="Tahoma" panose="020B0604030504040204" pitchFamily="34" charset="0"/>
              </a:endParaRPr>
            </a:p>
          </p:txBody>
        </p:sp>
        <p:sp>
          <p:nvSpPr>
            <p:cNvPr id="142344" name="Rectangle 18"/>
            <p:cNvSpPr>
              <a:spLocks noChangeArrowheads="1"/>
            </p:cNvSpPr>
            <p:nvPr/>
          </p:nvSpPr>
          <p:spPr bwMode="auto">
            <a:xfrm rot="2619176">
              <a:off x="2653825" y="4046927"/>
              <a:ext cx="439575" cy="486068"/>
            </a:xfrm>
            <a:prstGeom prst="rect">
              <a:avLst/>
            </a:prstGeom>
            <a:noFill/>
            <a:ln w="635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endParaRPr lang="en-US" altLang="en-US" sz="2400">
                <a:solidFill>
                  <a:schemeClr val="tx1"/>
                </a:solidFill>
                <a:latin typeface="Tahoma" panose="020B0604030504040204" pitchFamily="34" charset="0"/>
              </a:endParaRPr>
            </a:p>
          </p:txBody>
        </p:sp>
        <p:sp>
          <p:nvSpPr>
            <p:cNvPr id="142345" name="Rectangle 19"/>
            <p:cNvSpPr>
              <a:spLocks noChangeArrowheads="1"/>
            </p:cNvSpPr>
            <p:nvPr/>
          </p:nvSpPr>
          <p:spPr bwMode="auto">
            <a:xfrm rot="2619176">
              <a:off x="4215724" y="4824099"/>
              <a:ext cx="483533" cy="486068"/>
            </a:xfrm>
            <a:prstGeom prst="rect">
              <a:avLst/>
            </a:prstGeom>
            <a:noFill/>
            <a:ln w="635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endParaRPr lang="en-US" altLang="en-US" sz="2400">
                <a:solidFill>
                  <a:schemeClr val="tx1"/>
                </a:solidFill>
                <a:latin typeface="Tahoma" panose="020B0604030504040204" pitchFamily="34" charset="0"/>
              </a:endParaRPr>
            </a:p>
          </p:txBody>
        </p:sp>
        <p:sp>
          <p:nvSpPr>
            <p:cNvPr id="142346" name="Rectangle 20"/>
            <p:cNvSpPr>
              <a:spLocks noChangeArrowheads="1"/>
            </p:cNvSpPr>
            <p:nvPr/>
          </p:nvSpPr>
          <p:spPr bwMode="auto">
            <a:xfrm rot="2619176">
              <a:off x="5815924" y="4062099"/>
              <a:ext cx="483533" cy="486068"/>
            </a:xfrm>
            <a:prstGeom prst="rect">
              <a:avLst/>
            </a:prstGeom>
            <a:noFill/>
            <a:ln w="635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endParaRPr lang="en-US" altLang="en-US" sz="2400">
                <a:solidFill>
                  <a:schemeClr val="tx1"/>
                </a:solidFill>
                <a:latin typeface="Tahoma" panose="020B0604030504040204" pitchFamily="34" charset="0"/>
              </a:endParaRPr>
            </a:p>
          </p:txBody>
        </p:sp>
      </p:grpSp>
      <p:sp>
        <p:nvSpPr>
          <p:cNvPr id="142341" name="Rectangle 7"/>
          <p:cNvSpPr>
            <a:spLocks noChangeArrowheads="1"/>
          </p:cNvSpPr>
          <p:nvPr/>
        </p:nvSpPr>
        <p:spPr bwMode="auto">
          <a:xfrm>
            <a:off x="563563" y="6249988"/>
            <a:ext cx="83216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chemeClr val="tx1"/>
                </a:solidFill>
                <a:latin typeface="MinionPro"/>
              </a:rPr>
              <a:t>Supply is now a Regular Entity Type</a:t>
            </a:r>
            <a:endParaRPr lang="en-US" altLang="en-US" sz="1400">
              <a:solidFill>
                <a:schemeClr val="tx1"/>
              </a:solidFill>
              <a:latin typeface="Tahoma" panose="020B0604030504040204" pitchFamily="34" charset="0"/>
            </a:endParaRPr>
          </a:p>
        </p:txBody>
      </p:sp>
    </p:spTree>
  </p:cSld>
  <p:clrMapOvr>
    <a:masterClrMapping/>
  </p:clrMapOvr>
  <p:transition spd="me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Title 1"/>
          <p:cNvSpPr>
            <a:spLocks noGrp="1" noChangeArrowheads="1"/>
          </p:cNvSpPr>
          <p:nvPr>
            <p:ph type="title"/>
          </p:nvPr>
        </p:nvSpPr>
        <p:spPr/>
        <p:txBody>
          <a:bodyPr/>
          <a:lstStyle/>
          <a:p>
            <a:r>
              <a:rPr lang="en-US" altLang="en-US" smtClean="0"/>
              <a:t>Converting Weak Entity Type into Regular Entity Type</a:t>
            </a:r>
          </a:p>
        </p:txBody>
      </p:sp>
      <p:sp>
        <p:nvSpPr>
          <p:cNvPr id="164866" name="Content Placeholder 2"/>
          <p:cNvSpPr>
            <a:spLocks noGrp="1" noChangeArrowheads="1"/>
          </p:cNvSpPr>
          <p:nvPr>
            <p:ph idx="1"/>
          </p:nvPr>
        </p:nvSpPr>
        <p:spPr/>
        <p:txBody>
          <a:bodyPr/>
          <a:lstStyle/>
          <a:p>
            <a:r>
              <a:rPr lang="en-US" altLang="en-US" sz="1800" smtClean="0"/>
              <a:t>Refer to other example in figure 3.18 in your text book yourself</a:t>
            </a:r>
          </a:p>
          <a:p>
            <a:pPr lvl="1"/>
            <a:r>
              <a:rPr lang="en-US" altLang="en-US" sz="1400" smtClean="0"/>
              <a:t>Page 90  </a:t>
            </a:r>
          </a:p>
          <a:p>
            <a:endParaRPr lang="en-US" altLang="en-US" smtClean="0"/>
          </a:p>
        </p:txBody>
      </p:sp>
      <p:sp>
        <p:nvSpPr>
          <p:cNvPr id="164867" name="Slide Number Placeholder 3"/>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smtClean="0">
                <a:solidFill>
                  <a:srgbClr val="990033"/>
                </a:solidFill>
              </a:rPr>
              <a:t>Slide 3- </a:t>
            </a:r>
            <a:fld id="{3F7F67FF-ED5F-4F20-BDD3-F38C33081859}" type="slidenum">
              <a:rPr lang="en-US" altLang="en-US" sz="1400" smtClean="0">
                <a:solidFill>
                  <a:srgbClr val="990033"/>
                </a:solidFill>
              </a:rPr>
              <a:pPr/>
              <a:t>100</a:t>
            </a:fld>
            <a:endParaRPr lang="en-CA" altLang="en-US" sz="1400" smtClean="0">
              <a:solidFill>
                <a:srgbClr val="990033"/>
              </a:solidFill>
            </a:endParaRPr>
          </a:p>
        </p:txBody>
      </p:sp>
    </p:spTree>
  </p:cSld>
  <p:clrMapOvr>
    <a:masterClrMapping/>
  </p:clrMapOvr>
  <p:transition spd="med"/>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3- </a:t>
            </a:r>
            <a:fld id="{7DBE711D-5D57-448F-8DA5-6B6E9B785CF8}" type="slidenum">
              <a:rPr lang="en-US" altLang="en-US" sz="1400" smtClean="0">
                <a:solidFill>
                  <a:srgbClr val="990033"/>
                </a:solidFill>
              </a:rPr>
              <a:pPr>
                <a:spcBef>
                  <a:spcPct val="0"/>
                </a:spcBef>
                <a:buClrTx/>
                <a:buSzTx/>
                <a:buFontTx/>
                <a:buNone/>
              </a:pPr>
              <a:t>101</a:t>
            </a:fld>
            <a:endParaRPr lang="en-CA" altLang="en-US" sz="1400" smtClean="0">
              <a:solidFill>
                <a:srgbClr val="990033"/>
              </a:solidFill>
            </a:endParaRPr>
          </a:p>
        </p:txBody>
      </p:sp>
      <p:sp>
        <p:nvSpPr>
          <p:cNvPr id="143362" name="Rectangle 2"/>
          <p:cNvSpPr>
            <a:spLocks noGrp="1" noChangeArrowheads="1"/>
          </p:cNvSpPr>
          <p:nvPr>
            <p:ph type="title"/>
          </p:nvPr>
        </p:nvSpPr>
        <p:spPr/>
        <p:txBody>
          <a:bodyPr/>
          <a:lstStyle/>
          <a:p>
            <a:pPr eaLnBrk="1" hangingPunct="1"/>
            <a:r>
              <a:rPr lang="en-US" altLang="en-US" sz="3200" smtClean="0"/>
              <a:t>Summary of notation for ER diagrams</a:t>
            </a:r>
          </a:p>
        </p:txBody>
      </p:sp>
      <p:pic>
        <p:nvPicPr>
          <p:cNvPr id="143363" name="Picture 4" descr="fig03_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0163" y="1600200"/>
            <a:ext cx="3754437" cy="499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3- </a:t>
            </a:r>
            <a:fld id="{FBF3F4C8-5058-42BC-9E04-ADB7B3175E0F}" type="slidenum">
              <a:rPr lang="en-US" altLang="en-US" sz="1400" smtClean="0">
                <a:solidFill>
                  <a:srgbClr val="990033"/>
                </a:solidFill>
              </a:rPr>
              <a:pPr>
                <a:spcBef>
                  <a:spcPct val="0"/>
                </a:spcBef>
                <a:buClrTx/>
                <a:buSzTx/>
                <a:buFontTx/>
                <a:buNone/>
              </a:pPr>
              <a:t>102</a:t>
            </a:fld>
            <a:endParaRPr lang="en-CA" altLang="en-US" sz="1400" smtClean="0">
              <a:solidFill>
                <a:srgbClr val="990033"/>
              </a:solidFill>
            </a:endParaRPr>
          </a:p>
        </p:txBody>
      </p:sp>
      <p:sp>
        <p:nvSpPr>
          <p:cNvPr id="144386" name="Rectangle 4"/>
          <p:cNvSpPr>
            <a:spLocks noGrp="1" noChangeArrowheads="1"/>
          </p:cNvSpPr>
          <p:nvPr>
            <p:ph type="title"/>
          </p:nvPr>
        </p:nvSpPr>
        <p:spPr/>
        <p:txBody>
          <a:bodyPr/>
          <a:lstStyle/>
          <a:p>
            <a:pPr eaLnBrk="1" hangingPunct="1"/>
            <a:r>
              <a:rPr lang="en-US" altLang="en-US" smtClean="0"/>
              <a:t>Data Modeling Tools</a:t>
            </a:r>
          </a:p>
        </p:txBody>
      </p:sp>
      <p:sp>
        <p:nvSpPr>
          <p:cNvPr id="144387" name="Rectangle 5"/>
          <p:cNvSpPr>
            <a:spLocks noGrp="1" noChangeArrowheads="1"/>
          </p:cNvSpPr>
          <p:nvPr>
            <p:ph type="body" idx="1"/>
          </p:nvPr>
        </p:nvSpPr>
        <p:spPr/>
        <p:txBody>
          <a:bodyPr/>
          <a:lstStyle/>
          <a:p>
            <a:pPr eaLnBrk="1" hangingPunct="1">
              <a:lnSpc>
                <a:spcPct val="90000"/>
              </a:lnSpc>
            </a:pPr>
            <a:r>
              <a:rPr lang="en-US" altLang="en-US" sz="2400" smtClean="0"/>
              <a:t>A number of popular tools that cover conceptual modeling and mapping into relational schema design. </a:t>
            </a:r>
          </a:p>
          <a:p>
            <a:pPr lvl="1" eaLnBrk="1" hangingPunct="1">
              <a:lnSpc>
                <a:spcPct val="90000"/>
              </a:lnSpc>
            </a:pPr>
            <a:r>
              <a:rPr lang="en-US" altLang="en-US" sz="2200" smtClean="0"/>
              <a:t>Examples: ERWin, S- Designer (Enterprise Application Suite), ER- Studio,  etc.</a:t>
            </a:r>
          </a:p>
          <a:p>
            <a:pPr eaLnBrk="1" hangingPunct="1">
              <a:lnSpc>
                <a:spcPct val="90000"/>
              </a:lnSpc>
            </a:pPr>
            <a:r>
              <a:rPr lang="en-US" altLang="en-US" sz="2400" smtClean="0"/>
              <a:t>POSITIVES: </a:t>
            </a:r>
          </a:p>
          <a:p>
            <a:pPr lvl="1" eaLnBrk="1" hangingPunct="1">
              <a:lnSpc>
                <a:spcPct val="90000"/>
              </a:lnSpc>
            </a:pPr>
            <a:r>
              <a:rPr lang="en-US" altLang="en-US" sz="2200" smtClean="0"/>
              <a:t>Serves as documentation of application requirements, easy user interface - mostly graphics editor support</a:t>
            </a:r>
          </a:p>
          <a:p>
            <a:pPr eaLnBrk="1" hangingPunct="1">
              <a:lnSpc>
                <a:spcPct val="90000"/>
              </a:lnSpc>
            </a:pPr>
            <a:r>
              <a:rPr lang="en-US" altLang="en-US" sz="2400" smtClean="0"/>
              <a:t>NEGATIVES:</a:t>
            </a:r>
          </a:p>
          <a:p>
            <a:pPr lvl="1" eaLnBrk="1" hangingPunct="1">
              <a:lnSpc>
                <a:spcPct val="90000"/>
              </a:lnSpc>
            </a:pPr>
            <a:r>
              <a:rPr lang="en-US" altLang="en-US" sz="2200" smtClean="0"/>
              <a:t>Most tools lack a proper distinct notation for relationships with relationship attributes</a:t>
            </a:r>
          </a:p>
          <a:p>
            <a:pPr lvl="1" eaLnBrk="1" hangingPunct="1">
              <a:lnSpc>
                <a:spcPct val="90000"/>
              </a:lnSpc>
            </a:pPr>
            <a:r>
              <a:rPr lang="en-US" altLang="en-US" sz="2200" smtClean="0"/>
              <a:t>Mostly represent a relational design in a diagrammatic form rather than a conceptual ER-based design</a:t>
            </a:r>
          </a:p>
          <a:p>
            <a:pPr lvl="1" eaLnBrk="1" hangingPunct="1">
              <a:lnSpc>
                <a:spcPct val="90000"/>
              </a:lnSpc>
              <a:buFont typeface="Wingdings" panose="05000000000000000000" pitchFamily="2" charset="2"/>
              <a:buNone/>
            </a:pPr>
            <a:r>
              <a:rPr lang="en-US" altLang="en-US" sz="2200" smtClean="0"/>
              <a:t>(See Chapter 12 for details)</a:t>
            </a:r>
          </a:p>
        </p:txBody>
      </p:sp>
    </p:spTree>
  </p:cSld>
  <p:clrMapOvr>
    <a:masterClrMapping/>
  </p:clrMapOvr>
  <p:transition spd="med"/>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3- </a:t>
            </a:r>
            <a:fld id="{F4E319DC-7471-4A65-9595-2FD3A7380492}" type="slidenum">
              <a:rPr lang="en-US" altLang="en-US" sz="1400" smtClean="0">
                <a:solidFill>
                  <a:srgbClr val="990033"/>
                </a:solidFill>
              </a:rPr>
              <a:pPr>
                <a:spcBef>
                  <a:spcPct val="0"/>
                </a:spcBef>
                <a:buClrTx/>
                <a:buSzTx/>
                <a:buFontTx/>
                <a:buNone/>
              </a:pPr>
              <a:t>103</a:t>
            </a:fld>
            <a:endParaRPr lang="en-CA" altLang="en-US" sz="1400" smtClean="0">
              <a:solidFill>
                <a:srgbClr val="990033"/>
              </a:solidFill>
            </a:endParaRPr>
          </a:p>
        </p:txBody>
      </p:sp>
      <p:sp>
        <p:nvSpPr>
          <p:cNvPr id="146434" name="Text Box 2"/>
          <p:cNvSpPr txBox="1">
            <a:spLocks noChangeArrowheads="1"/>
          </p:cNvSpPr>
          <p:nvPr/>
        </p:nvSpPr>
        <p:spPr bwMode="auto">
          <a:xfrm>
            <a:off x="914400" y="396875"/>
            <a:ext cx="7288213"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3600">
                <a:solidFill>
                  <a:srgbClr val="800000"/>
                </a:solidFill>
              </a:rPr>
              <a:t>Some of the Currently Available Automated Database Design Tools</a:t>
            </a:r>
          </a:p>
        </p:txBody>
      </p:sp>
      <p:graphicFrame>
        <p:nvGraphicFramePr>
          <p:cNvPr id="884809" name="Group 73">
            <a:extLst>
              <a:ext uri="{FF2B5EF4-FFF2-40B4-BE49-F238E27FC236}">
                <a16:creationId xmlns:a16="http://schemas.microsoft.com/office/drawing/2014/main" id="{883FED12-CDB4-AB48-BE11-621D2CB93F08}"/>
              </a:ext>
            </a:extLst>
          </p:cNvPr>
          <p:cNvGraphicFramePr>
            <a:graphicFrameLocks noGrp="1"/>
          </p:cNvGraphicFramePr>
          <p:nvPr/>
        </p:nvGraphicFramePr>
        <p:xfrm>
          <a:off x="228600" y="1447800"/>
          <a:ext cx="8664575" cy="5045075"/>
        </p:xfrm>
        <a:graphic>
          <a:graphicData uri="http://schemas.openxmlformats.org/drawingml/2006/table">
            <a:tbl>
              <a:tblPr/>
              <a:tblGrid>
                <a:gridCol w="1446213">
                  <a:extLst>
                    <a:ext uri="{9D8B030D-6E8A-4147-A177-3AD203B41FA5}">
                      <a16:colId xmlns:a16="http://schemas.microsoft.com/office/drawing/2014/main" val="3839586744"/>
                    </a:ext>
                  </a:extLst>
                </a:gridCol>
                <a:gridCol w="2713037">
                  <a:extLst>
                    <a:ext uri="{9D8B030D-6E8A-4147-A177-3AD203B41FA5}">
                      <a16:colId xmlns:a16="http://schemas.microsoft.com/office/drawing/2014/main" val="3095573133"/>
                    </a:ext>
                  </a:extLst>
                </a:gridCol>
                <a:gridCol w="4505325">
                  <a:extLst>
                    <a:ext uri="{9D8B030D-6E8A-4147-A177-3AD203B41FA5}">
                      <a16:colId xmlns:a16="http://schemas.microsoft.com/office/drawing/2014/main" val="1190420337"/>
                    </a:ext>
                  </a:extLst>
                </a:gridCol>
              </a:tblGrid>
              <a:tr h="335251">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defRPr>
                      </a:lvl1pPr>
                      <a:lvl2pPr>
                        <a:spcBef>
                          <a:spcPct val="20000"/>
                        </a:spcBef>
                        <a:buClr>
                          <a:schemeClr val="tx2"/>
                        </a:buClr>
                        <a:buSzPct val="55000"/>
                        <a:buFont typeface="Wingdings" pitchFamily="2" charset="2"/>
                        <a:defRPr sz="2200">
                          <a:solidFill>
                            <a:srgbClr val="800000"/>
                          </a:solidFill>
                          <a:latin typeface="Arial" panose="020B0604020202020204" pitchFamily="34" charset="0"/>
                        </a:defRPr>
                      </a:lvl2pPr>
                      <a:lvl3pPr>
                        <a:spcBef>
                          <a:spcPct val="20000"/>
                        </a:spcBef>
                        <a:buClr>
                          <a:srgbClr val="990033"/>
                        </a:buClr>
                        <a:buSzPct val="50000"/>
                        <a:buFont typeface="Wingdings" pitchFamily="2" charset="2"/>
                        <a:defRPr sz="2000">
                          <a:solidFill>
                            <a:schemeClr val="tx2"/>
                          </a:solidFill>
                          <a:latin typeface="Arial" panose="020B0604020202020204" pitchFamily="34" charset="0"/>
                        </a:defRPr>
                      </a:lvl3pPr>
                      <a:lvl4pPr>
                        <a:spcBef>
                          <a:spcPct val="20000"/>
                        </a:spcBef>
                        <a:buClr>
                          <a:schemeClr val="tx2"/>
                        </a:buClr>
                        <a:buSzPct val="55000"/>
                        <a:buFont typeface="Wingdings" pitchFamily="2" charset="2"/>
                        <a:defRPr>
                          <a:solidFill>
                            <a:srgbClr val="800000"/>
                          </a:solidFill>
                          <a:latin typeface="Arial" panose="020B0604020202020204" pitchFamily="34" charset="0"/>
                        </a:defRPr>
                      </a:lvl4pPr>
                      <a:lvl5pPr>
                        <a:spcBef>
                          <a:spcPct val="20000"/>
                        </a:spcBef>
                        <a:buClr>
                          <a:srgbClr val="990033"/>
                        </a:buClr>
                        <a:buSzPct val="50000"/>
                        <a:buFont typeface="Wingdings" pitchFamily="2" charset="2"/>
                        <a:defRPr>
                          <a:solidFill>
                            <a:schemeClr val="tx2"/>
                          </a:solidFill>
                          <a:latin typeface="Arial" panose="020B0604020202020204" pitchFamily="34" charset="0"/>
                        </a:defRPr>
                      </a:lvl5pPr>
                      <a:lvl6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6pPr>
                      <a:lvl7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7pPr>
                      <a:lvl8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8pPr>
                      <a:lvl9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altLang="en-US" sz="1600" b="1" i="0" u="none" strike="noStrike" cap="none" normalizeH="0" baseline="0">
                          <a:ln>
                            <a:noFill/>
                          </a:ln>
                          <a:solidFill>
                            <a:schemeClr val="tx2"/>
                          </a:solidFill>
                          <a:effectLst/>
                          <a:latin typeface="Arial Narrow" panose="020B0604020202020204" pitchFamily="34" charset="0"/>
                        </a:rPr>
                        <a:t>COMPANY</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defRPr>
                      </a:lvl1pPr>
                      <a:lvl2pPr>
                        <a:spcBef>
                          <a:spcPct val="20000"/>
                        </a:spcBef>
                        <a:buClr>
                          <a:schemeClr val="tx2"/>
                        </a:buClr>
                        <a:buSzPct val="55000"/>
                        <a:buFont typeface="Wingdings" pitchFamily="2" charset="2"/>
                        <a:defRPr sz="2200">
                          <a:solidFill>
                            <a:srgbClr val="800000"/>
                          </a:solidFill>
                          <a:latin typeface="Arial" panose="020B0604020202020204" pitchFamily="34" charset="0"/>
                        </a:defRPr>
                      </a:lvl2pPr>
                      <a:lvl3pPr>
                        <a:spcBef>
                          <a:spcPct val="20000"/>
                        </a:spcBef>
                        <a:buClr>
                          <a:srgbClr val="990033"/>
                        </a:buClr>
                        <a:buSzPct val="50000"/>
                        <a:buFont typeface="Wingdings" pitchFamily="2" charset="2"/>
                        <a:defRPr sz="2000">
                          <a:solidFill>
                            <a:schemeClr val="tx2"/>
                          </a:solidFill>
                          <a:latin typeface="Arial" panose="020B0604020202020204" pitchFamily="34" charset="0"/>
                        </a:defRPr>
                      </a:lvl3pPr>
                      <a:lvl4pPr>
                        <a:spcBef>
                          <a:spcPct val="20000"/>
                        </a:spcBef>
                        <a:buClr>
                          <a:schemeClr val="tx2"/>
                        </a:buClr>
                        <a:buSzPct val="55000"/>
                        <a:buFont typeface="Wingdings" pitchFamily="2" charset="2"/>
                        <a:defRPr>
                          <a:solidFill>
                            <a:srgbClr val="800000"/>
                          </a:solidFill>
                          <a:latin typeface="Arial" panose="020B0604020202020204" pitchFamily="34" charset="0"/>
                        </a:defRPr>
                      </a:lvl4pPr>
                      <a:lvl5pPr>
                        <a:spcBef>
                          <a:spcPct val="20000"/>
                        </a:spcBef>
                        <a:buClr>
                          <a:srgbClr val="990033"/>
                        </a:buClr>
                        <a:buSzPct val="50000"/>
                        <a:buFont typeface="Wingdings" pitchFamily="2" charset="2"/>
                        <a:defRPr>
                          <a:solidFill>
                            <a:schemeClr val="tx2"/>
                          </a:solidFill>
                          <a:latin typeface="Arial" panose="020B0604020202020204" pitchFamily="34" charset="0"/>
                        </a:defRPr>
                      </a:lvl5pPr>
                      <a:lvl6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6pPr>
                      <a:lvl7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7pPr>
                      <a:lvl8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8pPr>
                      <a:lvl9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altLang="en-US" sz="1600" b="1" i="0" u="none" strike="noStrike" cap="none" normalizeH="0" baseline="0">
                          <a:ln>
                            <a:noFill/>
                          </a:ln>
                          <a:solidFill>
                            <a:schemeClr val="tx2"/>
                          </a:solidFill>
                          <a:effectLst/>
                          <a:latin typeface="Arial Narrow" panose="020B0604020202020204" pitchFamily="34" charset="0"/>
                        </a:rPr>
                        <a:t>TOOL</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defRPr>
                      </a:lvl1pPr>
                      <a:lvl2pPr>
                        <a:spcBef>
                          <a:spcPct val="20000"/>
                        </a:spcBef>
                        <a:buClr>
                          <a:schemeClr val="tx2"/>
                        </a:buClr>
                        <a:buSzPct val="55000"/>
                        <a:buFont typeface="Wingdings" pitchFamily="2" charset="2"/>
                        <a:defRPr sz="2200">
                          <a:solidFill>
                            <a:srgbClr val="800000"/>
                          </a:solidFill>
                          <a:latin typeface="Arial" panose="020B0604020202020204" pitchFamily="34" charset="0"/>
                        </a:defRPr>
                      </a:lvl2pPr>
                      <a:lvl3pPr>
                        <a:spcBef>
                          <a:spcPct val="20000"/>
                        </a:spcBef>
                        <a:buClr>
                          <a:srgbClr val="990033"/>
                        </a:buClr>
                        <a:buSzPct val="50000"/>
                        <a:buFont typeface="Wingdings" pitchFamily="2" charset="2"/>
                        <a:defRPr sz="2000">
                          <a:solidFill>
                            <a:schemeClr val="tx2"/>
                          </a:solidFill>
                          <a:latin typeface="Arial" panose="020B0604020202020204" pitchFamily="34" charset="0"/>
                        </a:defRPr>
                      </a:lvl3pPr>
                      <a:lvl4pPr>
                        <a:spcBef>
                          <a:spcPct val="20000"/>
                        </a:spcBef>
                        <a:buClr>
                          <a:schemeClr val="tx2"/>
                        </a:buClr>
                        <a:buSzPct val="55000"/>
                        <a:buFont typeface="Wingdings" pitchFamily="2" charset="2"/>
                        <a:defRPr>
                          <a:solidFill>
                            <a:srgbClr val="800000"/>
                          </a:solidFill>
                          <a:latin typeface="Arial" panose="020B0604020202020204" pitchFamily="34" charset="0"/>
                        </a:defRPr>
                      </a:lvl4pPr>
                      <a:lvl5pPr>
                        <a:spcBef>
                          <a:spcPct val="20000"/>
                        </a:spcBef>
                        <a:buClr>
                          <a:srgbClr val="990033"/>
                        </a:buClr>
                        <a:buSzPct val="50000"/>
                        <a:buFont typeface="Wingdings" pitchFamily="2" charset="2"/>
                        <a:defRPr>
                          <a:solidFill>
                            <a:schemeClr val="tx2"/>
                          </a:solidFill>
                          <a:latin typeface="Arial" panose="020B0604020202020204" pitchFamily="34" charset="0"/>
                        </a:defRPr>
                      </a:lvl5pPr>
                      <a:lvl6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6pPr>
                      <a:lvl7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7pPr>
                      <a:lvl8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8pPr>
                      <a:lvl9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altLang="en-US" sz="1600" b="1" i="0" u="none" strike="noStrike" cap="none" normalizeH="0" baseline="0">
                          <a:ln>
                            <a:noFill/>
                          </a:ln>
                          <a:solidFill>
                            <a:schemeClr val="tx2"/>
                          </a:solidFill>
                          <a:effectLst/>
                          <a:latin typeface="Arial Narrow" panose="020B0604020202020204" pitchFamily="34" charset="0"/>
                        </a:rPr>
                        <a:t>FUNCTIONALITY</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64992741"/>
                  </a:ext>
                </a:extLst>
              </a:tr>
              <a:tr h="371371">
                <a:tc rowSpan="2">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defRPr>
                      </a:lvl1pPr>
                      <a:lvl2pPr>
                        <a:spcBef>
                          <a:spcPct val="20000"/>
                        </a:spcBef>
                        <a:buClr>
                          <a:schemeClr val="tx2"/>
                        </a:buClr>
                        <a:buSzPct val="55000"/>
                        <a:buFont typeface="Wingdings" pitchFamily="2" charset="2"/>
                        <a:defRPr sz="2200">
                          <a:solidFill>
                            <a:srgbClr val="800000"/>
                          </a:solidFill>
                          <a:latin typeface="Arial" panose="020B0604020202020204" pitchFamily="34" charset="0"/>
                        </a:defRPr>
                      </a:lvl2pPr>
                      <a:lvl3pPr>
                        <a:spcBef>
                          <a:spcPct val="20000"/>
                        </a:spcBef>
                        <a:buClr>
                          <a:srgbClr val="990033"/>
                        </a:buClr>
                        <a:buSzPct val="50000"/>
                        <a:buFont typeface="Wingdings" pitchFamily="2" charset="2"/>
                        <a:defRPr sz="2000">
                          <a:solidFill>
                            <a:schemeClr val="tx2"/>
                          </a:solidFill>
                          <a:latin typeface="Arial" panose="020B0604020202020204" pitchFamily="34" charset="0"/>
                        </a:defRPr>
                      </a:lvl3pPr>
                      <a:lvl4pPr>
                        <a:spcBef>
                          <a:spcPct val="20000"/>
                        </a:spcBef>
                        <a:buClr>
                          <a:schemeClr val="tx2"/>
                        </a:buClr>
                        <a:buSzPct val="55000"/>
                        <a:buFont typeface="Wingdings" pitchFamily="2" charset="2"/>
                        <a:defRPr>
                          <a:solidFill>
                            <a:srgbClr val="800000"/>
                          </a:solidFill>
                          <a:latin typeface="Arial" panose="020B0604020202020204" pitchFamily="34" charset="0"/>
                        </a:defRPr>
                      </a:lvl4pPr>
                      <a:lvl5pPr>
                        <a:spcBef>
                          <a:spcPct val="20000"/>
                        </a:spcBef>
                        <a:buClr>
                          <a:srgbClr val="990033"/>
                        </a:buClr>
                        <a:buSzPct val="50000"/>
                        <a:buFont typeface="Wingdings" pitchFamily="2" charset="2"/>
                        <a:defRPr>
                          <a:solidFill>
                            <a:schemeClr val="tx2"/>
                          </a:solidFill>
                          <a:latin typeface="Arial" panose="020B0604020202020204" pitchFamily="34" charset="0"/>
                        </a:defRPr>
                      </a:lvl5pPr>
                      <a:lvl6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6pPr>
                      <a:lvl7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7pPr>
                      <a:lvl8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8pPr>
                      <a:lvl9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altLang="en-US" sz="1600" b="1" i="0" u="none" strike="noStrike" cap="none" normalizeH="0" baseline="0">
                          <a:ln>
                            <a:noFill/>
                          </a:ln>
                          <a:solidFill>
                            <a:schemeClr val="tx2"/>
                          </a:solidFill>
                          <a:effectLst/>
                          <a:latin typeface="Arial Narrow" panose="020B0604020202020204" pitchFamily="34" charset="0"/>
                        </a:rPr>
                        <a:t>Embarcadero Technologies</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defRPr>
                      </a:lvl1pPr>
                      <a:lvl2pPr>
                        <a:spcBef>
                          <a:spcPct val="20000"/>
                        </a:spcBef>
                        <a:buClr>
                          <a:schemeClr val="tx2"/>
                        </a:buClr>
                        <a:buSzPct val="55000"/>
                        <a:buFont typeface="Wingdings" pitchFamily="2" charset="2"/>
                        <a:defRPr sz="2200">
                          <a:solidFill>
                            <a:srgbClr val="800000"/>
                          </a:solidFill>
                          <a:latin typeface="Arial" panose="020B0604020202020204" pitchFamily="34" charset="0"/>
                        </a:defRPr>
                      </a:lvl2pPr>
                      <a:lvl3pPr>
                        <a:spcBef>
                          <a:spcPct val="20000"/>
                        </a:spcBef>
                        <a:buClr>
                          <a:srgbClr val="990033"/>
                        </a:buClr>
                        <a:buSzPct val="50000"/>
                        <a:buFont typeface="Wingdings" pitchFamily="2" charset="2"/>
                        <a:defRPr sz="2000">
                          <a:solidFill>
                            <a:schemeClr val="tx2"/>
                          </a:solidFill>
                          <a:latin typeface="Arial" panose="020B0604020202020204" pitchFamily="34" charset="0"/>
                        </a:defRPr>
                      </a:lvl3pPr>
                      <a:lvl4pPr>
                        <a:spcBef>
                          <a:spcPct val="20000"/>
                        </a:spcBef>
                        <a:buClr>
                          <a:schemeClr val="tx2"/>
                        </a:buClr>
                        <a:buSzPct val="55000"/>
                        <a:buFont typeface="Wingdings" pitchFamily="2" charset="2"/>
                        <a:defRPr>
                          <a:solidFill>
                            <a:srgbClr val="800000"/>
                          </a:solidFill>
                          <a:latin typeface="Arial" panose="020B0604020202020204" pitchFamily="34" charset="0"/>
                        </a:defRPr>
                      </a:lvl4pPr>
                      <a:lvl5pPr>
                        <a:spcBef>
                          <a:spcPct val="20000"/>
                        </a:spcBef>
                        <a:buClr>
                          <a:srgbClr val="990033"/>
                        </a:buClr>
                        <a:buSzPct val="50000"/>
                        <a:buFont typeface="Wingdings" pitchFamily="2" charset="2"/>
                        <a:defRPr>
                          <a:solidFill>
                            <a:schemeClr val="tx2"/>
                          </a:solidFill>
                          <a:latin typeface="Arial" panose="020B0604020202020204" pitchFamily="34" charset="0"/>
                        </a:defRPr>
                      </a:lvl5pPr>
                      <a:lvl6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6pPr>
                      <a:lvl7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7pPr>
                      <a:lvl8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8pPr>
                      <a:lvl9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altLang="en-US" sz="1600" b="1" i="0" u="none" strike="noStrike" cap="none" normalizeH="0" baseline="0">
                          <a:ln>
                            <a:noFill/>
                          </a:ln>
                          <a:solidFill>
                            <a:schemeClr val="tx2"/>
                          </a:solidFill>
                          <a:effectLst/>
                          <a:latin typeface="Arial Narrow" panose="020B0604020202020204" pitchFamily="34" charset="0"/>
                        </a:rPr>
                        <a:t>ER Studio</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defRPr>
                      </a:lvl1pPr>
                      <a:lvl2pPr>
                        <a:spcBef>
                          <a:spcPct val="20000"/>
                        </a:spcBef>
                        <a:buClr>
                          <a:schemeClr val="tx2"/>
                        </a:buClr>
                        <a:buSzPct val="55000"/>
                        <a:buFont typeface="Wingdings" pitchFamily="2" charset="2"/>
                        <a:defRPr sz="2200">
                          <a:solidFill>
                            <a:srgbClr val="800000"/>
                          </a:solidFill>
                          <a:latin typeface="Arial" panose="020B0604020202020204" pitchFamily="34" charset="0"/>
                        </a:defRPr>
                      </a:lvl2pPr>
                      <a:lvl3pPr>
                        <a:spcBef>
                          <a:spcPct val="20000"/>
                        </a:spcBef>
                        <a:buClr>
                          <a:srgbClr val="990033"/>
                        </a:buClr>
                        <a:buSzPct val="50000"/>
                        <a:buFont typeface="Wingdings" pitchFamily="2" charset="2"/>
                        <a:defRPr sz="2000">
                          <a:solidFill>
                            <a:schemeClr val="tx2"/>
                          </a:solidFill>
                          <a:latin typeface="Arial" panose="020B0604020202020204" pitchFamily="34" charset="0"/>
                        </a:defRPr>
                      </a:lvl3pPr>
                      <a:lvl4pPr>
                        <a:spcBef>
                          <a:spcPct val="20000"/>
                        </a:spcBef>
                        <a:buClr>
                          <a:schemeClr val="tx2"/>
                        </a:buClr>
                        <a:buSzPct val="55000"/>
                        <a:buFont typeface="Wingdings" pitchFamily="2" charset="2"/>
                        <a:defRPr>
                          <a:solidFill>
                            <a:srgbClr val="800000"/>
                          </a:solidFill>
                          <a:latin typeface="Arial" panose="020B0604020202020204" pitchFamily="34" charset="0"/>
                        </a:defRPr>
                      </a:lvl4pPr>
                      <a:lvl5pPr>
                        <a:spcBef>
                          <a:spcPct val="20000"/>
                        </a:spcBef>
                        <a:buClr>
                          <a:srgbClr val="990033"/>
                        </a:buClr>
                        <a:buSzPct val="50000"/>
                        <a:buFont typeface="Wingdings" pitchFamily="2" charset="2"/>
                        <a:defRPr>
                          <a:solidFill>
                            <a:schemeClr val="tx2"/>
                          </a:solidFill>
                          <a:latin typeface="Arial" panose="020B0604020202020204" pitchFamily="34" charset="0"/>
                        </a:defRPr>
                      </a:lvl5pPr>
                      <a:lvl6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6pPr>
                      <a:lvl7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7pPr>
                      <a:lvl8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8pPr>
                      <a:lvl9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altLang="en-US" sz="1600" b="1" i="0" u="none" strike="noStrike" cap="none" normalizeH="0" baseline="0">
                          <a:ln>
                            <a:noFill/>
                          </a:ln>
                          <a:solidFill>
                            <a:schemeClr val="tx2"/>
                          </a:solidFill>
                          <a:effectLst/>
                          <a:latin typeface="Arial Narrow" panose="020B0604020202020204" pitchFamily="34" charset="0"/>
                        </a:rPr>
                        <a:t>Database Modeling in ER and IDEF1X</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87539326"/>
                  </a:ext>
                </a:extLst>
              </a:tr>
              <a:tr h="579088">
                <a:tc vMerge="1">
                  <a:txBody>
                    <a:bodyPr/>
                    <a:lstStyle/>
                    <a:p>
                      <a:endParaRPr lang="en-US"/>
                    </a:p>
                  </a:txBody>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defRPr>
                      </a:lvl1pPr>
                      <a:lvl2pPr>
                        <a:spcBef>
                          <a:spcPct val="20000"/>
                        </a:spcBef>
                        <a:buClr>
                          <a:schemeClr val="tx2"/>
                        </a:buClr>
                        <a:buSzPct val="55000"/>
                        <a:buFont typeface="Wingdings" pitchFamily="2" charset="2"/>
                        <a:defRPr sz="2200">
                          <a:solidFill>
                            <a:srgbClr val="800000"/>
                          </a:solidFill>
                          <a:latin typeface="Arial" panose="020B0604020202020204" pitchFamily="34" charset="0"/>
                        </a:defRPr>
                      </a:lvl2pPr>
                      <a:lvl3pPr>
                        <a:spcBef>
                          <a:spcPct val="20000"/>
                        </a:spcBef>
                        <a:buClr>
                          <a:srgbClr val="990033"/>
                        </a:buClr>
                        <a:buSzPct val="50000"/>
                        <a:buFont typeface="Wingdings" pitchFamily="2" charset="2"/>
                        <a:defRPr sz="2000">
                          <a:solidFill>
                            <a:schemeClr val="tx2"/>
                          </a:solidFill>
                          <a:latin typeface="Arial" panose="020B0604020202020204" pitchFamily="34" charset="0"/>
                        </a:defRPr>
                      </a:lvl3pPr>
                      <a:lvl4pPr>
                        <a:spcBef>
                          <a:spcPct val="20000"/>
                        </a:spcBef>
                        <a:buClr>
                          <a:schemeClr val="tx2"/>
                        </a:buClr>
                        <a:buSzPct val="55000"/>
                        <a:buFont typeface="Wingdings" pitchFamily="2" charset="2"/>
                        <a:defRPr>
                          <a:solidFill>
                            <a:srgbClr val="800000"/>
                          </a:solidFill>
                          <a:latin typeface="Arial" panose="020B0604020202020204" pitchFamily="34" charset="0"/>
                        </a:defRPr>
                      </a:lvl4pPr>
                      <a:lvl5pPr>
                        <a:spcBef>
                          <a:spcPct val="20000"/>
                        </a:spcBef>
                        <a:buClr>
                          <a:srgbClr val="990033"/>
                        </a:buClr>
                        <a:buSzPct val="50000"/>
                        <a:buFont typeface="Wingdings" pitchFamily="2" charset="2"/>
                        <a:defRPr>
                          <a:solidFill>
                            <a:schemeClr val="tx2"/>
                          </a:solidFill>
                          <a:latin typeface="Arial" panose="020B0604020202020204" pitchFamily="34" charset="0"/>
                        </a:defRPr>
                      </a:lvl5pPr>
                      <a:lvl6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6pPr>
                      <a:lvl7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7pPr>
                      <a:lvl8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8pPr>
                      <a:lvl9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altLang="en-US" sz="1600" b="1" i="0" u="none" strike="noStrike" cap="none" normalizeH="0" baseline="0">
                          <a:ln>
                            <a:noFill/>
                          </a:ln>
                          <a:solidFill>
                            <a:schemeClr val="tx2"/>
                          </a:solidFill>
                          <a:effectLst/>
                          <a:latin typeface="Arial Narrow" panose="020B0604020202020204" pitchFamily="34" charset="0"/>
                        </a:rPr>
                        <a:t>DB Artisan</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defRPr>
                      </a:lvl1pPr>
                      <a:lvl2pPr>
                        <a:spcBef>
                          <a:spcPct val="20000"/>
                        </a:spcBef>
                        <a:buClr>
                          <a:schemeClr val="tx2"/>
                        </a:buClr>
                        <a:buSzPct val="55000"/>
                        <a:buFont typeface="Wingdings" pitchFamily="2" charset="2"/>
                        <a:defRPr sz="2200">
                          <a:solidFill>
                            <a:srgbClr val="800000"/>
                          </a:solidFill>
                          <a:latin typeface="Arial" panose="020B0604020202020204" pitchFamily="34" charset="0"/>
                        </a:defRPr>
                      </a:lvl2pPr>
                      <a:lvl3pPr>
                        <a:spcBef>
                          <a:spcPct val="20000"/>
                        </a:spcBef>
                        <a:buClr>
                          <a:srgbClr val="990033"/>
                        </a:buClr>
                        <a:buSzPct val="50000"/>
                        <a:buFont typeface="Wingdings" pitchFamily="2" charset="2"/>
                        <a:defRPr sz="2000">
                          <a:solidFill>
                            <a:schemeClr val="tx2"/>
                          </a:solidFill>
                          <a:latin typeface="Arial" panose="020B0604020202020204" pitchFamily="34" charset="0"/>
                        </a:defRPr>
                      </a:lvl3pPr>
                      <a:lvl4pPr>
                        <a:spcBef>
                          <a:spcPct val="20000"/>
                        </a:spcBef>
                        <a:buClr>
                          <a:schemeClr val="tx2"/>
                        </a:buClr>
                        <a:buSzPct val="55000"/>
                        <a:buFont typeface="Wingdings" pitchFamily="2" charset="2"/>
                        <a:defRPr>
                          <a:solidFill>
                            <a:srgbClr val="800000"/>
                          </a:solidFill>
                          <a:latin typeface="Arial" panose="020B0604020202020204" pitchFamily="34" charset="0"/>
                        </a:defRPr>
                      </a:lvl4pPr>
                      <a:lvl5pPr>
                        <a:spcBef>
                          <a:spcPct val="20000"/>
                        </a:spcBef>
                        <a:buClr>
                          <a:srgbClr val="990033"/>
                        </a:buClr>
                        <a:buSzPct val="50000"/>
                        <a:buFont typeface="Wingdings" pitchFamily="2" charset="2"/>
                        <a:defRPr>
                          <a:solidFill>
                            <a:schemeClr val="tx2"/>
                          </a:solidFill>
                          <a:latin typeface="Arial" panose="020B0604020202020204" pitchFamily="34" charset="0"/>
                        </a:defRPr>
                      </a:lvl5pPr>
                      <a:lvl6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6pPr>
                      <a:lvl7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7pPr>
                      <a:lvl8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8pPr>
                      <a:lvl9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altLang="en-US" sz="1600" b="1" i="0" u="none" strike="noStrike" cap="none" normalizeH="0" baseline="0">
                          <a:ln>
                            <a:noFill/>
                          </a:ln>
                          <a:solidFill>
                            <a:schemeClr val="tx2"/>
                          </a:solidFill>
                          <a:effectLst/>
                          <a:latin typeface="Arial Narrow" panose="020B0604020202020204" pitchFamily="34" charset="0"/>
                        </a:rPr>
                        <a:t>Database administration, space and security management</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29037358"/>
                  </a:ext>
                </a:extLst>
              </a:tr>
              <a:tr h="335251">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defRPr>
                      </a:lvl1pPr>
                      <a:lvl2pPr>
                        <a:spcBef>
                          <a:spcPct val="20000"/>
                        </a:spcBef>
                        <a:buClr>
                          <a:schemeClr val="tx2"/>
                        </a:buClr>
                        <a:buSzPct val="55000"/>
                        <a:buFont typeface="Wingdings" pitchFamily="2" charset="2"/>
                        <a:defRPr sz="2200">
                          <a:solidFill>
                            <a:srgbClr val="800000"/>
                          </a:solidFill>
                          <a:latin typeface="Arial" panose="020B0604020202020204" pitchFamily="34" charset="0"/>
                        </a:defRPr>
                      </a:lvl2pPr>
                      <a:lvl3pPr>
                        <a:spcBef>
                          <a:spcPct val="20000"/>
                        </a:spcBef>
                        <a:buClr>
                          <a:srgbClr val="990033"/>
                        </a:buClr>
                        <a:buSzPct val="50000"/>
                        <a:buFont typeface="Wingdings" pitchFamily="2" charset="2"/>
                        <a:defRPr sz="2000">
                          <a:solidFill>
                            <a:schemeClr val="tx2"/>
                          </a:solidFill>
                          <a:latin typeface="Arial" panose="020B0604020202020204" pitchFamily="34" charset="0"/>
                        </a:defRPr>
                      </a:lvl3pPr>
                      <a:lvl4pPr>
                        <a:spcBef>
                          <a:spcPct val="20000"/>
                        </a:spcBef>
                        <a:buClr>
                          <a:schemeClr val="tx2"/>
                        </a:buClr>
                        <a:buSzPct val="55000"/>
                        <a:buFont typeface="Wingdings" pitchFamily="2" charset="2"/>
                        <a:defRPr>
                          <a:solidFill>
                            <a:srgbClr val="800000"/>
                          </a:solidFill>
                          <a:latin typeface="Arial" panose="020B0604020202020204" pitchFamily="34" charset="0"/>
                        </a:defRPr>
                      </a:lvl4pPr>
                      <a:lvl5pPr>
                        <a:spcBef>
                          <a:spcPct val="20000"/>
                        </a:spcBef>
                        <a:buClr>
                          <a:srgbClr val="990033"/>
                        </a:buClr>
                        <a:buSzPct val="50000"/>
                        <a:buFont typeface="Wingdings" pitchFamily="2" charset="2"/>
                        <a:defRPr>
                          <a:solidFill>
                            <a:schemeClr val="tx2"/>
                          </a:solidFill>
                          <a:latin typeface="Arial" panose="020B0604020202020204" pitchFamily="34" charset="0"/>
                        </a:defRPr>
                      </a:lvl5pPr>
                      <a:lvl6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6pPr>
                      <a:lvl7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7pPr>
                      <a:lvl8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8pPr>
                      <a:lvl9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altLang="en-US" sz="1600" b="1" i="0" u="none" strike="noStrike" cap="none" normalizeH="0" baseline="0">
                          <a:ln>
                            <a:noFill/>
                          </a:ln>
                          <a:solidFill>
                            <a:schemeClr val="tx2"/>
                          </a:solidFill>
                          <a:effectLst/>
                          <a:latin typeface="Arial Narrow" panose="020B0604020202020204" pitchFamily="34" charset="0"/>
                        </a:rPr>
                        <a:t>Oracle</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defRPr>
                      </a:lvl1pPr>
                      <a:lvl2pPr>
                        <a:spcBef>
                          <a:spcPct val="20000"/>
                        </a:spcBef>
                        <a:buClr>
                          <a:schemeClr val="tx2"/>
                        </a:buClr>
                        <a:buSzPct val="55000"/>
                        <a:buFont typeface="Wingdings" pitchFamily="2" charset="2"/>
                        <a:defRPr sz="2200">
                          <a:solidFill>
                            <a:srgbClr val="800000"/>
                          </a:solidFill>
                          <a:latin typeface="Arial" panose="020B0604020202020204" pitchFamily="34" charset="0"/>
                        </a:defRPr>
                      </a:lvl2pPr>
                      <a:lvl3pPr>
                        <a:spcBef>
                          <a:spcPct val="20000"/>
                        </a:spcBef>
                        <a:buClr>
                          <a:srgbClr val="990033"/>
                        </a:buClr>
                        <a:buSzPct val="50000"/>
                        <a:buFont typeface="Wingdings" pitchFamily="2" charset="2"/>
                        <a:defRPr sz="2000">
                          <a:solidFill>
                            <a:schemeClr val="tx2"/>
                          </a:solidFill>
                          <a:latin typeface="Arial" panose="020B0604020202020204" pitchFamily="34" charset="0"/>
                        </a:defRPr>
                      </a:lvl3pPr>
                      <a:lvl4pPr>
                        <a:spcBef>
                          <a:spcPct val="20000"/>
                        </a:spcBef>
                        <a:buClr>
                          <a:schemeClr val="tx2"/>
                        </a:buClr>
                        <a:buSzPct val="55000"/>
                        <a:buFont typeface="Wingdings" pitchFamily="2" charset="2"/>
                        <a:defRPr>
                          <a:solidFill>
                            <a:srgbClr val="800000"/>
                          </a:solidFill>
                          <a:latin typeface="Arial" panose="020B0604020202020204" pitchFamily="34" charset="0"/>
                        </a:defRPr>
                      </a:lvl4pPr>
                      <a:lvl5pPr>
                        <a:spcBef>
                          <a:spcPct val="20000"/>
                        </a:spcBef>
                        <a:buClr>
                          <a:srgbClr val="990033"/>
                        </a:buClr>
                        <a:buSzPct val="50000"/>
                        <a:buFont typeface="Wingdings" pitchFamily="2" charset="2"/>
                        <a:defRPr>
                          <a:solidFill>
                            <a:schemeClr val="tx2"/>
                          </a:solidFill>
                          <a:latin typeface="Arial" panose="020B0604020202020204" pitchFamily="34" charset="0"/>
                        </a:defRPr>
                      </a:lvl5pPr>
                      <a:lvl6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6pPr>
                      <a:lvl7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7pPr>
                      <a:lvl8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8pPr>
                      <a:lvl9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altLang="en-US" sz="1600" b="1" i="0" u="none" strike="noStrike" cap="none" normalizeH="0" baseline="0">
                          <a:ln>
                            <a:noFill/>
                          </a:ln>
                          <a:solidFill>
                            <a:schemeClr val="tx2"/>
                          </a:solidFill>
                          <a:effectLst/>
                          <a:latin typeface="Arial Narrow" panose="020B0604020202020204" pitchFamily="34" charset="0"/>
                        </a:rPr>
                        <a:t>Developer 2000/Designer 2000</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defRPr>
                      </a:lvl1pPr>
                      <a:lvl2pPr>
                        <a:spcBef>
                          <a:spcPct val="20000"/>
                        </a:spcBef>
                        <a:buClr>
                          <a:schemeClr val="tx2"/>
                        </a:buClr>
                        <a:buSzPct val="55000"/>
                        <a:buFont typeface="Wingdings" pitchFamily="2" charset="2"/>
                        <a:defRPr sz="2200">
                          <a:solidFill>
                            <a:srgbClr val="800000"/>
                          </a:solidFill>
                          <a:latin typeface="Arial" panose="020B0604020202020204" pitchFamily="34" charset="0"/>
                        </a:defRPr>
                      </a:lvl2pPr>
                      <a:lvl3pPr>
                        <a:spcBef>
                          <a:spcPct val="20000"/>
                        </a:spcBef>
                        <a:buClr>
                          <a:srgbClr val="990033"/>
                        </a:buClr>
                        <a:buSzPct val="50000"/>
                        <a:buFont typeface="Wingdings" pitchFamily="2" charset="2"/>
                        <a:defRPr sz="2000">
                          <a:solidFill>
                            <a:schemeClr val="tx2"/>
                          </a:solidFill>
                          <a:latin typeface="Arial" panose="020B0604020202020204" pitchFamily="34" charset="0"/>
                        </a:defRPr>
                      </a:lvl3pPr>
                      <a:lvl4pPr>
                        <a:spcBef>
                          <a:spcPct val="20000"/>
                        </a:spcBef>
                        <a:buClr>
                          <a:schemeClr val="tx2"/>
                        </a:buClr>
                        <a:buSzPct val="55000"/>
                        <a:buFont typeface="Wingdings" pitchFamily="2" charset="2"/>
                        <a:defRPr>
                          <a:solidFill>
                            <a:srgbClr val="800000"/>
                          </a:solidFill>
                          <a:latin typeface="Arial" panose="020B0604020202020204" pitchFamily="34" charset="0"/>
                        </a:defRPr>
                      </a:lvl4pPr>
                      <a:lvl5pPr>
                        <a:spcBef>
                          <a:spcPct val="20000"/>
                        </a:spcBef>
                        <a:buClr>
                          <a:srgbClr val="990033"/>
                        </a:buClr>
                        <a:buSzPct val="50000"/>
                        <a:buFont typeface="Wingdings" pitchFamily="2" charset="2"/>
                        <a:defRPr>
                          <a:solidFill>
                            <a:schemeClr val="tx2"/>
                          </a:solidFill>
                          <a:latin typeface="Arial" panose="020B0604020202020204" pitchFamily="34" charset="0"/>
                        </a:defRPr>
                      </a:lvl5pPr>
                      <a:lvl6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6pPr>
                      <a:lvl7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7pPr>
                      <a:lvl8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8pPr>
                      <a:lvl9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altLang="en-US" sz="1600" b="1" i="0" u="none" strike="noStrike" cap="none" normalizeH="0" baseline="0">
                          <a:ln>
                            <a:noFill/>
                          </a:ln>
                          <a:solidFill>
                            <a:schemeClr val="tx2"/>
                          </a:solidFill>
                          <a:effectLst/>
                          <a:latin typeface="Arial Narrow" panose="020B0604020202020204" pitchFamily="34" charset="0"/>
                        </a:rPr>
                        <a:t>Database modeling, application development</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29680982"/>
                  </a:ext>
                </a:extLst>
              </a:tr>
              <a:tr h="579088">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defRPr>
                      </a:lvl1pPr>
                      <a:lvl2pPr>
                        <a:spcBef>
                          <a:spcPct val="20000"/>
                        </a:spcBef>
                        <a:buClr>
                          <a:schemeClr val="tx2"/>
                        </a:buClr>
                        <a:buSzPct val="55000"/>
                        <a:buFont typeface="Wingdings" pitchFamily="2" charset="2"/>
                        <a:defRPr sz="2200">
                          <a:solidFill>
                            <a:srgbClr val="800000"/>
                          </a:solidFill>
                          <a:latin typeface="Arial" panose="020B0604020202020204" pitchFamily="34" charset="0"/>
                        </a:defRPr>
                      </a:lvl2pPr>
                      <a:lvl3pPr>
                        <a:spcBef>
                          <a:spcPct val="20000"/>
                        </a:spcBef>
                        <a:buClr>
                          <a:srgbClr val="990033"/>
                        </a:buClr>
                        <a:buSzPct val="50000"/>
                        <a:buFont typeface="Wingdings" pitchFamily="2" charset="2"/>
                        <a:defRPr sz="2000">
                          <a:solidFill>
                            <a:schemeClr val="tx2"/>
                          </a:solidFill>
                          <a:latin typeface="Arial" panose="020B0604020202020204" pitchFamily="34" charset="0"/>
                        </a:defRPr>
                      </a:lvl3pPr>
                      <a:lvl4pPr>
                        <a:spcBef>
                          <a:spcPct val="20000"/>
                        </a:spcBef>
                        <a:buClr>
                          <a:schemeClr val="tx2"/>
                        </a:buClr>
                        <a:buSzPct val="55000"/>
                        <a:buFont typeface="Wingdings" pitchFamily="2" charset="2"/>
                        <a:defRPr>
                          <a:solidFill>
                            <a:srgbClr val="800000"/>
                          </a:solidFill>
                          <a:latin typeface="Arial" panose="020B0604020202020204" pitchFamily="34" charset="0"/>
                        </a:defRPr>
                      </a:lvl4pPr>
                      <a:lvl5pPr>
                        <a:spcBef>
                          <a:spcPct val="20000"/>
                        </a:spcBef>
                        <a:buClr>
                          <a:srgbClr val="990033"/>
                        </a:buClr>
                        <a:buSzPct val="50000"/>
                        <a:buFont typeface="Wingdings" pitchFamily="2" charset="2"/>
                        <a:defRPr>
                          <a:solidFill>
                            <a:schemeClr val="tx2"/>
                          </a:solidFill>
                          <a:latin typeface="Arial" panose="020B0604020202020204" pitchFamily="34" charset="0"/>
                        </a:defRPr>
                      </a:lvl5pPr>
                      <a:lvl6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6pPr>
                      <a:lvl7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7pPr>
                      <a:lvl8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8pPr>
                      <a:lvl9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altLang="en-US" sz="1600" b="1" i="0" u="none" strike="noStrike" cap="none" normalizeH="0" baseline="0">
                          <a:ln>
                            <a:noFill/>
                          </a:ln>
                          <a:solidFill>
                            <a:schemeClr val="tx2"/>
                          </a:solidFill>
                          <a:effectLst/>
                          <a:latin typeface="Arial Narrow" panose="020B0604020202020204" pitchFamily="34" charset="0"/>
                        </a:rPr>
                        <a:t>Popkin Software</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defRPr>
                      </a:lvl1pPr>
                      <a:lvl2pPr>
                        <a:spcBef>
                          <a:spcPct val="20000"/>
                        </a:spcBef>
                        <a:buClr>
                          <a:schemeClr val="tx2"/>
                        </a:buClr>
                        <a:buSzPct val="55000"/>
                        <a:buFont typeface="Wingdings" pitchFamily="2" charset="2"/>
                        <a:defRPr sz="2200">
                          <a:solidFill>
                            <a:srgbClr val="800000"/>
                          </a:solidFill>
                          <a:latin typeface="Arial" panose="020B0604020202020204" pitchFamily="34" charset="0"/>
                        </a:defRPr>
                      </a:lvl2pPr>
                      <a:lvl3pPr>
                        <a:spcBef>
                          <a:spcPct val="20000"/>
                        </a:spcBef>
                        <a:buClr>
                          <a:srgbClr val="990033"/>
                        </a:buClr>
                        <a:buSzPct val="50000"/>
                        <a:buFont typeface="Wingdings" pitchFamily="2" charset="2"/>
                        <a:defRPr sz="2000">
                          <a:solidFill>
                            <a:schemeClr val="tx2"/>
                          </a:solidFill>
                          <a:latin typeface="Arial" panose="020B0604020202020204" pitchFamily="34" charset="0"/>
                        </a:defRPr>
                      </a:lvl3pPr>
                      <a:lvl4pPr>
                        <a:spcBef>
                          <a:spcPct val="20000"/>
                        </a:spcBef>
                        <a:buClr>
                          <a:schemeClr val="tx2"/>
                        </a:buClr>
                        <a:buSzPct val="55000"/>
                        <a:buFont typeface="Wingdings" pitchFamily="2" charset="2"/>
                        <a:defRPr>
                          <a:solidFill>
                            <a:srgbClr val="800000"/>
                          </a:solidFill>
                          <a:latin typeface="Arial" panose="020B0604020202020204" pitchFamily="34" charset="0"/>
                        </a:defRPr>
                      </a:lvl4pPr>
                      <a:lvl5pPr>
                        <a:spcBef>
                          <a:spcPct val="20000"/>
                        </a:spcBef>
                        <a:buClr>
                          <a:srgbClr val="990033"/>
                        </a:buClr>
                        <a:buSzPct val="50000"/>
                        <a:buFont typeface="Wingdings" pitchFamily="2" charset="2"/>
                        <a:defRPr>
                          <a:solidFill>
                            <a:schemeClr val="tx2"/>
                          </a:solidFill>
                          <a:latin typeface="Arial" panose="020B0604020202020204" pitchFamily="34" charset="0"/>
                        </a:defRPr>
                      </a:lvl5pPr>
                      <a:lvl6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6pPr>
                      <a:lvl7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7pPr>
                      <a:lvl8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8pPr>
                      <a:lvl9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altLang="en-US" sz="1600" b="1" i="0" u="none" strike="noStrike" cap="none" normalizeH="0" baseline="0">
                          <a:ln>
                            <a:noFill/>
                          </a:ln>
                          <a:solidFill>
                            <a:schemeClr val="tx2"/>
                          </a:solidFill>
                          <a:effectLst/>
                          <a:latin typeface="Arial Narrow" panose="020B0604020202020204" pitchFamily="34" charset="0"/>
                        </a:rPr>
                        <a:t>System Architect 2001</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defRPr>
                      </a:lvl1pPr>
                      <a:lvl2pPr>
                        <a:spcBef>
                          <a:spcPct val="20000"/>
                        </a:spcBef>
                        <a:buClr>
                          <a:schemeClr val="tx2"/>
                        </a:buClr>
                        <a:buSzPct val="55000"/>
                        <a:buFont typeface="Wingdings" pitchFamily="2" charset="2"/>
                        <a:defRPr sz="2200">
                          <a:solidFill>
                            <a:srgbClr val="800000"/>
                          </a:solidFill>
                          <a:latin typeface="Arial" panose="020B0604020202020204" pitchFamily="34" charset="0"/>
                        </a:defRPr>
                      </a:lvl2pPr>
                      <a:lvl3pPr>
                        <a:spcBef>
                          <a:spcPct val="20000"/>
                        </a:spcBef>
                        <a:buClr>
                          <a:srgbClr val="990033"/>
                        </a:buClr>
                        <a:buSzPct val="50000"/>
                        <a:buFont typeface="Wingdings" pitchFamily="2" charset="2"/>
                        <a:defRPr sz="2000">
                          <a:solidFill>
                            <a:schemeClr val="tx2"/>
                          </a:solidFill>
                          <a:latin typeface="Arial" panose="020B0604020202020204" pitchFamily="34" charset="0"/>
                        </a:defRPr>
                      </a:lvl3pPr>
                      <a:lvl4pPr>
                        <a:spcBef>
                          <a:spcPct val="20000"/>
                        </a:spcBef>
                        <a:buClr>
                          <a:schemeClr val="tx2"/>
                        </a:buClr>
                        <a:buSzPct val="55000"/>
                        <a:buFont typeface="Wingdings" pitchFamily="2" charset="2"/>
                        <a:defRPr>
                          <a:solidFill>
                            <a:srgbClr val="800000"/>
                          </a:solidFill>
                          <a:latin typeface="Arial" panose="020B0604020202020204" pitchFamily="34" charset="0"/>
                        </a:defRPr>
                      </a:lvl4pPr>
                      <a:lvl5pPr>
                        <a:spcBef>
                          <a:spcPct val="20000"/>
                        </a:spcBef>
                        <a:buClr>
                          <a:srgbClr val="990033"/>
                        </a:buClr>
                        <a:buSzPct val="50000"/>
                        <a:buFont typeface="Wingdings" pitchFamily="2" charset="2"/>
                        <a:defRPr>
                          <a:solidFill>
                            <a:schemeClr val="tx2"/>
                          </a:solidFill>
                          <a:latin typeface="Arial" panose="020B0604020202020204" pitchFamily="34" charset="0"/>
                        </a:defRPr>
                      </a:lvl5pPr>
                      <a:lvl6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6pPr>
                      <a:lvl7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7pPr>
                      <a:lvl8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8pPr>
                      <a:lvl9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altLang="en-US" sz="1600" b="1" i="0" u="none" strike="noStrike" cap="none" normalizeH="0" baseline="0">
                          <a:ln>
                            <a:noFill/>
                          </a:ln>
                          <a:solidFill>
                            <a:schemeClr val="tx2"/>
                          </a:solidFill>
                          <a:effectLst/>
                          <a:latin typeface="Arial Narrow" panose="020B0604020202020204" pitchFamily="34" charset="0"/>
                        </a:rPr>
                        <a:t>Data modeling, object modeling, process modeling, structured analysis/design</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83792306"/>
                  </a:ext>
                </a:extLst>
              </a:tr>
              <a:tr h="822924">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defRPr>
                      </a:lvl1pPr>
                      <a:lvl2pPr>
                        <a:spcBef>
                          <a:spcPct val="20000"/>
                        </a:spcBef>
                        <a:buClr>
                          <a:schemeClr val="tx2"/>
                        </a:buClr>
                        <a:buSzPct val="55000"/>
                        <a:buFont typeface="Wingdings" pitchFamily="2" charset="2"/>
                        <a:defRPr sz="2200">
                          <a:solidFill>
                            <a:srgbClr val="800000"/>
                          </a:solidFill>
                          <a:latin typeface="Arial" panose="020B0604020202020204" pitchFamily="34" charset="0"/>
                        </a:defRPr>
                      </a:lvl2pPr>
                      <a:lvl3pPr>
                        <a:spcBef>
                          <a:spcPct val="20000"/>
                        </a:spcBef>
                        <a:buClr>
                          <a:srgbClr val="990033"/>
                        </a:buClr>
                        <a:buSzPct val="50000"/>
                        <a:buFont typeface="Wingdings" pitchFamily="2" charset="2"/>
                        <a:defRPr sz="2000">
                          <a:solidFill>
                            <a:schemeClr val="tx2"/>
                          </a:solidFill>
                          <a:latin typeface="Arial" panose="020B0604020202020204" pitchFamily="34" charset="0"/>
                        </a:defRPr>
                      </a:lvl3pPr>
                      <a:lvl4pPr>
                        <a:spcBef>
                          <a:spcPct val="20000"/>
                        </a:spcBef>
                        <a:buClr>
                          <a:schemeClr val="tx2"/>
                        </a:buClr>
                        <a:buSzPct val="55000"/>
                        <a:buFont typeface="Wingdings" pitchFamily="2" charset="2"/>
                        <a:defRPr>
                          <a:solidFill>
                            <a:srgbClr val="800000"/>
                          </a:solidFill>
                          <a:latin typeface="Arial" panose="020B0604020202020204" pitchFamily="34" charset="0"/>
                        </a:defRPr>
                      </a:lvl4pPr>
                      <a:lvl5pPr>
                        <a:spcBef>
                          <a:spcPct val="20000"/>
                        </a:spcBef>
                        <a:buClr>
                          <a:srgbClr val="990033"/>
                        </a:buClr>
                        <a:buSzPct val="50000"/>
                        <a:buFont typeface="Wingdings" pitchFamily="2" charset="2"/>
                        <a:defRPr>
                          <a:solidFill>
                            <a:schemeClr val="tx2"/>
                          </a:solidFill>
                          <a:latin typeface="Arial" panose="020B0604020202020204" pitchFamily="34" charset="0"/>
                        </a:defRPr>
                      </a:lvl5pPr>
                      <a:lvl6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6pPr>
                      <a:lvl7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7pPr>
                      <a:lvl8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8pPr>
                      <a:lvl9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altLang="en-US" sz="1600" b="1" i="0" u="none" strike="noStrike" cap="none" normalizeH="0" baseline="0">
                          <a:ln>
                            <a:noFill/>
                          </a:ln>
                          <a:solidFill>
                            <a:schemeClr val="tx2"/>
                          </a:solidFill>
                          <a:effectLst/>
                          <a:latin typeface="Arial Narrow" panose="020B0604020202020204" pitchFamily="34" charset="0"/>
                        </a:rPr>
                        <a:t>Platinum (Computer Associates) </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defRPr>
                      </a:lvl1pPr>
                      <a:lvl2pPr>
                        <a:spcBef>
                          <a:spcPct val="20000"/>
                        </a:spcBef>
                        <a:buClr>
                          <a:schemeClr val="tx2"/>
                        </a:buClr>
                        <a:buSzPct val="55000"/>
                        <a:buFont typeface="Wingdings" pitchFamily="2" charset="2"/>
                        <a:defRPr sz="2200">
                          <a:solidFill>
                            <a:srgbClr val="800000"/>
                          </a:solidFill>
                          <a:latin typeface="Arial" panose="020B0604020202020204" pitchFamily="34" charset="0"/>
                        </a:defRPr>
                      </a:lvl2pPr>
                      <a:lvl3pPr>
                        <a:spcBef>
                          <a:spcPct val="20000"/>
                        </a:spcBef>
                        <a:buClr>
                          <a:srgbClr val="990033"/>
                        </a:buClr>
                        <a:buSzPct val="50000"/>
                        <a:buFont typeface="Wingdings" pitchFamily="2" charset="2"/>
                        <a:defRPr sz="2000">
                          <a:solidFill>
                            <a:schemeClr val="tx2"/>
                          </a:solidFill>
                          <a:latin typeface="Arial" panose="020B0604020202020204" pitchFamily="34" charset="0"/>
                        </a:defRPr>
                      </a:lvl3pPr>
                      <a:lvl4pPr>
                        <a:spcBef>
                          <a:spcPct val="20000"/>
                        </a:spcBef>
                        <a:buClr>
                          <a:schemeClr val="tx2"/>
                        </a:buClr>
                        <a:buSzPct val="55000"/>
                        <a:buFont typeface="Wingdings" pitchFamily="2" charset="2"/>
                        <a:defRPr>
                          <a:solidFill>
                            <a:srgbClr val="800000"/>
                          </a:solidFill>
                          <a:latin typeface="Arial" panose="020B0604020202020204" pitchFamily="34" charset="0"/>
                        </a:defRPr>
                      </a:lvl4pPr>
                      <a:lvl5pPr>
                        <a:spcBef>
                          <a:spcPct val="20000"/>
                        </a:spcBef>
                        <a:buClr>
                          <a:srgbClr val="990033"/>
                        </a:buClr>
                        <a:buSzPct val="50000"/>
                        <a:buFont typeface="Wingdings" pitchFamily="2" charset="2"/>
                        <a:defRPr>
                          <a:solidFill>
                            <a:schemeClr val="tx2"/>
                          </a:solidFill>
                          <a:latin typeface="Arial" panose="020B0604020202020204" pitchFamily="34" charset="0"/>
                        </a:defRPr>
                      </a:lvl5pPr>
                      <a:lvl6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6pPr>
                      <a:lvl7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7pPr>
                      <a:lvl8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8pPr>
                      <a:lvl9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altLang="en-US" sz="1600" b="1" i="0" u="none" strike="noStrike" cap="none" normalizeH="0" baseline="0">
                          <a:ln>
                            <a:noFill/>
                          </a:ln>
                          <a:solidFill>
                            <a:schemeClr val="tx2"/>
                          </a:solidFill>
                          <a:effectLst/>
                          <a:latin typeface="Arial Narrow" panose="020B0604020202020204" pitchFamily="34" charset="0"/>
                        </a:rPr>
                        <a:t>Enterprise Modeling Suite: Erwin, BPWin, Paradigm Plus</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defRPr>
                      </a:lvl1pPr>
                      <a:lvl2pPr>
                        <a:spcBef>
                          <a:spcPct val="20000"/>
                        </a:spcBef>
                        <a:buClr>
                          <a:schemeClr val="tx2"/>
                        </a:buClr>
                        <a:buSzPct val="55000"/>
                        <a:buFont typeface="Wingdings" pitchFamily="2" charset="2"/>
                        <a:defRPr sz="2200">
                          <a:solidFill>
                            <a:srgbClr val="800000"/>
                          </a:solidFill>
                          <a:latin typeface="Arial" panose="020B0604020202020204" pitchFamily="34" charset="0"/>
                        </a:defRPr>
                      </a:lvl2pPr>
                      <a:lvl3pPr>
                        <a:spcBef>
                          <a:spcPct val="20000"/>
                        </a:spcBef>
                        <a:buClr>
                          <a:srgbClr val="990033"/>
                        </a:buClr>
                        <a:buSzPct val="50000"/>
                        <a:buFont typeface="Wingdings" pitchFamily="2" charset="2"/>
                        <a:defRPr sz="2000">
                          <a:solidFill>
                            <a:schemeClr val="tx2"/>
                          </a:solidFill>
                          <a:latin typeface="Arial" panose="020B0604020202020204" pitchFamily="34" charset="0"/>
                        </a:defRPr>
                      </a:lvl3pPr>
                      <a:lvl4pPr>
                        <a:spcBef>
                          <a:spcPct val="20000"/>
                        </a:spcBef>
                        <a:buClr>
                          <a:schemeClr val="tx2"/>
                        </a:buClr>
                        <a:buSzPct val="55000"/>
                        <a:buFont typeface="Wingdings" pitchFamily="2" charset="2"/>
                        <a:defRPr>
                          <a:solidFill>
                            <a:srgbClr val="800000"/>
                          </a:solidFill>
                          <a:latin typeface="Arial" panose="020B0604020202020204" pitchFamily="34" charset="0"/>
                        </a:defRPr>
                      </a:lvl4pPr>
                      <a:lvl5pPr>
                        <a:spcBef>
                          <a:spcPct val="20000"/>
                        </a:spcBef>
                        <a:buClr>
                          <a:srgbClr val="990033"/>
                        </a:buClr>
                        <a:buSzPct val="50000"/>
                        <a:buFont typeface="Wingdings" pitchFamily="2" charset="2"/>
                        <a:defRPr>
                          <a:solidFill>
                            <a:schemeClr val="tx2"/>
                          </a:solidFill>
                          <a:latin typeface="Arial" panose="020B0604020202020204" pitchFamily="34" charset="0"/>
                        </a:defRPr>
                      </a:lvl5pPr>
                      <a:lvl6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6pPr>
                      <a:lvl7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7pPr>
                      <a:lvl8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8pPr>
                      <a:lvl9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altLang="en-US" sz="1600" b="1" i="0" u="none" strike="noStrike" cap="none" normalizeH="0" baseline="0">
                          <a:ln>
                            <a:noFill/>
                          </a:ln>
                          <a:solidFill>
                            <a:schemeClr val="tx2"/>
                          </a:solidFill>
                          <a:effectLst/>
                          <a:latin typeface="Arial Narrow" panose="020B0604020202020204" pitchFamily="34" charset="0"/>
                        </a:rPr>
                        <a:t>Data, process, and business component modeling</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13615088"/>
                  </a:ext>
                </a:extLst>
              </a:tr>
              <a:tr h="579088">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defRPr>
                      </a:lvl1pPr>
                      <a:lvl2pPr>
                        <a:spcBef>
                          <a:spcPct val="20000"/>
                        </a:spcBef>
                        <a:buClr>
                          <a:schemeClr val="tx2"/>
                        </a:buClr>
                        <a:buSzPct val="55000"/>
                        <a:buFont typeface="Wingdings" pitchFamily="2" charset="2"/>
                        <a:defRPr sz="2200">
                          <a:solidFill>
                            <a:srgbClr val="800000"/>
                          </a:solidFill>
                          <a:latin typeface="Arial" panose="020B0604020202020204" pitchFamily="34" charset="0"/>
                        </a:defRPr>
                      </a:lvl2pPr>
                      <a:lvl3pPr>
                        <a:spcBef>
                          <a:spcPct val="20000"/>
                        </a:spcBef>
                        <a:buClr>
                          <a:srgbClr val="990033"/>
                        </a:buClr>
                        <a:buSzPct val="50000"/>
                        <a:buFont typeface="Wingdings" pitchFamily="2" charset="2"/>
                        <a:defRPr sz="2000">
                          <a:solidFill>
                            <a:schemeClr val="tx2"/>
                          </a:solidFill>
                          <a:latin typeface="Arial" panose="020B0604020202020204" pitchFamily="34" charset="0"/>
                        </a:defRPr>
                      </a:lvl3pPr>
                      <a:lvl4pPr>
                        <a:spcBef>
                          <a:spcPct val="20000"/>
                        </a:spcBef>
                        <a:buClr>
                          <a:schemeClr val="tx2"/>
                        </a:buClr>
                        <a:buSzPct val="55000"/>
                        <a:buFont typeface="Wingdings" pitchFamily="2" charset="2"/>
                        <a:defRPr>
                          <a:solidFill>
                            <a:srgbClr val="800000"/>
                          </a:solidFill>
                          <a:latin typeface="Arial" panose="020B0604020202020204" pitchFamily="34" charset="0"/>
                        </a:defRPr>
                      </a:lvl4pPr>
                      <a:lvl5pPr>
                        <a:spcBef>
                          <a:spcPct val="20000"/>
                        </a:spcBef>
                        <a:buClr>
                          <a:srgbClr val="990033"/>
                        </a:buClr>
                        <a:buSzPct val="50000"/>
                        <a:buFont typeface="Wingdings" pitchFamily="2" charset="2"/>
                        <a:defRPr>
                          <a:solidFill>
                            <a:schemeClr val="tx2"/>
                          </a:solidFill>
                          <a:latin typeface="Arial" panose="020B0604020202020204" pitchFamily="34" charset="0"/>
                        </a:defRPr>
                      </a:lvl5pPr>
                      <a:lvl6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6pPr>
                      <a:lvl7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7pPr>
                      <a:lvl8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8pPr>
                      <a:lvl9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altLang="en-US" sz="1600" b="1" i="0" u="none" strike="noStrike" cap="none" normalizeH="0" baseline="0">
                          <a:ln>
                            <a:noFill/>
                          </a:ln>
                          <a:solidFill>
                            <a:schemeClr val="tx2"/>
                          </a:solidFill>
                          <a:effectLst/>
                          <a:latin typeface="Arial Narrow" panose="020B0604020202020204" pitchFamily="34" charset="0"/>
                        </a:rPr>
                        <a:t>Persistence Inc.</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defRPr>
                      </a:lvl1pPr>
                      <a:lvl2pPr>
                        <a:spcBef>
                          <a:spcPct val="20000"/>
                        </a:spcBef>
                        <a:buClr>
                          <a:schemeClr val="tx2"/>
                        </a:buClr>
                        <a:buSzPct val="55000"/>
                        <a:buFont typeface="Wingdings" pitchFamily="2" charset="2"/>
                        <a:defRPr sz="2200">
                          <a:solidFill>
                            <a:srgbClr val="800000"/>
                          </a:solidFill>
                          <a:latin typeface="Arial" panose="020B0604020202020204" pitchFamily="34" charset="0"/>
                        </a:defRPr>
                      </a:lvl2pPr>
                      <a:lvl3pPr>
                        <a:spcBef>
                          <a:spcPct val="20000"/>
                        </a:spcBef>
                        <a:buClr>
                          <a:srgbClr val="990033"/>
                        </a:buClr>
                        <a:buSzPct val="50000"/>
                        <a:buFont typeface="Wingdings" pitchFamily="2" charset="2"/>
                        <a:defRPr sz="2000">
                          <a:solidFill>
                            <a:schemeClr val="tx2"/>
                          </a:solidFill>
                          <a:latin typeface="Arial" panose="020B0604020202020204" pitchFamily="34" charset="0"/>
                        </a:defRPr>
                      </a:lvl3pPr>
                      <a:lvl4pPr>
                        <a:spcBef>
                          <a:spcPct val="20000"/>
                        </a:spcBef>
                        <a:buClr>
                          <a:schemeClr val="tx2"/>
                        </a:buClr>
                        <a:buSzPct val="55000"/>
                        <a:buFont typeface="Wingdings" pitchFamily="2" charset="2"/>
                        <a:defRPr>
                          <a:solidFill>
                            <a:srgbClr val="800000"/>
                          </a:solidFill>
                          <a:latin typeface="Arial" panose="020B0604020202020204" pitchFamily="34" charset="0"/>
                        </a:defRPr>
                      </a:lvl4pPr>
                      <a:lvl5pPr>
                        <a:spcBef>
                          <a:spcPct val="20000"/>
                        </a:spcBef>
                        <a:buClr>
                          <a:srgbClr val="990033"/>
                        </a:buClr>
                        <a:buSzPct val="50000"/>
                        <a:buFont typeface="Wingdings" pitchFamily="2" charset="2"/>
                        <a:defRPr>
                          <a:solidFill>
                            <a:schemeClr val="tx2"/>
                          </a:solidFill>
                          <a:latin typeface="Arial" panose="020B0604020202020204" pitchFamily="34" charset="0"/>
                        </a:defRPr>
                      </a:lvl5pPr>
                      <a:lvl6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6pPr>
                      <a:lvl7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7pPr>
                      <a:lvl8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8pPr>
                      <a:lvl9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altLang="en-US" sz="1600" b="1" i="0" u="none" strike="noStrike" cap="none" normalizeH="0" baseline="0">
                          <a:ln>
                            <a:noFill/>
                          </a:ln>
                          <a:solidFill>
                            <a:schemeClr val="tx2"/>
                          </a:solidFill>
                          <a:effectLst/>
                          <a:latin typeface="Arial Narrow" panose="020B0604020202020204" pitchFamily="34" charset="0"/>
                        </a:rPr>
                        <a:t>Pwertier</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defRPr>
                      </a:lvl1pPr>
                      <a:lvl2pPr>
                        <a:spcBef>
                          <a:spcPct val="20000"/>
                        </a:spcBef>
                        <a:buClr>
                          <a:schemeClr val="tx2"/>
                        </a:buClr>
                        <a:buSzPct val="55000"/>
                        <a:buFont typeface="Wingdings" pitchFamily="2" charset="2"/>
                        <a:defRPr sz="2200">
                          <a:solidFill>
                            <a:srgbClr val="800000"/>
                          </a:solidFill>
                          <a:latin typeface="Arial" panose="020B0604020202020204" pitchFamily="34" charset="0"/>
                        </a:defRPr>
                      </a:lvl2pPr>
                      <a:lvl3pPr>
                        <a:spcBef>
                          <a:spcPct val="20000"/>
                        </a:spcBef>
                        <a:buClr>
                          <a:srgbClr val="990033"/>
                        </a:buClr>
                        <a:buSzPct val="50000"/>
                        <a:buFont typeface="Wingdings" pitchFamily="2" charset="2"/>
                        <a:defRPr sz="2000">
                          <a:solidFill>
                            <a:schemeClr val="tx2"/>
                          </a:solidFill>
                          <a:latin typeface="Arial" panose="020B0604020202020204" pitchFamily="34" charset="0"/>
                        </a:defRPr>
                      </a:lvl3pPr>
                      <a:lvl4pPr>
                        <a:spcBef>
                          <a:spcPct val="20000"/>
                        </a:spcBef>
                        <a:buClr>
                          <a:schemeClr val="tx2"/>
                        </a:buClr>
                        <a:buSzPct val="55000"/>
                        <a:buFont typeface="Wingdings" pitchFamily="2" charset="2"/>
                        <a:defRPr>
                          <a:solidFill>
                            <a:srgbClr val="800000"/>
                          </a:solidFill>
                          <a:latin typeface="Arial" panose="020B0604020202020204" pitchFamily="34" charset="0"/>
                        </a:defRPr>
                      </a:lvl4pPr>
                      <a:lvl5pPr>
                        <a:spcBef>
                          <a:spcPct val="20000"/>
                        </a:spcBef>
                        <a:buClr>
                          <a:srgbClr val="990033"/>
                        </a:buClr>
                        <a:buSzPct val="50000"/>
                        <a:buFont typeface="Wingdings" pitchFamily="2" charset="2"/>
                        <a:defRPr>
                          <a:solidFill>
                            <a:schemeClr val="tx2"/>
                          </a:solidFill>
                          <a:latin typeface="Arial" panose="020B0604020202020204" pitchFamily="34" charset="0"/>
                        </a:defRPr>
                      </a:lvl5pPr>
                      <a:lvl6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6pPr>
                      <a:lvl7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7pPr>
                      <a:lvl8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8pPr>
                      <a:lvl9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altLang="en-US" sz="1600" b="1" i="0" u="none" strike="noStrike" cap="none" normalizeH="0" baseline="0">
                          <a:ln>
                            <a:noFill/>
                          </a:ln>
                          <a:solidFill>
                            <a:schemeClr val="tx2"/>
                          </a:solidFill>
                          <a:effectLst/>
                          <a:latin typeface="Arial Narrow" panose="020B0604020202020204" pitchFamily="34" charset="0"/>
                        </a:rPr>
                        <a:t>Mapping from O-O to relational model</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12575072"/>
                  </a:ext>
                </a:extLst>
              </a:tr>
              <a:tr h="369784">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defRPr>
                      </a:lvl1pPr>
                      <a:lvl2pPr>
                        <a:spcBef>
                          <a:spcPct val="20000"/>
                        </a:spcBef>
                        <a:buClr>
                          <a:schemeClr val="tx2"/>
                        </a:buClr>
                        <a:buSzPct val="55000"/>
                        <a:buFont typeface="Wingdings" pitchFamily="2" charset="2"/>
                        <a:defRPr sz="2200">
                          <a:solidFill>
                            <a:srgbClr val="800000"/>
                          </a:solidFill>
                          <a:latin typeface="Arial" panose="020B0604020202020204" pitchFamily="34" charset="0"/>
                        </a:defRPr>
                      </a:lvl2pPr>
                      <a:lvl3pPr>
                        <a:spcBef>
                          <a:spcPct val="20000"/>
                        </a:spcBef>
                        <a:buClr>
                          <a:srgbClr val="990033"/>
                        </a:buClr>
                        <a:buSzPct val="50000"/>
                        <a:buFont typeface="Wingdings" pitchFamily="2" charset="2"/>
                        <a:defRPr sz="2000">
                          <a:solidFill>
                            <a:schemeClr val="tx2"/>
                          </a:solidFill>
                          <a:latin typeface="Arial" panose="020B0604020202020204" pitchFamily="34" charset="0"/>
                        </a:defRPr>
                      </a:lvl3pPr>
                      <a:lvl4pPr>
                        <a:spcBef>
                          <a:spcPct val="20000"/>
                        </a:spcBef>
                        <a:buClr>
                          <a:schemeClr val="tx2"/>
                        </a:buClr>
                        <a:buSzPct val="55000"/>
                        <a:buFont typeface="Wingdings" pitchFamily="2" charset="2"/>
                        <a:defRPr>
                          <a:solidFill>
                            <a:srgbClr val="800000"/>
                          </a:solidFill>
                          <a:latin typeface="Arial" panose="020B0604020202020204" pitchFamily="34" charset="0"/>
                        </a:defRPr>
                      </a:lvl4pPr>
                      <a:lvl5pPr>
                        <a:spcBef>
                          <a:spcPct val="20000"/>
                        </a:spcBef>
                        <a:buClr>
                          <a:srgbClr val="990033"/>
                        </a:buClr>
                        <a:buSzPct val="50000"/>
                        <a:buFont typeface="Wingdings" pitchFamily="2" charset="2"/>
                        <a:defRPr>
                          <a:solidFill>
                            <a:schemeClr val="tx2"/>
                          </a:solidFill>
                          <a:latin typeface="Arial" panose="020B0604020202020204" pitchFamily="34" charset="0"/>
                        </a:defRPr>
                      </a:lvl5pPr>
                      <a:lvl6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6pPr>
                      <a:lvl7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7pPr>
                      <a:lvl8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8pPr>
                      <a:lvl9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altLang="en-US" sz="1600" b="1" i="0" u="none" strike="noStrike" cap="none" normalizeH="0" baseline="0">
                          <a:ln>
                            <a:noFill/>
                          </a:ln>
                          <a:solidFill>
                            <a:schemeClr val="tx2"/>
                          </a:solidFill>
                          <a:effectLst/>
                          <a:latin typeface="Arial Narrow" panose="020B0604020202020204" pitchFamily="34" charset="0"/>
                        </a:rPr>
                        <a:t>Rational (IBM)</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defRPr>
                      </a:lvl1pPr>
                      <a:lvl2pPr>
                        <a:spcBef>
                          <a:spcPct val="20000"/>
                        </a:spcBef>
                        <a:buClr>
                          <a:schemeClr val="tx2"/>
                        </a:buClr>
                        <a:buSzPct val="55000"/>
                        <a:buFont typeface="Wingdings" pitchFamily="2" charset="2"/>
                        <a:defRPr sz="2200">
                          <a:solidFill>
                            <a:srgbClr val="800000"/>
                          </a:solidFill>
                          <a:latin typeface="Arial" panose="020B0604020202020204" pitchFamily="34" charset="0"/>
                        </a:defRPr>
                      </a:lvl2pPr>
                      <a:lvl3pPr>
                        <a:spcBef>
                          <a:spcPct val="20000"/>
                        </a:spcBef>
                        <a:buClr>
                          <a:srgbClr val="990033"/>
                        </a:buClr>
                        <a:buSzPct val="50000"/>
                        <a:buFont typeface="Wingdings" pitchFamily="2" charset="2"/>
                        <a:defRPr sz="2000">
                          <a:solidFill>
                            <a:schemeClr val="tx2"/>
                          </a:solidFill>
                          <a:latin typeface="Arial" panose="020B0604020202020204" pitchFamily="34" charset="0"/>
                        </a:defRPr>
                      </a:lvl3pPr>
                      <a:lvl4pPr>
                        <a:spcBef>
                          <a:spcPct val="20000"/>
                        </a:spcBef>
                        <a:buClr>
                          <a:schemeClr val="tx2"/>
                        </a:buClr>
                        <a:buSzPct val="55000"/>
                        <a:buFont typeface="Wingdings" pitchFamily="2" charset="2"/>
                        <a:defRPr>
                          <a:solidFill>
                            <a:srgbClr val="800000"/>
                          </a:solidFill>
                          <a:latin typeface="Arial" panose="020B0604020202020204" pitchFamily="34" charset="0"/>
                        </a:defRPr>
                      </a:lvl4pPr>
                      <a:lvl5pPr>
                        <a:spcBef>
                          <a:spcPct val="20000"/>
                        </a:spcBef>
                        <a:buClr>
                          <a:srgbClr val="990033"/>
                        </a:buClr>
                        <a:buSzPct val="50000"/>
                        <a:buFont typeface="Wingdings" pitchFamily="2" charset="2"/>
                        <a:defRPr>
                          <a:solidFill>
                            <a:schemeClr val="tx2"/>
                          </a:solidFill>
                          <a:latin typeface="Arial" panose="020B0604020202020204" pitchFamily="34" charset="0"/>
                        </a:defRPr>
                      </a:lvl5pPr>
                      <a:lvl6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6pPr>
                      <a:lvl7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7pPr>
                      <a:lvl8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8pPr>
                      <a:lvl9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altLang="en-US" sz="1600" b="1" i="0" u="none" strike="noStrike" cap="none" normalizeH="0" baseline="0">
                          <a:ln>
                            <a:noFill/>
                          </a:ln>
                          <a:solidFill>
                            <a:schemeClr val="tx2"/>
                          </a:solidFill>
                          <a:effectLst/>
                          <a:latin typeface="Arial Narrow" panose="020B0604020202020204" pitchFamily="34" charset="0"/>
                        </a:rPr>
                        <a:t>Rational Rose</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defRPr>
                      </a:lvl1pPr>
                      <a:lvl2pPr>
                        <a:spcBef>
                          <a:spcPct val="20000"/>
                        </a:spcBef>
                        <a:buClr>
                          <a:schemeClr val="tx2"/>
                        </a:buClr>
                        <a:buSzPct val="55000"/>
                        <a:buFont typeface="Wingdings" pitchFamily="2" charset="2"/>
                        <a:defRPr sz="2200">
                          <a:solidFill>
                            <a:srgbClr val="800000"/>
                          </a:solidFill>
                          <a:latin typeface="Arial" panose="020B0604020202020204" pitchFamily="34" charset="0"/>
                        </a:defRPr>
                      </a:lvl2pPr>
                      <a:lvl3pPr>
                        <a:spcBef>
                          <a:spcPct val="20000"/>
                        </a:spcBef>
                        <a:buClr>
                          <a:srgbClr val="990033"/>
                        </a:buClr>
                        <a:buSzPct val="50000"/>
                        <a:buFont typeface="Wingdings" pitchFamily="2" charset="2"/>
                        <a:defRPr sz="2000">
                          <a:solidFill>
                            <a:schemeClr val="tx2"/>
                          </a:solidFill>
                          <a:latin typeface="Arial" panose="020B0604020202020204" pitchFamily="34" charset="0"/>
                        </a:defRPr>
                      </a:lvl3pPr>
                      <a:lvl4pPr>
                        <a:spcBef>
                          <a:spcPct val="20000"/>
                        </a:spcBef>
                        <a:buClr>
                          <a:schemeClr val="tx2"/>
                        </a:buClr>
                        <a:buSzPct val="55000"/>
                        <a:buFont typeface="Wingdings" pitchFamily="2" charset="2"/>
                        <a:defRPr>
                          <a:solidFill>
                            <a:srgbClr val="800000"/>
                          </a:solidFill>
                          <a:latin typeface="Arial" panose="020B0604020202020204" pitchFamily="34" charset="0"/>
                        </a:defRPr>
                      </a:lvl4pPr>
                      <a:lvl5pPr>
                        <a:spcBef>
                          <a:spcPct val="20000"/>
                        </a:spcBef>
                        <a:buClr>
                          <a:srgbClr val="990033"/>
                        </a:buClr>
                        <a:buSzPct val="50000"/>
                        <a:buFont typeface="Wingdings" pitchFamily="2" charset="2"/>
                        <a:defRPr>
                          <a:solidFill>
                            <a:schemeClr val="tx2"/>
                          </a:solidFill>
                          <a:latin typeface="Arial" panose="020B0604020202020204" pitchFamily="34" charset="0"/>
                        </a:defRPr>
                      </a:lvl5pPr>
                      <a:lvl6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6pPr>
                      <a:lvl7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7pPr>
                      <a:lvl8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8pPr>
                      <a:lvl9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altLang="en-US" sz="1600" b="1" i="0" u="none" strike="noStrike" cap="none" normalizeH="0" baseline="0">
                          <a:ln>
                            <a:noFill/>
                          </a:ln>
                          <a:solidFill>
                            <a:schemeClr val="tx2"/>
                          </a:solidFill>
                          <a:effectLst/>
                          <a:latin typeface="Arial Narrow" panose="020B0604020202020204" pitchFamily="34" charset="0"/>
                        </a:rPr>
                        <a:t>UML Modeling &amp; application generation in C++/JAVA</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49575481"/>
                  </a:ext>
                </a:extLst>
              </a:tr>
              <a:tr h="368197">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defRPr>
                      </a:lvl1pPr>
                      <a:lvl2pPr>
                        <a:spcBef>
                          <a:spcPct val="20000"/>
                        </a:spcBef>
                        <a:buClr>
                          <a:schemeClr val="tx2"/>
                        </a:buClr>
                        <a:buSzPct val="55000"/>
                        <a:buFont typeface="Wingdings" pitchFamily="2" charset="2"/>
                        <a:defRPr sz="2200">
                          <a:solidFill>
                            <a:srgbClr val="800000"/>
                          </a:solidFill>
                          <a:latin typeface="Arial" panose="020B0604020202020204" pitchFamily="34" charset="0"/>
                        </a:defRPr>
                      </a:lvl2pPr>
                      <a:lvl3pPr>
                        <a:spcBef>
                          <a:spcPct val="20000"/>
                        </a:spcBef>
                        <a:buClr>
                          <a:srgbClr val="990033"/>
                        </a:buClr>
                        <a:buSzPct val="50000"/>
                        <a:buFont typeface="Wingdings" pitchFamily="2" charset="2"/>
                        <a:defRPr sz="2000">
                          <a:solidFill>
                            <a:schemeClr val="tx2"/>
                          </a:solidFill>
                          <a:latin typeface="Arial" panose="020B0604020202020204" pitchFamily="34" charset="0"/>
                        </a:defRPr>
                      </a:lvl3pPr>
                      <a:lvl4pPr>
                        <a:spcBef>
                          <a:spcPct val="20000"/>
                        </a:spcBef>
                        <a:buClr>
                          <a:schemeClr val="tx2"/>
                        </a:buClr>
                        <a:buSzPct val="55000"/>
                        <a:buFont typeface="Wingdings" pitchFamily="2" charset="2"/>
                        <a:defRPr>
                          <a:solidFill>
                            <a:srgbClr val="800000"/>
                          </a:solidFill>
                          <a:latin typeface="Arial" panose="020B0604020202020204" pitchFamily="34" charset="0"/>
                        </a:defRPr>
                      </a:lvl4pPr>
                      <a:lvl5pPr>
                        <a:spcBef>
                          <a:spcPct val="20000"/>
                        </a:spcBef>
                        <a:buClr>
                          <a:srgbClr val="990033"/>
                        </a:buClr>
                        <a:buSzPct val="50000"/>
                        <a:buFont typeface="Wingdings" pitchFamily="2" charset="2"/>
                        <a:defRPr>
                          <a:solidFill>
                            <a:schemeClr val="tx2"/>
                          </a:solidFill>
                          <a:latin typeface="Arial" panose="020B0604020202020204" pitchFamily="34" charset="0"/>
                        </a:defRPr>
                      </a:lvl5pPr>
                      <a:lvl6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6pPr>
                      <a:lvl7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7pPr>
                      <a:lvl8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8pPr>
                      <a:lvl9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altLang="en-US" sz="1600" b="1" i="0" u="none" strike="noStrike" cap="none" normalizeH="0" baseline="0">
                          <a:ln>
                            <a:noFill/>
                          </a:ln>
                          <a:solidFill>
                            <a:schemeClr val="tx2"/>
                          </a:solidFill>
                          <a:effectLst/>
                          <a:latin typeface="Arial Narrow" panose="020B0604020202020204" pitchFamily="34" charset="0"/>
                        </a:rPr>
                        <a:t>Resolution Ltd.</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defRPr>
                      </a:lvl1pPr>
                      <a:lvl2pPr>
                        <a:spcBef>
                          <a:spcPct val="20000"/>
                        </a:spcBef>
                        <a:buClr>
                          <a:schemeClr val="tx2"/>
                        </a:buClr>
                        <a:buSzPct val="55000"/>
                        <a:buFont typeface="Wingdings" pitchFamily="2" charset="2"/>
                        <a:defRPr sz="2200">
                          <a:solidFill>
                            <a:srgbClr val="800000"/>
                          </a:solidFill>
                          <a:latin typeface="Arial" panose="020B0604020202020204" pitchFamily="34" charset="0"/>
                        </a:defRPr>
                      </a:lvl2pPr>
                      <a:lvl3pPr>
                        <a:spcBef>
                          <a:spcPct val="20000"/>
                        </a:spcBef>
                        <a:buClr>
                          <a:srgbClr val="990033"/>
                        </a:buClr>
                        <a:buSzPct val="50000"/>
                        <a:buFont typeface="Wingdings" pitchFamily="2" charset="2"/>
                        <a:defRPr sz="2000">
                          <a:solidFill>
                            <a:schemeClr val="tx2"/>
                          </a:solidFill>
                          <a:latin typeface="Arial" panose="020B0604020202020204" pitchFamily="34" charset="0"/>
                        </a:defRPr>
                      </a:lvl3pPr>
                      <a:lvl4pPr>
                        <a:spcBef>
                          <a:spcPct val="20000"/>
                        </a:spcBef>
                        <a:buClr>
                          <a:schemeClr val="tx2"/>
                        </a:buClr>
                        <a:buSzPct val="55000"/>
                        <a:buFont typeface="Wingdings" pitchFamily="2" charset="2"/>
                        <a:defRPr>
                          <a:solidFill>
                            <a:srgbClr val="800000"/>
                          </a:solidFill>
                          <a:latin typeface="Arial" panose="020B0604020202020204" pitchFamily="34" charset="0"/>
                        </a:defRPr>
                      </a:lvl4pPr>
                      <a:lvl5pPr>
                        <a:spcBef>
                          <a:spcPct val="20000"/>
                        </a:spcBef>
                        <a:buClr>
                          <a:srgbClr val="990033"/>
                        </a:buClr>
                        <a:buSzPct val="50000"/>
                        <a:buFont typeface="Wingdings" pitchFamily="2" charset="2"/>
                        <a:defRPr>
                          <a:solidFill>
                            <a:schemeClr val="tx2"/>
                          </a:solidFill>
                          <a:latin typeface="Arial" panose="020B0604020202020204" pitchFamily="34" charset="0"/>
                        </a:defRPr>
                      </a:lvl5pPr>
                      <a:lvl6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6pPr>
                      <a:lvl7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7pPr>
                      <a:lvl8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8pPr>
                      <a:lvl9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altLang="en-US" sz="1600" b="1" i="0" u="none" strike="noStrike" cap="none" normalizeH="0" baseline="0">
                          <a:ln>
                            <a:noFill/>
                          </a:ln>
                          <a:solidFill>
                            <a:schemeClr val="tx2"/>
                          </a:solidFill>
                          <a:effectLst/>
                          <a:latin typeface="Arial Narrow" panose="020B0604020202020204" pitchFamily="34" charset="0"/>
                        </a:rPr>
                        <a:t>Xcase</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defRPr>
                      </a:lvl1pPr>
                      <a:lvl2pPr>
                        <a:spcBef>
                          <a:spcPct val="20000"/>
                        </a:spcBef>
                        <a:buClr>
                          <a:schemeClr val="tx2"/>
                        </a:buClr>
                        <a:buSzPct val="55000"/>
                        <a:buFont typeface="Wingdings" pitchFamily="2" charset="2"/>
                        <a:defRPr sz="2200">
                          <a:solidFill>
                            <a:srgbClr val="800000"/>
                          </a:solidFill>
                          <a:latin typeface="Arial" panose="020B0604020202020204" pitchFamily="34" charset="0"/>
                        </a:defRPr>
                      </a:lvl2pPr>
                      <a:lvl3pPr>
                        <a:spcBef>
                          <a:spcPct val="20000"/>
                        </a:spcBef>
                        <a:buClr>
                          <a:srgbClr val="990033"/>
                        </a:buClr>
                        <a:buSzPct val="50000"/>
                        <a:buFont typeface="Wingdings" pitchFamily="2" charset="2"/>
                        <a:defRPr sz="2000">
                          <a:solidFill>
                            <a:schemeClr val="tx2"/>
                          </a:solidFill>
                          <a:latin typeface="Arial" panose="020B0604020202020204" pitchFamily="34" charset="0"/>
                        </a:defRPr>
                      </a:lvl3pPr>
                      <a:lvl4pPr>
                        <a:spcBef>
                          <a:spcPct val="20000"/>
                        </a:spcBef>
                        <a:buClr>
                          <a:schemeClr val="tx2"/>
                        </a:buClr>
                        <a:buSzPct val="55000"/>
                        <a:buFont typeface="Wingdings" pitchFamily="2" charset="2"/>
                        <a:defRPr>
                          <a:solidFill>
                            <a:srgbClr val="800000"/>
                          </a:solidFill>
                          <a:latin typeface="Arial" panose="020B0604020202020204" pitchFamily="34" charset="0"/>
                        </a:defRPr>
                      </a:lvl4pPr>
                      <a:lvl5pPr>
                        <a:spcBef>
                          <a:spcPct val="20000"/>
                        </a:spcBef>
                        <a:buClr>
                          <a:srgbClr val="990033"/>
                        </a:buClr>
                        <a:buSzPct val="50000"/>
                        <a:buFont typeface="Wingdings" pitchFamily="2" charset="2"/>
                        <a:defRPr>
                          <a:solidFill>
                            <a:schemeClr val="tx2"/>
                          </a:solidFill>
                          <a:latin typeface="Arial" panose="020B0604020202020204" pitchFamily="34" charset="0"/>
                        </a:defRPr>
                      </a:lvl5pPr>
                      <a:lvl6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6pPr>
                      <a:lvl7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7pPr>
                      <a:lvl8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8pPr>
                      <a:lvl9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altLang="en-US" sz="1600" b="1" i="0" u="none" strike="noStrike" cap="none" normalizeH="0" baseline="0">
                          <a:ln>
                            <a:noFill/>
                          </a:ln>
                          <a:solidFill>
                            <a:schemeClr val="tx2"/>
                          </a:solidFill>
                          <a:effectLst/>
                          <a:latin typeface="Arial Narrow" panose="020B0604020202020204" pitchFamily="34" charset="0"/>
                        </a:rPr>
                        <a:t>Conceptual modeling up to code maintenance</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77520076"/>
                  </a:ext>
                </a:extLst>
              </a:tr>
              <a:tr h="335251">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defRPr>
                      </a:lvl1pPr>
                      <a:lvl2pPr>
                        <a:spcBef>
                          <a:spcPct val="20000"/>
                        </a:spcBef>
                        <a:buClr>
                          <a:schemeClr val="tx2"/>
                        </a:buClr>
                        <a:buSzPct val="55000"/>
                        <a:buFont typeface="Wingdings" pitchFamily="2" charset="2"/>
                        <a:defRPr sz="2200">
                          <a:solidFill>
                            <a:srgbClr val="800000"/>
                          </a:solidFill>
                          <a:latin typeface="Arial" panose="020B0604020202020204" pitchFamily="34" charset="0"/>
                        </a:defRPr>
                      </a:lvl2pPr>
                      <a:lvl3pPr>
                        <a:spcBef>
                          <a:spcPct val="20000"/>
                        </a:spcBef>
                        <a:buClr>
                          <a:srgbClr val="990033"/>
                        </a:buClr>
                        <a:buSzPct val="50000"/>
                        <a:buFont typeface="Wingdings" pitchFamily="2" charset="2"/>
                        <a:defRPr sz="2000">
                          <a:solidFill>
                            <a:schemeClr val="tx2"/>
                          </a:solidFill>
                          <a:latin typeface="Arial" panose="020B0604020202020204" pitchFamily="34" charset="0"/>
                        </a:defRPr>
                      </a:lvl3pPr>
                      <a:lvl4pPr>
                        <a:spcBef>
                          <a:spcPct val="20000"/>
                        </a:spcBef>
                        <a:buClr>
                          <a:schemeClr val="tx2"/>
                        </a:buClr>
                        <a:buSzPct val="55000"/>
                        <a:buFont typeface="Wingdings" pitchFamily="2" charset="2"/>
                        <a:defRPr>
                          <a:solidFill>
                            <a:srgbClr val="800000"/>
                          </a:solidFill>
                          <a:latin typeface="Arial" panose="020B0604020202020204" pitchFamily="34" charset="0"/>
                        </a:defRPr>
                      </a:lvl4pPr>
                      <a:lvl5pPr>
                        <a:spcBef>
                          <a:spcPct val="20000"/>
                        </a:spcBef>
                        <a:buClr>
                          <a:srgbClr val="990033"/>
                        </a:buClr>
                        <a:buSzPct val="50000"/>
                        <a:buFont typeface="Wingdings" pitchFamily="2" charset="2"/>
                        <a:defRPr>
                          <a:solidFill>
                            <a:schemeClr val="tx2"/>
                          </a:solidFill>
                          <a:latin typeface="Arial" panose="020B0604020202020204" pitchFamily="34" charset="0"/>
                        </a:defRPr>
                      </a:lvl5pPr>
                      <a:lvl6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6pPr>
                      <a:lvl7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7pPr>
                      <a:lvl8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8pPr>
                      <a:lvl9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altLang="en-US" sz="1600" b="1" i="0" u="none" strike="noStrike" cap="none" normalizeH="0" baseline="0">
                          <a:ln>
                            <a:noFill/>
                          </a:ln>
                          <a:solidFill>
                            <a:schemeClr val="tx2"/>
                          </a:solidFill>
                          <a:effectLst/>
                          <a:latin typeface="Arial Narrow" panose="020B0604020202020204" pitchFamily="34" charset="0"/>
                        </a:rPr>
                        <a:t>Sybase</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defRPr>
                      </a:lvl1pPr>
                      <a:lvl2pPr>
                        <a:spcBef>
                          <a:spcPct val="20000"/>
                        </a:spcBef>
                        <a:buClr>
                          <a:schemeClr val="tx2"/>
                        </a:buClr>
                        <a:buSzPct val="55000"/>
                        <a:buFont typeface="Wingdings" pitchFamily="2" charset="2"/>
                        <a:defRPr sz="2200">
                          <a:solidFill>
                            <a:srgbClr val="800000"/>
                          </a:solidFill>
                          <a:latin typeface="Arial" panose="020B0604020202020204" pitchFamily="34" charset="0"/>
                        </a:defRPr>
                      </a:lvl2pPr>
                      <a:lvl3pPr>
                        <a:spcBef>
                          <a:spcPct val="20000"/>
                        </a:spcBef>
                        <a:buClr>
                          <a:srgbClr val="990033"/>
                        </a:buClr>
                        <a:buSzPct val="50000"/>
                        <a:buFont typeface="Wingdings" pitchFamily="2" charset="2"/>
                        <a:defRPr sz="2000">
                          <a:solidFill>
                            <a:schemeClr val="tx2"/>
                          </a:solidFill>
                          <a:latin typeface="Arial" panose="020B0604020202020204" pitchFamily="34" charset="0"/>
                        </a:defRPr>
                      </a:lvl3pPr>
                      <a:lvl4pPr>
                        <a:spcBef>
                          <a:spcPct val="20000"/>
                        </a:spcBef>
                        <a:buClr>
                          <a:schemeClr val="tx2"/>
                        </a:buClr>
                        <a:buSzPct val="55000"/>
                        <a:buFont typeface="Wingdings" pitchFamily="2" charset="2"/>
                        <a:defRPr>
                          <a:solidFill>
                            <a:srgbClr val="800000"/>
                          </a:solidFill>
                          <a:latin typeface="Arial" panose="020B0604020202020204" pitchFamily="34" charset="0"/>
                        </a:defRPr>
                      </a:lvl4pPr>
                      <a:lvl5pPr>
                        <a:spcBef>
                          <a:spcPct val="20000"/>
                        </a:spcBef>
                        <a:buClr>
                          <a:srgbClr val="990033"/>
                        </a:buClr>
                        <a:buSzPct val="50000"/>
                        <a:buFont typeface="Wingdings" pitchFamily="2" charset="2"/>
                        <a:defRPr>
                          <a:solidFill>
                            <a:schemeClr val="tx2"/>
                          </a:solidFill>
                          <a:latin typeface="Arial" panose="020B0604020202020204" pitchFamily="34" charset="0"/>
                        </a:defRPr>
                      </a:lvl5pPr>
                      <a:lvl6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6pPr>
                      <a:lvl7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7pPr>
                      <a:lvl8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8pPr>
                      <a:lvl9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altLang="en-US" sz="1600" b="1" i="0" u="none" strike="noStrike" cap="none" normalizeH="0" baseline="0">
                          <a:ln>
                            <a:noFill/>
                          </a:ln>
                          <a:solidFill>
                            <a:schemeClr val="tx2"/>
                          </a:solidFill>
                          <a:effectLst/>
                          <a:latin typeface="Arial Narrow" panose="020B0604020202020204" pitchFamily="34" charset="0"/>
                        </a:rPr>
                        <a:t>Enterprise Application Suite</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defRPr>
                      </a:lvl1pPr>
                      <a:lvl2pPr>
                        <a:spcBef>
                          <a:spcPct val="20000"/>
                        </a:spcBef>
                        <a:buClr>
                          <a:schemeClr val="tx2"/>
                        </a:buClr>
                        <a:buSzPct val="55000"/>
                        <a:buFont typeface="Wingdings" pitchFamily="2" charset="2"/>
                        <a:defRPr sz="2200">
                          <a:solidFill>
                            <a:srgbClr val="800000"/>
                          </a:solidFill>
                          <a:latin typeface="Arial" panose="020B0604020202020204" pitchFamily="34" charset="0"/>
                        </a:defRPr>
                      </a:lvl2pPr>
                      <a:lvl3pPr>
                        <a:spcBef>
                          <a:spcPct val="20000"/>
                        </a:spcBef>
                        <a:buClr>
                          <a:srgbClr val="990033"/>
                        </a:buClr>
                        <a:buSzPct val="50000"/>
                        <a:buFont typeface="Wingdings" pitchFamily="2" charset="2"/>
                        <a:defRPr sz="2000">
                          <a:solidFill>
                            <a:schemeClr val="tx2"/>
                          </a:solidFill>
                          <a:latin typeface="Arial" panose="020B0604020202020204" pitchFamily="34" charset="0"/>
                        </a:defRPr>
                      </a:lvl3pPr>
                      <a:lvl4pPr>
                        <a:spcBef>
                          <a:spcPct val="20000"/>
                        </a:spcBef>
                        <a:buClr>
                          <a:schemeClr val="tx2"/>
                        </a:buClr>
                        <a:buSzPct val="55000"/>
                        <a:buFont typeface="Wingdings" pitchFamily="2" charset="2"/>
                        <a:defRPr>
                          <a:solidFill>
                            <a:srgbClr val="800000"/>
                          </a:solidFill>
                          <a:latin typeface="Arial" panose="020B0604020202020204" pitchFamily="34" charset="0"/>
                        </a:defRPr>
                      </a:lvl4pPr>
                      <a:lvl5pPr>
                        <a:spcBef>
                          <a:spcPct val="20000"/>
                        </a:spcBef>
                        <a:buClr>
                          <a:srgbClr val="990033"/>
                        </a:buClr>
                        <a:buSzPct val="50000"/>
                        <a:buFont typeface="Wingdings" pitchFamily="2" charset="2"/>
                        <a:defRPr>
                          <a:solidFill>
                            <a:schemeClr val="tx2"/>
                          </a:solidFill>
                          <a:latin typeface="Arial" panose="020B0604020202020204" pitchFamily="34" charset="0"/>
                        </a:defRPr>
                      </a:lvl5pPr>
                      <a:lvl6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6pPr>
                      <a:lvl7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7pPr>
                      <a:lvl8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8pPr>
                      <a:lvl9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altLang="en-US" sz="1600" b="1" i="0" u="none" strike="noStrike" cap="none" normalizeH="0" baseline="0">
                          <a:ln>
                            <a:noFill/>
                          </a:ln>
                          <a:solidFill>
                            <a:schemeClr val="tx2"/>
                          </a:solidFill>
                          <a:effectLst/>
                          <a:latin typeface="Arial Narrow" panose="020B0604020202020204" pitchFamily="34" charset="0"/>
                        </a:rPr>
                        <a:t>Data modeling, business logic modeling</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18654718"/>
                  </a:ext>
                </a:extLst>
              </a:tr>
              <a:tr h="369784">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defRPr>
                      </a:lvl1pPr>
                      <a:lvl2pPr>
                        <a:spcBef>
                          <a:spcPct val="20000"/>
                        </a:spcBef>
                        <a:buClr>
                          <a:schemeClr val="tx2"/>
                        </a:buClr>
                        <a:buSzPct val="55000"/>
                        <a:buFont typeface="Wingdings" pitchFamily="2" charset="2"/>
                        <a:defRPr sz="2200">
                          <a:solidFill>
                            <a:srgbClr val="800000"/>
                          </a:solidFill>
                          <a:latin typeface="Arial" panose="020B0604020202020204" pitchFamily="34" charset="0"/>
                        </a:defRPr>
                      </a:lvl2pPr>
                      <a:lvl3pPr>
                        <a:spcBef>
                          <a:spcPct val="20000"/>
                        </a:spcBef>
                        <a:buClr>
                          <a:srgbClr val="990033"/>
                        </a:buClr>
                        <a:buSzPct val="50000"/>
                        <a:buFont typeface="Wingdings" pitchFamily="2" charset="2"/>
                        <a:defRPr sz="2000">
                          <a:solidFill>
                            <a:schemeClr val="tx2"/>
                          </a:solidFill>
                          <a:latin typeface="Arial" panose="020B0604020202020204" pitchFamily="34" charset="0"/>
                        </a:defRPr>
                      </a:lvl3pPr>
                      <a:lvl4pPr>
                        <a:spcBef>
                          <a:spcPct val="20000"/>
                        </a:spcBef>
                        <a:buClr>
                          <a:schemeClr val="tx2"/>
                        </a:buClr>
                        <a:buSzPct val="55000"/>
                        <a:buFont typeface="Wingdings" pitchFamily="2" charset="2"/>
                        <a:defRPr>
                          <a:solidFill>
                            <a:srgbClr val="800000"/>
                          </a:solidFill>
                          <a:latin typeface="Arial" panose="020B0604020202020204" pitchFamily="34" charset="0"/>
                        </a:defRPr>
                      </a:lvl4pPr>
                      <a:lvl5pPr>
                        <a:spcBef>
                          <a:spcPct val="20000"/>
                        </a:spcBef>
                        <a:buClr>
                          <a:srgbClr val="990033"/>
                        </a:buClr>
                        <a:buSzPct val="50000"/>
                        <a:buFont typeface="Wingdings" pitchFamily="2" charset="2"/>
                        <a:defRPr>
                          <a:solidFill>
                            <a:schemeClr val="tx2"/>
                          </a:solidFill>
                          <a:latin typeface="Arial" panose="020B0604020202020204" pitchFamily="34" charset="0"/>
                        </a:defRPr>
                      </a:lvl5pPr>
                      <a:lvl6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6pPr>
                      <a:lvl7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7pPr>
                      <a:lvl8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8pPr>
                      <a:lvl9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altLang="en-US" sz="1600" b="1" i="0" u="none" strike="noStrike" cap="none" normalizeH="0" baseline="0">
                          <a:ln>
                            <a:noFill/>
                          </a:ln>
                          <a:solidFill>
                            <a:schemeClr val="tx2"/>
                          </a:solidFill>
                          <a:effectLst/>
                          <a:latin typeface="Arial Narrow" panose="020B0604020202020204" pitchFamily="34" charset="0"/>
                        </a:rPr>
                        <a:t>Visio</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defRPr>
                      </a:lvl1pPr>
                      <a:lvl2pPr>
                        <a:spcBef>
                          <a:spcPct val="20000"/>
                        </a:spcBef>
                        <a:buClr>
                          <a:schemeClr val="tx2"/>
                        </a:buClr>
                        <a:buSzPct val="55000"/>
                        <a:buFont typeface="Wingdings" pitchFamily="2" charset="2"/>
                        <a:defRPr sz="2200">
                          <a:solidFill>
                            <a:srgbClr val="800000"/>
                          </a:solidFill>
                          <a:latin typeface="Arial" panose="020B0604020202020204" pitchFamily="34" charset="0"/>
                        </a:defRPr>
                      </a:lvl2pPr>
                      <a:lvl3pPr>
                        <a:spcBef>
                          <a:spcPct val="20000"/>
                        </a:spcBef>
                        <a:buClr>
                          <a:srgbClr val="990033"/>
                        </a:buClr>
                        <a:buSzPct val="50000"/>
                        <a:buFont typeface="Wingdings" pitchFamily="2" charset="2"/>
                        <a:defRPr sz="2000">
                          <a:solidFill>
                            <a:schemeClr val="tx2"/>
                          </a:solidFill>
                          <a:latin typeface="Arial" panose="020B0604020202020204" pitchFamily="34" charset="0"/>
                        </a:defRPr>
                      </a:lvl3pPr>
                      <a:lvl4pPr>
                        <a:spcBef>
                          <a:spcPct val="20000"/>
                        </a:spcBef>
                        <a:buClr>
                          <a:schemeClr val="tx2"/>
                        </a:buClr>
                        <a:buSzPct val="55000"/>
                        <a:buFont typeface="Wingdings" pitchFamily="2" charset="2"/>
                        <a:defRPr>
                          <a:solidFill>
                            <a:srgbClr val="800000"/>
                          </a:solidFill>
                          <a:latin typeface="Arial" panose="020B0604020202020204" pitchFamily="34" charset="0"/>
                        </a:defRPr>
                      </a:lvl4pPr>
                      <a:lvl5pPr>
                        <a:spcBef>
                          <a:spcPct val="20000"/>
                        </a:spcBef>
                        <a:buClr>
                          <a:srgbClr val="990033"/>
                        </a:buClr>
                        <a:buSzPct val="50000"/>
                        <a:buFont typeface="Wingdings" pitchFamily="2" charset="2"/>
                        <a:defRPr>
                          <a:solidFill>
                            <a:schemeClr val="tx2"/>
                          </a:solidFill>
                          <a:latin typeface="Arial" panose="020B0604020202020204" pitchFamily="34" charset="0"/>
                        </a:defRPr>
                      </a:lvl5pPr>
                      <a:lvl6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6pPr>
                      <a:lvl7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7pPr>
                      <a:lvl8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8pPr>
                      <a:lvl9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altLang="en-US" sz="1600" b="1" i="0" u="none" strike="noStrike" cap="none" normalizeH="0" baseline="0">
                          <a:ln>
                            <a:noFill/>
                          </a:ln>
                          <a:solidFill>
                            <a:schemeClr val="tx2"/>
                          </a:solidFill>
                          <a:effectLst/>
                          <a:latin typeface="Arial Narrow" panose="020B0604020202020204" pitchFamily="34" charset="0"/>
                        </a:rPr>
                        <a:t>Visio Enterprise</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lvl1pPr>
                        <a:spcBef>
                          <a:spcPct val="20000"/>
                        </a:spcBef>
                        <a:buClr>
                          <a:srgbClr val="990033"/>
                        </a:buClr>
                        <a:buSzPct val="60000"/>
                        <a:buFont typeface="Wingdings" pitchFamily="2" charset="2"/>
                        <a:defRPr sz="2400">
                          <a:solidFill>
                            <a:schemeClr val="tx2"/>
                          </a:solidFill>
                          <a:latin typeface="Arial" panose="020B0604020202020204" pitchFamily="34" charset="0"/>
                        </a:defRPr>
                      </a:lvl1pPr>
                      <a:lvl2pPr>
                        <a:spcBef>
                          <a:spcPct val="20000"/>
                        </a:spcBef>
                        <a:buClr>
                          <a:schemeClr val="tx2"/>
                        </a:buClr>
                        <a:buSzPct val="55000"/>
                        <a:buFont typeface="Wingdings" pitchFamily="2" charset="2"/>
                        <a:defRPr sz="2200">
                          <a:solidFill>
                            <a:srgbClr val="800000"/>
                          </a:solidFill>
                          <a:latin typeface="Arial" panose="020B0604020202020204" pitchFamily="34" charset="0"/>
                        </a:defRPr>
                      </a:lvl2pPr>
                      <a:lvl3pPr>
                        <a:spcBef>
                          <a:spcPct val="20000"/>
                        </a:spcBef>
                        <a:buClr>
                          <a:srgbClr val="990033"/>
                        </a:buClr>
                        <a:buSzPct val="50000"/>
                        <a:buFont typeface="Wingdings" pitchFamily="2" charset="2"/>
                        <a:defRPr sz="2000">
                          <a:solidFill>
                            <a:schemeClr val="tx2"/>
                          </a:solidFill>
                          <a:latin typeface="Arial" panose="020B0604020202020204" pitchFamily="34" charset="0"/>
                        </a:defRPr>
                      </a:lvl3pPr>
                      <a:lvl4pPr>
                        <a:spcBef>
                          <a:spcPct val="20000"/>
                        </a:spcBef>
                        <a:buClr>
                          <a:schemeClr val="tx2"/>
                        </a:buClr>
                        <a:buSzPct val="55000"/>
                        <a:buFont typeface="Wingdings" pitchFamily="2" charset="2"/>
                        <a:defRPr>
                          <a:solidFill>
                            <a:srgbClr val="800000"/>
                          </a:solidFill>
                          <a:latin typeface="Arial" panose="020B0604020202020204" pitchFamily="34" charset="0"/>
                        </a:defRPr>
                      </a:lvl4pPr>
                      <a:lvl5pPr>
                        <a:spcBef>
                          <a:spcPct val="20000"/>
                        </a:spcBef>
                        <a:buClr>
                          <a:srgbClr val="990033"/>
                        </a:buClr>
                        <a:buSzPct val="50000"/>
                        <a:buFont typeface="Wingdings" pitchFamily="2" charset="2"/>
                        <a:defRPr>
                          <a:solidFill>
                            <a:schemeClr val="tx2"/>
                          </a:solidFill>
                          <a:latin typeface="Arial" panose="020B0604020202020204" pitchFamily="34" charset="0"/>
                        </a:defRPr>
                      </a:lvl5pPr>
                      <a:lvl6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6pPr>
                      <a:lvl7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7pPr>
                      <a:lvl8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8pPr>
                      <a:lvl9pPr fontAlgn="base">
                        <a:spcBef>
                          <a:spcPct val="20000"/>
                        </a:spcBef>
                        <a:spcAft>
                          <a:spcPct val="0"/>
                        </a:spcAft>
                        <a:buClr>
                          <a:srgbClr val="990033"/>
                        </a:buClr>
                        <a:buSzPct val="50000"/>
                        <a:buFont typeface="Wingdings" pitchFamily="2" charset="2"/>
                        <a:defRPr>
                          <a:solidFill>
                            <a:schemeClr val="tx2"/>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altLang="en-US" sz="1600" b="1" i="0" u="none" strike="noStrike" cap="none" normalizeH="0" baseline="0">
                          <a:ln>
                            <a:noFill/>
                          </a:ln>
                          <a:solidFill>
                            <a:schemeClr val="tx2"/>
                          </a:solidFill>
                          <a:effectLst/>
                          <a:latin typeface="Arial Narrow" panose="020B0604020202020204" pitchFamily="34" charset="0"/>
                        </a:rPr>
                        <a:t>Data modeling, design/reengineering Visual Basic/C++</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47494064"/>
                  </a:ext>
                </a:extLst>
              </a:tr>
            </a:tbl>
          </a:graphicData>
        </a:graphic>
      </p:graphicFrame>
    </p:spTree>
  </p:cSld>
  <p:clrMapOvr>
    <a:masterClrMapping/>
  </p:clrMapOvr>
  <p:transition spd="med"/>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3- </a:t>
            </a:r>
            <a:fld id="{71A272B1-6C0F-4A61-A567-DE3E8A6C56DB}" type="slidenum">
              <a:rPr lang="en-US" altLang="en-US" sz="1400" smtClean="0">
                <a:solidFill>
                  <a:srgbClr val="990033"/>
                </a:solidFill>
              </a:rPr>
              <a:pPr>
                <a:spcBef>
                  <a:spcPct val="0"/>
                </a:spcBef>
                <a:buClrTx/>
                <a:buSzTx/>
                <a:buFontTx/>
                <a:buNone/>
              </a:pPr>
              <a:t>104</a:t>
            </a:fld>
            <a:endParaRPr lang="en-CA" altLang="en-US" sz="1400" smtClean="0">
              <a:solidFill>
                <a:srgbClr val="990033"/>
              </a:solidFill>
            </a:endParaRPr>
          </a:p>
        </p:txBody>
      </p:sp>
      <p:sp>
        <p:nvSpPr>
          <p:cNvPr id="148482" name="Rectangle 4"/>
          <p:cNvSpPr>
            <a:spLocks noGrp="1" noChangeArrowheads="1"/>
          </p:cNvSpPr>
          <p:nvPr>
            <p:ph type="title"/>
          </p:nvPr>
        </p:nvSpPr>
        <p:spPr/>
        <p:txBody>
          <a:bodyPr/>
          <a:lstStyle/>
          <a:p>
            <a:pPr eaLnBrk="1" hangingPunct="1"/>
            <a:r>
              <a:rPr lang="en-US" altLang="en-US" smtClean="0"/>
              <a:t>Extended Entity-Relationship (EER) Model (in next chapter)</a:t>
            </a:r>
          </a:p>
        </p:txBody>
      </p:sp>
      <p:sp>
        <p:nvSpPr>
          <p:cNvPr id="148483" name="Rectangle 5"/>
          <p:cNvSpPr>
            <a:spLocks noGrp="1" noChangeArrowheads="1"/>
          </p:cNvSpPr>
          <p:nvPr>
            <p:ph type="body" idx="1"/>
          </p:nvPr>
        </p:nvSpPr>
        <p:spPr/>
        <p:txBody>
          <a:bodyPr/>
          <a:lstStyle/>
          <a:p>
            <a:pPr eaLnBrk="1" hangingPunct="1">
              <a:buFont typeface="Wingdings" panose="05000000000000000000" pitchFamily="2" charset="2"/>
              <a:buNone/>
            </a:pPr>
            <a:endParaRPr lang="en-US" altLang="en-US" smtClean="0"/>
          </a:p>
          <a:p>
            <a:pPr eaLnBrk="1" hangingPunct="1"/>
            <a:r>
              <a:rPr lang="en-US" altLang="en-US" smtClean="0"/>
              <a:t>The entity relationship model in its original form did not support the specialization and generalization abstractions</a:t>
            </a:r>
          </a:p>
          <a:p>
            <a:pPr eaLnBrk="1" hangingPunct="1"/>
            <a:r>
              <a:rPr lang="en-US" altLang="en-US" smtClean="0"/>
              <a:t>Next chapter illustrates how the ER model can be extended with </a:t>
            </a:r>
          </a:p>
          <a:p>
            <a:pPr lvl="1" eaLnBrk="1" hangingPunct="1"/>
            <a:r>
              <a:rPr lang="en-US" altLang="en-US" smtClean="0"/>
              <a:t>Type-subtype and set-subset relationships</a:t>
            </a:r>
          </a:p>
          <a:p>
            <a:pPr lvl="1" eaLnBrk="1" hangingPunct="1"/>
            <a:r>
              <a:rPr lang="en-US" altLang="en-US" smtClean="0"/>
              <a:t>Specialization/Generalization Hierarchies</a:t>
            </a:r>
          </a:p>
          <a:p>
            <a:pPr lvl="1" eaLnBrk="1" hangingPunct="1"/>
            <a:r>
              <a:rPr lang="en-US" altLang="en-US" smtClean="0"/>
              <a:t>Notation to display them in EER diagrams</a:t>
            </a:r>
          </a:p>
        </p:txBody>
      </p:sp>
    </p:spTree>
  </p:cSld>
  <p:clrMapOvr>
    <a:masterClrMapping/>
  </p:clrMapOvr>
  <p:transition spd="med"/>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3- </a:t>
            </a:r>
            <a:fld id="{CCAA77D6-E1CF-4A41-95B7-B748051A8F7C}" type="slidenum">
              <a:rPr lang="en-US" altLang="en-US" sz="1400" smtClean="0">
                <a:solidFill>
                  <a:srgbClr val="990033"/>
                </a:solidFill>
              </a:rPr>
              <a:pPr>
                <a:spcBef>
                  <a:spcPct val="0"/>
                </a:spcBef>
                <a:buClrTx/>
                <a:buSzTx/>
                <a:buFontTx/>
                <a:buNone/>
              </a:pPr>
              <a:t>105</a:t>
            </a:fld>
            <a:endParaRPr lang="en-CA" altLang="en-US" sz="1400" smtClean="0">
              <a:solidFill>
                <a:srgbClr val="990033"/>
              </a:solidFill>
            </a:endParaRPr>
          </a:p>
        </p:txBody>
      </p:sp>
      <p:sp>
        <p:nvSpPr>
          <p:cNvPr id="150530" name="Rectangle 2"/>
          <p:cNvSpPr>
            <a:spLocks noGrp="1" noChangeArrowheads="1"/>
          </p:cNvSpPr>
          <p:nvPr>
            <p:ph type="title"/>
          </p:nvPr>
        </p:nvSpPr>
        <p:spPr/>
        <p:txBody>
          <a:bodyPr/>
          <a:lstStyle/>
          <a:p>
            <a:pPr eaLnBrk="1" hangingPunct="1"/>
            <a:r>
              <a:rPr lang="en-US" altLang="en-US" smtClean="0"/>
              <a:t>Chapter Summary</a:t>
            </a:r>
          </a:p>
        </p:txBody>
      </p:sp>
      <p:sp>
        <p:nvSpPr>
          <p:cNvPr id="150531" name="Rectangle 3"/>
          <p:cNvSpPr>
            <a:spLocks noGrp="1" noChangeArrowheads="1"/>
          </p:cNvSpPr>
          <p:nvPr>
            <p:ph type="body" idx="1"/>
          </p:nvPr>
        </p:nvSpPr>
        <p:spPr/>
        <p:txBody>
          <a:bodyPr/>
          <a:lstStyle/>
          <a:p>
            <a:pPr eaLnBrk="1" hangingPunct="1"/>
            <a:r>
              <a:rPr lang="en-US" altLang="en-US" smtClean="0"/>
              <a:t>ER Model Concepts: Entities, attributes, relationships</a:t>
            </a:r>
          </a:p>
          <a:p>
            <a:pPr eaLnBrk="1" hangingPunct="1"/>
            <a:r>
              <a:rPr lang="en-US" altLang="en-US" smtClean="0"/>
              <a:t>Constraints in the ER model</a:t>
            </a:r>
          </a:p>
          <a:p>
            <a:pPr eaLnBrk="1" hangingPunct="1"/>
            <a:r>
              <a:rPr lang="en-US" altLang="en-US" smtClean="0"/>
              <a:t>Using ER in step-by-step conceptual schema design for the COMPANY database</a:t>
            </a:r>
          </a:p>
          <a:p>
            <a:pPr eaLnBrk="1" hangingPunct="1"/>
            <a:r>
              <a:rPr lang="en-US" altLang="en-US" smtClean="0"/>
              <a:t>ER Diagrams - Notation</a:t>
            </a:r>
          </a:p>
          <a:p>
            <a:pPr eaLnBrk="1" hangingPunct="1"/>
            <a:r>
              <a:rPr lang="en-US" altLang="en-US" smtClean="0"/>
              <a:t>Alternative Notations – UML class diagrams, others</a:t>
            </a:r>
          </a:p>
          <a:p>
            <a:pPr eaLnBrk="1" hangingPunct="1"/>
            <a:endParaRPr lang="en-US" altLang="en-US" smtClean="0"/>
          </a:p>
        </p:txBody>
      </p:sp>
    </p:spTree>
  </p:cSld>
  <p:clrMapOvr>
    <a:masterClrMapping/>
  </p:clrMapOvr>
  <p:transition spd="med"/>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CA" altLang="en-US" sz="24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CA" altLang="en-US" sz="24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1456</TotalTime>
  <Words>5357</Words>
  <Application>Microsoft Office PowerPoint</Application>
  <PresentationFormat>Letter Paper (8.5x11 in)</PresentationFormat>
  <Paragraphs>753</Paragraphs>
  <Slides>105</Slides>
  <Notes>41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105</vt:i4>
      </vt:variant>
    </vt:vector>
  </HeadingPairs>
  <TitlesOfParts>
    <vt:vector size="116" baseType="lpstr">
      <vt:lpstr>Arial</vt:lpstr>
      <vt:lpstr>Wingdings</vt:lpstr>
      <vt:lpstr>Tahoma</vt:lpstr>
      <vt:lpstr>Arial MT</vt:lpstr>
      <vt:lpstr>Microsoft Sans Serif</vt:lpstr>
      <vt:lpstr>Courier New</vt:lpstr>
      <vt:lpstr>Times New Roman</vt:lpstr>
      <vt:lpstr>AkzidenzGroteskBE</vt:lpstr>
      <vt:lpstr>MinionPro</vt:lpstr>
      <vt:lpstr>Arial Narrow</vt:lpstr>
      <vt:lpstr>Blends</vt:lpstr>
      <vt:lpstr>PowerPoint Presentation</vt:lpstr>
      <vt:lpstr>Chapter 3</vt:lpstr>
      <vt:lpstr>Chapter Outline</vt:lpstr>
      <vt:lpstr>Overview of Database Design Process</vt:lpstr>
      <vt:lpstr>Overview of Database Design Process</vt:lpstr>
      <vt:lpstr>Writing Exercise</vt:lpstr>
      <vt:lpstr>Example COMPANY Database</vt:lpstr>
      <vt:lpstr>Example COMPANY Database (Contd.)</vt:lpstr>
      <vt:lpstr>ER Model Concepts</vt:lpstr>
      <vt:lpstr>Types of Attributes (1)</vt:lpstr>
      <vt:lpstr>Types of Attributes (2)</vt:lpstr>
      <vt:lpstr>Example of a composite attribute</vt:lpstr>
      <vt:lpstr>Entity Types and Key Attributes (1)</vt:lpstr>
      <vt:lpstr>Entity Types and Key Attributes (2)</vt:lpstr>
      <vt:lpstr>Displaying an Entity type</vt:lpstr>
      <vt:lpstr>Entity Type CAR with two keys and a corresponding Entity Set</vt:lpstr>
      <vt:lpstr>Lets do Some Hands-on</vt:lpstr>
      <vt:lpstr>Basic SQL</vt:lpstr>
      <vt:lpstr>SQL Data Definition and Data  Types</vt:lpstr>
      <vt:lpstr>Attribute Data Types and  Domains in SQL</vt:lpstr>
      <vt:lpstr>Attribute Data Types and  Domains in SQL (cont’d.)</vt:lpstr>
      <vt:lpstr>Attribute Data Types and  Domains in SQL (cont’d.)</vt:lpstr>
      <vt:lpstr>Data Definition, Constraints, and Schema Changes</vt:lpstr>
      <vt:lpstr>CREATE TABLE</vt:lpstr>
      <vt:lpstr>CREATE TABLE</vt:lpstr>
      <vt:lpstr>DROP TABLE</vt:lpstr>
      <vt:lpstr>ALTER TABLE</vt:lpstr>
      <vt:lpstr>Lets Get Back to Conceptual Discussion</vt:lpstr>
      <vt:lpstr>Entity Set</vt:lpstr>
      <vt:lpstr>Entity Set</vt:lpstr>
      <vt:lpstr>Initial Design of Entity Types for the COMPANY Database Schema</vt:lpstr>
      <vt:lpstr>Initial Design of Entity Types: EMPLOYEE, DEPARTMENT, PROJECT, DEPENDENT</vt:lpstr>
      <vt:lpstr>Refining the initial design by introducing relationships</vt:lpstr>
      <vt:lpstr>Relationships</vt:lpstr>
      <vt:lpstr>Introduction to Relationship Type</vt:lpstr>
      <vt:lpstr>Relationship Types and Instances…</vt:lpstr>
      <vt:lpstr>Example</vt:lpstr>
      <vt:lpstr>Degree of a Relationship Type</vt:lpstr>
      <vt:lpstr>Degree of Relationship</vt:lpstr>
      <vt:lpstr>Relationships as Attributes </vt:lpstr>
      <vt:lpstr>Relationships as Attributes </vt:lpstr>
      <vt:lpstr>Lets Do Some Hands-On</vt:lpstr>
      <vt:lpstr>Specifying Updates in SQL</vt:lpstr>
      <vt:lpstr>INSERT</vt:lpstr>
      <vt:lpstr>INSERT (contd.)</vt:lpstr>
      <vt:lpstr>INSERT (contd.)</vt:lpstr>
      <vt:lpstr>INSERT (contd.)</vt:lpstr>
      <vt:lpstr>INSERT (contd.)</vt:lpstr>
      <vt:lpstr>DELETE</vt:lpstr>
      <vt:lpstr>DELETE (contd.)</vt:lpstr>
      <vt:lpstr>UPDATE</vt:lpstr>
      <vt:lpstr>UPDATE (contd.)</vt:lpstr>
      <vt:lpstr>UPDATE (contd.)</vt:lpstr>
      <vt:lpstr>Recap of SQL Queries</vt:lpstr>
      <vt:lpstr>Retrieval Queries in SQL</vt:lpstr>
      <vt:lpstr>Retrieval Queries in SQL (contd.)</vt:lpstr>
      <vt:lpstr>Retrieval Queries in SQL (contd.)</vt:lpstr>
      <vt:lpstr>Relational Database Schema--Figure 5.5  </vt:lpstr>
      <vt:lpstr>Populated Database--Fig.5.6</vt:lpstr>
      <vt:lpstr>Simple SQL Queries</vt:lpstr>
      <vt:lpstr>Simple SQL Queries (contd.)</vt:lpstr>
      <vt:lpstr>Simple SQL Queries (contd.)</vt:lpstr>
      <vt:lpstr>Simple SQL Queries (contd.)</vt:lpstr>
      <vt:lpstr>Lets Go Back to Conceptual Discussion</vt:lpstr>
      <vt:lpstr>Recursive Relationship and Role Names</vt:lpstr>
      <vt:lpstr>Recursive Relationship and Role Names</vt:lpstr>
      <vt:lpstr>Department &amp; Employee</vt:lpstr>
      <vt:lpstr>Basic Examples</vt:lpstr>
      <vt:lpstr>Basic Examples …</vt:lpstr>
      <vt:lpstr>More Basic Examples</vt:lpstr>
      <vt:lpstr>Constraints on Binary Relationship Types </vt:lpstr>
      <vt:lpstr>Cardinality Ratios for Binary Relationships </vt:lpstr>
      <vt:lpstr>Cardinality Ratios for Binary Relationships </vt:lpstr>
      <vt:lpstr>Cardinality Ratios for Binary Relationships </vt:lpstr>
      <vt:lpstr>Cardinality Ratios for Binary Relationships </vt:lpstr>
      <vt:lpstr>Participation Constraints and Existence Dependencies </vt:lpstr>
      <vt:lpstr>Participation Constraints and Existence Dependencies </vt:lpstr>
      <vt:lpstr>Participation Constraints and Existence Dependencies </vt:lpstr>
      <vt:lpstr>Attributes of Relationship Types</vt:lpstr>
      <vt:lpstr>Attributes of Relationship Types</vt:lpstr>
      <vt:lpstr>Attributes of Relationship Types - Placement</vt:lpstr>
      <vt:lpstr>Attributes of Relationship Types - Placement</vt:lpstr>
      <vt:lpstr>Attributes of Relationship Types - Placement</vt:lpstr>
      <vt:lpstr>Weak Entity Types </vt:lpstr>
      <vt:lpstr>Weak Entity Types </vt:lpstr>
      <vt:lpstr>Weak Entity Types - Representation </vt:lpstr>
      <vt:lpstr>Weak Entity Types - Example </vt:lpstr>
      <vt:lpstr>Weak Entity Types – Partial Key </vt:lpstr>
      <vt:lpstr>Weak Entity Types – Implementation </vt:lpstr>
      <vt:lpstr>Weak Entity Types - Exception </vt:lpstr>
      <vt:lpstr>Alternative Notations for ER Diagrams – (min,max)</vt:lpstr>
      <vt:lpstr>Alternative Notations for ER Diagrams – with (min,max)</vt:lpstr>
      <vt:lpstr>Alternative Notations for ER Diagrams – without (min,max)</vt:lpstr>
      <vt:lpstr>Relationship Types of Degree Higher than Two </vt:lpstr>
      <vt:lpstr>Relationship Types of Degree Higher than Two </vt:lpstr>
      <vt:lpstr>Relationship Types of Degree Higher than Two </vt:lpstr>
      <vt:lpstr>Relationship Types of Degree Higher than Two </vt:lpstr>
      <vt:lpstr>A Variation – Using Weak Entity Type to Show Ternary as Binary Relationship</vt:lpstr>
      <vt:lpstr>Converting Weak Entity Type into Regular Entity Type</vt:lpstr>
      <vt:lpstr>Converting Weak Entity Type into Regular Entity Type</vt:lpstr>
      <vt:lpstr>Summary of notation for ER diagrams</vt:lpstr>
      <vt:lpstr>Data Modeling Tools</vt:lpstr>
      <vt:lpstr>PowerPoint Presentation</vt:lpstr>
      <vt:lpstr>Extended Entity-Relationship (EER) Model (in next chapter)</vt:lpstr>
      <vt:lpstr>Chapter Summary</vt:lpstr>
    </vt:vector>
  </TitlesOfParts>
  <Manager/>
  <Company>©2007 Pearson Addison-Wesley. All rights reserved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dc:title>
  <dc:subject>Data Modeling Using the Entity-Relationship (ER) Model</dc:subject>
  <dc:creator>Elmasri/Navathe</dc:creator>
  <cp:keywords/>
  <dc:description/>
  <cp:lastModifiedBy>user1</cp:lastModifiedBy>
  <cp:revision>152</cp:revision>
  <cp:lastPrinted>2001-11-04T00:51:13Z</cp:lastPrinted>
  <dcterms:created xsi:type="dcterms:W3CDTF">2005-02-25T19:46:41Z</dcterms:created>
  <dcterms:modified xsi:type="dcterms:W3CDTF">2025-07-28T10:25:42Z</dcterms:modified>
  <cp:category/>
</cp:coreProperties>
</file>