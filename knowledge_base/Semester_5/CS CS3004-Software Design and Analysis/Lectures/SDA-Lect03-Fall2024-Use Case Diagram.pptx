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1" r:id="rId1"/>
    <p:sldMasterId id="2147483903" r:id="rId2"/>
    <p:sldMasterId id="2147483910" r:id="rId3"/>
  </p:sldMasterIdLst>
  <p:notesMasterIdLst>
    <p:notesMasterId r:id="rId55"/>
  </p:notesMasterIdLst>
  <p:handoutMasterIdLst>
    <p:handoutMasterId r:id="rId56"/>
  </p:handoutMasterIdLst>
  <p:sldIdLst>
    <p:sldId id="397" r:id="rId4"/>
    <p:sldId id="322" r:id="rId5"/>
    <p:sldId id="256" r:id="rId6"/>
    <p:sldId id="300" r:id="rId7"/>
    <p:sldId id="257" r:id="rId8"/>
    <p:sldId id="353" r:id="rId9"/>
    <p:sldId id="320" r:id="rId10"/>
    <p:sldId id="344" r:id="rId11"/>
    <p:sldId id="416" r:id="rId12"/>
    <p:sldId id="387" r:id="rId13"/>
    <p:sldId id="328" r:id="rId14"/>
    <p:sldId id="326" r:id="rId15"/>
    <p:sldId id="418" r:id="rId16"/>
    <p:sldId id="380" r:id="rId17"/>
    <p:sldId id="381" r:id="rId18"/>
    <p:sldId id="398" r:id="rId19"/>
    <p:sldId id="383" r:id="rId20"/>
    <p:sldId id="384" r:id="rId21"/>
    <p:sldId id="385" r:id="rId22"/>
    <p:sldId id="399" r:id="rId23"/>
    <p:sldId id="348" r:id="rId24"/>
    <p:sldId id="386" r:id="rId25"/>
    <p:sldId id="350" r:id="rId26"/>
    <p:sldId id="351" r:id="rId27"/>
    <p:sldId id="419" r:id="rId28"/>
    <p:sldId id="337" r:id="rId29"/>
    <p:sldId id="390" r:id="rId30"/>
    <p:sldId id="391" r:id="rId31"/>
    <p:sldId id="395" r:id="rId32"/>
    <p:sldId id="369" r:id="rId33"/>
    <p:sldId id="396" r:id="rId34"/>
    <p:sldId id="355" r:id="rId35"/>
    <p:sldId id="388" r:id="rId36"/>
    <p:sldId id="389" r:id="rId37"/>
    <p:sldId id="393" r:id="rId38"/>
    <p:sldId id="406" r:id="rId39"/>
    <p:sldId id="400" r:id="rId40"/>
    <p:sldId id="401" r:id="rId41"/>
    <p:sldId id="402" r:id="rId42"/>
    <p:sldId id="403" r:id="rId43"/>
    <p:sldId id="404" r:id="rId44"/>
    <p:sldId id="405" r:id="rId45"/>
    <p:sldId id="407" r:id="rId46"/>
    <p:sldId id="408" r:id="rId47"/>
    <p:sldId id="409" r:id="rId48"/>
    <p:sldId id="410" r:id="rId49"/>
    <p:sldId id="411" r:id="rId50"/>
    <p:sldId id="412" r:id="rId51"/>
    <p:sldId id="413" r:id="rId52"/>
    <p:sldId id="414" r:id="rId53"/>
    <p:sldId id="415" r:id="rId54"/>
  </p:sldIdLst>
  <p:sldSz cx="9144000" cy="6858000" type="screen4x3"/>
  <p:notesSz cx="6858000" cy="92964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316" autoAdjust="0"/>
    <p:restoredTop sz="89211" autoAdjust="0"/>
  </p:normalViewPr>
  <p:slideViewPr>
    <p:cSldViewPr snapToGrid="0">
      <p:cViewPr varScale="1">
        <p:scale>
          <a:sx n="88" d="100"/>
          <a:sy n="88" d="100"/>
        </p:scale>
        <p:origin x="1326" y="71"/>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6750"/>
    </p:cViewPr>
  </p:sorterViewPr>
  <p:notesViewPr>
    <p:cSldViewPr snapToGrid="0">
      <p:cViewPr varScale="1">
        <p:scale>
          <a:sx n="81" d="100"/>
          <a:sy n="81" d="100"/>
        </p:scale>
        <p:origin x="-1432" y="-90"/>
      </p:cViewPr>
      <p:guideLst>
        <p:guide orient="horz" pos="2928"/>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3550"/>
          </a:xfrm>
          <a:prstGeom prst="rect">
            <a:avLst/>
          </a:prstGeom>
        </p:spPr>
        <p:txBody>
          <a:bodyPr vert="horz" lIns="87316" tIns="43658" rIns="87316" bIns="43658" rtlCol="0"/>
          <a:lstStyle>
            <a:lvl1pPr algn="l" eaLnBrk="1" fontAlgn="auto" hangingPunct="1">
              <a:spcBef>
                <a:spcPts val="0"/>
              </a:spcBef>
              <a:spcAft>
                <a:spcPts val="0"/>
              </a:spcAft>
              <a:defRPr sz="1100">
                <a:latin typeface="Arial" charset="0"/>
                <a:cs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63550"/>
          </a:xfrm>
          <a:prstGeom prst="rect">
            <a:avLst/>
          </a:prstGeom>
        </p:spPr>
        <p:txBody>
          <a:bodyPr vert="horz" lIns="87316" tIns="43658" rIns="87316" bIns="43658" rtlCol="0"/>
          <a:lstStyle>
            <a:lvl1pPr algn="r" eaLnBrk="1" fontAlgn="auto" hangingPunct="1">
              <a:spcBef>
                <a:spcPts val="0"/>
              </a:spcBef>
              <a:spcAft>
                <a:spcPts val="0"/>
              </a:spcAft>
              <a:defRPr sz="1100">
                <a:latin typeface="Arial" charset="0"/>
                <a:cs typeface="Arial" charset="0"/>
              </a:defRPr>
            </a:lvl1pPr>
          </a:lstStyle>
          <a:p>
            <a:pPr>
              <a:defRPr/>
            </a:pPr>
            <a:fld id="{6E757013-FAE1-489F-9756-4A29CA9164D7}" type="datetimeFigureOut">
              <a:rPr lang="en-US"/>
              <a:pPr>
                <a:defRPr/>
              </a:pPr>
              <a:t>7/28/2025</a:t>
            </a:fld>
            <a:endParaRPr lang="en-US"/>
          </a:p>
        </p:txBody>
      </p:sp>
      <p:sp>
        <p:nvSpPr>
          <p:cNvPr id="4" name="Footer Placeholder 3"/>
          <p:cNvSpPr>
            <a:spLocks noGrp="1"/>
          </p:cNvSpPr>
          <p:nvPr>
            <p:ph type="ftr" sz="quarter" idx="2"/>
          </p:nvPr>
        </p:nvSpPr>
        <p:spPr>
          <a:xfrm>
            <a:off x="0" y="8831263"/>
            <a:ext cx="2971800" cy="463550"/>
          </a:xfrm>
          <a:prstGeom prst="rect">
            <a:avLst/>
          </a:prstGeom>
        </p:spPr>
        <p:txBody>
          <a:bodyPr vert="horz" lIns="87316" tIns="43658" rIns="87316" bIns="43658" rtlCol="0" anchor="b"/>
          <a:lstStyle>
            <a:lvl1pPr algn="l" eaLnBrk="1" fontAlgn="auto" hangingPunct="1">
              <a:spcBef>
                <a:spcPts val="0"/>
              </a:spcBef>
              <a:spcAft>
                <a:spcPts val="0"/>
              </a:spcAft>
              <a:defRPr sz="1100">
                <a:latin typeface="Arial" charset="0"/>
                <a:cs typeface="Arial" charset="0"/>
              </a:defRPr>
            </a:lvl1pPr>
          </a:lstStyle>
          <a:p>
            <a:pPr>
              <a:defRPr/>
            </a:pPr>
            <a:endParaRPr lang="en-US"/>
          </a:p>
        </p:txBody>
      </p:sp>
      <p:sp>
        <p:nvSpPr>
          <p:cNvPr id="5" name="Slide Number Placeholder 4"/>
          <p:cNvSpPr>
            <a:spLocks noGrp="1"/>
          </p:cNvSpPr>
          <p:nvPr>
            <p:ph type="sldNum" sz="quarter" idx="3"/>
          </p:nvPr>
        </p:nvSpPr>
        <p:spPr>
          <a:xfrm>
            <a:off x="3884613" y="8831263"/>
            <a:ext cx="2971800" cy="463550"/>
          </a:xfrm>
          <a:prstGeom prst="rect">
            <a:avLst/>
          </a:prstGeom>
        </p:spPr>
        <p:txBody>
          <a:bodyPr vert="horz" wrap="square" lIns="87316" tIns="43658" rIns="87316" bIns="43658" numCol="1" anchor="b" anchorCtr="0" compatLnSpc="1">
            <a:prstTxWarp prst="textNoShape">
              <a:avLst/>
            </a:prstTxWarp>
          </a:bodyPr>
          <a:lstStyle>
            <a:lvl1pPr algn="r" eaLnBrk="1" hangingPunct="1">
              <a:defRPr sz="1100"/>
            </a:lvl1pPr>
          </a:lstStyle>
          <a:p>
            <a:fld id="{BC56B428-60E5-4A78-A3FD-F09685AFB68A}"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210" name="Rectangle 2"/>
          <p:cNvSpPr>
            <a:spLocks noGrp="1" noChangeArrowheads="1"/>
          </p:cNvSpPr>
          <p:nvPr>
            <p:ph type="hdr" sz="quarter"/>
          </p:nvPr>
        </p:nvSpPr>
        <p:spPr bwMode="auto">
          <a:xfrm>
            <a:off x="0" y="0"/>
            <a:ext cx="2971800" cy="463550"/>
          </a:xfrm>
          <a:prstGeom prst="rect">
            <a:avLst/>
          </a:prstGeom>
          <a:noFill/>
          <a:ln w="9525">
            <a:noFill/>
            <a:miter lim="800000"/>
            <a:headEnd/>
            <a:tailEnd/>
          </a:ln>
          <a:effectLst/>
        </p:spPr>
        <p:txBody>
          <a:bodyPr vert="horz" wrap="square" lIns="87316" tIns="43658" rIns="87316" bIns="43658" numCol="1" anchor="t" anchorCtr="0" compatLnSpc="1">
            <a:prstTxWarp prst="textNoShape">
              <a:avLst/>
            </a:prstTxWarp>
          </a:bodyPr>
          <a:lstStyle>
            <a:lvl1pPr eaLnBrk="1" fontAlgn="auto" hangingPunct="1">
              <a:spcBef>
                <a:spcPts val="0"/>
              </a:spcBef>
              <a:spcAft>
                <a:spcPts val="0"/>
              </a:spcAft>
              <a:defRPr sz="1100">
                <a:latin typeface="Arial" charset="0"/>
                <a:cs typeface="Arial" charset="0"/>
              </a:defRPr>
            </a:lvl1pPr>
          </a:lstStyle>
          <a:p>
            <a:pPr>
              <a:defRPr/>
            </a:pPr>
            <a:endParaRPr lang="en-CA"/>
          </a:p>
        </p:txBody>
      </p:sp>
      <p:sp>
        <p:nvSpPr>
          <p:cNvPr id="94211" name="Rectangle 3"/>
          <p:cNvSpPr>
            <a:spLocks noGrp="1" noChangeArrowheads="1"/>
          </p:cNvSpPr>
          <p:nvPr>
            <p:ph type="dt" idx="1"/>
          </p:nvPr>
        </p:nvSpPr>
        <p:spPr bwMode="auto">
          <a:xfrm>
            <a:off x="3884613" y="0"/>
            <a:ext cx="2971800" cy="463550"/>
          </a:xfrm>
          <a:prstGeom prst="rect">
            <a:avLst/>
          </a:prstGeom>
          <a:noFill/>
          <a:ln w="9525">
            <a:noFill/>
            <a:miter lim="800000"/>
            <a:headEnd/>
            <a:tailEnd/>
          </a:ln>
          <a:effectLst/>
        </p:spPr>
        <p:txBody>
          <a:bodyPr vert="horz" wrap="square" lIns="87316" tIns="43658" rIns="87316" bIns="43658" numCol="1" anchor="t" anchorCtr="0" compatLnSpc="1">
            <a:prstTxWarp prst="textNoShape">
              <a:avLst/>
            </a:prstTxWarp>
          </a:bodyPr>
          <a:lstStyle>
            <a:lvl1pPr algn="r" eaLnBrk="1" fontAlgn="auto" hangingPunct="1">
              <a:spcBef>
                <a:spcPts val="0"/>
              </a:spcBef>
              <a:spcAft>
                <a:spcPts val="0"/>
              </a:spcAft>
              <a:defRPr sz="1100">
                <a:latin typeface="Arial" charset="0"/>
                <a:cs typeface="Arial" charset="0"/>
              </a:defRPr>
            </a:lvl1pPr>
          </a:lstStyle>
          <a:p>
            <a:pPr>
              <a:defRPr/>
            </a:pPr>
            <a:endParaRPr lang="en-CA"/>
          </a:p>
        </p:txBody>
      </p:sp>
      <p:sp>
        <p:nvSpPr>
          <p:cNvPr id="25604" name="Rectangle 4"/>
          <p:cNvSpPr>
            <a:spLocks noRot="1" noChangeArrowheads="1" noTextEdit="1"/>
          </p:cNvSpPr>
          <p:nvPr>
            <p:ph type="sldImg" idx="2"/>
          </p:nvPr>
        </p:nvSpPr>
        <p:spPr bwMode="auto">
          <a:xfrm>
            <a:off x="1106488" y="698500"/>
            <a:ext cx="46466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3" name="Rectangle 5"/>
          <p:cNvSpPr>
            <a:spLocks noGrp="1" noChangeArrowheads="1"/>
          </p:cNvSpPr>
          <p:nvPr>
            <p:ph type="body" sz="quarter" idx="3"/>
          </p:nvPr>
        </p:nvSpPr>
        <p:spPr bwMode="auto">
          <a:xfrm>
            <a:off x="685800" y="4416425"/>
            <a:ext cx="5486400" cy="4181475"/>
          </a:xfrm>
          <a:prstGeom prst="rect">
            <a:avLst/>
          </a:prstGeom>
          <a:noFill/>
          <a:ln w="9525">
            <a:noFill/>
            <a:miter lim="800000"/>
            <a:headEnd/>
            <a:tailEnd/>
          </a:ln>
          <a:effectLst/>
        </p:spPr>
        <p:txBody>
          <a:bodyPr vert="horz" wrap="square" lIns="87316" tIns="43658" rIns="87316" bIns="43658" numCol="1" anchor="t" anchorCtr="0" compatLnSpc="1">
            <a:prstTxWarp prst="textNoShape">
              <a:avLst/>
            </a:prstTxWarp>
          </a:bodyPr>
          <a:lstStyle/>
          <a:p>
            <a:pPr lvl="0"/>
            <a:r>
              <a:rPr lang="en-CA" noProof="0"/>
              <a:t>Click to edit Master text styles</a:t>
            </a:r>
          </a:p>
          <a:p>
            <a:pPr lvl="1"/>
            <a:r>
              <a:rPr lang="en-CA" noProof="0"/>
              <a:t>Second level</a:t>
            </a:r>
          </a:p>
          <a:p>
            <a:pPr lvl="2"/>
            <a:r>
              <a:rPr lang="en-CA" noProof="0"/>
              <a:t>Third level</a:t>
            </a:r>
          </a:p>
          <a:p>
            <a:pPr lvl="3"/>
            <a:r>
              <a:rPr lang="en-CA" noProof="0"/>
              <a:t>Fourth level</a:t>
            </a:r>
          </a:p>
          <a:p>
            <a:pPr lvl="4"/>
            <a:r>
              <a:rPr lang="en-CA" noProof="0"/>
              <a:t>Fifth level</a:t>
            </a:r>
          </a:p>
        </p:txBody>
      </p:sp>
      <p:sp>
        <p:nvSpPr>
          <p:cNvPr id="94214" name="Rectangle 6"/>
          <p:cNvSpPr>
            <a:spLocks noGrp="1" noChangeArrowheads="1"/>
          </p:cNvSpPr>
          <p:nvPr>
            <p:ph type="ftr" sz="quarter" idx="4"/>
          </p:nvPr>
        </p:nvSpPr>
        <p:spPr bwMode="auto">
          <a:xfrm>
            <a:off x="0" y="8831263"/>
            <a:ext cx="2971800" cy="463550"/>
          </a:xfrm>
          <a:prstGeom prst="rect">
            <a:avLst/>
          </a:prstGeom>
          <a:noFill/>
          <a:ln w="9525">
            <a:noFill/>
            <a:miter lim="800000"/>
            <a:headEnd/>
            <a:tailEnd/>
          </a:ln>
          <a:effectLst/>
        </p:spPr>
        <p:txBody>
          <a:bodyPr vert="horz" wrap="square" lIns="87316" tIns="43658" rIns="87316" bIns="43658" numCol="1" anchor="b" anchorCtr="0" compatLnSpc="1">
            <a:prstTxWarp prst="textNoShape">
              <a:avLst/>
            </a:prstTxWarp>
          </a:bodyPr>
          <a:lstStyle>
            <a:lvl1pPr eaLnBrk="1" fontAlgn="auto" hangingPunct="1">
              <a:spcBef>
                <a:spcPts val="0"/>
              </a:spcBef>
              <a:spcAft>
                <a:spcPts val="0"/>
              </a:spcAft>
              <a:defRPr sz="1100">
                <a:latin typeface="Arial" charset="0"/>
                <a:cs typeface="Arial" charset="0"/>
              </a:defRPr>
            </a:lvl1pPr>
          </a:lstStyle>
          <a:p>
            <a:pPr>
              <a:defRPr/>
            </a:pPr>
            <a:endParaRPr lang="en-CA"/>
          </a:p>
        </p:txBody>
      </p:sp>
      <p:sp>
        <p:nvSpPr>
          <p:cNvPr id="94215" name="Rectangle 7"/>
          <p:cNvSpPr>
            <a:spLocks noGrp="1" noChangeArrowheads="1"/>
          </p:cNvSpPr>
          <p:nvPr>
            <p:ph type="sldNum" sz="quarter" idx="5"/>
          </p:nvPr>
        </p:nvSpPr>
        <p:spPr bwMode="auto">
          <a:xfrm>
            <a:off x="3884613" y="8831263"/>
            <a:ext cx="2971800" cy="463550"/>
          </a:xfrm>
          <a:prstGeom prst="rect">
            <a:avLst/>
          </a:prstGeom>
          <a:noFill/>
          <a:ln w="9525">
            <a:noFill/>
            <a:miter lim="800000"/>
            <a:headEnd/>
            <a:tailEnd/>
          </a:ln>
          <a:effectLst/>
        </p:spPr>
        <p:txBody>
          <a:bodyPr vert="horz" wrap="square" lIns="87316" tIns="43658" rIns="87316" bIns="43658" numCol="1" anchor="b" anchorCtr="0" compatLnSpc="1">
            <a:prstTxWarp prst="textNoShape">
              <a:avLst/>
            </a:prstTxWarp>
          </a:bodyPr>
          <a:lstStyle>
            <a:lvl1pPr algn="r" eaLnBrk="1" hangingPunct="1">
              <a:defRPr sz="1100"/>
            </a:lvl1pPr>
          </a:lstStyle>
          <a:p>
            <a:fld id="{51D02DA3-596F-42EC-AC7F-327ED24958B5}" type="slidenum">
              <a:rPr lang="en-CA" altLang="en-US"/>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usability.gov/how-to-and-tools/methods/requirements.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ChangeArrowheads="1" noTextEdit="1"/>
          </p:cNvSpPr>
          <p:nvPr>
            <p:ph type="sldImg"/>
          </p:nvPr>
        </p:nvSpPr>
        <p:spPr>
          <a:ln/>
        </p:spPr>
      </p:sp>
      <p:sp>
        <p:nvSpPr>
          <p:cNvPr id="3" name="Notes Placeholder 2"/>
          <p:cNvSpPr>
            <a:spLocks noGrp="1"/>
          </p:cNvSpPr>
          <p:nvPr>
            <p:ph type="body" idx="1"/>
          </p:nvPr>
        </p:nvSpPr>
        <p:spPr/>
        <p:txBody>
          <a:bodyPr/>
          <a:lstStyle/>
          <a:p>
            <a:pPr eaLnBrk="1" fontAlgn="auto" hangingPunct="1">
              <a:spcBef>
                <a:spcPts val="0"/>
              </a:spcBef>
              <a:spcAft>
                <a:spcPts val="0"/>
              </a:spcAft>
              <a:defRPr/>
            </a:pPr>
            <a:r>
              <a:rPr lang="en-US" spc="-5" dirty="0">
                <a:latin typeface="Arial"/>
                <a:cs typeface="Arial"/>
              </a:rPr>
              <a:t>use case diagram </a:t>
            </a:r>
            <a:r>
              <a:rPr lang="en-US" dirty="0">
                <a:latin typeface="Arial"/>
                <a:cs typeface="Arial"/>
              </a:rPr>
              <a:t>to </a:t>
            </a:r>
            <a:r>
              <a:rPr lang="en-US" spc="-5" dirty="0">
                <a:latin typeface="Arial"/>
                <a:cs typeface="Arial"/>
              </a:rPr>
              <a:t>depict functional requirements of </a:t>
            </a:r>
            <a:r>
              <a:rPr lang="en-US" dirty="0">
                <a:latin typeface="Arial"/>
                <a:cs typeface="Arial"/>
              </a:rPr>
              <a:t>a</a:t>
            </a:r>
            <a:r>
              <a:rPr lang="en-US" spc="15" dirty="0">
                <a:latin typeface="Arial"/>
                <a:cs typeface="Arial"/>
              </a:rPr>
              <a:t> </a:t>
            </a:r>
            <a:r>
              <a:rPr lang="en-US" spc="-5" dirty="0">
                <a:latin typeface="Arial"/>
                <a:cs typeface="Arial"/>
              </a:rPr>
              <a:t>system.</a:t>
            </a:r>
            <a:endParaRPr lang="en-US" dirty="0">
              <a:latin typeface="Arial"/>
              <a:cs typeface="Arial"/>
            </a:endParaRPr>
          </a:p>
          <a:p>
            <a:pPr>
              <a:defRPr/>
            </a:pPr>
            <a:endParaRPr lang="en-US" dirty="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09F02A18-D930-420F-BF06-538C89C4A26F}" type="slidenum">
              <a:rPr lang="en-US" altLang="en-US">
                <a:latin typeface="Arial" panose="020B0604020202020204" pitchFamily="34" charset="0"/>
                <a:cs typeface="Arial" panose="020B0604020202020204" pitchFamily="34" charset="0"/>
              </a:rPr>
              <a:pPr/>
              <a:t>2</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ChangeArrowheads="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CA" altLang="en-US" b="1" smtClean="0">
                <a:latin typeface="Arial" panose="020B0604020202020204" pitchFamily="34" charset="0"/>
                <a:cs typeface="Arial" panose="020B0604020202020204" pitchFamily="34" charset="0"/>
              </a:rPr>
              <a:t>Note</a:t>
            </a:r>
            <a:r>
              <a:rPr lang="en-CA" altLang="en-US" smtClean="0">
                <a:latin typeface="Arial" panose="020B0604020202020204" pitchFamily="34" charset="0"/>
                <a:cs typeface="Arial" panose="020B0604020202020204" pitchFamily="34" charset="0"/>
              </a:rPr>
              <a:t>: UML does not work well for small projects or projects where just a few developers are involved. If you attempt to use it in this environment it will seem more of a burden than an aid, but then it was never intended for that. It works best for very complex systems involving dozens of developers over a long period of time where it is impossible for one or two people to maintain the structure of the software in their head as they develop it.</a:t>
            </a:r>
          </a:p>
          <a:p>
            <a:endParaRPr lang="en-US" altLang="en-US" smtClean="0">
              <a:latin typeface="Arial" panose="020B0604020202020204" pitchFamily="34" charset="0"/>
              <a:cs typeface="Arial" panose="020B0604020202020204" pitchFamily="34" charset="0"/>
            </a:endParaRPr>
          </a:p>
        </p:txBody>
      </p:sp>
      <p:sp>
        <p:nvSpPr>
          <p:cNvPr id="337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9F236DA-BF51-479A-B459-32F77EB9C83C}" type="slidenum">
              <a:rPr lang="en-CA" altLang="en-US">
                <a:latin typeface="Arial" panose="020B0604020202020204" pitchFamily="34" charset="0"/>
                <a:cs typeface="Arial" panose="020B0604020202020204" pitchFamily="34" charset="0"/>
              </a:rPr>
              <a:pPr/>
              <a:t>5</a:t>
            </a:fld>
            <a:endParaRPr lang="en-CA"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ChangeArrowheads="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6E99EF2-76B4-43F4-829E-FD4EF797B6D6}" type="slidenum">
              <a:rPr lang="en-CA" altLang="en-US">
                <a:latin typeface="Arial" panose="020B0604020202020204" pitchFamily="34" charset="0"/>
                <a:cs typeface="Arial" panose="020B0604020202020204" pitchFamily="34" charset="0"/>
              </a:rPr>
              <a:pPr/>
              <a:t>7</a:t>
            </a:fld>
            <a:endParaRPr lang="en-CA" altLang="en-US">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solidFill>
                  <a:schemeClr val="tx2"/>
                </a:solidFill>
                <a:latin typeface="Arial" panose="020B0604020202020204" pitchFamily="34" charset="0"/>
                <a:ea typeface="MS PGothic" panose="020B0600070205080204" pitchFamily="34" charset="-128"/>
                <a:cs typeface="Arial" panose="020B0604020202020204" pitchFamily="34" charset="0"/>
              </a:rPr>
              <a:t>Each use case represents a discrete goal for the user</a:t>
            </a:r>
          </a:p>
          <a:p>
            <a:endParaRPr lang="en-US" altLang="en-US" smtClean="0">
              <a:latin typeface="Arial" panose="020B0604020202020204" pitchFamily="34" charset="0"/>
              <a:cs typeface="Arial" panose="020B0604020202020204" pitchFamily="34" charset="0"/>
            </a:endParaRP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E965EB5-F6B8-4D26-BE22-A40261FFE9AF}" type="slidenum">
              <a:rPr lang="en-CA" altLang="en-US">
                <a:latin typeface="Arial" panose="020B0604020202020204" pitchFamily="34" charset="0"/>
                <a:cs typeface="Arial" panose="020B0604020202020204" pitchFamily="34" charset="0"/>
              </a:rPr>
              <a:pPr/>
              <a:t>8</a:t>
            </a:fld>
            <a:endParaRPr lang="en-CA" altLang="en-US">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cs typeface="Arial" panose="020B0604020202020204" pitchFamily="34" charset="0"/>
              </a:rPr>
              <a:t>E.g., The resulting system is tested </a:t>
            </a:r>
            <a:r>
              <a:rPr lang="ja-JP" altLang="en-US" smtClean="0">
                <a:latin typeface="Arial" panose="020B0604020202020204" pitchFamily="34" charset="0"/>
                <a:cs typeface="Arial" panose="020B0604020202020204" pitchFamily="34" charset="0"/>
              </a:rPr>
              <a:t>“</a:t>
            </a:r>
            <a:r>
              <a:rPr lang="en-US" altLang="ja-JP" smtClean="0">
                <a:latin typeface="Arial" panose="020B0604020202020204" pitchFamily="34" charset="0"/>
                <a:cs typeface="Arial" panose="020B0604020202020204" pitchFamily="34" charset="0"/>
              </a:rPr>
              <a:t>against</a:t>
            </a:r>
            <a:r>
              <a:rPr lang="ja-JP" altLang="en-US" smtClean="0">
                <a:latin typeface="Arial" panose="020B0604020202020204" pitchFamily="34" charset="0"/>
                <a:cs typeface="Arial" panose="020B0604020202020204" pitchFamily="34" charset="0"/>
              </a:rPr>
              <a:t>”</a:t>
            </a:r>
            <a:r>
              <a:rPr lang="en-US" altLang="ja-JP" smtClean="0">
                <a:latin typeface="Arial" panose="020B0604020202020204" pitchFamily="34" charset="0"/>
                <a:cs typeface="Arial" panose="020B0604020202020204" pitchFamily="34" charset="0"/>
              </a:rPr>
              <a:t> these easy-to-follow use cases.</a:t>
            </a:r>
          </a:p>
          <a:p>
            <a:endParaRPr lang="en-US" altLang="en-US" smtClean="0">
              <a:latin typeface="Arial" panose="020B0604020202020204" pitchFamily="34" charset="0"/>
              <a:cs typeface="Arial" panose="020B0604020202020204" pitchFamily="34" charset="0"/>
            </a:endParaRPr>
          </a:p>
          <a:p>
            <a:r>
              <a:rPr lang="en-US" altLang="en-US" smtClean="0">
                <a:latin typeface="Arial" panose="020B0604020202020204" pitchFamily="34" charset="0"/>
                <a:cs typeface="Arial" panose="020B0604020202020204" pitchFamily="34" charset="0"/>
              </a:rPr>
              <a:t>So, </a:t>
            </a:r>
            <a:r>
              <a:rPr lang="ja-JP" altLang="en-US" smtClean="0">
                <a:latin typeface="Arial" panose="020B0604020202020204" pitchFamily="34" charset="0"/>
                <a:cs typeface="Arial" panose="020B0604020202020204" pitchFamily="34" charset="0"/>
              </a:rPr>
              <a:t>“</a:t>
            </a:r>
            <a:r>
              <a:rPr lang="en-US" altLang="ja-JP" smtClean="0">
                <a:latin typeface="Arial" panose="020B0604020202020204" pitchFamily="34" charset="0"/>
                <a:cs typeface="Arial" panose="020B0604020202020204" pitchFamily="34" charset="0"/>
              </a:rPr>
              <a:t>Is the system testable against the use cases?</a:t>
            </a:r>
            <a:r>
              <a:rPr lang="ja-JP" altLang="en-US" smtClean="0">
                <a:latin typeface="Arial" panose="020B0604020202020204" pitchFamily="34" charset="0"/>
                <a:cs typeface="Arial" panose="020B0604020202020204" pitchFamily="34" charset="0"/>
              </a:rPr>
              <a:t>”</a:t>
            </a:r>
            <a:r>
              <a:rPr lang="en-US" altLang="ja-JP" smtClean="0">
                <a:latin typeface="Arial" panose="020B0604020202020204" pitchFamily="34" charset="0"/>
                <a:cs typeface="Arial" panose="020B0604020202020204" pitchFamily="34" charset="0"/>
              </a:rPr>
              <a:t> is a strategic question.</a:t>
            </a:r>
            <a:endParaRPr lang="en-US" altLang="en-US" smtClean="0">
              <a:latin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ChangeArrowheads="1" noTextEdit="1"/>
          </p:cNvSpPr>
          <p:nvPr>
            <p:ph type="sldImg"/>
          </p:nvPr>
        </p:nvSpPr>
        <p:spPr>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defRPr/>
            </a:pPr>
            <a:r>
              <a:rPr lang="en-US" dirty="0">
                <a:latin typeface="+mn-lt"/>
                <a:cs typeface="+mn-cs"/>
              </a:rPr>
              <a:t>They provide a list of goals and this list can be used to establish the cost and complexity of the system. Project teams can then negotiate which functions become </a:t>
            </a:r>
            <a:r>
              <a:rPr lang="en-US" u="sng" dirty="0">
                <a:latin typeface="+mn-lt"/>
                <a:cs typeface="+mn-cs"/>
                <a:hlinkClick r:id="rId3"/>
              </a:rPr>
              <a:t>requirements </a:t>
            </a:r>
            <a:r>
              <a:rPr lang="en-US" dirty="0">
                <a:latin typeface="+mn-lt"/>
                <a:cs typeface="+mn-cs"/>
              </a:rPr>
              <a:t> and are built.</a:t>
            </a:r>
          </a:p>
          <a:p>
            <a:pPr marL="171450" indent="-171450">
              <a:buFont typeface="Arial" panose="020B0604020202020204" pitchFamily="34" charset="0"/>
              <a:buChar char="•"/>
              <a:defRPr/>
            </a:pPr>
            <a:r>
              <a:rPr lang="en-US" altLang="en-US" sz="2800" dirty="0"/>
              <a:t>Promote customer involvement</a:t>
            </a:r>
          </a:p>
          <a:p>
            <a:pPr marL="171450" indent="-171450">
              <a:buFont typeface="Arial" panose="020B0604020202020204" pitchFamily="34" charset="0"/>
              <a:buChar char="•"/>
              <a:defRPr/>
            </a:pPr>
            <a:r>
              <a:rPr lang="en-US" altLang="en-US" sz="2800" dirty="0"/>
              <a:t>Help manage complexity (</a:t>
            </a:r>
            <a:r>
              <a:rPr lang="en-US" altLang="en-US" sz="2400" dirty="0"/>
              <a:t>Layers, Focus on real user needs)</a:t>
            </a:r>
            <a:endParaRPr lang="en-US" altLang="en-US" sz="2800" dirty="0"/>
          </a:p>
          <a:p>
            <a:pPr marL="171450" indent="-171450">
              <a:buFont typeface="Arial" panose="020B0604020202020204" pitchFamily="34" charset="0"/>
              <a:buChar char="•"/>
              <a:defRPr/>
            </a:pPr>
            <a:r>
              <a:rPr lang="en-US" altLang="en-US" sz="2800" dirty="0"/>
              <a:t>Groundwork for user manual, test cases</a:t>
            </a:r>
          </a:p>
          <a:p>
            <a:pPr marL="171450" indent="-171450">
              <a:buFont typeface="Arial" panose="020B0604020202020204" pitchFamily="34" charset="0"/>
              <a:buChar char="•"/>
              <a:defRPr/>
            </a:pPr>
            <a:r>
              <a:rPr lang="en-US" altLang="en-US" sz="2800" dirty="0"/>
              <a:t>Help us work in iterations</a:t>
            </a:r>
          </a:p>
          <a:p>
            <a:pPr>
              <a:defRPr/>
            </a:pPr>
            <a:endParaRPr lang="en-US" dirty="0"/>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D32B6B7C-2A61-4B43-BCFB-C0A22A134179}" type="slidenum">
              <a:rPr lang="en-US" altLang="en-US">
                <a:latin typeface="Arial" panose="020B0604020202020204" pitchFamily="34" charset="0"/>
                <a:cs typeface="Arial" panose="020B0604020202020204" pitchFamily="34" charset="0"/>
              </a:rPr>
              <a:pPr/>
              <a:t>12</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2ED6920-35B1-428D-9D55-85260AC4175F}" type="slidenum">
              <a:rPr lang="en-US" altLang="en-US">
                <a:latin typeface="Arial" panose="020B0604020202020204" pitchFamily="34" charset="0"/>
                <a:cs typeface="Arial" panose="020B0604020202020204" pitchFamily="34" charset="0"/>
              </a:rPr>
              <a:pPr/>
              <a:t>21</a:t>
            </a:fld>
            <a:endParaRPr lang="en-US" altLang="en-US">
              <a:latin typeface="Arial" panose="020B0604020202020204" pitchFamily="34" charset="0"/>
              <a:cs typeface="Arial" panose="020B0604020202020204" pitchFamily="34" charset="0"/>
            </a:endParaRPr>
          </a:p>
        </p:txBody>
      </p:sp>
      <p:sp>
        <p:nvSpPr>
          <p:cNvPr id="55299" name="Rectangle 2"/>
          <p:cNvSpPr>
            <a:spLocks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9315EE6D-4B91-417F-AE84-0453C4CA5DA9}" type="slidenum">
              <a:rPr lang="en-US" altLang="en-US">
                <a:latin typeface="Arial" panose="020B0604020202020204" pitchFamily="34" charset="0"/>
                <a:cs typeface="Arial" panose="020B0604020202020204" pitchFamily="34" charset="0"/>
              </a:rPr>
              <a:pPr/>
              <a:t>23</a:t>
            </a:fld>
            <a:endParaRPr lang="en-US" altLang="en-US">
              <a:latin typeface="Arial" panose="020B0604020202020204" pitchFamily="34" charset="0"/>
              <a:cs typeface="Arial" panose="020B0604020202020204" pitchFamily="34" charset="0"/>
            </a:endParaRPr>
          </a:p>
        </p:txBody>
      </p:sp>
      <p:sp>
        <p:nvSpPr>
          <p:cNvPr id="58371" name="Rectangle 2"/>
          <p:cNvSpPr>
            <a:spLocks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ABF1C3BE-0C3C-4694-8DB7-215B2ADEA300}" type="slidenum">
              <a:rPr lang="en-US" altLang="en-US">
                <a:latin typeface="Arial" panose="020B0604020202020204" pitchFamily="34" charset="0"/>
                <a:cs typeface="Arial" panose="020B0604020202020204" pitchFamily="34" charset="0"/>
              </a:rPr>
              <a:pPr/>
              <a:t>24</a:t>
            </a:fld>
            <a:endParaRPr lang="en-US" altLang="en-US">
              <a:latin typeface="Arial" panose="020B0604020202020204" pitchFamily="34" charset="0"/>
              <a:cs typeface="Arial" panose="020B0604020202020204" pitchFamily="34" charset="0"/>
            </a:endParaRPr>
          </a:p>
        </p:txBody>
      </p:sp>
      <p:sp>
        <p:nvSpPr>
          <p:cNvPr id="60419" name="Rectangle 2"/>
          <p:cNvSpPr>
            <a:spLocks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ChangeArrowheads="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
        <p:nvSpPr>
          <p:cNvPr id="75780" name="Slide Number Placeholder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BF74F95-4FE1-4D42-8BAC-CDF2606CFDC3}" type="slidenum">
              <a:rPr lang="LID4096" altLang="en-US"/>
              <a:pPr/>
              <a:t>38</a:t>
            </a:fld>
            <a:endParaRPr lang="LID4096"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ChangeArrowheads="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
        <p:nvSpPr>
          <p:cNvPr id="81924" name="Slide Number Placeholder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4A366351-1491-479E-959C-3A7C34C92233}" type="slidenum">
              <a:rPr lang="LID4096" altLang="en-US"/>
              <a:pPr/>
              <a:t>43</a:t>
            </a:fld>
            <a:endParaRPr lang="LID4096"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2D076438-9DC8-4D19-836D-B19A72F37D1B}" type="slidenum">
              <a:rPr lang="en-US" altLang="en-US"/>
              <a:pPr/>
              <a:t>‹#›</a:t>
            </a:fld>
            <a:endParaRPr lang="en-US" altLang="en-US"/>
          </a:p>
        </p:txBody>
      </p:sp>
    </p:spTree>
    <p:extLst>
      <p:ext uri="{BB962C8B-B14F-4D97-AF65-F5344CB8AC3E}">
        <p14:creationId xmlns:p14="http://schemas.microsoft.com/office/powerpoint/2010/main" val="3866364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7DF5334D-FF65-4F26-A3F4-93344FD8C3D6}" type="datetimeFigureOut">
              <a:rPr lang="en-US"/>
              <a:pPr>
                <a:defRPr/>
              </a:pPr>
              <a:t>7/28/2025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4F559CF-107B-4ED0-907D-5ABC9E7165EC}" type="slidenum">
              <a:rPr lang="en-US" altLang="en-US"/>
              <a:pPr/>
              <a:t>‹#›</a:t>
            </a:fld>
            <a:endParaRPr lang="en-US" altLang="en-US"/>
          </a:p>
        </p:txBody>
      </p:sp>
    </p:spTree>
    <p:extLst>
      <p:ext uri="{BB962C8B-B14F-4D97-AF65-F5344CB8AC3E}">
        <p14:creationId xmlns:p14="http://schemas.microsoft.com/office/powerpoint/2010/main" val="2633213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CB4C82E9-5F59-4112-9BC3-0356D491352D}" type="datetimeFigureOut">
              <a:rPr lang="en-US"/>
              <a:pPr>
                <a:defRPr/>
              </a:pPr>
              <a:t>7/28/2025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4BD7F965-E5F2-4AFE-A606-C69F9055DB8A}" type="slidenum">
              <a:rPr lang="en-US" altLang="en-US"/>
              <a:pPr/>
              <a:t>‹#›</a:t>
            </a:fld>
            <a:endParaRPr lang="en-US" altLang="en-US"/>
          </a:p>
        </p:txBody>
      </p:sp>
    </p:spTree>
    <p:extLst>
      <p:ext uri="{BB962C8B-B14F-4D97-AF65-F5344CB8AC3E}">
        <p14:creationId xmlns:p14="http://schemas.microsoft.com/office/powerpoint/2010/main" val="402859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B60BF4EA-D1C8-41DE-AFDD-B455D5EC8ABE}" type="datetimeFigureOut">
              <a:rPr lang="en-US"/>
              <a:pPr>
                <a:defRPr/>
              </a:pPr>
              <a:t>7/28/2025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8AF628C8-96FD-479C-86AC-7EAF4BBE81F8}" type="slidenum">
              <a:rPr lang="en-US" altLang="en-US"/>
              <a:pPr/>
              <a:t>‹#›</a:t>
            </a:fld>
            <a:endParaRPr lang="en-US" altLang="en-US"/>
          </a:p>
        </p:txBody>
      </p:sp>
    </p:spTree>
    <p:extLst>
      <p:ext uri="{BB962C8B-B14F-4D97-AF65-F5344CB8AC3E}">
        <p14:creationId xmlns:p14="http://schemas.microsoft.com/office/powerpoint/2010/main" val="263309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p:cNvSpPr>
            <a:spLocks noGrp="1"/>
          </p:cNvSpPr>
          <p:nvPr>
            <p:ph type="dt" sz="half" idx="10"/>
          </p:nvPr>
        </p:nvSpPr>
        <p:spPr/>
        <p:txBody>
          <a:bodyPr/>
          <a:lstStyle>
            <a:lvl1pPr>
              <a:defRPr/>
            </a:lvl1pPr>
          </a:lstStyle>
          <a:p>
            <a:pPr>
              <a:defRPr/>
            </a:pPr>
            <a:fld id="{509E2E0F-49BC-44B6-8EB7-15F2D074EB7C}" type="datetimeFigureOut">
              <a:rPr lang="en-US"/>
              <a:pPr>
                <a:defRPr/>
              </a:pPr>
              <a:t>7/28/2025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94C6A5BF-8B33-46D6-A946-1BBA97FC7D4B}" type="slidenum">
              <a:rPr lang="en-US" altLang="en-US"/>
              <a:pPr/>
              <a:t>‹#›</a:t>
            </a:fld>
            <a:endParaRPr lang="en-US" altLang="en-US"/>
          </a:p>
        </p:txBody>
      </p:sp>
    </p:spTree>
    <p:extLst>
      <p:ext uri="{BB962C8B-B14F-4D97-AF65-F5344CB8AC3E}">
        <p14:creationId xmlns:p14="http://schemas.microsoft.com/office/powerpoint/2010/main" val="4000896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5F2DA9AC-5629-4DD5-BB40-4FE559BF2CAF}" type="datetimeFigureOut">
              <a:rPr lang="en-US"/>
              <a:pPr>
                <a:defRPr/>
              </a:pPr>
              <a:t>7/28/2025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71986A37-ED84-461F-A7D7-62FC82DADD42}" type="slidenum">
              <a:rPr lang="en-US" altLang="en-US"/>
              <a:pPr/>
              <a:t>‹#›</a:t>
            </a:fld>
            <a:endParaRPr lang="en-US" altLang="en-US"/>
          </a:p>
        </p:txBody>
      </p:sp>
    </p:spTree>
    <p:extLst>
      <p:ext uri="{BB962C8B-B14F-4D97-AF65-F5344CB8AC3E}">
        <p14:creationId xmlns:p14="http://schemas.microsoft.com/office/powerpoint/2010/main" val="218930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C2C7986-068B-4724-8AA8-0F141813F6B7}" type="datetimeFigureOut">
              <a:rPr lang="en-US"/>
              <a:pPr>
                <a:defRPr/>
              </a:pPr>
              <a:t>7/28/2025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332EEF14-FFDF-4EB7-912A-4B2B5EA36EE2}" type="slidenum">
              <a:rPr lang="en-US" altLang="en-US"/>
              <a:pPr/>
              <a:t>‹#›</a:t>
            </a:fld>
            <a:endParaRPr lang="en-US" altLang="en-US"/>
          </a:p>
        </p:txBody>
      </p:sp>
    </p:spTree>
    <p:extLst>
      <p:ext uri="{BB962C8B-B14F-4D97-AF65-F5344CB8AC3E}">
        <p14:creationId xmlns:p14="http://schemas.microsoft.com/office/powerpoint/2010/main" val="2157232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3C4626A-37CE-4A8D-AE0C-BA6B0D733379}" type="datetimeFigureOut">
              <a:rPr lang="en-US"/>
              <a:pPr>
                <a:defRPr/>
              </a:pPr>
              <a:t>7/28/2025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D57C6E94-84D8-49AC-84EB-C5B7EF4553C0}" type="slidenum">
              <a:rPr lang="en-US" altLang="en-US"/>
              <a:pPr/>
              <a:t>‹#›</a:t>
            </a:fld>
            <a:endParaRPr lang="en-US" altLang="en-US"/>
          </a:p>
        </p:txBody>
      </p:sp>
    </p:spTree>
    <p:extLst>
      <p:ext uri="{BB962C8B-B14F-4D97-AF65-F5344CB8AC3E}">
        <p14:creationId xmlns:p14="http://schemas.microsoft.com/office/powerpoint/2010/main" val="1288525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266BEFFF-831F-4D1E-A27A-2A80EDFDFA7E}" type="datetimeFigureOut">
              <a:rPr lang="en-US"/>
              <a:pPr>
                <a:defRPr/>
              </a:pPr>
              <a:t>7/28/2025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5A906C3-3424-4096-9C5D-DBD67F982B14}" type="slidenum">
              <a:rPr lang="en-US" altLang="en-US"/>
              <a:pPr/>
              <a:t>‹#›</a:t>
            </a:fld>
            <a:endParaRPr lang="en-US" altLang="en-US"/>
          </a:p>
        </p:txBody>
      </p:sp>
    </p:spTree>
    <p:extLst>
      <p:ext uri="{BB962C8B-B14F-4D97-AF65-F5344CB8AC3E}">
        <p14:creationId xmlns:p14="http://schemas.microsoft.com/office/powerpoint/2010/main" val="3228503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BD063A51-94B3-4ACC-9AA9-E7D50988FFE5}" type="datetimeFigureOut">
              <a:rPr lang="en-US"/>
              <a:pPr>
                <a:defRPr/>
              </a:pPr>
              <a:t>7/28/2025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FE37F778-A8CF-4460-9124-3147A00904AE}" type="slidenum">
              <a:rPr lang="en-US" altLang="en-US"/>
              <a:pPr/>
              <a:t>‹#›</a:t>
            </a:fld>
            <a:endParaRPr lang="en-US" altLang="en-US"/>
          </a:p>
        </p:txBody>
      </p:sp>
    </p:spTree>
    <p:extLst>
      <p:ext uri="{BB962C8B-B14F-4D97-AF65-F5344CB8AC3E}">
        <p14:creationId xmlns:p14="http://schemas.microsoft.com/office/powerpoint/2010/main" val="1382946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9922E184-A77B-45ED-8043-5CC0D58C0141}" type="datetimeFigureOut">
              <a:rPr lang="en-US"/>
              <a:pPr>
                <a:defRPr/>
              </a:pPr>
              <a:t>7/28/2025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273C6E2E-3743-4AC8-AD3F-35284BDDB636}" type="slidenum">
              <a:rPr lang="en-US" altLang="en-US"/>
              <a:pPr/>
              <a:t>‹#›</a:t>
            </a:fld>
            <a:endParaRPr lang="en-US" altLang="en-US"/>
          </a:p>
        </p:txBody>
      </p:sp>
    </p:spTree>
    <p:extLst>
      <p:ext uri="{BB962C8B-B14F-4D97-AF65-F5344CB8AC3E}">
        <p14:creationId xmlns:p14="http://schemas.microsoft.com/office/powerpoint/2010/main" val="31294745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elfolie">
    <p:spTree>
      <p:nvGrpSpPr>
        <p:cNvPr id="1" name=""/>
        <p:cNvGrpSpPr/>
        <p:nvPr/>
      </p:nvGrpSpPr>
      <p:grpSpPr>
        <a:xfrm>
          <a:off x="0" y="0"/>
          <a:ext cx="0" cy="0"/>
          <a:chOff x="0" y="0"/>
          <a:chExt cx="0" cy="0"/>
        </a:xfrm>
      </p:grpSpPr>
      <p:sp>
        <p:nvSpPr>
          <p:cNvPr id="4" name="Rectangle 3"/>
          <p:cNvSpPr/>
          <p:nvPr/>
        </p:nvSpPr>
        <p:spPr>
          <a:xfrm>
            <a:off x="-36513" y="0"/>
            <a:ext cx="9180513" cy="68580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5"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42225" y="5703888"/>
            <a:ext cx="1062038"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el 1"/>
          <p:cNvSpPr>
            <a:spLocks noGrp="1"/>
          </p:cNvSpPr>
          <p:nvPr>
            <p:ph type="ctrTitle"/>
          </p:nvPr>
        </p:nvSpPr>
        <p:spPr>
          <a:xfrm>
            <a:off x="648633" y="2042277"/>
            <a:ext cx="7772400" cy="1470025"/>
          </a:xfrm>
        </p:spPr>
        <p:txBody>
          <a:bodyPr/>
          <a:lstStyle>
            <a:lvl1pPr>
              <a:defRPr sz="2400">
                <a:solidFill>
                  <a:schemeClr val="bg1"/>
                </a:solidFill>
                <a:latin typeface="Roboto" charset="0"/>
                <a:ea typeface="Roboto" charset="0"/>
                <a:cs typeface="Roboto" charset="0"/>
              </a:defRPr>
            </a:lvl1pPr>
          </a:lstStyle>
          <a:p>
            <a:r>
              <a:rPr lang="en-US"/>
              <a:t>Click to edit Master title style</a:t>
            </a:r>
            <a:endParaRPr lang="de-DE" dirty="0"/>
          </a:p>
        </p:txBody>
      </p:sp>
      <p:sp>
        <p:nvSpPr>
          <p:cNvPr id="9" name="Untertitel 2"/>
          <p:cNvSpPr>
            <a:spLocks noGrp="1"/>
          </p:cNvSpPr>
          <p:nvPr>
            <p:ph type="subTitle" idx="1"/>
          </p:nvPr>
        </p:nvSpPr>
        <p:spPr>
          <a:xfrm>
            <a:off x="2558716" y="3933699"/>
            <a:ext cx="6400800" cy="1752600"/>
          </a:xfrm>
        </p:spPr>
        <p:txBody>
          <a:bodyPr>
            <a:normAutofit/>
          </a:bodyPr>
          <a:lstStyle>
            <a:lvl1pPr marL="0" indent="0" algn="r">
              <a:buNone/>
              <a:defRPr sz="1200">
                <a:latin typeface="Arial" charset="0"/>
                <a:ea typeface="Arial" charset="0"/>
                <a:cs typeface="Arial" charset="0"/>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de-DE" dirty="0"/>
          </a:p>
        </p:txBody>
      </p:sp>
    </p:spTree>
    <p:extLst>
      <p:ext uri="{BB962C8B-B14F-4D97-AF65-F5344CB8AC3E}">
        <p14:creationId xmlns:p14="http://schemas.microsoft.com/office/powerpoint/2010/main" val="863051113"/>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elfolie">
    <p:spTree>
      <p:nvGrpSpPr>
        <p:cNvPr id="1" name=""/>
        <p:cNvGrpSpPr/>
        <p:nvPr/>
      </p:nvGrpSpPr>
      <p:grpSpPr>
        <a:xfrm>
          <a:off x="0" y="0"/>
          <a:ext cx="0" cy="0"/>
          <a:chOff x="0" y="0"/>
          <a:chExt cx="0" cy="0"/>
        </a:xfrm>
      </p:grpSpPr>
      <p:sp>
        <p:nvSpPr>
          <p:cNvPr id="4" name="Rectangle 3"/>
          <p:cNvSpPr/>
          <p:nvPr/>
        </p:nvSpPr>
        <p:spPr>
          <a:xfrm>
            <a:off x="-36513" y="0"/>
            <a:ext cx="9180513" cy="685800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5"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42225" y="5703888"/>
            <a:ext cx="1062038"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el 1"/>
          <p:cNvSpPr>
            <a:spLocks noGrp="1"/>
          </p:cNvSpPr>
          <p:nvPr>
            <p:ph type="ctrTitle"/>
          </p:nvPr>
        </p:nvSpPr>
        <p:spPr>
          <a:xfrm>
            <a:off x="648633" y="2042277"/>
            <a:ext cx="7772400" cy="1470025"/>
          </a:xfrm>
        </p:spPr>
        <p:txBody>
          <a:bodyPr/>
          <a:lstStyle>
            <a:lvl1pPr>
              <a:defRPr sz="2400">
                <a:solidFill>
                  <a:schemeClr val="bg1"/>
                </a:solidFill>
                <a:latin typeface="Roboto" charset="0"/>
                <a:ea typeface="Roboto" charset="0"/>
                <a:cs typeface="Roboto" charset="0"/>
              </a:defRPr>
            </a:lvl1pPr>
          </a:lstStyle>
          <a:p>
            <a:r>
              <a:rPr lang="en-US"/>
              <a:t>Click to edit Master title style</a:t>
            </a:r>
            <a:endParaRPr lang="de-DE" dirty="0"/>
          </a:p>
        </p:txBody>
      </p:sp>
      <p:sp>
        <p:nvSpPr>
          <p:cNvPr id="9" name="Untertitel 2"/>
          <p:cNvSpPr>
            <a:spLocks noGrp="1"/>
          </p:cNvSpPr>
          <p:nvPr>
            <p:ph type="subTitle" idx="1"/>
          </p:nvPr>
        </p:nvSpPr>
        <p:spPr>
          <a:xfrm>
            <a:off x="2558716" y="3933699"/>
            <a:ext cx="6400800" cy="1752600"/>
          </a:xfrm>
        </p:spPr>
        <p:txBody>
          <a:bodyPr>
            <a:normAutofit/>
          </a:bodyPr>
          <a:lstStyle>
            <a:lvl1pPr marL="0" indent="0" algn="r">
              <a:buNone/>
              <a:defRPr sz="1200">
                <a:latin typeface="Arial" charset="0"/>
                <a:ea typeface="Arial" charset="0"/>
                <a:cs typeface="Arial" charset="0"/>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de-DE" dirty="0"/>
          </a:p>
        </p:txBody>
      </p:sp>
    </p:spTree>
    <p:extLst>
      <p:ext uri="{BB962C8B-B14F-4D97-AF65-F5344CB8AC3E}">
        <p14:creationId xmlns:p14="http://schemas.microsoft.com/office/powerpoint/2010/main" val="730271554"/>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idx="1"/>
          </p:nvPr>
        </p:nvSpPr>
        <p:spPr/>
        <p:txBody>
          <a:bodyPr/>
          <a:lstStyle>
            <a:lvl1pPr>
              <a:defRPr sz="1650"/>
            </a:lvl1pPr>
            <a:lvl2pPr>
              <a:defRPr sz="15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Slide Number Placeholder 6"/>
          <p:cNvSpPr>
            <a:spLocks noGrp="1" noChangeArrowheads="1"/>
          </p:cNvSpPr>
          <p:nvPr>
            <p:ph type="sldNum" sz="quarter" idx="10"/>
          </p:nvPr>
        </p:nvSpPr>
        <p:spPr>
          <a:xfrm>
            <a:off x="8305800" y="6248400"/>
            <a:ext cx="533400" cy="457200"/>
          </a:xfrm>
        </p:spPr>
        <p:txBody>
          <a:bodyPr anchor="t"/>
          <a:lstStyle>
            <a:lvl1pPr>
              <a:defRPr>
                <a:latin typeface="Arial" panose="020B0604020202020204" pitchFamily="34" charset="0"/>
              </a:defRPr>
            </a:lvl1pPr>
          </a:lstStyle>
          <a:p>
            <a:fld id="{72ACFDAB-B106-4F0B-95AB-EBEBE649E143}" type="slidenum">
              <a:rPr lang="en-US" altLang="en-US"/>
              <a:pPr/>
              <a:t>‹#›</a:t>
            </a:fld>
            <a:endParaRPr lang="en-US" altLang="en-US"/>
          </a:p>
        </p:txBody>
      </p:sp>
    </p:spTree>
    <p:extLst>
      <p:ext uri="{BB962C8B-B14F-4D97-AF65-F5344CB8AC3E}">
        <p14:creationId xmlns:p14="http://schemas.microsoft.com/office/powerpoint/2010/main" val="2165506889"/>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Slide Number Placeholder 6"/>
          <p:cNvSpPr>
            <a:spLocks noGrp="1" noChangeArrowheads="1"/>
          </p:cNvSpPr>
          <p:nvPr>
            <p:ph type="sldNum" sz="quarter" idx="10"/>
          </p:nvPr>
        </p:nvSpPr>
        <p:spPr>
          <a:xfrm>
            <a:off x="261938" y="6400800"/>
            <a:ext cx="533400" cy="457200"/>
          </a:xfrm>
        </p:spPr>
        <p:txBody>
          <a:bodyPr anchor="t"/>
          <a:lstStyle>
            <a:lvl1pPr>
              <a:defRPr>
                <a:latin typeface="Arial" panose="020B0604020202020204" pitchFamily="34" charset="0"/>
              </a:defRPr>
            </a:lvl1pPr>
          </a:lstStyle>
          <a:p>
            <a:fld id="{47D34B07-50C3-4A4A-9431-890FB193212A}" type="slidenum">
              <a:rPr lang="en-US" altLang="en-US"/>
              <a:pPr/>
              <a:t>‹#›</a:t>
            </a:fld>
            <a:endParaRPr lang="en-US" altLang="en-US"/>
          </a:p>
        </p:txBody>
      </p:sp>
    </p:spTree>
    <p:extLst>
      <p:ext uri="{BB962C8B-B14F-4D97-AF65-F5344CB8AC3E}">
        <p14:creationId xmlns:p14="http://schemas.microsoft.com/office/powerpoint/2010/main" val="813369212"/>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Slide Number Placeholder 6"/>
          <p:cNvSpPr>
            <a:spLocks noGrp="1" noChangeArrowheads="1"/>
          </p:cNvSpPr>
          <p:nvPr>
            <p:ph type="sldNum" sz="quarter" idx="10"/>
          </p:nvPr>
        </p:nvSpPr>
        <p:spPr>
          <a:xfrm>
            <a:off x="261938" y="6400800"/>
            <a:ext cx="533400" cy="457200"/>
          </a:xfrm>
        </p:spPr>
        <p:txBody>
          <a:bodyPr anchor="t"/>
          <a:lstStyle>
            <a:lvl1pPr>
              <a:defRPr>
                <a:latin typeface="Arial" panose="020B0604020202020204" pitchFamily="34" charset="0"/>
              </a:defRPr>
            </a:lvl1pPr>
          </a:lstStyle>
          <a:p>
            <a:fld id="{10CFED29-AE49-40D8-BA6D-20B7F342713E}" type="slidenum">
              <a:rPr lang="en-US" altLang="en-US"/>
              <a:pPr/>
              <a:t>‹#›</a:t>
            </a:fld>
            <a:endParaRPr lang="en-US" altLang="en-US"/>
          </a:p>
        </p:txBody>
      </p:sp>
    </p:spTree>
    <p:extLst>
      <p:ext uri="{BB962C8B-B14F-4D97-AF65-F5344CB8AC3E}">
        <p14:creationId xmlns:p14="http://schemas.microsoft.com/office/powerpoint/2010/main" val="1012358169"/>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78" b="0" i="0">
                <a:solidFill>
                  <a:schemeClr val="tx1"/>
                </a:solidFill>
                <a:latin typeface="Tw Cen MT"/>
                <a:cs typeface="Tw Cen MT"/>
              </a:defRPr>
            </a:lvl1pPr>
          </a:lstStyle>
          <a:p>
            <a:r>
              <a:rPr lang="en-US"/>
              <a:t>Click to edit Master title style</a:t>
            </a:r>
            <a:endParaRPr/>
          </a:p>
        </p:txBody>
      </p:sp>
      <p:sp>
        <p:nvSpPr>
          <p:cNvPr id="3" name="Holder 3"/>
          <p:cNvSpPr>
            <a:spLocks noGrp="1"/>
          </p:cNvSpPr>
          <p:nvPr>
            <p:ph sz="half" idx="2"/>
          </p:nvPr>
        </p:nvSpPr>
        <p:spPr>
          <a:xfrm>
            <a:off x="1041376" y="1900907"/>
            <a:ext cx="3051464" cy="325923"/>
          </a:xfrm>
          <a:prstGeom prst="rect">
            <a:avLst/>
          </a:prstGeom>
        </p:spPr>
        <p:txBody>
          <a:bodyPr lIns="0" tIns="0" rIns="0" bIns="0">
            <a:spAutoFit/>
          </a:bodyPr>
          <a:lstStyle>
            <a:lvl1pPr>
              <a:defRPr sz="2118" b="1" i="0">
                <a:solidFill>
                  <a:schemeClr val="tx1"/>
                </a:solidFill>
                <a:latin typeface="Calibri"/>
                <a:cs typeface="Calibri"/>
              </a:defRPr>
            </a:lvl1pPr>
          </a:lstStyle>
          <a:p>
            <a:pPr lvl="0"/>
            <a:r>
              <a:rPr lang="en-US"/>
              <a:t>Edit Master text styles</a:t>
            </a:r>
          </a:p>
        </p:txBody>
      </p:sp>
      <p:sp>
        <p:nvSpPr>
          <p:cNvPr id="4" name="Holder 4"/>
          <p:cNvSpPr>
            <a:spLocks noGrp="1"/>
          </p:cNvSpPr>
          <p:nvPr>
            <p:ph sz="half" idx="3"/>
          </p:nvPr>
        </p:nvSpPr>
        <p:spPr>
          <a:xfrm>
            <a:off x="4710088" y="1434662"/>
            <a:ext cx="3505776" cy="183255"/>
          </a:xfrm>
          <a:prstGeom prst="rect">
            <a:avLst/>
          </a:prstGeom>
        </p:spPr>
        <p:txBody>
          <a:bodyPr lIns="0" tIns="0" rIns="0" bIns="0">
            <a:spAutoFit/>
          </a:bodyPr>
          <a:lstStyle>
            <a:lvl1pPr>
              <a:defRPr sz="1191" b="1" i="0">
                <a:solidFill>
                  <a:schemeClr val="tx1"/>
                </a:solidFill>
                <a:latin typeface="Tw Cen MT"/>
                <a:cs typeface="Tw Cen MT"/>
              </a:defRPr>
            </a:lvl1pPr>
          </a:lstStyle>
          <a:p>
            <a:pPr lvl="0"/>
            <a:r>
              <a:rPr lang="en-US"/>
              <a:t>Edit Master text styles</a:t>
            </a:r>
          </a:p>
        </p:txBody>
      </p:sp>
      <p:sp>
        <p:nvSpPr>
          <p:cNvPr id="5" name="Holder 5"/>
          <p:cNvSpPr>
            <a:spLocks noGrp="1"/>
          </p:cNvSpPr>
          <p:nvPr>
            <p:ph type="ftr" sz="quarter" idx="10"/>
          </p:nvPr>
        </p:nvSpPr>
        <p:spPr/>
        <p:txBody>
          <a:bodyPr lIns="0" tIns="0" rIns="0" bIns="0"/>
          <a:lstStyle>
            <a:lvl1pPr algn="ctr">
              <a:defRPr>
                <a:solidFill>
                  <a:schemeClr val="tx1">
                    <a:tint val="75000"/>
                  </a:schemeClr>
                </a:solidFill>
              </a:defRPr>
            </a:lvl1pPr>
          </a:lstStyle>
          <a:p>
            <a:pPr>
              <a:defRPr/>
            </a:pPr>
            <a:r>
              <a:rPr lang="en-US"/>
              <a:t>Introduction to Software Engineering</a:t>
            </a:r>
          </a:p>
        </p:txBody>
      </p:sp>
      <p:sp>
        <p:nvSpPr>
          <p:cNvPr id="6" name="Holder 6"/>
          <p:cNvSpPr>
            <a:spLocks noGrp="1"/>
          </p:cNvSpPr>
          <p:nvPr>
            <p:ph type="dt" sz="half" idx="11"/>
          </p:nvPr>
        </p:nvSpPr>
        <p:spPr/>
        <p:txBody>
          <a:bodyPr lIns="0" tIns="0" rIns="0" bIns="0"/>
          <a:lstStyle>
            <a:lvl1pPr algn="l">
              <a:defRPr>
                <a:solidFill>
                  <a:schemeClr val="tx1">
                    <a:tint val="75000"/>
                  </a:schemeClr>
                </a:solidFill>
              </a:defRPr>
            </a:lvl1pPr>
          </a:lstStyle>
          <a:p>
            <a:pPr>
              <a:defRPr/>
            </a:pPr>
            <a:fld id="{A2D068CC-E23E-4EAF-9773-3A0A1048EDCC}" type="datetime1">
              <a:rPr lang="en-US"/>
              <a:pPr>
                <a:defRPr/>
              </a:pPr>
              <a:t>7/28/2025</a:t>
            </a:fld>
            <a:endParaRPr lang="en-US"/>
          </a:p>
        </p:txBody>
      </p:sp>
      <p:sp>
        <p:nvSpPr>
          <p:cNvPr id="7" name="Holder 7"/>
          <p:cNvSpPr>
            <a:spLocks noGrp="1"/>
          </p:cNvSpPr>
          <p:nvPr>
            <p:ph type="sldNum" sz="quarter" idx="12"/>
          </p:nvPr>
        </p:nvSpPr>
        <p:spPr/>
        <p:txBody>
          <a:bodyPr lIns="0" tIns="0" rIns="0" bIns="0"/>
          <a:lstStyle>
            <a:lvl1pPr>
              <a:defRPr sz="700" b="1">
                <a:latin typeface="Arial" panose="020B0604020202020204" pitchFamily="34" charset="0"/>
                <a:cs typeface="Arial" panose="020B0604020202020204" pitchFamily="34" charset="0"/>
              </a:defRPr>
            </a:lvl1pPr>
          </a:lstStyle>
          <a:p>
            <a:fld id="{056E3F02-C147-4F0C-994F-D283E296003D}" type="slidenum">
              <a:rPr lang="en-US" altLang="en-US"/>
              <a:pPr/>
              <a:t>‹#›</a:t>
            </a:fld>
            <a:endParaRPr lang="en-US" altLang="en-US"/>
          </a:p>
        </p:txBody>
      </p:sp>
    </p:spTree>
    <p:extLst>
      <p:ext uri="{BB962C8B-B14F-4D97-AF65-F5344CB8AC3E}">
        <p14:creationId xmlns:p14="http://schemas.microsoft.com/office/powerpoint/2010/main" val="24468715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78" b="0" i="0">
                <a:solidFill>
                  <a:schemeClr val="tx1"/>
                </a:solidFill>
                <a:latin typeface="Tw Cen MT"/>
                <a:cs typeface="Tw Cen MT"/>
              </a:defRPr>
            </a:lvl1pPr>
          </a:lstStyle>
          <a:p>
            <a:r>
              <a:rPr lang="en-US"/>
              <a:t>Click to edit Master title style</a:t>
            </a:r>
            <a:endParaRPr/>
          </a:p>
        </p:txBody>
      </p:sp>
      <p:sp>
        <p:nvSpPr>
          <p:cNvPr id="3" name="Holder 3"/>
          <p:cNvSpPr>
            <a:spLocks noGrp="1"/>
          </p:cNvSpPr>
          <p:nvPr>
            <p:ph type="ftr" sz="quarter" idx="10"/>
          </p:nvPr>
        </p:nvSpPr>
        <p:spPr/>
        <p:txBody>
          <a:bodyPr lIns="0" tIns="0" rIns="0" bIns="0"/>
          <a:lstStyle>
            <a:lvl1pPr algn="ctr">
              <a:defRPr>
                <a:solidFill>
                  <a:schemeClr val="tx1">
                    <a:tint val="75000"/>
                  </a:schemeClr>
                </a:solidFill>
              </a:defRPr>
            </a:lvl1pPr>
          </a:lstStyle>
          <a:p>
            <a:pPr>
              <a:defRPr/>
            </a:pPr>
            <a:r>
              <a:rPr lang="en-US"/>
              <a:t>Introduction to Software Engineering</a:t>
            </a:r>
          </a:p>
        </p:txBody>
      </p:sp>
      <p:sp>
        <p:nvSpPr>
          <p:cNvPr id="4" name="Holder 4"/>
          <p:cNvSpPr>
            <a:spLocks noGrp="1"/>
          </p:cNvSpPr>
          <p:nvPr>
            <p:ph type="dt" sz="half" idx="11"/>
          </p:nvPr>
        </p:nvSpPr>
        <p:spPr/>
        <p:txBody>
          <a:bodyPr lIns="0" tIns="0" rIns="0" bIns="0"/>
          <a:lstStyle>
            <a:lvl1pPr algn="l">
              <a:defRPr>
                <a:solidFill>
                  <a:schemeClr val="tx1">
                    <a:tint val="75000"/>
                  </a:schemeClr>
                </a:solidFill>
              </a:defRPr>
            </a:lvl1pPr>
          </a:lstStyle>
          <a:p>
            <a:pPr>
              <a:defRPr/>
            </a:pPr>
            <a:fld id="{2D16BE82-0555-42D8-85A1-743463D04646}" type="datetime1">
              <a:rPr lang="en-US"/>
              <a:pPr>
                <a:defRPr/>
              </a:pPr>
              <a:t>7/28/2025</a:t>
            </a:fld>
            <a:endParaRPr lang="en-US"/>
          </a:p>
        </p:txBody>
      </p:sp>
      <p:sp>
        <p:nvSpPr>
          <p:cNvPr id="5" name="Holder 5"/>
          <p:cNvSpPr>
            <a:spLocks noGrp="1"/>
          </p:cNvSpPr>
          <p:nvPr>
            <p:ph type="sldNum" sz="quarter" idx="12"/>
          </p:nvPr>
        </p:nvSpPr>
        <p:spPr/>
        <p:txBody>
          <a:bodyPr lIns="0" tIns="0" rIns="0" bIns="0"/>
          <a:lstStyle>
            <a:lvl1pPr>
              <a:defRPr sz="700" b="1">
                <a:latin typeface="Arial" panose="020B0604020202020204" pitchFamily="34" charset="0"/>
                <a:cs typeface="Arial" panose="020B0604020202020204" pitchFamily="34" charset="0"/>
              </a:defRPr>
            </a:lvl1pPr>
          </a:lstStyle>
          <a:p>
            <a:fld id="{B2AF8481-2DED-4377-95C8-4EF3AC63F223}" type="slidenum">
              <a:rPr lang="en-US" altLang="en-US"/>
              <a:pPr/>
              <a:t>‹#›</a:t>
            </a:fld>
            <a:endParaRPr lang="en-US" altLang="en-US"/>
          </a:p>
        </p:txBody>
      </p:sp>
    </p:spTree>
    <p:extLst>
      <p:ext uri="{BB962C8B-B14F-4D97-AF65-F5344CB8AC3E}">
        <p14:creationId xmlns:p14="http://schemas.microsoft.com/office/powerpoint/2010/main" val="16616186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7"/>
            <a:ext cx="7772400" cy="1470025"/>
          </a:xfrm>
        </p:spPr>
        <p:txBody>
          <a:bodyPr/>
          <a:lstStyle>
            <a:lvl1pPr>
              <a:defRPr sz="2400">
                <a:solidFill>
                  <a:schemeClr val="bg1"/>
                </a:solidFill>
              </a:defRPr>
            </a:lvl1pPr>
          </a:lstStyle>
          <a:p>
            <a:r>
              <a:rPr lang="en-US"/>
              <a:t>Click to edit Master title style</a:t>
            </a:r>
            <a:endParaRPr lang="de-DE" dirty="0"/>
          </a:p>
        </p:txBody>
      </p:sp>
      <p:sp>
        <p:nvSpPr>
          <p:cNvPr id="3" name="Untertitel 2"/>
          <p:cNvSpPr>
            <a:spLocks noGrp="1"/>
          </p:cNvSpPr>
          <p:nvPr>
            <p:ph type="subTitle" idx="1"/>
          </p:nvPr>
        </p:nvSpPr>
        <p:spPr>
          <a:xfrm>
            <a:off x="1371600" y="3886200"/>
            <a:ext cx="6400800" cy="1752600"/>
          </a:xfrm>
        </p:spPr>
        <p:txBody>
          <a:bodyPr/>
          <a:lstStyle>
            <a:lvl1pPr marL="0" indent="0" algn="ctr">
              <a:buNone/>
              <a:defRPr sz="1800"/>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de-DE" dirty="0"/>
          </a:p>
        </p:txBody>
      </p:sp>
      <p:sp>
        <p:nvSpPr>
          <p:cNvPr id="4" name="Date Placeholder 3"/>
          <p:cNvSpPr>
            <a:spLocks noGrp="1" noChangeArrowheads="1"/>
          </p:cNvSpPr>
          <p:nvPr>
            <p:ph type="dt" sz="half" idx="10"/>
          </p:nvPr>
        </p:nvSpPr>
        <p:spPr>
          <a:xfrm>
            <a:off x="228600" y="6248400"/>
            <a:ext cx="2209800" cy="457200"/>
          </a:xfrm>
          <a:prstGeom prst="rect">
            <a:avLst/>
          </a:prstGeom>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350" b="0">
                <a:solidFill>
                  <a:srgbClr val="FFFFFF"/>
                </a:solidFill>
                <a:latin typeface="Arial" charset="0"/>
              </a:defRPr>
            </a:lvl1pPr>
          </a:lstStyle>
          <a:p>
            <a:pPr>
              <a:defRPr/>
            </a:pPr>
            <a:endParaRPr lang="en-US"/>
          </a:p>
        </p:txBody>
      </p:sp>
    </p:spTree>
    <p:extLst>
      <p:ext uri="{BB962C8B-B14F-4D97-AF65-F5344CB8AC3E}">
        <p14:creationId xmlns:p14="http://schemas.microsoft.com/office/powerpoint/2010/main" val="41962482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idx="1"/>
          </p:nvPr>
        </p:nvSpPr>
        <p:spPr/>
        <p:txBody>
          <a:bodyPr/>
          <a:lstStyle>
            <a:lvl1pPr>
              <a:defRPr sz="1650"/>
            </a:lvl1pPr>
            <a:lvl2pPr>
              <a:defRPr sz="15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Slide Number Placeholder 6"/>
          <p:cNvSpPr>
            <a:spLocks noGrp="1" noChangeArrowheads="1"/>
          </p:cNvSpPr>
          <p:nvPr>
            <p:ph type="sldNum" sz="quarter" idx="10"/>
          </p:nvPr>
        </p:nvSpPr>
        <p:spPr>
          <a:xfrm>
            <a:off x="261938" y="6400800"/>
            <a:ext cx="533400" cy="457200"/>
          </a:xfrm>
        </p:spPr>
        <p:txBody>
          <a:bodyPr/>
          <a:lstStyle>
            <a:lvl1pPr>
              <a:defRPr/>
            </a:lvl1pPr>
          </a:lstStyle>
          <a:p>
            <a:fld id="{C58959F3-1EFF-41DA-817B-0CC47FBADB4E}" type="slidenum">
              <a:rPr lang="en-US" altLang="en-US"/>
              <a:pPr/>
              <a:t>‹#›</a:t>
            </a:fld>
            <a:endParaRPr lang="en-US" altLang="en-US"/>
          </a:p>
        </p:txBody>
      </p:sp>
    </p:spTree>
    <p:extLst>
      <p:ext uri="{BB962C8B-B14F-4D97-AF65-F5344CB8AC3E}">
        <p14:creationId xmlns:p14="http://schemas.microsoft.com/office/powerpoint/2010/main" val="32896354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endParaRPr lang="de-DE" dirty="0"/>
          </a:p>
        </p:txBody>
      </p:sp>
      <p:sp>
        <p:nvSpPr>
          <p:cNvPr id="3" name="Textplatzhalt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Edit Master text styles</a:t>
            </a:r>
          </a:p>
        </p:txBody>
      </p:sp>
      <p:sp>
        <p:nvSpPr>
          <p:cNvPr id="4" name="Slide Number Placeholder 6"/>
          <p:cNvSpPr>
            <a:spLocks noGrp="1" noChangeArrowheads="1"/>
          </p:cNvSpPr>
          <p:nvPr>
            <p:ph type="sldNum" sz="quarter" idx="10"/>
          </p:nvPr>
        </p:nvSpPr>
        <p:spPr>
          <a:xfrm>
            <a:off x="261938" y="6400800"/>
            <a:ext cx="533400" cy="457200"/>
          </a:xfrm>
        </p:spPr>
        <p:txBody>
          <a:bodyPr/>
          <a:lstStyle>
            <a:lvl1pPr>
              <a:defRPr/>
            </a:lvl1pPr>
          </a:lstStyle>
          <a:p>
            <a:fld id="{BA2ECDBE-59BC-44E5-8525-07876A92B052}" type="slidenum">
              <a:rPr lang="en-US" altLang="en-US"/>
              <a:pPr/>
              <a:t>‹#›</a:t>
            </a:fld>
            <a:endParaRPr lang="en-US" altLang="en-US"/>
          </a:p>
        </p:txBody>
      </p:sp>
    </p:spTree>
    <p:extLst>
      <p:ext uri="{BB962C8B-B14F-4D97-AF65-F5344CB8AC3E}">
        <p14:creationId xmlns:p14="http://schemas.microsoft.com/office/powerpoint/2010/main" val="6197057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sz="half" idx="1"/>
          </p:nvPr>
        </p:nvSpPr>
        <p:spPr>
          <a:xfrm>
            <a:off x="685800" y="1981200"/>
            <a:ext cx="3810000" cy="4114800"/>
          </a:xfrm>
        </p:spPr>
        <p:txBody>
          <a:bodyPr/>
          <a:lstStyle>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Inhaltsplatzhalter 3"/>
          <p:cNvSpPr>
            <a:spLocks noGrp="1"/>
          </p:cNvSpPr>
          <p:nvPr>
            <p:ph sz="half" idx="2"/>
          </p:nvPr>
        </p:nvSpPr>
        <p:spPr>
          <a:xfrm>
            <a:off x="4648200" y="1981200"/>
            <a:ext cx="3810000" cy="4114800"/>
          </a:xfrm>
        </p:spPr>
        <p:txBody>
          <a:bodyPr/>
          <a:lstStyle>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Slide Number Placeholder 6"/>
          <p:cNvSpPr>
            <a:spLocks noGrp="1" noChangeArrowheads="1"/>
          </p:cNvSpPr>
          <p:nvPr>
            <p:ph type="sldNum" sz="quarter" idx="10"/>
          </p:nvPr>
        </p:nvSpPr>
        <p:spPr>
          <a:xfrm>
            <a:off x="261938" y="6400800"/>
            <a:ext cx="533400" cy="457200"/>
          </a:xfrm>
        </p:spPr>
        <p:txBody>
          <a:bodyPr/>
          <a:lstStyle>
            <a:lvl1pPr>
              <a:defRPr/>
            </a:lvl1pPr>
          </a:lstStyle>
          <a:p>
            <a:fld id="{FAB26F4D-29DE-46FA-B22A-5998F1E7DBEF}" type="slidenum">
              <a:rPr lang="en-US" altLang="en-US"/>
              <a:pPr/>
              <a:t>‹#›</a:t>
            </a:fld>
            <a:endParaRPr lang="en-US" altLang="en-US"/>
          </a:p>
        </p:txBody>
      </p:sp>
    </p:spTree>
    <p:extLst>
      <p:ext uri="{BB962C8B-B14F-4D97-AF65-F5344CB8AC3E}">
        <p14:creationId xmlns:p14="http://schemas.microsoft.com/office/powerpoint/2010/main" val="41575274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en-US"/>
              <a:t>Click to edit Master title style</a:t>
            </a:r>
            <a:endParaRPr lang="de-DE"/>
          </a:p>
        </p:txBody>
      </p:sp>
      <p:sp>
        <p:nvSpPr>
          <p:cNvPr id="3" name="Textplatzhalter 2"/>
          <p:cNvSpPr>
            <a:spLocks noGrp="1"/>
          </p:cNvSpPr>
          <p:nvPr>
            <p:ph type="body" idx="1"/>
          </p:nvPr>
        </p:nvSpPr>
        <p:spPr>
          <a:xfrm>
            <a:off x="457200" y="1535113"/>
            <a:ext cx="4040188" cy="639762"/>
          </a:xfrm>
        </p:spPr>
        <p:txBody>
          <a:bodyPr anchor="b"/>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Inhaltsplatzhalter 3"/>
          <p:cNvSpPr>
            <a:spLocks noGrp="1"/>
          </p:cNvSpPr>
          <p:nvPr>
            <p:ph sz="half" idx="2"/>
          </p:nvPr>
        </p:nvSpPr>
        <p:spPr>
          <a:xfrm>
            <a:off x="457200" y="2174875"/>
            <a:ext cx="4040188" cy="3951288"/>
          </a:xfrm>
        </p:spPr>
        <p:txBody>
          <a:bodyPr/>
          <a:lstStyle>
            <a:lvl1pPr>
              <a:defRPr sz="1350"/>
            </a:lvl1pPr>
            <a:lvl2pPr>
              <a:defRPr sz="1350"/>
            </a:lvl2pPr>
            <a:lvl3pPr>
              <a:defRPr sz="1350"/>
            </a:lvl3pPr>
            <a:lvl4pPr>
              <a:defRPr sz="1350"/>
            </a:lvl4pPr>
            <a:lvl5pPr>
              <a:defRPr sz="135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Textplatzhalter 4"/>
          <p:cNvSpPr>
            <a:spLocks noGrp="1"/>
          </p:cNvSpPr>
          <p:nvPr>
            <p:ph type="body" sz="quarter" idx="3"/>
          </p:nvPr>
        </p:nvSpPr>
        <p:spPr>
          <a:xfrm>
            <a:off x="4645026" y="1535113"/>
            <a:ext cx="4041775" cy="639762"/>
          </a:xfrm>
        </p:spPr>
        <p:txBody>
          <a:bodyPr anchor="b"/>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Inhaltsplatzhalter 5"/>
          <p:cNvSpPr>
            <a:spLocks noGrp="1"/>
          </p:cNvSpPr>
          <p:nvPr>
            <p:ph sz="quarter" idx="4"/>
          </p:nvPr>
        </p:nvSpPr>
        <p:spPr>
          <a:xfrm>
            <a:off x="4645026" y="2174875"/>
            <a:ext cx="4041775" cy="3951288"/>
          </a:xfrm>
        </p:spPr>
        <p:txBody>
          <a:bodyPr/>
          <a:lstStyle>
            <a:lvl1pPr>
              <a:defRPr sz="1350"/>
            </a:lvl1pPr>
            <a:lvl2pPr>
              <a:defRPr sz="1350"/>
            </a:lvl2pPr>
            <a:lvl3pPr>
              <a:defRPr sz="1350"/>
            </a:lvl3pPr>
            <a:lvl4pPr>
              <a:defRPr sz="1350"/>
            </a:lvl4pPr>
            <a:lvl5pPr>
              <a:defRPr sz="135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7" name="Slide Number Placeholder 6"/>
          <p:cNvSpPr>
            <a:spLocks noGrp="1" noChangeArrowheads="1"/>
          </p:cNvSpPr>
          <p:nvPr>
            <p:ph type="sldNum" sz="quarter" idx="10"/>
          </p:nvPr>
        </p:nvSpPr>
        <p:spPr>
          <a:xfrm>
            <a:off x="261938" y="6400800"/>
            <a:ext cx="533400" cy="457200"/>
          </a:xfrm>
        </p:spPr>
        <p:txBody>
          <a:bodyPr/>
          <a:lstStyle>
            <a:lvl1pPr>
              <a:defRPr/>
            </a:lvl1pPr>
          </a:lstStyle>
          <a:p>
            <a:fld id="{9844B309-880F-4C94-8004-093B269CD357}" type="slidenum">
              <a:rPr lang="en-US" altLang="en-US"/>
              <a:pPr/>
              <a:t>‹#›</a:t>
            </a:fld>
            <a:endParaRPr lang="en-US" altLang="en-US"/>
          </a:p>
        </p:txBody>
      </p:sp>
    </p:spTree>
    <p:extLst>
      <p:ext uri="{BB962C8B-B14F-4D97-AF65-F5344CB8AC3E}">
        <p14:creationId xmlns:p14="http://schemas.microsoft.com/office/powerpoint/2010/main" val="18781612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Slide Number Placeholder 6"/>
          <p:cNvSpPr>
            <a:spLocks noGrp="1" noChangeArrowheads="1"/>
          </p:cNvSpPr>
          <p:nvPr>
            <p:ph type="sldNum" sz="quarter" idx="10"/>
          </p:nvPr>
        </p:nvSpPr>
        <p:spPr>
          <a:xfrm>
            <a:off x="261938" y="6400800"/>
            <a:ext cx="533400" cy="457200"/>
          </a:xfrm>
        </p:spPr>
        <p:txBody>
          <a:bodyPr/>
          <a:lstStyle>
            <a:lvl1pPr>
              <a:defRPr/>
            </a:lvl1pPr>
          </a:lstStyle>
          <a:p>
            <a:fld id="{3BA89034-AE42-4691-A8FF-53D62AA592B1}" type="slidenum">
              <a:rPr lang="en-US" altLang="en-US"/>
              <a:pPr/>
              <a:t>‹#›</a:t>
            </a:fld>
            <a:endParaRPr lang="en-US" altLang="en-US"/>
          </a:p>
        </p:txBody>
      </p:sp>
    </p:spTree>
    <p:extLst>
      <p:ext uri="{BB962C8B-B14F-4D97-AF65-F5344CB8AC3E}">
        <p14:creationId xmlns:p14="http://schemas.microsoft.com/office/powerpoint/2010/main" val="38917009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Slide Number Placeholder 6"/>
          <p:cNvSpPr>
            <a:spLocks noGrp="1" noChangeArrowheads="1"/>
          </p:cNvSpPr>
          <p:nvPr>
            <p:ph type="sldNum" sz="quarter" idx="10"/>
          </p:nvPr>
        </p:nvSpPr>
        <p:spPr>
          <a:xfrm>
            <a:off x="261938" y="6400800"/>
            <a:ext cx="533400" cy="457200"/>
          </a:xfrm>
        </p:spPr>
        <p:txBody>
          <a:bodyPr/>
          <a:lstStyle>
            <a:lvl1pPr>
              <a:defRPr/>
            </a:lvl1pPr>
          </a:lstStyle>
          <a:p>
            <a:fld id="{01E8E055-CA72-48F6-92F2-C2CDCAF92493}" type="slidenum">
              <a:rPr lang="en-US" altLang="en-US"/>
              <a:pPr/>
              <a:t>‹#›</a:t>
            </a:fld>
            <a:endParaRPr lang="en-US" altLang="en-US"/>
          </a:p>
        </p:txBody>
      </p:sp>
    </p:spTree>
    <p:extLst>
      <p:ext uri="{BB962C8B-B14F-4D97-AF65-F5344CB8AC3E}">
        <p14:creationId xmlns:p14="http://schemas.microsoft.com/office/powerpoint/2010/main" val="29856712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endParaRPr lang="de-DE"/>
          </a:p>
        </p:txBody>
      </p:sp>
      <p:sp>
        <p:nvSpPr>
          <p:cNvPr id="3" name="Inhaltsplatzhalter 2"/>
          <p:cNvSpPr>
            <a:spLocks noGrp="1"/>
          </p:cNvSpPr>
          <p:nvPr>
            <p:ph idx="1"/>
          </p:nvPr>
        </p:nvSpPr>
        <p:spPr>
          <a:xfrm>
            <a:off x="3575050" y="273052"/>
            <a:ext cx="5111750" cy="5853113"/>
          </a:xfrm>
        </p:spPr>
        <p:txBody>
          <a:bodyPr/>
          <a:lstStyle>
            <a:lvl1pPr>
              <a:defRPr sz="1350"/>
            </a:lvl1pPr>
            <a:lvl2pPr>
              <a:defRPr sz="1350"/>
            </a:lvl2pPr>
            <a:lvl3pPr>
              <a:defRPr sz="1350"/>
            </a:lvl3pPr>
            <a:lvl4pPr>
              <a:defRPr sz="1350"/>
            </a:lvl4pPr>
            <a:lvl5pPr>
              <a:defRPr sz="135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extplatzhalt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Slide Number Placeholder 6"/>
          <p:cNvSpPr>
            <a:spLocks noGrp="1" noChangeArrowheads="1"/>
          </p:cNvSpPr>
          <p:nvPr>
            <p:ph type="sldNum" sz="quarter" idx="10"/>
          </p:nvPr>
        </p:nvSpPr>
        <p:spPr>
          <a:xfrm>
            <a:off x="261938" y="6400800"/>
            <a:ext cx="533400" cy="457200"/>
          </a:xfrm>
        </p:spPr>
        <p:txBody>
          <a:bodyPr/>
          <a:lstStyle>
            <a:lvl1pPr>
              <a:defRPr/>
            </a:lvl1pPr>
          </a:lstStyle>
          <a:p>
            <a:fld id="{546FF633-D412-4CFA-8DED-A3F4BCA96E26}" type="slidenum">
              <a:rPr lang="en-US" altLang="en-US"/>
              <a:pPr/>
              <a:t>‹#›</a:t>
            </a:fld>
            <a:endParaRPr lang="en-US" altLang="en-US"/>
          </a:p>
        </p:txBody>
      </p:sp>
    </p:spTree>
    <p:extLst>
      <p:ext uri="{BB962C8B-B14F-4D97-AF65-F5344CB8AC3E}">
        <p14:creationId xmlns:p14="http://schemas.microsoft.com/office/powerpoint/2010/main" val="17283820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de-DE"/>
          </a:p>
        </p:txBody>
      </p:sp>
      <p:sp>
        <p:nvSpPr>
          <p:cNvPr id="3" name="Bildplatzhalt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de-DE" noProof="0" dirty="0"/>
          </a:p>
        </p:txBody>
      </p:sp>
      <p:sp>
        <p:nvSpPr>
          <p:cNvPr id="4" name="Textplatzhalt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Slide Number Placeholder 6"/>
          <p:cNvSpPr>
            <a:spLocks noGrp="1" noChangeArrowheads="1"/>
          </p:cNvSpPr>
          <p:nvPr>
            <p:ph type="sldNum" sz="quarter" idx="10"/>
          </p:nvPr>
        </p:nvSpPr>
        <p:spPr>
          <a:xfrm>
            <a:off x="261938" y="6400800"/>
            <a:ext cx="533400" cy="457200"/>
          </a:xfrm>
        </p:spPr>
        <p:txBody>
          <a:bodyPr/>
          <a:lstStyle>
            <a:lvl1pPr>
              <a:defRPr/>
            </a:lvl1pPr>
          </a:lstStyle>
          <a:p>
            <a:fld id="{2A726B33-C42E-47C7-A99A-01125568FDC5}" type="slidenum">
              <a:rPr lang="en-US" altLang="en-US"/>
              <a:pPr/>
              <a:t>‹#›</a:t>
            </a:fld>
            <a:endParaRPr lang="en-US" altLang="en-US"/>
          </a:p>
        </p:txBody>
      </p:sp>
    </p:spTree>
    <p:extLst>
      <p:ext uri="{BB962C8B-B14F-4D97-AF65-F5344CB8AC3E}">
        <p14:creationId xmlns:p14="http://schemas.microsoft.com/office/powerpoint/2010/main" val="34575991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Vertikaler Textplatzhalt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Slide Number Placeholder 6"/>
          <p:cNvSpPr>
            <a:spLocks noGrp="1" noChangeArrowheads="1"/>
          </p:cNvSpPr>
          <p:nvPr>
            <p:ph type="sldNum" sz="quarter" idx="10"/>
          </p:nvPr>
        </p:nvSpPr>
        <p:spPr>
          <a:xfrm>
            <a:off x="261938" y="6400800"/>
            <a:ext cx="533400" cy="457200"/>
          </a:xfrm>
        </p:spPr>
        <p:txBody>
          <a:bodyPr/>
          <a:lstStyle>
            <a:lvl1pPr>
              <a:defRPr/>
            </a:lvl1pPr>
          </a:lstStyle>
          <a:p>
            <a:fld id="{AB971CEC-5D01-450D-A38F-544CA21C97FA}" type="slidenum">
              <a:rPr lang="en-US" altLang="en-US"/>
              <a:pPr/>
              <a:t>‹#›</a:t>
            </a:fld>
            <a:endParaRPr lang="en-US" altLang="en-US"/>
          </a:p>
        </p:txBody>
      </p:sp>
    </p:spTree>
    <p:extLst>
      <p:ext uri="{BB962C8B-B14F-4D97-AF65-F5344CB8AC3E}">
        <p14:creationId xmlns:p14="http://schemas.microsoft.com/office/powerpoint/2010/main" val="26866333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515100" y="609600"/>
            <a:ext cx="1943100" cy="5486400"/>
          </a:xfrm>
        </p:spPr>
        <p:txBody>
          <a:bodyPr vert="eaVert"/>
          <a:lstStyle/>
          <a:p>
            <a:r>
              <a:rPr lang="en-US"/>
              <a:t>Click to edit Master title style</a:t>
            </a:r>
            <a:endParaRPr lang="de-DE"/>
          </a:p>
        </p:txBody>
      </p:sp>
      <p:sp>
        <p:nvSpPr>
          <p:cNvPr id="3" name="Vertikaler Textplatzhalter 2"/>
          <p:cNvSpPr>
            <a:spLocks noGrp="1"/>
          </p:cNvSpPr>
          <p:nvPr>
            <p:ph type="body" orient="vert" idx="1"/>
          </p:nvPr>
        </p:nvSpPr>
        <p:spPr>
          <a:xfrm>
            <a:off x="685800" y="609600"/>
            <a:ext cx="5676900" cy="54864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Slide Number Placeholder 6"/>
          <p:cNvSpPr>
            <a:spLocks noGrp="1" noChangeArrowheads="1"/>
          </p:cNvSpPr>
          <p:nvPr>
            <p:ph type="sldNum" sz="quarter" idx="10"/>
          </p:nvPr>
        </p:nvSpPr>
        <p:spPr>
          <a:xfrm>
            <a:off x="261938" y="6400800"/>
            <a:ext cx="533400" cy="457200"/>
          </a:xfrm>
        </p:spPr>
        <p:txBody>
          <a:bodyPr/>
          <a:lstStyle>
            <a:lvl1pPr>
              <a:defRPr/>
            </a:lvl1pPr>
          </a:lstStyle>
          <a:p>
            <a:fld id="{02FE880D-9D7E-4807-8CBE-818178E602B7}" type="slidenum">
              <a:rPr lang="en-US" altLang="en-US"/>
              <a:pPr/>
              <a:t>‹#›</a:t>
            </a:fld>
            <a:endParaRPr lang="en-US" altLang="en-US"/>
          </a:p>
        </p:txBody>
      </p:sp>
    </p:spTree>
    <p:extLst>
      <p:ext uri="{BB962C8B-B14F-4D97-AF65-F5344CB8AC3E}">
        <p14:creationId xmlns:p14="http://schemas.microsoft.com/office/powerpoint/2010/main" val="19285276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495800"/>
          </a:xfrm>
        </p:spPr>
        <p:txBody>
          <a:bodyPr/>
          <a:lstStyle/>
          <a:p>
            <a:pPr lvl="0"/>
            <a:r>
              <a:rPr lang="en-US" noProof="0"/>
              <a:t>Click icon to add table</a:t>
            </a:r>
          </a:p>
        </p:txBody>
      </p:sp>
      <p:sp>
        <p:nvSpPr>
          <p:cNvPr id="4" name="Date Placeholder 3"/>
          <p:cNvSpPr>
            <a:spLocks noGrp="1"/>
          </p:cNvSpPr>
          <p:nvPr>
            <p:ph type="dt" sz="half" idx="10"/>
          </p:nvPr>
        </p:nvSpPr>
        <p:spPr>
          <a:xfrm>
            <a:off x="457200" y="6248400"/>
            <a:ext cx="2133600" cy="457200"/>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124200" y="6248400"/>
            <a:ext cx="2895600" cy="457200"/>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6" name="Slide Number Placeholder 5"/>
          <p:cNvSpPr>
            <a:spLocks noGrp="1"/>
          </p:cNvSpPr>
          <p:nvPr>
            <p:ph type="sldNum" sz="quarter" idx="12"/>
          </p:nvPr>
        </p:nvSpPr>
        <p:spPr>
          <a:xfrm>
            <a:off x="6553200" y="6248400"/>
            <a:ext cx="2133600" cy="457200"/>
          </a:xfrm>
        </p:spPr>
        <p:txBody>
          <a:bodyPr/>
          <a:lstStyle>
            <a:lvl1pPr>
              <a:defRPr/>
            </a:lvl1pPr>
          </a:lstStyle>
          <a:p>
            <a:fld id="{A2A2AA0A-B33C-4F2A-A209-54F6CF7C98C7}" type="slidenum">
              <a:rPr lang="en-US" altLang="en-US"/>
              <a:pPr/>
              <a:t>‹#›</a:t>
            </a:fld>
            <a:endParaRPr lang="en-US" altLang="en-US"/>
          </a:p>
        </p:txBody>
      </p:sp>
    </p:spTree>
    <p:extLst>
      <p:ext uri="{BB962C8B-B14F-4D97-AF65-F5344CB8AC3E}">
        <p14:creationId xmlns:p14="http://schemas.microsoft.com/office/powerpoint/2010/main" val="28924256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495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717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24300"/>
            <a:ext cx="4038600" cy="21717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8400"/>
            <a:ext cx="2133600" cy="457200"/>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7" name="Footer Placeholder 6"/>
          <p:cNvSpPr>
            <a:spLocks noGrp="1"/>
          </p:cNvSpPr>
          <p:nvPr>
            <p:ph type="ftr" sz="quarter" idx="11"/>
          </p:nvPr>
        </p:nvSpPr>
        <p:spPr>
          <a:xfrm>
            <a:off x="3124200" y="6248400"/>
            <a:ext cx="2895600" cy="457200"/>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8" name="Slide Number Placeholder 7"/>
          <p:cNvSpPr>
            <a:spLocks noGrp="1"/>
          </p:cNvSpPr>
          <p:nvPr>
            <p:ph type="sldNum" sz="quarter" idx="12"/>
          </p:nvPr>
        </p:nvSpPr>
        <p:spPr>
          <a:xfrm>
            <a:off x="6553200" y="6248400"/>
            <a:ext cx="2133600" cy="457200"/>
          </a:xfrm>
        </p:spPr>
        <p:txBody>
          <a:bodyPr/>
          <a:lstStyle>
            <a:lvl1pPr>
              <a:defRPr/>
            </a:lvl1pPr>
          </a:lstStyle>
          <a:p>
            <a:fld id="{1B79C993-9E31-4050-AE0E-2FF763739C12}" type="slidenum">
              <a:rPr lang="en-US" altLang="en-US"/>
              <a:pPr/>
              <a:t>‹#›</a:t>
            </a:fld>
            <a:endParaRPr lang="en-US" altLang="en-US"/>
          </a:p>
        </p:txBody>
      </p:sp>
    </p:spTree>
    <p:extLst>
      <p:ext uri="{BB962C8B-B14F-4D97-AF65-F5344CB8AC3E}">
        <p14:creationId xmlns:p14="http://schemas.microsoft.com/office/powerpoint/2010/main" val="3030227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image" Target="../media/image2.png"/><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D875CA07-6CEF-4FC7-8BC0-0327D9F3C921}" type="datetimeFigureOut">
              <a:rPr lang="en-US"/>
              <a:pPr>
                <a:defRPr/>
              </a:pPr>
              <a:t>7/28/2025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30AA922F-5944-4ED4-AF84-F466339B64F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476" r:id="rId1"/>
    <p:sldLayoutId id="2147484466" r:id="rId2"/>
    <p:sldLayoutId id="2147484467" r:id="rId3"/>
    <p:sldLayoutId id="2147484468" r:id="rId4"/>
    <p:sldLayoutId id="2147484469" r:id="rId5"/>
    <p:sldLayoutId id="2147484470" r:id="rId6"/>
    <p:sldLayoutId id="2147484471" r:id="rId7"/>
    <p:sldLayoutId id="2147484472" r:id="rId8"/>
    <p:sldLayoutId id="2147484473" r:id="rId9"/>
    <p:sldLayoutId id="2147484474" r:id="rId10"/>
    <p:sldLayoutId id="2147484475" r:id="rId11"/>
    <p:sldLayoutId id="2147484477" r:id="rId12"/>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fld id="{FA407552-C395-4AB5-BF4A-E6616A086142}" type="datetime1">
              <a:rPr lang="en-US"/>
              <a:pPr>
                <a:defRPr/>
              </a:pPr>
              <a:t>7/28/2025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defRPr>
            </a:lvl1pPr>
          </a:lstStyle>
          <a:p>
            <a:pPr>
              <a:defRPr/>
            </a:pPr>
            <a:r>
              <a:rPr lang="en-US"/>
              <a:t>Introduction to Software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fld id="{2FC544F9-3DA3-423A-8835-05E3B81A18E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Lst>
  <p:hf hdr="0" dt="0"/>
  <p:txStyles>
    <p:titleStyle>
      <a:lvl1pPr algn="ctr" defTabSz="342900" rtl="0" eaLnBrk="0" fontAlgn="base" hangingPunct="0">
        <a:spcBef>
          <a:spcPct val="0"/>
        </a:spcBef>
        <a:spcAft>
          <a:spcPct val="0"/>
        </a:spcAft>
        <a:defRPr sz="3300" kern="1200">
          <a:solidFill>
            <a:schemeClr val="tx1"/>
          </a:solidFill>
          <a:latin typeface="+mj-lt"/>
          <a:ea typeface="+mj-ea"/>
          <a:cs typeface="+mj-cs"/>
        </a:defRPr>
      </a:lvl1pPr>
      <a:lvl2pPr algn="ctr" defTabSz="342900" rtl="0" eaLnBrk="0" fontAlgn="base" hangingPunct="0">
        <a:spcBef>
          <a:spcPct val="0"/>
        </a:spcBef>
        <a:spcAft>
          <a:spcPct val="0"/>
        </a:spcAft>
        <a:defRPr sz="3300">
          <a:solidFill>
            <a:schemeClr val="tx1"/>
          </a:solidFill>
          <a:latin typeface="Calibri" panose="020F0502020204030204" pitchFamily="34" charset="0"/>
        </a:defRPr>
      </a:lvl2pPr>
      <a:lvl3pPr algn="ctr" defTabSz="342900" rtl="0" eaLnBrk="0" fontAlgn="base" hangingPunct="0">
        <a:spcBef>
          <a:spcPct val="0"/>
        </a:spcBef>
        <a:spcAft>
          <a:spcPct val="0"/>
        </a:spcAft>
        <a:defRPr sz="3300">
          <a:solidFill>
            <a:schemeClr val="tx1"/>
          </a:solidFill>
          <a:latin typeface="Calibri" panose="020F0502020204030204" pitchFamily="34" charset="0"/>
        </a:defRPr>
      </a:lvl3pPr>
      <a:lvl4pPr algn="ctr" defTabSz="342900" rtl="0" eaLnBrk="0" fontAlgn="base" hangingPunct="0">
        <a:spcBef>
          <a:spcPct val="0"/>
        </a:spcBef>
        <a:spcAft>
          <a:spcPct val="0"/>
        </a:spcAft>
        <a:defRPr sz="3300">
          <a:solidFill>
            <a:schemeClr val="tx1"/>
          </a:solidFill>
          <a:latin typeface="Calibri" panose="020F0502020204030204" pitchFamily="34" charset="0"/>
        </a:defRPr>
      </a:lvl4pPr>
      <a:lvl5pPr algn="ctr" defTabSz="342900" rtl="0" eaLnBrk="0" fontAlgn="base" hangingPunct="0">
        <a:spcBef>
          <a:spcPct val="0"/>
        </a:spcBef>
        <a:spcAft>
          <a:spcPct val="0"/>
        </a:spcAft>
        <a:defRPr sz="3300">
          <a:solidFill>
            <a:schemeClr val="tx1"/>
          </a:solidFill>
          <a:latin typeface="Calibri" panose="020F0502020204030204" pitchFamily="34" charset="0"/>
        </a:defRPr>
      </a:lvl5pPr>
      <a:lvl6pPr marL="457200" algn="ctr" defTabSz="342900" rtl="0" fontAlgn="base">
        <a:spcBef>
          <a:spcPct val="0"/>
        </a:spcBef>
        <a:spcAft>
          <a:spcPct val="0"/>
        </a:spcAft>
        <a:defRPr sz="3300">
          <a:solidFill>
            <a:schemeClr val="tx1"/>
          </a:solidFill>
          <a:latin typeface="Calibri" panose="020F0502020204030204" pitchFamily="34" charset="0"/>
        </a:defRPr>
      </a:lvl6pPr>
      <a:lvl7pPr marL="914400" algn="ctr" defTabSz="342900" rtl="0" fontAlgn="base">
        <a:spcBef>
          <a:spcPct val="0"/>
        </a:spcBef>
        <a:spcAft>
          <a:spcPct val="0"/>
        </a:spcAft>
        <a:defRPr sz="3300">
          <a:solidFill>
            <a:schemeClr val="tx1"/>
          </a:solidFill>
          <a:latin typeface="Calibri" panose="020F0502020204030204" pitchFamily="34" charset="0"/>
        </a:defRPr>
      </a:lvl7pPr>
      <a:lvl8pPr marL="1371600" algn="ctr" defTabSz="342900" rtl="0" fontAlgn="base">
        <a:spcBef>
          <a:spcPct val="0"/>
        </a:spcBef>
        <a:spcAft>
          <a:spcPct val="0"/>
        </a:spcAft>
        <a:defRPr sz="3300">
          <a:solidFill>
            <a:schemeClr val="tx1"/>
          </a:solidFill>
          <a:latin typeface="Calibri" panose="020F0502020204030204" pitchFamily="34" charset="0"/>
        </a:defRPr>
      </a:lvl8pPr>
      <a:lvl9pPr marL="1828800" algn="ctr" defTabSz="342900" rtl="0" fontAlgn="base">
        <a:spcBef>
          <a:spcPct val="0"/>
        </a:spcBef>
        <a:spcAft>
          <a:spcPct val="0"/>
        </a:spcAft>
        <a:defRPr sz="3300">
          <a:solidFill>
            <a:schemeClr val="tx1"/>
          </a:solidFill>
          <a:latin typeface="Calibri" panose="020F0502020204030204" pitchFamily="34" charset="0"/>
        </a:defRPr>
      </a:lvl9pPr>
    </p:titleStyle>
    <p:bodyStyle>
      <a:lvl1pPr marL="257175" indent="-257175" algn="l" defTabSz="3429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defTabSz="342900"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defTabSz="342900"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3pPr>
      <a:lvl4pPr marL="12001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261938" y="84138"/>
            <a:ext cx="852646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en-US" smtClean="0"/>
              <a:t>Mastertitelformat bearbeiten</a:t>
            </a:r>
          </a:p>
        </p:txBody>
      </p:sp>
      <p:sp>
        <p:nvSpPr>
          <p:cNvPr id="3075" name="Rectangle 3"/>
          <p:cNvSpPr>
            <a:spLocks noGrp="1" noChangeArrowheads="1"/>
          </p:cNvSpPr>
          <p:nvPr>
            <p:ph type="body" idx="1"/>
          </p:nvPr>
        </p:nvSpPr>
        <p:spPr bwMode="auto">
          <a:xfrm>
            <a:off x="261938" y="1455738"/>
            <a:ext cx="8526462" cy="458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en-US" smtClean="0"/>
              <a:t>Mastertextformat bearbeiten</a:t>
            </a:r>
          </a:p>
          <a:p>
            <a:pPr lvl="1"/>
            <a:r>
              <a:rPr lang="de-DE" altLang="en-US" smtClean="0"/>
              <a:t>Zweite Ebene</a:t>
            </a:r>
          </a:p>
          <a:p>
            <a:pPr lvl="2"/>
            <a:r>
              <a:rPr lang="de-DE" altLang="en-US" smtClean="0"/>
              <a:t>Dritte Ebene</a:t>
            </a:r>
          </a:p>
          <a:p>
            <a:pPr lvl="3"/>
            <a:r>
              <a:rPr lang="de-DE" altLang="en-US" smtClean="0"/>
              <a:t>Vierte Ebene</a:t>
            </a:r>
          </a:p>
          <a:p>
            <a:pPr lvl="4"/>
            <a:r>
              <a:rPr lang="de-DE" altLang="en-US" smtClean="0"/>
              <a:t>Fünfte Ebene</a:t>
            </a:r>
          </a:p>
        </p:txBody>
      </p:sp>
      <p:sp>
        <p:nvSpPr>
          <p:cNvPr id="5" name="Rectangle 6"/>
          <p:cNvSpPr>
            <a:spLocks noGrp="1" noChangeArrowheads="1"/>
          </p:cNvSpPr>
          <p:nvPr>
            <p:ph type="sldNum" sz="quarter" idx="4"/>
          </p:nvPr>
        </p:nvSpPr>
        <p:spPr>
          <a:xfrm>
            <a:off x="261938" y="6434138"/>
            <a:ext cx="406400" cy="319087"/>
          </a:xfrm>
          <a:prstGeom prst="rect">
            <a:avLst/>
          </a:prstGeom>
        </p:spPr>
        <p:txBody>
          <a:bodyPr vert="horz" wrap="square" lIns="91440" tIns="45720" rIns="91440" bIns="45720" numCol="1" anchor="t" anchorCtr="0" compatLnSpc="1">
            <a:prstTxWarp prst="textNoShape">
              <a:avLst/>
            </a:prstTxWarp>
          </a:bodyPr>
          <a:lstStyle>
            <a:lvl1pPr eaLnBrk="1" hangingPunct="1">
              <a:defRPr sz="900">
                <a:latin typeface="Arial" panose="020B0604020202020204" pitchFamily="34" charset="0"/>
              </a:defRPr>
            </a:lvl1pPr>
          </a:lstStyle>
          <a:p>
            <a:fld id="{4BE7F661-5031-4119-8C0B-8E6632806638}" type="slidenum">
              <a:rPr lang="en-US" altLang="en-US"/>
              <a:pPr/>
              <a:t>‹#›</a:t>
            </a:fld>
            <a:endParaRPr lang="en-US" altLang="en-US"/>
          </a:p>
        </p:txBody>
      </p:sp>
      <p:cxnSp>
        <p:nvCxnSpPr>
          <p:cNvPr id="3077" name="Straight Connector 2"/>
          <p:cNvCxnSpPr>
            <a:cxnSpLocks noChangeShapeType="1"/>
          </p:cNvCxnSpPr>
          <p:nvPr/>
        </p:nvCxnSpPr>
        <p:spPr bwMode="auto">
          <a:xfrm>
            <a:off x="0" y="6240463"/>
            <a:ext cx="9144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pic>
        <p:nvPicPr>
          <p:cNvPr id="3078" name="Picture 5"/>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7491413" y="6342063"/>
            <a:ext cx="1296987"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484" r:id="rId1"/>
    <p:sldLayoutId id="2147484485" r:id="rId2"/>
    <p:sldLayoutId id="2147484486" r:id="rId3"/>
    <p:sldLayoutId id="2147484487" r:id="rId4"/>
    <p:sldLayoutId id="2147484488" r:id="rId5"/>
    <p:sldLayoutId id="2147484489" r:id="rId6"/>
    <p:sldLayoutId id="2147484490" r:id="rId7"/>
    <p:sldLayoutId id="2147484491" r:id="rId8"/>
    <p:sldLayoutId id="2147484492" r:id="rId9"/>
    <p:sldLayoutId id="2147484493" r:id="rId10"/>
    <p:sldLayoutId id="2147484494" r:id="rId11"/>
    <p:sldLayoutId id="2147484495" r:id="rId12"/>
    <p:sldLayoutId id="2147484496" r:id="rId13"/>
  </p:sldLayoutIdLst>
  <p:hf hdr="0" ftr="0" dt="0"/>
  <p:txStyles>
    <p:titleStyle>
      <a:lvl1pPr algn="ctr" rtl="0" eaLnBrk="0" fontAlgn="base" hangingPunct="0">
        <a:spcBef>
          <a:spcPct val="0"/>
        </a:spcBef>
        <a:spcAft>
          <a:spcPct val="0"/>
        </a:spcAft>
        <a:defRPr sz="2100">
          <a:solidFill>
            <a:srgbClr val="000000"/>
          </a:solidFill>
          <a:latin typeface="Arial"/>
          <a:ea typeface="MS PGothic" panose="020B0600070205080204" pitchFamily="34" charset="-128"/>
          <a:cs typeface="Arial"/>
        </a:defRPr>
      </a:lvl1pPr>
      <a:lvl2pPr algn="ctr" rtl="0" eaLnBrk="0" fontAlgn="base" hangingPunct="0">
        <a:spcBef>
          <a:spcPct val="0"/>
        </a:spcBef>
        <a:spcAft>
          <a:spcPct val="0"/>
        </a:spcAft>
        <a:defRPr sz="2100">
          <a:solidFill>
            <a:srgbClr val="000000"/>
          </a:solidFill>
          <a:latin typeface="Arial" charset="0"/>
          <a:ea typeface="MS PGothic" panose="020B0600070205080204" pitchFamily="34" charset="-128"/>
          <a:cs typeface="Arial" panose="020B0604020202020204" pitchFamily="34" charset="0"/>
        </a:defRPr>
      </a:lvl2pPr>
      <a:lvl3pPr algn="ctr" rtl="0" eaLnBrk="0" fontAlgn="base" hangingPunct="0">
        <a:spcBef>
          <a:spcPct val="0"/>
        </a:spcBef>
        <a:spcAft>
          <a:spcPct val="0"/>
        </a:spcAft>
        <a:defRPr sz="2100">
          <a:solidFill>
            <a:srgbClr val="000000"/>
          </a:solidFill>
          <a:latin typeface="Arial" charset="0"/>
          <a:ea typeface="MS PGothic" panose="020B0600070205080204" pitchFamily="34" charset="-128"/>
          <a:cs typeface="Arial" panose="020B0604020202020204" pitchFamily="34" charset="0"/>
        </a:defRPr>
      </a:lvl3pPr>
      <a:lvl4pPr algn="ctr" rtl="0" eaLnBrk="0" fontAlgn="base" hangingPunct="0">
        <a:spcBef>
          <a:spcPct val="0"/>
        </a:spcBef>
        <a:spcAft>
          <a:spcPct val="0"/>
        </a:spcAft>
        <a:defRPr sz="2100">
          <a:solidFill>
            <a:srgbClr val="000000"/>
          </a:solidFill>
          <a:latin typeface="Arial" charset="0"/>
          <a:ea typeface="MS PGothic" panose="020B0600070205080204" pitchFamily="34" charset="-128"/>
          <a:cs typeface="Arial" panose="020B0604020202020204" pitchFamily="34" charset="0"/>
        </a:defRPr>
      </a:lvl4pPr>
      <a:lvl5pPr algn="ctr" rtl="0" eaLnBrk="0" fontAlgn="base" hangingPunct="0">
        <a:spcBef>
          <a:spcPct val="0"/>
        </a:spcBef>
        <a:spcAft>
          <a:spcPct val="0"/>
        </a:spcAft>
        <a:defRPr sz="2100">
          <a:solidFill>
            <a:srgbClr val="000000"/>
          </a:solidFill>
          <a:latin typeface="Arial" charset="0"/>
          <a:ea typeface="MS PGothic" panose="020B0600070205080204" pitchFamily="34" charset="-128"/>
          <a:cs typeface="Arial" panose="020B0604020202020204" pitchFamily="34" charset="0"/>
        </a:defRPr>
      </a:lvl5pPr>
      <a:lvl6pPr marL="342900" algn="ctr" rtl="0" eaLnBrk="1" fontAlgn="base" hangingPunct="1">
        <a:spcBef>
          <a:spcPct val="0"/>
        </a:spcBef>
        <a:spcAft>
          <a:spcPct val="0"/>
        </a:spcAft>
        <a:defRPr sz="3300">
          <a:solidFill>
            <a:schemeClr val="tx2"/>
          </a:solidFill>
          <a:latin typeface="Arial" charset="0"/>
          <a:ea typeface="ＭＳ Ｐゴシック" charset="-128"/>
          <a:cs typeface="ＭＳ Ｐゴシック" charset="-128"/>
        </a:defRPr>
      </a:lvl6pPr>
      <a:lvl7pPr marL="685800" algn="ctr" rtl="0" eaLnBrk="1" fontAlgn="base" hangingPunct="1">
        <a:spcBef>
          <a:spcPct val="0"/>
        </a:spcBef>
        <a:spcAft>
          <a:spcPct val="0"/>
        </a:spcAft>
        <a:defRPr sz="3300">
          <a:solidFill>
            <a:schemeClr val="tx2"/>
          </a:solidFill>
          <a:latin typeface="Arial" charset="0"/>
          <a:ea typeface="ＭＳ Ｐゴシック" charset="-128"/>
          <a:cs typeface="ＭＳ Ｐゴシック" charset="-128"/>
        </a:defRPr>
      </a:lvl7pPr>
      <a:lvl8pPr marL="1028700" algn="ctr" rtl="0" eaLnBrk="1" fontAlgn="base" hangingPunct="1">
        <a:spcBef>
          <a:spcPct val="0"/>
        </a:spcBef>
        <a:spcAft>
          <a:spcPct val="0"/>
        </a:spcAft>
        <a:defRPr sz="3300">
          <a:solidFill>
            <a:schemeClr val="tx2"/>
          </a:solidFill>
          <a:latin typeface="Arial" charset="0"/>
          <a:ea typeface="ＭＳ Ｐゴシック" charset="-128"/>
          <a:cs typeface="ＭＳ Ｐゴシック" charset="-128"/>
        </a:defRPr>
      </a:lvl8pPr>
      <a:lvl9pPr marL="1371600" algn="ctr" rtl="0" eaLnBrk="1" fontAlgn="base" hangingPunct="1">
        <a:spcBef>
          <a:spcPct val="0"/>
        </a:spcBef>
        <a:spcAft>
          <a:spcPct val="0"/>
        </a:spcAft>
        <a:defRPr sz="3300">
          <a:solidFill>
            <a:schemeClr val="tx2"/>
          </a:solidFill>
          <a:latin typeface="Arial" charset="0"/>
          <a:ea typeface="ＭＳ Ｐゴシック" charset="-128"/>
          <a:cs typeface="ＭＳ Ｐゴシック" charset="-128"/>
        </a:defRPr>
      </a:lvl9pPr>
    </p:titleStyle>
    <p:bodyStyle>
      <a:lvl1pPr marL="257175" indent="-257175" algn="l" rtl="0" eaLnBrk="0" fontAlgn="base" hangingPunct="0">
        <a:spcBef>
          <a:spcPct val="20000"/>
        </a:spcBef>
        <a:spcAft>
          <a:spcPct val="0"/>
        </a:spcAft>
        <a:buChar char="•"/>
        <a:defRPr>
          <a:solidFill>
            <a:schemeClr val="tx1"/>
          </a:solidFill>
          <a:latin typeface="Arial"/>
          <a:ea typeface="MS PGothic" panose="020B0600070205080204" pitchFamily="34" charset="-128"/>
          <a:cs typeface="Arial"/>
        </a:defRPr>
      </a:lvl1pPr>
      <a:lvl2pPr marL="557213" indent="-214313" algn="l" rtl="0" eaLnBrk="0" fontAlgn="base" hangingPunct="0">
        <a:spcBef>
          <a:spcPct val="20000"/>
        </a:spcBef>
        <a:spcAft>
          <a:spcPct val="0"/>
        </a:spcAft>
        <a:buChar char="–"/>
        <a:defRPr>
          <a:solidFill>
            <a:schemeClr val="tx1"/>
          </a:solidFill>
          <a:latin typeface="Arial"/>
          <a:ea typeface="MS PGothic" panose="020B0600070205080204" pitchFamily="34" charset="-128"/>
          <a:cs typeface="Arial"/>
        </a:defRPr>
      </a:lvl2pPr>
      <a:lvl3pPr marL="857250" indent="-171450" algn="l" rtl="0" eaLnBrk="0" fontAlgn="base" hangingPunct="0">
        <a:spcBef>
          <a:spcPct val="20000"/>
        </a:spcBef>
        <a:spcAft>
          <a:spcPct val="0"/>
        </a:spcAft>
        <a:buChar char="•"/>
        <a:defRPr>
          <a:solidFill>
            <a:schemeClr val="tx1"/>
          </a:solidFill>
          <a:latin typeface="Arial"/>
          <a:ea typeface="MS PGothic" panose="020B0600070205080204" pitchFamily="34" charset="-128"/>
          <a:cs typeface="Arial"/>
        </a:defRPr>
      </a:lvl3pPr>
      <a:lvl4pPr marL="1200150" indent="-171450" algn="l" rtl="0" eaLnBrk="0" fontAlgn="base" hangingPunct="0">
        <a:spcBef>
          <a:spcPct val="20000"/>
        </a:spcBef>
        <a:spcAft>
          <a:spcPct val="0"/>
        </a:spcAft>
        <a:buChar char="–"/>
        <a:defRPr>
          <a:solidFill>
            <a:schemeClr val="tx1"/>
          </a:solidFill>
          <a:latin typeface="Arial"/>
          <a:ea typeface="MS PGothic" panose="020B0600070205080204" pitchFamily="34" charset="-128"/>
          <a:cs typeface="Arial"/>
        </a:defRPr>
      </a:lvl4pPr>
      <a:lvl5pPr marL="1543050" indent="-171450" algn="l" rtl="0" eaLnBrk="0" fontAlgn="base" hangingPunct="0">
        <a:spcBef>
          <a:spcPct val="20000"/>
        </a:spcBef>
        <a:spcAft>
          <a:spcPct val="0"/>
        </a:spcAft>
        <a:buChar char="»"/>
        <a:defRPr>
          <a:solidFill>
            <a:schemeClr val="tx1"/>
          </a:solidFill>
          <a:latin typeface="Arial"/>
          <a:ea typeface="MS PGothic" panose="020B0600070205080204" pitchFamily="34" charset="-128"/>
          <a:cs typeface="Arial"/>
        </a:defRPr>
      </a:lvl5pPr>
      <a:lvl6pPr marL="1885950" indent="-171450" algn="l" rtl="0" eaLnBrk="1" fontAlgn="base" hangingPunct="1">
        <a:spcBef>
          <a:spcPct val="20000"/>
        </a:spcBef>
        <a:spcAft>
          <a:spcPct val="0"/>
        </a:spcAft>
        <a:buChar char="»"/>
        <a:defRPr sz="1500">
          <a:solidFill>
            <a:schemeClr val="tx1"/>
          </a:solidFill>
          <a:latin typeface="+mn-lt"/>
          <a:ea typeface="+mn-ea"/>
        </a:defRPr>
      </a:lvl6pPr>
      <a:lvl7pPr marL="2228850" indent="-171450" algn="l" rtl="0" eaLnBrk="1" fontAlgn="base" hangingPunct="1">
        <a:spcBef>
          <a:spcPct val="20000"/>
        </a:spcBef>
        <a:spcAft>
          <a:spcPct val="0"/>
        </a:spcAft>
        <a:buChar char="»"/>
        <a:defRPr sz="1500">
          <a:solidFill>
            <a:schemeClr val="tx1"/>
          </a:solidFill>
          <a:latin typeface="+mn-lt"/>
          <a:ea typeface="+mn-ea"/>
        </a:defRPr>
      </a:lvl7pPr>
      <a:lvl8pPr marL="2571750" indent="-171450" algn="l" rtl="0" eaLnBrk="1" fontAlgn="base" hangingPunct="1">
        <a:spcBef>
          <a:spcPct val="20000"/>
        </a:spcBef>
        <a:spcAft>
          <a:spcPct val="0"/>
        </a:spcAft>
        <a:buChar char="»"/>
        <a:defRPr sz="1500">
          <a:solidFill>
            <a:schemeClr val="tx1"/>
          </a:solidFill>
          <a:latin typeface="+mn-lt"/>
          <a:ea typeface="+mn-ea"/>
        </a:defRPr>
      </a:lvl8pPr>
      <a:lvl9pPr marL="2914650" indent="-171450" algn="l" rtl="0" eaLnBrk="1" fontAlgn="base" hangingPunct="1">
        <a:spcBef>
          <a:spcPct val="20000"/>
        </a:spcBef>
        <a:spcAft>
          <a:spcPct val="0"/>
        </a:spcAft>
        <a:buChar char="»"/>
        <a:defRPr sz="1500">
          <a:solidFill>
            <a:schemeClr val="tx1"/>
          </a:solidFill>
          <a:latin typeface="+mn-lt"/>
          <a:ea typeface="+mn-ea"/>
        </a:defRPr>
      </a:lvl9pPr>
    </p:bodyStyle>
    <p:otherStyle>
      <a:defPPr>
        <a:defRPr lang="de-DE"/>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7.png"/><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63775"/>
            <a:ext cx="7772400" cy="1103313"/>
          </a:xfrm>
        </p:spPr>
        <p:txBody>
          <a:bodyPr rtlCol="0">
            <a:normAutofit fontScale="90000"/>
          </a:bodyPr>
          <a:lstStyle/>
          <a:p>
            <a:pPr eaLnBrk="1" fontAlgn="auto" hangingPunct="1">
              <a:spcAft>
                <a:spcPts val="0"/>
              </a:spcAft>
              <a:defRPr/>
            </a:pPr>
            <a:r>
              <a:rPr lang="en-US" dirty="0"/>
              <a:t>Software Design and Analysis</a:t>
            </a:r>
            <a:br>
              <a:rPr lang="en-US" dirty="0"/>
            </a:br>
            <a:r>
              <a:rPr lang="en-US" dirty="0"/>
              <a:t>CS-3004</a:t>
            </a:r>
            <a:br>
              <a:rPr lang="en-US" dirty="0"/>
            </a:br>
            <a:r>
              <a:rPr lang="en-US" dirty="0"/>
              <a:t>Lecture#03</a:t>
            </a:r>
          </a:p>
        </p:txBody>
      </p:sp>
      <p:sp>
        <p:nvSpPr>
          <p:cNvPr id="27651" name="Subtitle 4"/>
          <p:cNvSpPr>
            <a:spLocks noGrp="1"/>
          </p:cNvSpPr>
          <p:nvPr>
            <p:ph type="subTitle" idx="1"/>
          </p:nvPr>
        </p:nvSpPr>
        <p:spPr>
          <a:xfrm>
            <a:off x="5434013" y="4049713"/>
            <a:ext cx="3408362" cy="719137"/>
          </a:xfrm>
        </p:spPr>
        <p:txBody>
          <a:bodyPr>
            <a:spAutoFit/>
          </a:bodyPr>
          <a:lstStyle/>
          <a:p>
            <a:r>
              <a:rPr lang="en-US" altLang="en-US" smtClean="0">
                <a:solidFill>
                  <a:schemeClr val="bg1"/>
                </a:solidFill>
                <a:latin typeface="Roboto" pitchFamily="2" charset="0"/>
                <a:cs typeface="Roboto" pitchFamily="2" charset="0"/>
              </a:rPr>
              <a:t>Dr. Javaria Imtiaz,</a:t>
            </a:r>
          </a:p>
          <a:p>
            <a:r>
              <a:rPr lang="en-US" altLang="en-US" smtClean="0">
                <a:solidFill>
                  <a:schemeClr val="bg1"/>
                </a:solidFill>
                <a:latin typeface="Roboto" pitchFamily="2" charset="0"/>
                <a:cs typeface="Roboto" pitchFamily="2" charset="0"/>
              </a:rPr>
              <a:t> Mr. Basharat Hussain, </a:t>
            </a:r>
          </a:p>
          <a:p>
            <a:r>
              <a:rPr lang="en-US" altLang="en-US" smtClean="0">
                <a:solidFill>
                  <a:schemeClr val="bg1"/>
                </a:solidFill>
                <a:latin typeface="Roboto" pitchFamily="2" charset="0"/>
                <a:cs typeface="Roboto" pitchFamily="2" charset="0"/>
              </a:rPr>
              <a:t>Mr. Majid Hussain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object 3"/>
          <p:cNvSpPr>
            <a:spLocks noGrp="1"/>
          </p:cNvSpPr>
          <p:nvPr>
            <p:ph type="title"/>
          </p:nvPr>
        </p:nvSpPr>
        <p:spPr>
          <a:xfrm>
            <a:off x="609600" y="614363"/>
            <a:ext cx="5943600" cy="627062"/>
          </a:xfrm>
        </p:spPr>
        <p:txBody>
          <a:bodyPr lIns="0" tIns="12700" rIns="0" bIns="0">
            <a:spAutoFit/>
          </a:bodyPr>
          <a:lstStyle/>
          <a:p>
            <a:pPr marL="12700" algn="l" eaLnBrk="1" hangingPunct="1">
              <a:spcBef>
                <a:spcPts val="100"/>
              </a:spcBef>
            </a:pPr>
            <a:r>
              <a:rPr lang="en-US" altLang="en-US" sz="4000" smtClean="0">
                <a:latin typeface="Helvetica" panose="020B0604020202020204" pitchFamily="34" charset="0"/>
                <a:ea typeface="Verdana" panose="020B0604030504040204" pitchFamily="34" charset="0"/>
                <a:cs typeface="Helvetica" panose="020B0604020202020204" pitchFamily="34" charset="0"/>
              </a:rPr>
              <a:t>Today’s Agenda</a:t>
            </a:r>
          </a:p>
        </p:txBody>
      </p:sp>
      <p:sp>
        <p:nvSpPr>
          <p:cNvPr id="8" name="object 8"/>
          <p:cNvSpPr txBox="1"/>
          <p:nvPr/>
        </p:nvSpPr>
        <p:spPr>
          <a:xfrm>
            <a:off x="8369300" y="6742113"/>
            <a:ext cx="622300" cy="96837"/>
          </a:xfrm>
          <a:prstGeom prst="rect">
            <a:avLst/>
          </a:prstGeom>
        </p:spPr>
        <p:txBody>
          <a:bodyPr lIns="0" tIns="3810" rIns="0" bIns="0">
            <a:spAutoFit/>
          </a:bodyPr>
          <a:lstStyle/>
          <a:p>
            <a:pPr marL="12700" eaLnBrk="1" fontAlgn="auto" hangingPunct="1">
              <a:spcBef>
                <a:spcPts val="30"/>
              </a:spcBef>
              <a:spcAft>
                <a:spcPts val="0"/>
              </a:spcAft>
              <a:defRPr/>
            </a:pPr>
            <a:r>
              <a:rPr sz="600" spc="-5" dirty="0">
                <a:solidFill>
                  <a:srgbClr val="FFFFFF"/>
                </a:solidFill>
                <a:latin typeface="Helvetica" panose="020B0604020202020204" pitchFamily="34" charset="0"/>
                <a:cs typeface="Helvetica" panose="020B0604020202020204" pitchFamily="34" charset="0"/>
              </a:rPr>
              <a:t>Slide </a:t>
            </a:r>
            <a:r>
              <a:rPr sz="600" dirty="0">
                <a:solidFill>
                  <a:srgbClr val="FFFFFF"/>
                </a:solidFill>
                <a:latin typeface="Helvetica" panose="020B0604020202020204" pitchFamily="34" charset="0"/>
                <a:cs typeface="Helvetica" panose="020B0604020202020204" pitchFamily="34" charset="0"/>
              </a:rPr>
              <a:t>2 </a:t>
            </a:r>
            <a:r>
              <a:rPr sz="600" spc="-5" dirty="0">
                <a:solidFill>
                  <a:srgbClr val="FFFFFF"/>
                </a:solidFill>
                <a:latin typeface="Helvetica" panose="020B0604020202020204" pitchFamily="34" charset="0"/>
                <a:cs typeface="Helvetica" panose="020B0604020202020204" pitchFamily="34" charset="0"/>
              </a:rPr>
              <a:t>(of</a:t>
            </a:r>
            <a:r>
              <a:rPr sz="600" spc="100" dirty="0">
                <a:solidFill>
                  <a:srgbClr val="FFFFFF"/>
                </a:solidFill>
                <a:latin typeface="Helvetica" panose="020B0604020202020204" pitchFamily="34" charset="0"/>
                <a:cs typeface="Helvetica" panose="020B0604020202020204" pitchFamily="34" charset="0"/>
              </a:rPr>
              <a:t> </a:t>
            </a:r>
            <a:r>
              <a:rPr sz="600" spc="-5" dirty="0">
                <a:solidFill>
                  <a:srgbClr val="FFFFFF"/>
                </a:solidFill>
                <a:latin typeface="Helvetica" panose="020B0604020202020204" pitchFamily="34" charset="0"/>
                <a:cs typeface="Helvetica" panose="020B0604020202020204" pitchFamily="34" charset="0"/>
              </a:rPr>
              <a:t>48)</a:t>
            </a:r>
            <a:endParaRPr sz="600">
              <a:latin typeface="Helvetica" panose="020B0604020202020204" pitchFamily="34" charset="0"/>
              <a:cs typeface="Helvetica" panose="020B0604020202020204" pitchFamily="34" charset="0"/>
            </a:endParaRPr>
          </a:p>
        </p:txBody>
      </p:sp>
      <p:sp>
        <p:nvSpPr>
          <p:cNvPr id="28676" name="object 5"/>
          <p:cNvSpPr txBox="1">
            <a:spLocks noChangeArrowheads="1"/>
          </p:cNvSpPr>
          <p:nvPr/>
        </p:nvSpPr>
        <p:spPr bwMode="auto">
          <a:xfrm>
            <a:off x="990600" y="1752600"/>
            <a:ext cx="71755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622300" indent="-609600">
              <a:spcBef>
                <a:spcPct val="20000"/>
              </a:spcBef>
              <a:buFont typeface="Arial" panose="020B0604020202020204" pitchFamily="34" charset="0"/>
              <a:buChar char="•"/>
              <a:tabLst>
                <a:tab pos="620713"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620713"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620713"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620713"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620713"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620713"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620713"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620713"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620713" algn="l"/>
              </a:tabLst>
              <a:defRPr sz="2000">
                <a:solidFill>
                  <a:schemeClr val="tx1"/>
                </a:solidFill>
                <a:latin typeface="Calibri" panose="020F0502020204030204" pitchFamily="34" charset="0"/>
              </a:defRPr>
            </a:lvl9pPr>
          </a:lstStyle>
          <a:p>
            <a:pPr eaLnBrk="1" hangingPunct="1">
              <a:lnSpc>
                <a:spcPct val="121000"/>
              </a:lnSpc>
              <a:spcBef>
                <a:spcPts val="100"/>
              </a:spcBef>
            </a:pPr>
            <a:r>
              <a:rPr lang="en-US" altLang="en-US" sz="1800">
                <a:latin typeface="Helvetica" panose="020B0604020202020204" pitchFamily="34" charset="0"/>
                <a:ea typeface="Verdana" panose="020B0604030504040204" pitchFamily="34" charset="0"/>
                <a:cs typeface="Helvetica" panose="020B0604020202020204" pitchFamily="34" charset="0"/>
              </a:rPr>
              <a:t>Requirement Analysis (SDLC)</a:t>
            </a:r>
          </a:p>
          <a:p>
            <a:pPr eaLnBrk="1" hangingPunct="1">
              <a:lnSpc>
                <a:spcPct val="121000"/>
              </a:lnSpc>
              <a:spcBef>
                <a:spcPts val="100"/>
              </a:spcBef>
            </a:pPr>
            <a:r>
              <a:rPr lang="en-US" altLang="en-US" sz="1800">
                <a:latin typeface="Helvetica" panose="020B0604020202020204" pitchFamily="34" charset="0"/>
                <a:ea typeface="Verdana" panose="020B0604030504040204" pitchFamily="34" charset="0"/>
                <a:cs typeface="Helvetica" panose="020B0604020202020204" pitchFamily="34" charset="0"/>
              </a:rPr>
              <a:t>What is Use Case?</a:t>
            </a:r>
          </a:p>
          <a:p>
            <a:pPr eaLnBrk="1" hangingPunct="1">
              <a:lnSpc>
                <a:spcPct val="121000"/>
              </a:lnSpc>
              <a:spcBef>
                <a:spcPts val="100"/>
              </a:spcBef>
            </a:pPr>
            <a:r>
              <a:rPr lang="en-US" altLang="en-US" sz="1800">
                <a:latin typeface="Helvetica" panose="020B0604020202020204" pitchFamily="34" charset="0"/>
                <a:ea typeface="Verdana" panose="020B0604030504040204" pitchFamily="34" charset="0"/>
                <a:cs typeface="Helvetica" panose="020B0604020202020204" pitchFamily="34" charset="0"/>
              </a:rPr>
              <a:t>Identification of Use Cases </a:t>
            </a:r>
          </a:p>
          <a:p>
            <a:pPr eaLnBrk="1" hangingPunct="1">
              <a:lnSpc>
                <a:spcPct val="121000"/>
              </a:lnSpc>
              <a:spcBef>
                <a:spcPts val="100"/>
              </a:spcBef>
            </a:pPr>
            <a:r>
              <a:rPr lang="en-US" altLang="en-US" sz="1800">
                <a:latin typeface="Helvetica" panose="020B0604020202020204" pitchFamily="34" charset="0"/>
                <a:ea typeface="Verdana" panose="020B0604030504040204" pitchFamily="34" charset="0"/>
                <a:cs typeface="Helvetica" panose="020B0604020202020204" pitchFamily="34" charset="0"/>
              </a:rPr>
              <a:t>Use Case Diagrams</a:t>
            </a:r>
          </a:p>
          <a:p>
            <a:pPr eaLnBrk="1" hangingPunct="1">
              <a:lnSpc>
                <a:spcPct val="121000"/>
              </a:lnSpc>
              <a:spcBef>
                <a:spcPts val="100"/>
              </a:spcBef>
            </a:pPr>
            <a:r>
              <a:rPr lang="en-US" altLang="en-US" sz="1800">
                <a:latin typeface="Helvetica" panose="020B0604020202020204" pitchFamily="34" charset="0"/>
                <a:ea typeface="Verdana" panose="020B0604030504040204" pitchFamily="34" charset="0"/>
                <a:cs typeface="Helvetica" panose="020B0604020202020204" pitchFamily="34" charset="0"/>
              </a:rPr>
              <a:t>Components of Use Case Diagram</a:t>
            </a:r>
          </a:p>
          <a:p>
            <a:pPr eaLnBrk="1" hangingPunct="1">
              <a:lnSpc>
                <a:spcPct val="121000"/>
              </a:lnSpc>
              <a:spcBef>
                <a:spcPts val="100"/>
              </a:spcBef>
            </a:pPr>
            <a:r>
              <a:rPr lang="en-US" altLang="en-US" sz="1800">
                <a:latin typeface="Helvetica" panose="020B0604020202020204" pitchFamily="34" charset="0"/>
                <a:ea typeface="Verdana" panose="020B0604030504040204" pitchFamily="34" charset="0"/>
                <a:cs typeface="Helvetica" panose="020B0604020202020204" pitchFamily="34" charset="0"/>
              </a:rPr>
              <a:t>Examples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ctrTitle"/>
          </p:nvPr>
        </p:nvSpPr>
        <p:spPr/>
        <p:txBody>
          <a:bodyPr/>
          <a:lstStyle/>
          <a:p>
            <a:pPr eaLnBrk="1" hangingPunct="1"/>
            <a:r>
              <a:rPr lang="en-US" altLang="en-US" sz="3200" b="1" smtClean="0">
                <a:latin typeface="Helvetica" panose="020B0604020202020204" pitchFamily="34" charset="0"/>
                <a:cs typeface="Helvetica" panose="020B0604020202020204" pitchFamily="34" charset="0"/>
              </a:rPr>
              <a:t>Requirements Analysis and </a:t>
            </a:r>
            <a:br>
              <a:rPr lang="en-US" altLang="en-US" sz="3200" b="1" smtClean="0">
                <a:latin typeface="Helvetica" panose="020B0604020202020204" pitchFamily="34" charset="0"/>
                <a:cs typeface="Helvetica" panose="020B0604020202020204" pitchFamily="34" charset="0"/>
              </a:rPr>
            </a:br>
            <a:r>
              <a:rPr lang="en-US" altLang="en-US" sz="3200" b="1" smtClean="0">
                <a:latin typeface="Helvetica" panose="020B0604020202020204" pitchFamily="34" charset="0"/>
                <a:cs typeface="Helvetica" panose="020B0604020202020204" pitchFamily="34" charset="0"/>
              </a:rPr>
              <a:t>Use-Case Diagrams</a:t>
            </a:r>
          </a:p>
        </p:txBody>
      </p:sp>
      <p:sp>
        <p:nvSpPr>
          <p:cNvPr id="3" name="Footer Placeholder 2"/>
          <p:cNvSpPr>
            <a:spLocks noGrp="1"/>
          </p:cNvSpPr>
          <p:nvPr>
            <p:ph type="ftr" sz="quarter" idx="11"/>
          </p:nvPr>
        </p:nvSpPr>
        <p:spPr/>
        <p:txBody>
          <a:bodyPr/>
          <a:lstStyle/>
          <a:p>
            <a:pPr>
              <a:defRPr/>
            </a:pP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idx="1"/>
          </p:nvPr>
        </p:nvSpPr>
        <p:spPr>
          <a:xfrm>
            <a:off x="628650" y="1455738"/>
            <a:ext cx="7886700" cy="4351337"/>
          </a:xfrm>
        </p:spPr>
        <p:txBody>
          <a:bodyPr rtlCol="0">
            <a:normAutofit fontScale="92500" lnSpcReduction="10000"/>
          </a:bodyPr>
          <a:lstStyle/>
          <a:p>
            <a:pPr algn="just" eaLnBrk="1" fontAlgn="auto" hangingPunct="1">
              <a:spcAft>
                <a:spcPts val="0"/>
              </a:spcAft>
              <a:defRPr/>
            </a:pPr>
            <a:r>
              <a:rPr lang="en-CA" altLang="en-US" sz="1600" dirty="0">
                <a:latin typeface="Helvetica" panose="020B0604020202020204" pitchFamily="34" charset="0"/>
                <a:ea typeface="Verdana" panose="020B0604030504040204" pitchFamily="34" charset="0"/>
                <a:cs typeface="Helvetica" panose="020B0604020202020204" pitchFamily="34" charset="0"/>
              </a:rPr>
              <a:t>If the software is large scale, employing perhaps dozens of developers over several years, it is important that all members of the development team </a:t>
            </a:r>
            <a:r>
              <a:rPr lang="en-CA" altLang="en-US" sz="1600" dirty="0">
                <a:solidFill>
                  <a:srgbClr val="0000FF"/>
                </a:solidFill>
                <a:latin typeface="Helvetica" panose="020B0604020202020204" pitchFamily="34" charset="0"/>
                <a:ea typeface="Verdana" panose="020B0604030504040204" pitchFamily="34" charset="0"/>
                <a:cs typeface="Helvetica" panose="020B0604020202020204" pitchFamily="34" charset="0"/>
              </a:rPr>
              <a:t>communicate</a:t>
            </a:r>
            <a:r>
              <a:rPr lang="en-CA" altLang="en-US" sz="1600" dirty="0">
                <a:latin typeface="Helvetica" panose="020B0604020202020204" pitchFamily="34" charset="0"/>
                <a:ea typeface="Verdana" panose="020B0604030504040204" pitchFamily="34" charset="0"/>
                <a:cs typeface="Helvetica" panose="020B0604020202020204" pitchFamily="34" charset="0"/>
              </a:rPr>
              <a:t> using a </a:t>
            </a:r>
            <a:r>
              <a:rPr lang="en-CA" altLang="en-US" sz="1600" dirty="0">
                <a:solidFill>
                  <a:schemeClr val="accent2"/>
                </a:solidFill>
                <a:latin typeface="Helvetica" panose="020B0604020202020204" pitchFamily="34" charset="0"/>
                <a:ea typeface="Verdana" panose="020B0604030504040204" pitchFamily="34" charset="0"/>
                <a:cs typeface="Helvetica" panose="020B0604020202020204" pitchFamily="34" charset="0"/>
              </a:rPr>
              <a:t>common language</a:t>
            </a:r>
            <a:r>
              <a:rPr lang="en-CA" altLang="en-US" sz="1600" dirty="0">
                <a:latin typeface="Helvetica" panose="020B0604020202020204" pitchFamily="34" charset="0"/>
                <a:ea typeface="Verdana" panose="020B0604030504040204" pitchFamily="34" charset="0"/>
                <a:cs typeface="Helvetica" panose="020B0604020202020204" pitchFamily="34" charset="0"/>
              </a:rPr>
              <a:t>. </a:t>
            </a:r>
          </a:p>
          <a:p>
            <a:pPr algn="just" eaLnBrk="1" fontAlgn="auto" hangingPunct="1">
              <a:spcAft>
                <a:spcPts val="0"/>
              </a:spcAft>
              <a:defRPr/>
            </a:pPr>
            <a:endParaRPr lang="en-CA" altLang="en-US" sz="1600" dirty="0">
              <a:latin typeface="Helvetica" panose="020B0604020202020204" pitchFamily="34" charset="0"/>
              <a:ea typeface="Verdana" panose="020B0604030504040204" pitchFamily="34" charset="0"/>
              <a:cs typeface="Helvetica" panose="020B0604020202020204" pitchFamily="34" charset="0"/>
            </a:endParaRPr>
          </a:p>
          <a:p>
            <a:pPr algn="just" eaLnBrk="1" fontAlgn="auto" hangingPunct="1">
              <a:spcAft>
                <a:spcPts val="0"/>
              </a:spcAft>
              <a:defRPr/>
            </a:pPr>
            <a:r>
              <a:rPr lang="en-CA" altLang="en-US" sz="1600" dirty="0">
                <a:latin typeface="Helvetica" panose="020B0604020202020204" pitchFamily="34" charset="0"/>
                <a:ea typeface="Verdana" panose="020B0604030504040204" pitchFamily="34" charset="0"/>
                <a:cs typeface="Helvetica" panose="020B0604020202020204" pitchFamily="34" charset="0"/>
              </a:rPr>
              <a:t>This isn’t meant to imply that they all need to be fluent in </a:t>
            </a:r>
            <a:r>
              <a:rPr lang="en-CA" altLang="en-US" sz="1600" dirty="0">
                <a:solidFill>
                  <a:srgbClr val="0000FF"/>
                </a:solidFill>
                <a:latin typeface="Helvetica" panose="020B0604020202020204" pitchFamily="34" charset="0"/>
                <a:ea typeface="Verdana" panose="020B0604030504040204" pitchFamily="34" charset="0"/>
                <a:cs typeface="Helvetica" panose="020B0604020202020204" pitchFamily="34" charset="0"/>
              </a:rPr>
              <a:t>English</a:t>
            </a:r>
            <a:r>
              <a:rPr lang="en-CA" altLang="en-US" sz="1600" dirty="0">
                <a:latin typeface="Helvetica" panose="020B0604020202020204" pitchFamily="34" charset="0"/>
                <a:ea typeface="Verdana" panose="020B0604030504040204" pitchFamily="34" charset="0"/>
                <a:cs typeface="Helvetica" panose="020B0604020202020204" pitchFamily="34" charset="0"/>
              </a:rPr>
              <a:t> or </a:t>
            </a:r>
            <a:r>
              <a:rPr lang="en-CA" altLang="en-US" sz="1600" dirty="0">
                <a:solidFill>
                  <a:srgbClr val="0000FF"/>
                </a:solidFill>
                <a:latin typeface="Helvetica" panose="020B0604020202020204" pitchFamily="34" charset="0"/>
                <a:ea typeface="Verdana" panose="020B0604030504040204" pitchFamily="34" charset="0"/>
                <a:cs typeface="Helvetica" panose="020B0604020202020204" pitchFamily="34" charset="0"/>
              </a:rPr>
              <a:t>C++,</a:t>
            </a:r>
            <a:r>
              <a:rPr lang="en-CA" altLang="en-US" sz="1600" dirty="0">
                <a:latin typeface="Helvetica" panose="020B0604020202020204" pitchFamily="34" charset="0"/>
                <a:ea typeface="Verdana" panose="020B0604030504040204" pitchFamily="34" charset="0"/>
                <a:cs typeface="Helvetica" panose="020B0604020202020204" pitchFamily="34" charset="0"/>
              </a:rPr>
              <a:t> but it does mean that they need to be able to describe their software’s operation and design to another person.</a:t>
            </a:r>
          </a:p>
          <a:p>
            <a:pPr algn="just" eaLnBrk="1" fontAlgn="auto" hangingPunct="1">
              <a:spcAft>
                <a:spcPts val="0"/>
              </a:spcAft>
              <a:defRPr/>
            </a:pPr>
            <a:endParaRPr lang="en-CA" altLang="en-US" sz="1600" dirty="0">
              <a:latin typeface="Helvetica" panose="020B0604020202020204" pitchFamily="34" charset="0"/>
              <a:ea typeface="Verdana" panose="020B0604030504040204" pitchFamily="34" charset="0"/>
              <a:cs typeface="Helvetica" panose="020B0604020202020204" pitchFamily="34" charset="0"/>
            </a:endParaRPr>
          </a:p>
          <a:p>
            <a:pPr algn="just" eaLnBrk="1" fontAlgn="auto" hangingPunct="1">
              <a:spcAft>
                <a:spcPts val="0"/>
              </a:spcAft>
              <a:defRPr/>
            </a:pPr>
            <a:r>
              <a:rPr lang="en-CA" altLang="en-US" sz="1600" dirty="0">
                <a:latin typeface="Helvetica" panose="020B0604020202020204" pitchFamily="34" charset="0"/>
                <a:ea typeface="Verdana" panose="020B0604030504040204" pitchFamily="34" charset="0"/>
                <a:cs typeface="Helvetica" panose="020B0604020202020204" pitchFamily="34" charset="0"/>
              </a:rPr>
              <a:t>That is, the ideas in the head of say the </a:t>
            </a:r>
            <a:r>
              <a:rPr lang="en-CA" altLang="en-US" sz="1600" dirty="0">
                <a:solidFill>
                  <a:srgbClr val="0000FF"/>
                </a:solidFill>
                <a:latin typeface="Helvetica" panose="020B0604020202020204" pitchFamily="34" charset="0"/>
                <a:ea typeface="Verdana" panose="020B0604030504040204" pitchFamily="34" charset="0"/>
                <a:cs typeface="Helvetica" panose="020B0604020202020204" pitchFamily="34" charset="0"/>
              </a:rPr>
              <a:t>analyst</a:t>
            </a:r>
            <a:r>
              <a:rPr lang="en-CA" altLang="en-US" sz="1600" dirty="0">
                <a:latin typeface="Helvetica" panose="020B0604020202020204" pitchFamily="34" charset="0"/>
                <a:ea typeface="Verdana" panose="020B0604030504040204" pitchFamily="34" charset="0"/>
                <a:cs typeface="Helvetica" panose="020B0604020202020204" pitchFamily="34" charset="0"/>
              </a:rPr>
              <a:t> have to be conveyed to the </a:t>
            </a:r>
            <a:r>
              <a:rPr lang="en-CA" altLang="en-US" sz="1600" dirty="0">
                <a:solidFill>
                  <a:srgbClr val="0000FF"/>
                </a:solidFill>
                <a:latin typeface="Helvetica" panose="020B0604020202020204" pitchFamily="34" charset="0"/>
                <a:ea typeface="Verdana" panose="020B0604030504040204" pitchFamily="34" charset="0"/>
                <a:cs typeface="Helvetica" panose="020B0604020202020204" pitchFamily="34" charset="0"/>
              </a:rPr>
              <a:t>designer</a:t>
            </a:r>
            <a:r>
              <a:rPr lang="en-CA" altLang="en-US" sz="1600" dirty="0">
                <a:latin typeface="Helvetica" panose="020B0604020202020204" pitchFamily="34" charset="0"/>
                <a:ea typeface="Verdana" panose="020B0604030504040204" pitchFamily="34" charset="0"/>
                <a:cs typeface="Helvetica" panose="020B0604020202020204" pitchFamily="34" charset="0"/>
              </a:rPr>
              <a:t> in some way so that he/she can implement that idea in code.</a:t>
            </a:r>
          </a:p>
          <a:p>
            <a:pPr algn="just" eaLnBrk="1" fontAlgn="auto" hangingPunct="1">
              <a:spcAft>
                <a:spcPts val="0"/>
              </a:spcAft>
              <a:defRPr/>
            </a:pPr>
            <a:endParaRPr lang="en-CA" altLang="en-US" sz="1600" dirty="0">
              <a:latin typeface="Helvetica" panose="020B0604020202020204" pitchFamily="34" charset="0"/>
              <a:ea typeface="Verdana" panose="020B0604030504040204" pitchFamily="34" charset="0"/>
              <a:cs typeface="Helvetica" panose="020B0604020202020204" pitchFamily="34" charset="0"/>
            </a:endParaRPr>
          </a:p>
          <a:p>
            <a:pPr algn="just" eaLnBrk="1" fontAlgn="auto" hangingPunct="1">
              <a:spcAft>
                <a:spcPts val="0"/>
              </a:spcAft>
              <a:defRPr/>
            </a:pPr>
            <a:r>
              <a:rPr lang="en-CA" altLang="en-US" sz="1600" dirty="0">
                <a:latin typeface="Helvetica" panose="020B0604020202020204" pitchFamily="34" charset="0"/>
                <a:ea typeface="Verdana" panose="020B0604030504040204" pitchFamily="34" charset="0"/>
                <a:cs typeface="Helvetica" panose="020B0604020202020204" pitchFamily="34" charset="0"/>
              </a:rPr>
              <a:t>Just as mathematicians use algebra and electronics engineers have evolved circuit notation and theory to describe their ideas, software engineers have evolved their own notation for describing the architecture and behaviour of software system. </a:t>
            </a:r>
          </a:p>
          <a:p>
            <a:pPr algn="just" eaLnBrk="1" fontAlgn="auto" hangingPunct="1">
              <a:spcAft>
                <a:spcPts val="0"/>
              </a:spcAft>
              <a:defRPr/>
            </a:pPr>
            <a:endParaRPr lang="en-CA" altLang="en-US" sz="1600" dirty="0">
              <a:latin typeface="Helvetica" panose="020B0604020202020204" pitchFamily="34" charset="0"/>
              <a:ea typeface="Verdana" panose="020B0604030504040204" pitchFamily="34" charset="0"/>
              <a:cs typeface="Helvetica" panose="020B0604020202020204" pitchFamily="34" charset="0"/>
            </a:endParaRPr>
          </a:p>
          <a:p>
            <a:pPr algn="just" eaLnBrk="1" fontAlgn="auto" hangingPunct="1">
              <a:spcAft>
                <a:spcPts val="0"/>
              </a:spcAft>
              <a:defRPr/>
            </a:pPr>
            <a:r>
              <a:rPr lang="en-CA" altLang="en-US" sz="1600" dirty="0">
                <a:latin typeface="Helvetica" panose="020B0604020202020204" pitchFamily="34" charset="0"/>
                <a:ea typeface="Verdana" panose="020B0604030504040204" pitchFamily="34" charset="0"/>
                <a:cs typeface="Helvetica" panose="020B0604020202020204" pitchFamily="34" charset="0"/>
              </a:rPr>
              <a:t>That notation is called </a:t>
            </a:r>
            <a:r>
              <a:rPr lang="en-CA" altLang="en-US" sz="1600" dirty="0">
                <a:solidFill>
                  <a:srgbClr val="0000FF"/>
                </a:solidFill>
                <a:latin typeface="Helvetica" panose="020B0604020202020204" pitchFamily="34" charset="0"/>
                <a:ea typeface="Verdana" panose="020B0604030504040204" pitchFamily="34" charset="0"/>
                <a:cs typeface="Helvetica" panose="020B0604020202020204" pitchFamily="34" charset="0"/>
              </a:rPr>
              <a:t>UML. </a:t>
            </a:r>
            <a:r>
              <a:rPr lang="en-CA" altLang="en-US" sz="1600" dirty="0">
                <a:latin typeface="Helvetica" panose="020B0604020202020204" pitchFamily="34" charset="0"/>
                <a:ea typeface="Verdana" panose="020B0604030504040204" pitchFamily="34" charset="0"/>
                <a:cs typeface="Helvetica" panose="020B0604020202020204" pitchFamily="34" charset="0"/>
              </a:rPr>
              <a:t>The </a:t>
            </a:r>
            <a:r>
              <a:rPr lang="en-CA" altLang="en-US" sz="1600" dirty="0">
                <a:solidFill>
                  <a:srgbClr val="0000FF"/>
                </a:solidFill>
                <a:latin typeface="Helvetica" panose="020B0604020202020204" pitchFamily="34" charset="0"/>
                <a:ea typeface="Verdana" panose="020B0604030504040204" pitchFamily="34" charset="0"/>
                <a:cs typeface="Helvetica" panose="020B0604020202020204" pitchFamily="34" charset="0"/>
              </a:rPr>
              <a:t>Unified Modelling Language</a:t>
            </a:r>
            <a:r>
              <a:rPr lang="en-CA" altLang="en-US" sz="1600" dirty="0">
                <a:latin typeface="Helvetica" panose="020B0604020202020204" pitchFamily="34" charset="0"/>
                <a:ea typeface="Verdana" panose="020B0604030504040204" pitchFamily="34" charset="0"/>
                <a:cs typeface="Helvetica" panose="020B0604020202020204" pitchFamily="34" charset="0"/>
              </a:rPr>
              <a:t>. Some might prefer the title Universal Modelling language since it can be used to model many things besides software.</a:t>
            </a:r>
          </a:p>
          <a:p>
            <a:pPr algn="just" eaLnBrk="1" fontAlgn="auto" hangingPunct="1">
              <a:spcAft>
                <a:spcPts val="0"/>
              </a:spcAft>
              <a:defRPr/>
            </a:pPr>
            <a:endParaRPr lang="en-CA" altLang="en-US" sz="1600" dirty="0">
              <a:latin typeface="Helvetica" panose="020B0604020202020204" pitchFamily="34" charset="0"/>
              <a:ea typeface="Verdana" panose="020B0604030504040204" pitchFamily="34" charset="0"/>
              <a:cs typeface="Helvetica" panose="020B0604020202020204" pitchFamily="34" charset="0"/>
            </a:endParaRPr>
          </a:p>
        </p:txBody>
      </p:sp>
      <p:sp>
        <p:nvSpPr>
          <p:cNvPr id="31747" name="TextBox 1"/>
          <p:cNvSpPr txBox="1">
            <a:spLocks noChangeArrowheads="1"/>
          </p:cNvSpPr>
          <p:nvPr/>
        </p:nvSpPr>
        <p:spPr bwMode="auto">
          <a:xfrm>
            <a:off x="374650" y="469900"/>
            <a:ext cx="835183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FontTx/>
              <a:buNone/>
            </a:pPr>
            <a:r>
              <a:rPr lang="en-CA" altLang="en-US" sz="2200" b="1">
                <a:latin typeface="Helvetica" panose="020B0604020202020204" pitchFamily="34" charset="0"/>
                <a:ea typeface="Verdana" panose="020B0604030504040204" pitchFamily="34" charset="0"/>
                <a:cs typeface="Helvetica" panose="020B0604020202020204" pitchFamily="34" charset="0"/>
              </a:rPr>
              <a:t>How are design ideas </a:t>
            </a:r>
            <a:r>
              <a:rPr lang="en-CA" altLang="en-US" sz="2200" b="1">
                <a:solidFill>
                  <a:srgbClr val="0000FF"/>
                </a:solidFill>
                <a:latin typeface="Helvetica" panose="020B0604020202020204" pitchFamily="34" charset="0"/>
                <a:ea typeface="Verdana" panose="020B0604030504040204" pitchFamily="34" charset="0"/>
                <a:cs typeface="Helvetica" panose="020B0604020202020204" pitchFamily="34" charset="0"/>
              </a:rPr>
              <a:t>communicated</a:t>
            </a:r>
            <a:r>
              <a:rPr lang="en-CA" altLang="en-US" sz="2200" b="1">
                <a:latin typeface="Helvetica" panose="020B0604020202020204" pitchFamily="34" charset="0"/>
                <a:ea typeface="Verdana" panose="020B0604030504040204" pitchFamily="34" charset="0"/>
                <a:cs typeface="Helvetica" panose="020B0604020202020204" pitchFamily="34" charset="0"/>
              </a:rPr>
              <a:t> in a team environment?</a:t>
            </a:r>
          </a:p>
          <a:p>
            <a:pPr eaLnBrk="1" hangingPunct="1">
              <a:spcBef>
                <a:spcPct val="0"/>
              </a:spcBef>
              <a:buFontTx/>
              <a:buNone/>
            </a:pPr>
            <a:endParaRPr lang="en-US" altLang="en-US" sz="2200">
              <a:latin typeface="Helvetica" panose="020B0604020202020204" pitchFamily="34" charset="0"/>
              <a:ea typeface="Verdana" panose="020B060403050404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p:cNvSpPr>
          <p:nvPr>
            <p:ph idx="1"/>
          </p:nvPr>
        </p:nvSpPr>
        <p:spPr>
          <a:xfrm>
            <a:off x="404813" y="1500188"/>
            <a:ext cx="8229600" cy="5265737"/>
          </a:xfrm>
        </p:spPr>
        <p:txBody>
          <a:bodyPr/>
          <a:lstStyle/>
          <a:p>
            <a:pPr eaLnBrk="1" hangingPunct="1">
              <a:lnSpc>
                <a:spcPct val="80000"/>
              </a:lnSpc>
            </a:pPr>
            <a:endParaRPr lang="en-CA" altLang="en-US" sz="1800" smtClean="0">
              <a:latin typeface="Helvetica" panose="020B0604020202020204" pitchFamily="34" charset="0"/>
              <a:cs typeface="Helvetica" panose="020B0604020202020204" pitchFamily="34" charset="0"/>
            </a:endParaRPr>
          </a:p>
          <a:p>
            <a:pPr algn="just" eaLnBrk="1" hangingPunct="1">
              <a:lnSpc>
                <a:spcPct val="80000"/>
              </a:lnSpc>
            </a:pPr>
            <a:r>
              <a:rPr lang="en-CA" altLang="en-US" sz="1800" smtClean="0">
                <a:latin typeface="Helvetica" panose="020B0604020202020204" pitchFamily="34" charset="0"/>
                <a:ea typeface="Verdana" panose="020B0604030504040204" pitchFamily="34" charset="0"/>
                <a:cs typeface="Helvetica" panose="020B0604020202020204" pitchFamily="34" charset="0"/>
              </a:rPr>
              <a:t>UML is not a language in the same way that we view programming languages such as ‘C++’, ‘Java’ or ‘Basic’.</a:t>
            </a:r>
          </a:p>
          <a:p>
            <a:pPr algn="just" eaLnBrk="1" hangingPunct="1">
              <a:lnSpc>
                <a:spcPct val="80000"/>
              </a:lnSpc>
            </a:pPr>
            <a:endParaRPr lang="en-CA" altLang="en-US" sz="1800" smtClean="0">
              <a:latin typeface="Helvetica" panose="020B0604020202020204" pitchFamily="34" charset="0"/>
              <a:ea typeface="Verdana" panose="020B0604030504040204" pitchFamily="34" charset="0"/>
              <a:cs typeface="Helvetica" panose="020B0604020202020204" pitchFamily="34" charset="0"/>
            </a:endParaRPr>
          </a:p>
          <a:p>
            <a:pPr algn="just" eaLnBrk="1" hangingPunct="1">
              <a:lnSpc>
                <a:spcPct val="80000"/>
              </a:lnSpc>
            </a:pPr>
            <a:r>
              <a:rPr lang="en-CA" altLang="en-US" sz="1800" smtClean="0">
                <a:latin typeface="Helvetica" panose="020B0604020202020204" pitchFamily="34" charset="0"/>
                <a:ea typeface="Verdana" panose="020B0604030504040204" pitchFamily="34" charset="0"/>
                <a:cs typeface="Helvetica" panose="020B0604020202020204" pitchFamily="34" charset="0"/>
              </a:rPr>
              <a:t>UML is however a language in the sense that it has </a:t>
            </a:r>
            <a:r>
              <a:rPr lang="en-CA" altLang="en-US" sz="1800" smtClean="0">
                <a:solidFill>
                  <a:schemeClr val="accent2"/>
                </a:solidFill>
                <a:latin typeface="Helvetica" panose="020B0604020202020204" pitchFamily="34" charset="0"/>
                <a:ea typeface="Verdana" panose="020B0604030504040204" pitchFamily="34" charset="0"/>
                <a:cs typeface="Helvetica" panose="020B0604020202020204" pitchFamily="34" charset="0"/>
              </a:rPr>
              <a:t>syntax</a:t>
            </a:r>
            <a:r>
              <a:rPr lang="en-CA" altLang="en-US" sz="1800" smtClean="0">
                <a:latin typeface="Helvetica" panose="020B0604020202020204" pitchFamily="34" charset="0"/>
                <a:ea typeface="Verdana" panose="020B0604030504040204" pitchFamily="34" charset="0"/>
                <a:cs typeface="Helvetica" panose="020B0604020202020204" pitchFamily="34" charset="0"/>
              </a:rPr>
              <a:t> and </a:t>
            </a:r>
            <a:r>
              <a:rPr lang="en-CA" altLang="en-US" sz="1800" smtClean="0">
                <a:solidFill>
                  <a:schemeClr val="accent2"/>
                </a:solidFill>
                <a:latin typeface="Helvetica" panose="020B0604020202020204" pitchFamily="34" charset="0"/>
                <a:ea typeface="Verdana" panose="020B0604030504040204" pitchFamily="34" charset="0"/>
                <a:cs typeface="Helvetica" panose="020B0604020202020204" pitchFamily="34" charset="0"/>
              </a:rPr>
              <a:t>semantics</a:t>
            </a:r>
            <a:r>
              <a:rPr lang="en-CA" altLang="en-US" sz="1800" smtClean="0">
                <a:latin typeface="Helvetica" panose="020B0604020202020204" pitchFamily="34" charset="0"/>
                <a:ea typeface="Verdana" panose="020B0604030504040204" pitchFamily="34" charset="0"/>
                <a:cs typeface="Helvetica" panose="020B0604020202020204" pitchFamily="34" charset="0"/>
              </a:rPr>
              <a:t> which convey meaning, understanding and constraints (i.e. what is </a:t>
            </a:r>
            <a:r>
              <a:rPr lang="en-CA" altLang="en-US" sz="1800" smtClean="0">
                <a:solidFill>
                  <a:srgbClr val="0000FF"/>
                </a:solidFill>
                <a:latin typeface="Helvetica" panose="020B0604020202020204" pitchFamily="34" charset="0"/>
                <a:ea typeface="Verdana" panose="020B0604030504040204" pitchFamily="34" charset="0"/>
                <a:cs typeface="Helvetica" panose="020B0604020202020204" pitchFamily="34" charset="0"/>
              </a:rPr>
              <a:t>right</a:t>
            </a:r>
            <a:r>
              <a:rPr lang="en-CA" altLang="en-US" sz="1800" smtClean="0">
                <a:latin typeface="Helvetica" panose="020B0604020202020204" pitchFamily="34" charset="0"/>
                <a:ea typeface="Verdana" panose="020B0604030504040204" pitchFamily="34" charset="0"/>
                <a:cs typeface="Helvetica" panose="020B0604020202020204" pitchFamily="34" charset="0"/>
              </a:rPr>
              <a:t> and </a:t>
            </a:r>
            <a:r>
              <a:rPr lang="en-CA" altLang="en-US" sz="1800" smtClean="0">
                <a:solidFill>
                  <a:srgbClr val="0000FF"/>
                </a:solidFill>
                <a:latin typeface="Helvetica" panose="020B0604020202020204" pitchFamily="34" charset="0"/>
                <a:ea typeface="Verdana" panose="020B0604030504040204" pitchFamily="34" charset="0"/>
                <a:cs typeface="Helvetica" panose="020B0604020202020204" pitchFamily="34" charset="0"/>
              </a:rPr>
              <a:t>wrong</a:t>
            </a:r>
            <a:r>
              <a:rPr lang="en-CA" altLang="en-US" sz="1800" smtClean="0">
                <a:latin typeface="Helvetica" panose="020B0604020202020204" pitchFamily="34" charset="0"/>
                <a:ea typeface="Verdana" panose="020B0604030504040204" pitchFamily="34" charset="0"/>
                <a:cs typeface="Helvetica" panose="020B0604020202020204" pitchFamily="34" charset="0"/>
              </a:rPr>
              <a:t> and the limitations of those decisions) to the reader and thereby allows two people fluent in that language to communicate and understand the intention of the other.</a:t>
            </a:r>
          </a:p>
          <a:p>
            <a:pPr algn="just" eaLnBrk="1" hangingPunct="1">
              <a:lnSpc>
                <a:spcPct val="80000"/>
              </a:lnSpc>
            </a:pPr>
            <a:endParaRPr lang="en-CA" altLang="en-US" sz="1800" smtClean="0">
              <a:latin typeface="Helvetica" panose="020B0604020202020204" pitchFamily="34" charset="0"/>
              <a:ea typeface="Verdana" panose="020B0604030504040204" pitchFamily="34" charset="0"/>
              <a:cs typeface="Helvetica" panose="020B0604020202020204" pitchFamily="34" charset="0"/>
            </a:endParaRPr>
          </a:p>
          <a:p>
            <a:pPr algn="just" eaLnBrk="1" hangingPunct="1">
              <a:lnSpc>
                <a:spcPct val="80000"/>
              </a:lnSpc>
            </a:pPr>
            <a:r>
              <a:rPr lang="en-CA" altLang="en-US" sz="1800" smtClean="0">
                <a:latin typeface="Helvetica" panose="020B0604020202020204" pitchFamily="34" charset="0"/>
                <a:ea typeface="Verdana" panose="020B0604030504040204" pitchFamily="34" charset="0"/>
                <a:cs typeface="Helvetica" panose="020B0604020202020204" pitchFamily="34" charset="0"/>
              </a:rPr>
              <a:t>UML represents a collection of </a:t>
            </a:r>
            <a:r>
              <a:rPr lang="en-CA" altLang="en-US" sz="1800" smtClean="0">
                <a:solidFill>
                  <a:schemeClr val="accent2"/>
                </a:solidFill>
                <a:latin typeface="Helvetica" panose="020B0604020202020204" pitchFamily="34" charset="0"/>
                <a:ea typeface="Verdana" panose="020B0604030504040204" pitchFamily="34" charset="0"/>
                <a:cs typeface="Helvetica" panose="020B0604020202020204" pitchFamily="34" charset="0"/>
              </a:rPr>
              <a:t>graphical</a:t>
            </a:r>
            <a:r>
              <a:rPr lang="en-CA" altLang="en-US" sz="1800" smtClean="0">
                <a:latin typeface="Helvetica" panose="020B0604020202020204" pitchFamily="34" charset="0"/>
                <a:ea typeface="Verdana" panose="020B0604030504040204" pitchFamily="34" charset="0"/>
                <a:cs typeface="Helvetica" panose="020B0604020202020204" pitchFamily="34" charset="0"/>
              </a:rPr>
              <a:t> notations to capture </a:t>
            </a:r>
            <a:r>
              <a:rPr lang="en-CA" altLang="en-US" sz="1800" smtClean="0">
                <a:solidFill>
                  <a:srgbClr val="0000FF"/>
                </a:solidFill>
                <a:latin typeface="Helvetica" panose="020B0604020202020204" pitchFamily="34" charset="0"/>
                <a:ea typeface="Verdana" panose="020B0604030504040204" pitchFamily="34" charset="0"/>
                <a:cs typeface="Helvetica" panose="020B0604020202020204" pitchFamily="34" charset="0"/>
              </a:rPr>
              <a:t>requirements</a:t>
            </a:r>
            <a:r>
              <a:rPr lang="en-CA" altLang="en-US" sz="1800" smtClean="0">
                <a:latin typeface="Helvetica" panose="020B0604020202020204" pitchFamily="34" charset="0"/>
                <a:ea typeface="Verdana" panose="020B0604030504040204" pitchFamily="34" charset="0"/>
                <a:cs typeface="Helvetica" panose="020B0604020202020204" pitchFamily="34" charset="0"/>
              </a:rPr>
              <a:t> and </a:t>
            </a:r>
            <a:r>
              <a:rPr lang="en-CA" altLang="en-US" sz="1800" smtClean="0">
                <a:solidFill>
                  <a:srgbClr val="0000FF"/>
                </a:solidFill>
                <a:latin typeface="Helvetica" panose="020B0604020202020204" pitchFamily="34" charset="0"/>
                <a:ea typeface="Verdana" panose="020B0604030504040204" pitchFamily="34" charset="0"/>
                <a:cs typeface="Helvetica" panose="020B0604020202020204" pitchFamily="34" charset="0"/>
              </a:rPr>
              <a:t>design alternatives</a:t>
            </a:r>
            <a:r>
              <a:rPr lang="en-CA" altLang="en-US" sz="1800" smtClean="0">
                <a:latin typeface="Helvetica" panose="020B0604020202020204" pitchFamily="34" charset="0"/>
                <a:ea typeface="Verdana" panose="020B0604030504040204" pitchFamily="34" charset="0"/>
                <a:cs typeface="Helvetica" panose="020B0604020202020204" pitchFamily="34" charset="0"/>
              </a:rPr>
              <a:t>. </a:t>
            </a:r>
          </a:p>
          <a:p>
            <a:pPr algn="just" eaLnBrk="1" hangingPunct="1">
              <a:lnSpc>
                <a:spcPct val="80000"/>
              </a:lnSpc>
            </a:pPr>
            <a:endParaRPr lang="en-CA" altLang="en-US" sz="1800" smtClean="0">
              <a:latin typeface="Helvetica" panose="020B0604020202020204" pitchFamily="34" charset="0"/>
              <a:ea typeface="Verdana" panose="020B0604030504040204" pitchFamily="34" charset="0"/>
              <a:cs typeface="Helvetica" panose="020B0604020202020204" pitchFamily="34" charset="0"/>
            </a:endParaRPr>
          </a:p>
          <a:p>
            <a:pPr algn="just" eaLnBrk="1" hangingPunct="1">
              <a:lnSpc>
                <a:spcPct val="80000"/>
              </a:lnSpc>
            </a:pPr>
            <a:r>
              <a:rPr lang="en-CA" altLang="en-US" sz="1800" smtClean="0">
                <a:latin typeface="Helvetica" panose="020B0604020202020204" pitchFamily="34" charset="0"/>
                <a:ea typeface="Verdana" panose="020B0604030504040204" pitchFamily="34" charset="0"/>
                <a:cs typeface="Helvetica" panose="020B0604020202020204" pitchFamily="34" charset="0"/>
              </a:rPr>
              <a:t>UML is to software engineers what building plans are to an architect and an electrical circuit diagrams is to an electrician. </a:t>
            </a:r>
          </a:p>
          <a:p>
            <a:pPr algn="just" eaLnBrk="1" hangingPunct="1">
              <a:lnSpc>
                <a:spcPct val="80000"/>
              </a:lnSpc>
            </a:pPr>
            <a:endParaRPr lang="en-CA" altLang="en-US" sz="1800" smtClean="0">
              <a:latin typeface="Helvetica" panose="020B0604020202020204" pitchFamily="34" charset="0"/>
              <a:ea typeface="Verdana" panose="020B0604030504040204" pitchFamily="34" charset="0"/>
              <a:cs typeface="Helvetica" panose="020B0604020202020204" pitchFamily="34" charset="0"/>
            </a:endParaRPr>
          </a:p>
          <a:p>
            <a:pPr algn="just" eaLnBrk="1" hangingPunct="1">
              <a:lnSpc>
                <a:spcPct val="80000"/>
              </a:lnSpc>
            </a:pPr>
            <a:r>
              <a:rPr lang="en-CA" altLang="en-US" sz="1800" smtClean="0">
                <a:latin typeface="Helvetica" panose="020B0604020202020204" pitchFamily="34" charset="0"/>
                <a:ea typeface="Verdana" panose="020B0604030504040204" pitchFamily="34" charset="0"/>
                <a:cs typeface="Helvetica" panose="020B0604020202020204" pitchFamily="34" charset="0"/>
              </a:rPr>
              <a:t>UML is suitable for large scale projects</a:t>
            </a:r>
          </a:p>
          <a:p>
            <a:pPr eaLnBrk="1" hangingPunct="1">
              <a:lnSpc>
                <a:spcPct val="80000"/>
              </a:lnSpc>
            </a:pPr>
            <a:endParaRPr lang="en-CA" altLang="en-US" sz="1800" smtClean="0">
              <a:latin typeface="Helvetica" panose="020B0604020202020204" pitchFamily="34" charset="0"/>
              <a:cs typeface="Helvetica" panose="020B0604020202020204" pitchFamily="34" charset="0"/>
            </a:endParaRPr>
          </a:p>
        </p:txBody>
      </p:sp>
      <p:sp>
        <p:nvSpPr>
          <p:cNvPr id="32771" name="TextBox 1"/>
          <p:cNvSpPr txBox="1">
            <a:spLocks noChangeArrowheads="1"/>
          </p:cNvSpPr>
          <p:nvPr/>
        </p:nvSpPr>
        <p:spPr bwMode="auto">
          <a:xfrm>
            <a:off x="374650" y="469900"/>
            <a:ext cx="8351838"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80000"/>
              </a:lnSpc>
              <a:spcBef>
                <a:spcPct val="0"/>
              </a:spcBef>
              <a:buFontTx/>
              <a:buNone/>
            </a:pPr>
            <a:r>
              <a:rPr lang="en-CA" altLang="en-US" sz="2800" b="1">
                <a:latin typeface="Helvetica" panose="020B0604020202020204" pitchFamily="34" charset="0"/>
                <a:ea typeface="Verdana" panose="020B0604030504040204" pitchFamily="34" charset="0"/>
                <a:cs typeface="Helvetica" panose="020B0604020202020204" pitchFamily="34" charset="0"/>
              </a:rPr>
              <a:t>What is UML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p:txBody>
          <a:bodyPr anchor="t"/>
          <a:lstStyle/>
          <a:p>
            <a:pPr eaLnBrk="1" hangingPunct="1"/>
            <a:r>
              <a:rPr lang="en-US" altLang="en-US" sz="3200" smtClean="0">
                <a:latin typeface="Helvetica" panose="020B0604020202020204" pitchFamily="34" charset="0"/>
                <a:ea typeface="Verdana" panose="020B0604030504040204" pitchFamily="34" charset="0"/>
                <a:cs typeface="Helvetica" panose="020B0604020202020204" pitchFamily="34" charset="0"/>
              </a:rPr>
              <a:t>Phases of System Development</a:t>
            </a:r>
          </a:p>
        </p:txBody>
      </p:sp>
      <p:sp>
        <p:nvSpPr>
          <p:cNvPr id="34819" name="Rectangle 3" descr="Rectangle: Click to edit Master text styles&#10;Second level&#10;Third level&#10;Fourth level&#10;Fifth level"/>
          <p:cNvSpPr>
            <a:spLocks noGrp="1"/>
          </p:cNvSpPr>
          <p:nvPr>
            <p:ph idx="1"/>
          </p:nvPr>
        </p:nvSpPr>
        <p:spPr>
          <a:xfrm>
            <a:off x="533400" y="1417638"/>
            <a:ext cx="7772400" cy="4114800"/>
          </a:xfrm>
        </p:spPr>
        <p:txBody>
          <a:bodyPr/>
          <a:lstStyle/>
          <a:p>
            <a:pPr eaLnBrk="1" hangingPunct="1"/>
            <a:r>
              <a:rPr lang="en-US" altLang="en-US" sz="1600" u="sng" smtClean="0">
                <a:latin typeface="Helvetica" panose="020B0604020202020204" pitchFamily="34" charset="0"/>
                <a:ea typeface="Verdana" panose="020B0604030504040204" pitchFamily="34" charset="0"/>
                <a:cs typeface="Helvetica" panose="020B0604020202020204" pitchFamily="34" charset="0"/>
              </a:rPr>
              <a:t>Requirement Analysis</a:t>
            </a:r>
          </a:p>
          <a:p>
            <a:pPr lvl="1" eaLnBrk="1" hangingPunct="1"/>
            <a:r>
              <a:rPr lang="en-US" altLang="en-US" sz="1600" smtClean="0">
                <a:latin typeface="Helvetica" panose="020B0604020202020204" pitchFamily="34" charset="0"/>
                <a:ea typeface="Verdana" panose="020B0604030504040204" pitchFamily="34" charset="0"/>
                <a:cs typeface="Helvetica" panose="020B0604020202020204" pitchFamily="34" charset="0"/>
              </a:rPr>
              <a:t>The functionality users require from the system</a:t>
            </a:r>
          </a:p>
          <a:p>
            <a:pPr lvl="1" eaLnBrk="1" hangingPunct="1"/>
            <a:r>
              <a:rPr lang="en-US" altLang="en-US" sz="1600" b="1" smtClean="0">
                <a:solidFill>
                  <a:srgbClr val="A5273C"/>
                </a:solidFill>
                <a:latin typeface="Helvetica" panose="020B0604020202020204" pitchFamily="34" charset="0"/>
                <a:ea typeface="Verdana" panose="020B0604030504040204" pitchFamily="34" charset="0"/>
                <a:cs typeface="Helvetica" panose="020B0604020202020204" pitchFamily="34" charset="0"/>
              </a:rPr>
              <a:t>Use-case model</a:t>
            </a:r>
          </a:p>
          <a:p>
            <a:pPr eaLnBrk="1" hangingPunct="1"/>
            <a:r>
              <a:rPr lang="en-US" altLang="en-US" sz="1600" u="sng" smtClean="0">
                <a:latin typeface="Helvetica" panose="020B0604020202020204" pitchFamily="34" charset="0"/>
                <a:ea typeface="Verdana" panose="020B0604030504040204" pitchFamily="34" charset="0"/>
                <a:cs typeface="Helvetica" panose="020B0604020202020204" pitchFamily="34" charset="0"/>
              </a:rPr>
              <a:t>OO Analysis</a:t>
            </a:r>
          </a:p>
          <a:p>
            <a:pPr lvl="1" eaLnBrk="1" hangingPunct="1"/>
            <a:r>
              <a:rPr lang="en-US" altLang="en-US" sz="1600" smtClean="0">
                <a:latin typeface="Helvetica" panose="020B0604020202020204" pitchFamily="34" charset="0"/>
                <a:ea typeface="Verdana" panose="020B0604030504040204" pitchFamily="34" charset="0"/>
                <a:cs typeface="Helvetica" panose="020B0604020202020204" pitchFamily="34" charset="0"/>
              </a:rPr>
              <a:t>Discovering classes and relationships</a:t>
            </a:r>
          </a:p>
          <a:p>
            <a:pPr lvl="1" eaLnBrk="1" hangingPunct="1"/>
            <a:r>
              <a:rPr lang="en-US" altLang="en-US" sz="1600" smtClean="0">
                <a:latin typeface="Helvetica" panose="020B0604020202020204" pitchFamily="34" charset="0"/>
                <a:ea typeface="Verdana" panose="020B0604030504040204" pitchFamily="34" charset="0"/>
                <a:cs typeface="Helvetica" panose="020B0604020202020204" pitchFamily="34" charset="0"/>
              </a:rPr>
              <a:t>Class diagram</a:t>
            </a:r>
          </a:p>
          <a:p>
            <a:pPr eaLnBrk="1" hangingPunct="1"/>
            <a:r>
              <a:rPr lang="en-US" altLang="en-US" sz="1600" u="sng" smtClean="0">
                <a:latin typeface="Helvetica" panose="020B0604020202020204" pitchFamily="34" charset="0"/>
                <a:ea typeface="Verdana" panose="020B0604030504040204" pitchFamily="34" charset="0"/>
                <a:cs typeface="Helvetica" panose="020B0604020202020204" pitchFamily="34" charset="0"/>
              </a:rPr>
              <a:t>OO Design </a:t>
            </a:r>
          </a:p>
          <a:p>
            <a:pPr lvl="1" eaLnBrk="1" hangingPunct="1"/>
            <a:r>
              <a:rPr lang="en-US" altLang="en-US" sz="1600" smtClean="0">
                <a:latin typeface="Helvetica" panose="020B0604020202020204" pitchFamily="34" charset="0"/>
                <a:ea typeface="Verdana" panose="020B0604030504040204" pitchFamily="34" charset="0"/>
                <a:cs typeface="Helvetica" panose="020B0604020202020204" pitchFamily="34" charset="0"/>
              </a:rPr>
              <a:t>Result of Analysis expanded into technical solution</a:t>
            </a:r>
          </a:p>
          <a:p>
            <a:pPr lvl="1" eaLnBrk="1" hangingPunct="1"/>
            <a:r>
              <a:rPr lang="en-US" altLang="en-US" sz="1600" smtClean="0">
                <a:latin typeface="Helvetica" panose="020B0604020202020204" pitchFamily="34" charset="0"/>
                <a:ea typeface="Verdana" panose="020B0604030504040204" pitchFamily="34" charset="0"/>
                <a:cs typeface="Helvetica" panose="020B0604020202020204" pitchFamily="34" charset="0"/>
              </a:rPr>
              <a:t>Sequence diagram, state diagram, etc.</a:t>
            </a:r>
          </a:p>
          <a:p>
            <a:pPr lvl="1" eaLnBrk="1" hangingPunct="1"/>
            <a:r>
              <a:rPr lang="en-US" altLang="en-US" sz="1600" smtClean="0">
                <a:latin typeface="Helvetica" panose="020B0604020202020204" pitchFamily="34" charset="0"/>
                <a:ea typeface="Verdana" panose="020B0604030504040204" pitchFamily="34" charset="0"/>
                <a:cs typeface="Helvetica" panose="020B0604020202020204" pitchFamily="34" charset="0"/>
              </a:rPr>
              <a:t>Results in detailed specs for the coding phase</a:t>
            </a:r>
          </a:p>
          <a:p>
            <a:pPr eaLnBrk="1" hangingPunct="1"/>
            <a:r>
              <a:rPr lang="en-US" altLang="en-US" sz="1600" u="sng" smtClean="0">
                <a:latin typeface="Helvetica" panose="020B0604020202020204" pitchFamily="34" charset="0"/>
                <a:ea typeface="Verdana" panose="020B0604030504040204" pitchFamily="34" charset="0"/>
                <a:cs typeface="Helvetica" panose="020B0604020202020204" pitchFamily="34" charset="0"/>
              </a:rPr>
              <a:t>Implementation (Programming/coding)</a:t>
            </a:r>
          </a:p>
          <a:p>
            <a:pPr lvl="1" eaLnBrk="1" hangingPunct="1"/>
            <a:r>
              <a:rPr lang="en-US" altLang="en-US" sz="1600" smtClean="0">
                <a:latin typeface="Helvetica" panose="020B0604020202020204" pitchFamily="34" charset="0"/>
                <a:ea typeface="Verdana" panose="020B0604030504040204" pitchFamily="34" charset="0"/>
                <a:cs typeface="Helvetica" panose="020B0604020202020204" pitchFamily="34" charset="0"/>
              </a:rPr>
              <a:t>Models are converted into code</a:t>
            </a:r>
          </a:p>
          <a:p>
            <a:pPr eaLnBrk="1" hangingPunct="1"/>
            <a:r>
              <a:rPr lang="en-US" altLang="en-US" sz="1600" u="sng" smtClean="0">
                <a:latin typeface="Helvetica" panose="020B0604020202020204" pitchFamily="34" charset="0"/>
                <a:ea typeface="Verdana" panose="020B0604030504040204" pitchFamily="34" charset="0"/>
                <a:cs typeface="Helvetica" panose="020B0604020202020204" pitchFamily="34" charset="0"/>
              </a:rPr>
              <a:t>Testing</a:t>
            </a:r>
          </a:p>
          <a:p>
            <a:pPr lvl="1" eaLnBrk="1" hangingPunct="1"/>
            <a:r>
              <a:rPr lang="en-US" altLang="en-US" sz="1400" smtClean="0">
                <a:latin typeface="Helvetica" panose="020B0604020202020204" pitchFamily="34" charset="0"/>
                <a:ea typeface="Verdana" panose="020B0604030504040204" pitchFamily="34" charset="0"/>
                <a:cs typeface="Helvetica" panose="020B0604020202020204" pitchFamily="34" charset="0"/>
              </a:rPr>
              <a:t>Unit tests, integration tests, system tests and acceptance tests.</a:t>
            </a:r>
          </a:p>
        </p:txBody>
      </p:sp>
      <p:sp>
        <p:nvSpPr>
          <p:cNvPr id="34820" name="Footer Placeholder 4"/>
          <p:cNvSpPr>
            <a:spLocks noGrp="1"/>
          </p:cNvSpPr>
          <p:nvPr>
            <p:ph type="ftr" sz="quarter" idx="11"/>
          </p:nvPr>
        </p:nvSpPr>
        <p:spPr bwMode="auto">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FontTx/>
              <a:buNone/>
            </a:pPr>
            <a:endParaRPr lang="en-US" altLang="en-US" sz="1600" smtClean="0">
              <a:latin typeface="Helvetica" panose="020B0604020202020204" pitchFamily="34" charset="0"/>
              <a:cs typeface="Helvetica" panose="020B0604020202020204" pitchFamily="34" charset="0"/>
            </a:endParaRPr>
          </a:p>
        </p:txBody>
      </p:sp>
      <p:sp>
        <p:nvSpPr>
          <p:cNvPr id="34821" name="Slide Number Placeholder 5"/>
          <p:cNvSpPr>
            <a:spLocks noGrp="1"/>
          </p:cNvSpPr>
          <p:nvPr>
            <p:ph type="sldNum" sz="quarter" idx="12"/>
          </p:nvPr>
        </p:nvSpPr>
        <p:spPr bwMode="auto">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98DFD5C-E11B-4A0A-A119-A3166BC3CE1C}" type="slidenum">
              <a:rPr lang="en-US" altLang="en-US" sz="1200">
                <a:solidFill>
                  <a:srgbClr val="898989"/>
                </a:solidFill>
                <a:latin typeface="Helvetica" panose="020B0604020202020204" pitchFamily="34" charset="0"/>
                <a:cs typeface="Helvetica" panose="020B0604020202020204" pitchFamily="34" charset="0"/>
              </a:rPr>
              <a:pPr>
                <a:spcBef>
                  <a:spcPct val="0"/>
                </a:spcBef>
                <a:buFontTx/>
                <a:buNone/>
              </a:pPr>
              <a:t>6</a:t>
            </a:fld>
            <a:endParaRPr lang="en-US" altLang="en-US" sz="1200">
              <a:solidFill>
                <a:srgbClr val="898989"/>
              </a:solidFill>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dilbertreq.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9713" y="285750"/>
            <a:ext cx="8605837" cy="624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p:cNvSpPr>
            <a:spLocks noChangeArrowheads="1"/>
          </p:cNvSpPr>
          <p:nvPr/>
        </p:nvSpPr>
        <p:spPr bwMode="auto">
          <a:xfrm>
            <a:off x="495300" y="3078163"/>
            <a:ext cx="7808913" cy="1054100"/>
          </a:xfrm>
          <a:prstGeom prst="rect">
            <a:avLst/>
          </a:prstGeom>
          <a:solidFill>
            <a:srgbClr val="FFFF99"/>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CA" altLang="en-US" sz="1600">
              <a:latin typeface="Helvetica" panose="020B0604020202020204" pitchFamily="34" charset="0"/>
              <a:cs typeface="Helvetica" panose="020B0604020202020204" pitchFamily="34" charset="0"/>
            </a:endParaRPr>
          </a:p>
        </p:txBody>
      </p:sp>
      <p:sp>
        <p:nvSpPr>
          <p:cNvPr id="37891" name="Rectangle 4"/>
          <p:cNvSpPr>
            <a:spLocks noChangeArrowheads="1"/>
          </p:cNvSpPr>
          <p:nvPr/>
        </p:nvSpPr>
        <p:spPr bwMode="auto">
          <a:xfrm>
            <a:off x="479425" y="788988"/>
            <a:ext cx="7808913" cy="1054100"/>
          </a:xfrm>
          <a:prstGeom prst="rect">
            <a:avLst/>
          </a:prstGeom>
          <a:solidFill>
            <a:srgbClr val="FFFF99"/>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CA" altLang="en-US" sz="1600">
              <a:latin typeface="Helvetica" panose="020B0604020202020204" pitchFamily="34" charset="0"/>
              <a:cs typeface="Helvetica" panose="020B0604020202020204" pitchFamily="34" charset="0"/>
            </a:endParaRPr>
          </a:p>
        </p:txBody>
      </p:sp>
      <p:sp>
        <p:nvSpPr>
          <p:cNvPr id="37892" name="Rectangle 3"/>
          <p:cNvSpPr>
            <a:spLocks noGrp="1"/>
          </p:cNvSpPr>
          <p:nvPr>
            <p:ph idx="1"/>
          </p:nvPr>
        </p:nvSpPr>
        <p:spPr>
          <a:xfrm>
            <a:off x="439738" y="788988"/>
            <a:ext cx="7886700" cy="4757737"/>
          </a:xfrm>
        </p:spPr>
        <p:txBody>
          <a:bodyPr/>
          <a:lstStyle/>
          <a:p>
            <a:pPr eaLnBrk="1" hangingPunct="1">
              <a:buFontTx/>
              <a:buNone/>
            </a:pPr>
            <a:r>
              <a:rPr lang="en-US" altLang="en-US" sz="1700" b="1" i="1" smtClean="0">
                <a:latin typeface="Helvetica" panose="020B0604020202020204" pitchFamily="34" charset="0"/>
                <a:cs typeface="Helvetica" panose="020B0604020202020204" pitchFamily="34" charset="0"/>
              </a:rPr>
              <a:t>Definition of a </a:t>
            </a:r>
            <a:r>
              <a:rPr lang="en-US" altLang="en-US" sz="1700" b="1" i="1" smtClean="0">
                <a:solidFill>
                  <a:srgbClr val="0000FF"/>
                </a:solidFill>
                <a:latin typeface="Helvetica" panose="020B0604020202020204" pitchFamily="34" charset="0"/>
                <a:cs typeface="Helvetica" panose="020B0604020202020204" pitchFamily="34" charset="0"/>
              </a:rPr>
              <a:t>Use-Case</a:t>
            </a:r>
          </a:p>
          <a:p>
            <a:pPr eaLnBrk="1" hangingPunct="1"/>
            <a:r>
              <a:rPr lang="en-US" altLang="en-US" sz="1700" smtClean="0">
                <a:latin typeface="Helvetica" panose="020B0604020202020204" pitchFamily="34" charset="0"/>
                <a:cs typeface="Helvetica" panose="020B0604020202020204" pitchFamily="34" charset="0"/>
              </a:rPr>
              <a:t>A </a:t>
            </a:r>
            <a:r>
              <a:rPr lang="en-US" altLang="en-US" sz="1700" smtClean="0">
                <a:solidFill>
                  <a:schemeClr val="accent2"/>
                </a:solidFill>
                <a:latin typeface="Helvetica" panose="020B0604020202020204" pitchFamily="34" charset="0"/>
                <a:cs typeface="Helvetica" panose="020B0604020202020204" pitchFamily="34" charset="0"/>
              </a:rPr>
              <a:t>process</a:t>
            </a:r>
            <a:r>
              <a:rPr lang="en-US" altLang="en-US" sz="1700" smtClean="0">
                <a:latin typeface="Helvetica" panose="020B0604020202020204" pitchFamily="34" charset="0"/>
                <a:cs typeface="Helvetica" panose="020B0604020202020204" pitchFamily="34" charset="0"/>
              </a:rPr>
              <a:t> or </a:t>
            </a:r>
            <a:r>
              <a:rPr lang="en-US" altLang="en-US" sz="1700" smtClean="0">
                <a:solidFill>
                  <a:schemeClr val="accent2"/>
                </a:solidFill>
                <a:latin typeface="Helvetica" panose="020B0604020202020204" pitchFamily="34" charset="0"/>
                <a:cs typeface="Helvetica" panose="020B0604020202020204" pitchFamily="34" charset="0"/>
              </a:rPr>
              <a:t>procedure</a:t>
            </a:r>
            <a:r>
              <a:rPr lang="en-US" altLang="en-US" sz="1700" smtClean="0">
                <a:latin typeface="Helvetica" panose="020B0604020202020204" pitchFamily="34" charset="0"/>
                <a:cs typeface="Helvetica" panose="020B0604020202020204" pitchFamily="34" charset="0"/>
              </a:rPr>
              <a:t>, describing a </a:t>
            </a:r>
            <a:r>
              <a:rPr lang="en-US" altLang="en-US" sz="1700" i="1" smtClean="0">
                <a:solidFill>
                  <a:schemeClr val="accent2"/>
                </a:solidFill>
                <a:latin typeface="Helvetica" panose="020B0604020202020204" pitchFamily="34" charset="0"/>
                <a:cs typeface="Helvetica" panose="020B0604020202020204" pitchFamily="34" charset="0"/>
              </a:rPr>
              <a:t>user’s</a:t>
            </a:r>
            <a:r>
              <a:rPr lang="en-US" altLang="en-US" sz="1700" smtClean="0">
                <a:solidFill>
                  <a:schemeClr val="accent2"/>
                </a:solidFill>
                <a:latin typeface="Helvetica" panose="020B0604020202020204" pitchFamily="34" charset="0"/>
                <a:cs typeface="Helvetica" panose="020B0604020202020204" pitchFamily="34" charset="0"/>
              </a:rPr>
              <a:t> </a:t>
            </a:r>
            <a:r>
              <a:rPr lang="en-US" altLang="en-US" sz="1700" i="1" smtClean="0">
                <a:solidFill>
                  <a:schemeClr val="accent2"/>
                </a:solidFill>
                <a:latin typeface="Helvetica" panose="020B0604020202020204" pitchFamily="34" charset="0"/>
                <a:cs typeface="Helvetica" panose="020B0604020202020204" pitchFamily="34" charset="0"/>
              </a:rPr>
              <a:t>interaction</a:t>
            </a:r>
            <a:r>
              <a:rPr lang="en-US" altLang="en-US" sz="1700" smtClean="0">
                <a:latin typeface="Helvetica" panose="020B0604020202020204" pitchFamily="34" charset="0"/>
                <a:cs typeface="Helvetica" panose="020B0604020202020204" pitchFamily="34" charset="0"/>
              </a:rPr>
              <a:t> with the system (e.g. library) for a </a:t>
            </a:r>
            <a:r>
              <a:rPr lang="en-US" altLang="en-US" sz="1700" i="1" smtClean="0">
                <a:solidFill>
                  <a:schemeClr val="accent2"/>
                </a:solidFill>
                <a:latin typeface="Helvetica" panose="020B0604020202020204" pitchFamily="34" charset="0"/>
                <a:cs typeface="Helvetica" panose="020B0604020202020204" pitchFamily="34" charset="0"/>
              </a:rPr>
              <a:t>specified, identifiable purpose.</a:t>
            </a:r>
            <a:r>
              <a:rPr lang="en-US" altLang="en-US" sz="1700" smtClean="0">
                <a:latin typeface="Helvetica" panose="020B0604020202020204" pitchFamily="34" charset="0"/>
                <a:cs typeface="Helvetica" panose="020B0604020202020204" pitchFamily="34" charset="0"/>
              </a:rPr>
              <a:t> (e.g. borrowing a book). </a:t>
            </a:r>
          </a:p>
          <a:p>
            <a:pPr eaLnBrk="1" hangingPunct="1"/>
            <a:endParaRPr lang="en-US" altLang="en-US" sz="1700" smtClean="0">
              <a:latin typeface="Helvetica" panose="020B0604020202020204" pitchFamily="34" charset="0"/>
              <a:cs typeface="Helvetica" panose="020B0604020202020204" pitchFamily="34" charset="0"/>
            </a:endParaRPr>
          </a:p>
          <a:p>
            <a:pPr eaLnBrk="1" hangingPunct="1"/>
            <a:r>
              <a:rPr lang="en-US" altLang="en-US" sz="1700" smtClean="0">
                <a:latin typeface="Helvetica" panose="020B0604020202020204" pitchFamily="34" charset="0"/>
                <a:cs typeface="Helvetica" panose="020B0604020202020204" pitchFamily="34" charset="0"/>
              </a:rPr>
              <a:t>As such, each Use-Case describes a </a:t>
            </a:r>
            <a:r>
              <a:rPr lang="en-US" altLang="en-US" sz="1700" smtClean="0">
                <a:solidFill>
                  <a:srgbClr val="0000FF"/>
                </a:solidFill>
                <a:latin typeface="Helvetica" panose="020B0604020202020204" pitchFamily="34" charset="0"/>
                <a:cs typeface="Helvetica" panose="020B0604020202020204" pitchFamily="34" charset="0"/>
              </a:rPr>
              <a:t>step-by-step</a:t>
            </a:r>
            <a:r>
              <a:rPr lang="en-US" altLang="en-US" sz="1700" smtClean="0">
                <a:latin typeface="Helvetica" panose="020B0604020202020204" pitchFamily="34" charset="0"/>
                <a:cs typeface="Helvetica" panose="020B0604020202020204" pitchFamily="34" charset="0"/>
              </a:rPr>
              <a:t> sequence of </a:t>
            </a:r>
            <a:r>
              <a:rPr lang="en-US" altLang="en-US" sz="1700" smtClean="0">
                <a:solidFill>
                  <a:schemeClr val="accent2"/>
                </a:solidFill>
                <a:latin typeface="Helvetica" panose="020B0604020202020204" pitchFamily="34" charset="0"/>
                <a:cs typeface="Helvetica" panose="020B0604020202020204" pitchFamily="34" charset="0"/>
              </a:rPr>
              <a:t>operations, iterations </a:t>
            </a:r>
            <a:r>
              <a:rPr lang="en-US" altLang="en-US" sz="1700" smtClean="0">
                <a:latin typeface="Helvetica" panose="020B0604020202020204" pitchFamily="34" charset="0"/>
                <a:cs typeface="Helvetica" panose="020B0604020202020204" pitchFamily="34" charset="0"/>
              </a:rPr>
              <a:t>and</a:t>
            </a:r>
            <a:r>
              <a:rPr lang="en-US" altLang="en-US" sz="1700" smtClean="0">
                <a:solidFill>
                  <a:schemeClr val="accent2"/>
                </a:solidFill>
                <a:latin typeface="Helvetica" panose="020B0604020202020204" pitchFamily="34" charset="0"/>
                <a:cs typeface="Helvetica" panose="020B0604020202020204" pitchFamily="34" charset="0"/>
              </a:rPr>
              <a:t> events</a:t>
            </a:r>
            <a:r>
              <a:rPr lang="en-US" altLang="en-US" sz="1700" smtClean="0">
                <a:latin typeface="Helvetica" panose="020B0604020202020204" pitchFamily="34" charset="0"/>
                <a:cs typeface="Helvetica" panose="020B0604020202020204" pitchFamily="34" charset="0"/>
              </a:rPr>
              <a:t> that document</a:t>
            </a:r>
            <a:br>
              <a:rPr lang="en-US" altLang="en-US" sz="1700" smtClean="0">
                <a:latin typeface="Helvetica" panose="020B0604020202020204" pitchFamily="34" charset="0"/>
                <a:cs typeface="Helvetica" panose="020B0604020202020204" pitchFamily="34" charset="0"/>
              </a:rPr>
            </a:br>
            <a:r>
              <a:rPr lang="en-US" altLang="en-US" sz="1700" smtClean="0">
                <a:latin typeface="Helvetica" panose="020B0604020202020204" pitchFamily="34" charset="0"/>
                <a:cs typeface="Helvetica" panose="020B0604020202020204" pitchFamily="34" charset="0"/>
              </a:rPr>
              <a:t> </a:t>
            </a:r>
          </a:p>
          <a:p>
            <a:pPr lvl="1" eaLnBrk="1" hangingPunct="1"/>
            <a:endParaRPr lang="en-US" altLang="en-US" sz="1700" smtClean="0">
              <a:latin typeface="Helvetica" panose="020B0604020202020204" pitchFamily="34" charset="0"/>
              <a:cs typeface="Helvetica" panose="020B0604020202020204" pitchFamily="34" charset="0"/>
            </a:endParaRPr>
          </a:p>
          <a:p>
            <a:pPr lvl="1" eaLnBrk="1" hangingPunct="1"/>
            <a:r>
              <a:rPr lang="en-US" altLang="en-US" sz="1700" smtClean="0">
                <a:latin typeface="Helvetica" panose="020B0604020202020204" pitchFamily="34" charset="0"/>
                <a:cs typeface="Helvetica" panose="020B0604020202020204" pitchFamily="34" charset="0"/>
              </a:rPr>
              <a:t>The </a:t>
            </a:r>
            <a:r>
              <a:rPr lang="en-US" altLang="en-US" sz="1700" smtClean="0">
                <a:solidFill>
                  <a:srgbClr val="0000FF"/>
                </a:solidFill>
                <a:latin typeface="Helvetica" panose="020B0604020202020204" pitchFamily="34" charset="0"/>
                <a:cs typeface="Helvetica" panose="020B0604020202020204" pitchFamily="34" charset="0"/>
              </a:rPr>
              <a:t>Interaction</a:t>
            </a:r>
            <a:r>
              <a:rPr lang="en-US" altLang="en-US" sz="1700" smtClean="0">
                <a:latin typeface="Helvetica" panose="020B0604020202020204" pitchFamily="34" charset="0"/>
                <a:cs typeface="Helvetica" panose="020B0604020202020204" pitchFamily="34" charset="0"/>
              </a:rPr>
              <a:t> taking place. </a:t>
            </a:r>
          </a:p>
          <a:p>
            <a:pPr lvl="1" eaLnBrk="1" hangingPunct="1"/>
            <a:r>
              <a:rPr lang="en-US" altLang="en-US" sz="1700" smtClean="0">
                <a:latin typeface="Helvetica" panose="020B0604020202020204" pitchFamily="34" charset="0"/>
                <a:cs typeface="Helvetica" panose="020B0604020202020204" pitchFamily="34" charset="0"/>
              </a:rPr>
              <a:t>The </a:t>
            </a:r>
            <a:r>
              <a:rPr lang="en-US" altLang="en-US" sz="1700" smtClean="0">
                <a:solidFill>
                  <a:srgbClr val="0000FF"/>
                </a:solidFill>
                <a:latin typeface="Helvetica" panose="020B0604020202020204" pitchFamily="34" charset="0"/>
                <a:cs typeface="Helvetica" panose="020B0604020202020204" pitchFamily="34" charset="0"/>
              </a:rPr>
              <a:t>Measurable Benefits</a:t>
            </a:r>
            <a:r>
              <a:rPr lang="en-US" altLang="en-US" sz="1700" smtClean="0">
                <a:latin typeface="Helvetica" panose="020B0604020202020204" pitchFamily="34" charset="0"/>
                <a:cs typeface="Helvetica" panose="020B0604020202020204" pitchFamily="34" charset="0"/>
              </a:rPr>
              <a:t> to the user interacting with the system.</a:t>
            </a:r>
          </a:p>
          <a:p>
            <a:pPr lvl="1" eaLnBrk="1" hangingPunct="1"/>
            <a:r>
              <a:rPr lang="en-US" altLang="en-US" sz="1700" smtClean="0">
                <a:latin typeface="Helvetica" panose="020B0604020202020204" pitchFamily="34" charset="0"/>
                <a:cs typeface="Helvetica" panose="020B0604020202020204" pitchFamily="34" charset="0"/>
              </a:rPr>
              <a:t>The </a:t>
            </a:r>
            <a:r>
              <a:rPr lang="en-US" altLang="en-US" sz="1700" smtClean="0">
                <a:solidFill>
                  <a:srgbClr val="0000FF"/>
                </a:solidFill>
                <a:latin typeface="Helvetica" panose="020B0604020202020204" pitchFamily="34" charset="0"/>
                <a:cs typeface="Helvetica" panose="020B0604020202020204" pitchFamily="34" charset="0"/>
              </a:rPr>
              <a:t>Effect of that Interaction</a:t>
            </a:r>
            <a:r>
              <a:rPr lang="en-US" altLang="en-US" sz="1700" smtClean="0">
                <a:latin typeface="Helvetica" panose="020B0604020202020204" pitchFamily="34" charset="0"/>
                <a:cs typeface="Helvetica" panose="020B0604020202020204" pitchFamily="34" charset="0"/>
              </a:rPr>
              <a:t> on the system.</a:t>
            </a:r>
          </a:p>
          <a:p>
            <a:pPr eaLnBrk="1" hangingPunct="1"/>
            <a:endParaRPr lang="en-US" altLang="en-US" sz="1700" smtClean="0">
              <a:latin typeface="Helvetica" panose="020B0604020202020204" pitchFamily="34" charset="0"/>
              <a:cs typeface="Helvetica" panose="020B0604020202020204" pitchFamily="34" charset="0"/>
            </a:endParaRPr>
          </a:p>
          <a:p>
            <a:pPr eaLnBrk="1" hangingPunct="1"/>
            <a:r>
              <a:rPr lang="en-US" altLang="en-US" sz="1700" smtClean="0">
                <a:latin typeface="Helvetica" panose="020B0604020202020204" pitchFamily="34" charset="0"/>
                <a:cs typeface="Helvetica" panose="020B0604020202020204" pitchFamily="34" charset="0"/>
              </a:rPr>
              <a:t>It is important to document these use-cases as fully as possible as each use-case captures some </a:t>
            </a:r>
            <a:r>
              <a:rPr lang="en-US" altLang="en-US" sz="1700" smtClean="0">
                <a:solidFill>
                  <a:srgbClr val="0000FF"/>
                </a:solidFill>
                <a:latin typeface="Helvetica" panose="020B0604020202020204" pitchFamily="34" charset="0"/>
                <a:cs typeface="Helvetica" panose="020B0604020202020204" pitchFamily="34" charset="0"/>
              </a:rPr>
              <a:t>important functionality</a:t>
            </a:r>
            <a:r>
              <a:rPr lang="en-US" altLang="en-US" sz="1700" smtClean="0">
                <a:latin typeface="Helvetica" panose="020B0604020202020204" pitchFamily="34" charset="0"/>
                <a:cs typeface="Helvetica" panose="020B0604020202020204" pitchFamily="34" charset="0"/>
              </a:rPr>
              <a:t> that our system will have to </a:t>
            </a:r>
            <a:r>
              <a:rPr lang="en-US" altLang="en-US" sz="1700" smtClean="0">
                <a:solidFill>
                  <a:srgbClr val="0000FF"/>
                </a:solidFill>
                <a:latin typeface="Helvetica" panose="020B0604020202020204" pitchFamily="34" charset="0"/>
                <a:cs typeface="Helvetica" panose="020B0604020202020204" pitchFamily="34" charset="0"/>
              </a:rPr>
              <a:t>provide</a:t>
            </a:r>
            <a:r>
              <a:rPr lang="en-US" altLang="en-US" sz="1700" smtClean="0">
                <a:latin typeface="Helvetica" panose="020B0604020202020204" pitchFamily="34" charset="0"/>
                <a:cs typeface="Helvetica" panose="020B0604020202020204" pitchFamily="34" charset="0"/>
              </a:rPr>
              <a:t> in the automated version of the library.</a:t>
            </a:r>
            <a:endParaRPr lang="en-CA" altLang="en-US" sz="1700" smtClean="0">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90563" y="1920875"/>
            <a:ext cx="1644650" cy="806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Register Course</a:t>
            </a:r>
          </a:p>
        </p:txBody>
      </p:sp>
      <p:sp>
        <p:nvSpPr>
          <p:cNvPr id="4" name="Rectangle 3"/>
          <p:cNvSpPr/>
          <p:nvPr/>
        </p:nvSpPr>
        <p:spPr>
          <a:xfrm>
            <a:off x="2754313" y="1920875"/>
            <a:ext cx="1646237" cy="806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Withdraw Money</a:t>
            </a:r>
          </a:p>
        </p:txBody>
      </p:sp>
      <p:sp>
        <p:nvSpPr>
          <p:cNvPr id="5" name="Rectangle 4"/>
          <p:cNvSpPr/>
          <p:nvPr/>
        </p:nvSpPr>
        <p:spPr>
          <a:xfrm>
            <a:off x="4818063" y="1920875"/>
            <a:ext cx="1646237" cy="806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Apply for Loan</a:t>
            </a:r>
          </a:p>
        </p:txBody>
      </p:sp>
      <p:sp>
        <p:nvSpPr>
          <p:cNvPr id="6" name="Rectangle 5"/>
          <p:cNvSpPr/>
          <p:nvPr/>
        </p:nvSpPr>
        <p:spPr>
          <a:xfrm>
            <a:off x="690563" y="3419475"/>
            <a:ext cx="1644650" cy="806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Issue Book</a:t>
            </a:r>
          </a:p>
        </p:txBody>
      </p:sp>
      <p:sp>
        <p:nvSpPr>
          <p:cNvPr id="7" name="Rectangle 6"/>
          <p:cNvSpPr/>
          <p:nvPr/>
        </p:nvSpPr>
        <p:spPr>
          <a:xfrm>
            <a:off x="2754313" y="3419475"/>
            <a:ext cx="1646237" cy="806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Make Payment</a:t>
            </a:r>
          </a:p>
        </p:txBody>
      </p:sp>
      <p:sp>
        <p:nvSpPr>
          <p:cNvPr id="8" name="Rectangle 7"/>
          <p:cNvSpPr/>
          <p:nvPr/>
        </p:nvSpPr>
        <p:spPr>
          <a:xfrm>
            <a:off x="4818063" y="3419475"/>
            <a:ext cx="1646237" cy="806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Order Food</a:t>
            </a:r>
          </a:p>
        </p:txBody>
      </p:sp>
      <p:sp>
        <p:nvSpPr>
          <p:cNvPr id="9" name="Rectangle 8"/>
          <p:cNvSpPr/>
          <p:nvPr/>
        </p:nvSpPr>
        <p:spPr>
          <a:xfrm>
            <a:off x="6883400" y="1920875"/>
            <a:ext cx="1646238" cy="806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Make Purchase</a:t>
            </a:r>
          </a:p>
        </p:txBody>
      </p:sp>
      <p:sp>
        <p:nvSpPr>
          <p:cNvPr id="10" name="Rectangle 9"/>
          <p:cNvSpPr/>
          <p:nvPr/>
        </p:nvSpPr>
        <p:spPr>
          <a:xfrm>
            <a:off x="6883400" y="3419475"/>
            <a:ext cx="1646238" cy="806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Book Online Ticket</a:t>
            </a:r>
          </a:p>
        </p:txBody>
      </p:sp>
      <p:sp>
        <p:nvSpPr>
          <p:cNvPr id="11" name="TextBox 10"/>
          <p:cNvSpPr txBox="1">
            <a:spLocks noChangeArrowheads="1"/>
          </p:cNvSpPr>
          <p:nvPr/>
        </p:nvSpPr>
        <p:spPr bwMode="auto">
          <a:xfrm>
            <a:off x="989013" y="1512888"/>
            <a:ext cx="939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Flex</a:t>
            </a:r>
          </a:p>
        </p:txBody>
      </p:sp>
      <p:sp>
        <p:nvSpPr>
          <p:cNvPr id="12" name="TextBox 11"/>
          <p:cNvSpPr txBox="1">
            <a:spLocks noChangeArrowheads="1"/>
          </p:cNvSpPr>
          <p:nvPr/>
        </p:nvSpPr>
        <p:spPr bwMode="auto">
          <a:xfrm>
            <a:off x="3275013" y="1604963"/>
            <a:ext cx="7318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ATM</a:t>
            </a:r>
          </a:p>
        </p:txBody>
      </p:sp>
      <p:sp>
        <p:nvSpPr>
          <p:cNvPr id="14" name="TextBox 13"/>
          <p:cNvSpPr txBox="1">
            <a:spLocks noChangeArrowheads="1"/>
          </p:cNvSpPr>
          <p:nvPr/>
        </p:nvSpPr>
        <p:spPr bwMode="auto">
          <a:xfrm>
            <a:off x="5338763" y="1604963"/>
            <a:ext cx="923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Bank</a:t>
            </a:r>
          </a:p>
        </p:txBody>
      </p:sp>
      <p:sp>
        <p:nvSpPr>
          <p:cNvPr id="15" name="TextBox 14"/>
          <p:cNvSpPr txBox="1">
            <a:spLocks noChangeArrowheads="1"/>
          </p:cNvSpPr>
          <p:nvPr/>
        </p:nvSpPr>
        <p:spPr bwMode="auto">
          <a:xfrm>
            <a:off x="6883400" y="1050925"/>
            <a:ext cx="172085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a:t>Online Shopping Management system</a:t>
            </a:r>
          </a:p>
        </p:txBody>
      </p:sp>
      <p:sp>
        <p:nvSpPr>
          <p:cNvPr id="16" name="TextBox 15"/>
          <p:cNvSpPr txBox="1">
            <a:spLocks noChangeArrowheads="1"/>
          </p:cNvSpPr>
          <p:nvPr/>
        </p:nvSpPr>
        <p:spPr bwMode="auto">
          <a:xfrm>
            <a:off x="881063" y="3084513"/>
            <a:ext cx="1238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Library</a:t>
            </a:r>
          </a:p>
        </p:txBody>
      </p:sp>
      <p:sp>
        <p:nvSpPr>
          <p:cNvPr id="17" name="TextBox 16"/>
          <p:cNvSpPr txBox="1">
            <a:spLocks noChangeArrowheads="1"/>
          </p:cNvSpPr>
          <p:nvPr/>
        </p:nvSpPr>
        <p:spPr bwMode="auto">
          <a:xfrm>
            <a:off x="3251200" y="3084513"/>
            <a:ext cx="1325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OSM</a:t>
            </a:r>
          </a:p>
        </p:txBody>
      </p:sp>
      <p:sp>
        <p:nvSpPr>
          <p:cNvPr id="19" name="TextBox 18"/>
          <p:cNvSpPr txBox="1">
            <a:spLocks noChangeArrowheads="1"/>
          </p:cNvSpPr>
          <p:nvPr/>
        </p:nvSpPr>
        <p:spPr bwMode="auto">
          <a:xfrm>
            <a:off x="5045075" y="3084513"/>
            <a:ext cx="1314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HMS</a:t>
            </a:r>
          </a:p>
        </p:txBody>
      </p:sp>
      <p:sp>
        <p:nvSpPr>
          <p:cNvPr id="20" name="TextBox 19"/>
          <p:cNvSpPr txBox="1">
            <a:spLocks noChangeArrowheads="1"/>
          </p:cNvSpPr>
          <p:nvPr/>
        </p:nvSpPr>
        <p:spPr bwMode="auto">
          <a:xfrm>
            <a:off x="7464425" y="3049588"/>
            <a:ext cx="939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FMS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p:bldP spid="12" grpId="0"/>
      <p:bldP spid="14" grpId="0"/>
      <p:bldP spid="15" grpId="0"/>
      <p:bldP spid="16" grpId="0"/>
      <p:bldP spid="17" grpId="0"/>
      <p:bldP spid="19" grpId="0"/>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4888" y="638175"/>
            <a:ext cx="6959600" cy="506413"/>
          </a:xfrm>
        </p:spPr>
        <p:txBody>
          <a:bodyPr lIns="0" tIns="12886" rIns="0" bIns="0" rtlCol="0">
            <a:spAutoFit/>
          </a:bodyPr>
          <a:lstStyle/>
          <a:p>
            <a:pPr marL="11206" eaLnBrk="1" fontAlgn="auto" hangingPunct="1">
              <a:spcBef>
                <a:spcPts val="101"/>
              </a:spcBef>
              <a:spcAft>
                <a:spcPts val="0"/>
              </a:spcAft>
              <a:defRPr/>
            </a:pPr>
            <a:r>
              <a:rPr sz="3200" spc="4" dirty="0">
                <a:latin typeface="Helvetica" panose="020B0604020202020204" pitchFamily="34" charset="0"/>
                <a:cs typeface="Helvetica" panose="020B0604020202020204" pitchFamily="34" charset="0"/>
              </a:rPr>
              <a:t>Use Cases in Iterative</a:t>
            </a:r>
            <a:r>
              <a:rPr sz="3200" spc="-4" dirty="0">
                <a:latin typeface="Helvetica" panose="020B0604020202020204" pitchFamily="34" charset="0"/>
                <a:cs typeface="Helvetica" panose="020B0604020202020204" pitchFamily="34" charset="0"/>
              </a:rPr>
              <a:t> </a:t>
            </a:r>
            <a:r>
              <a:rPr sz="3200" spc="4" dirty="0">
                <a:latin typeface="Helvetica" panose="020B0604020202020204" pitchFamily="34" charset="0"/>
                <a:cs typeface="Helvetica" panose="020B0604020202020204" pitchFamily="34" charset="0"/>
              </a:rPr>
              <a:t>Development</a:t>
            </a:r>
          </a:p>
        </p:txBody>
      </p:sp>
      <p:sp>
        <p:nvSpPr>
          <p:cNvPr id="40963" name="object 10"/>
          <p:cNvSpPr txBox="1">
            <a:spLocks noChangeArrowheads="1"/>
          </p:cNvSpPr>
          <p:nvPr/>
        </p:nvSpPr>
        <p:spPr bwMode="auto">
          <a:xfrm>
            <a:off x="669925" y="1811338"/>
            <a:ext cx="7872413" cy="316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646" rIns="0" bIns="0">
            <a:spAutoFit/>
          </a:bodyPr>
          <a:lstStyle>
            <a:lvl1pPr marL="354013"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1000"/>
              </a:lnSpc>
              <a:spcBef>
                <a:spcPts val="88"/>
              </a:spcBef>
              <a:buFont typeface="Wingdings" panose="05000000000000000000" pitchFamily="2" charset="2"/>
              <a:buChar char="§"/>
            </a:pPr>
            <a:r>
              <a:rPr lang="en-US" altLang="en-US" sz="2000">
                <a:latin typeface="Helvetica" panose="020B0604020202020204" pitchFamily="34" charset="0"/>
                <a:ea typeface="Book Antiqua" panose="02040602050305030304" pitchFamily="18" charset="0"/>
                <a:cs typeface="Helvetica" panose="020B0604020202020204" pitchFamily="34" charset="0"/>
              </a:rPr>
              <a:t>Functional requirements are primarily captured  in use cases</a:t>
            </a:r>
          </a:p>
          <a:p>
            <a:pPr eaLnBrk="1" hangingPunct="1">
              <a:lnSpc>
                <a:spcPct val="132000"/>
              </a:lnSpc>
              <a:spcBef>
                <a:spcPct val="0"/>
              </a:spcBef>
              <a:buFont typeface="Wingdings" panose="05000000000000000000" pitchFamily="2" charset="2"/>
              <a:buChar char="§"/>
            </a:pPr>
            <a:r>
              <a:rPr lang="en-US" altLang="en-US" sz="2000">
                <a:latin typeface="Helvetica" panose="020B0604020202020204" pitchFamily="34" charset="0"/>
                <a:ea typeface="Book Antiqua" panose="02040602050305030304" pitchFamily="18" charset="0"/>
                <a:cs typeface="Helvetica" panose="020B0604020202020204" pitchFamily="34" charset="0"/>
              </a:rPr>
              <a:t>Use cases drive the iteration planning and work  Easy for users to understand</a:t>
            </a:r>
          </a:p>
          <a:p>
            <a:pPr eaLnBrk="1" hangingPunct="1">
              <a:spcBef>
                <a:spcPts val="875"/>
              </a:spcBef>
              <a:buFont typeface="Wingdings" panose="05000000000000000000" pitchFamily="2" charset="2"/>
              <a:buChar char="§"/>
            </a:pPr>
            <a:r>
              <a:rPr lang="en-US" altLang="en-US" sz="2000">
                <a:latin typeface="Helvetica" panose="020B0604020202020204" pitchFamily="34" charset="0"/>
                <a:ea typeface="Book Antiqua" panose="02040602050305030304" pitchFamily="18" charset="0"/>
                <a:cs typeface="Helvetica" panose="020B0604020202020204" pitchFamily="34" charset="0"/>
              </a:rPr>
              <a:t>Influence user manual/documentation</a:t>
            </a:r>
          </a:p>
          <a:p>
            <a:pPr eaLnBrk="1" hangingPunct="1">
              <a:lnSpc>
                <a:spcPct val="111000"/>
              </a:lnSpc>
              <a:spcBef>
                <a:spcPts val="613"/>
              </a:spcBef>
              <a:buFont typeface="Wingdings" panose="05000000000000000000" pitchFamily="2" charset="2"/>
              <a:buChar char="§"/>
            </a:pPr>
            <a:r>
              <a:rPr lang="en-US" altLang="en-US" sz="2000">
                <a:latin typeface="Helvetica" panose="020B0604020202020204" pitchFamily="34" charset="0"/>
                <a:ea typeface="Book Antiqua" panose="02040602050305030304" pitchFamily="18" charset="0"/>
                <a:cs typeface="Helvetica" panose="020B0604020202020204" pitchFamily="34" charset="0"/>
              </a:rPr>
              <a:t>Functional or system testing corresponds to the  scenarios of use cases</a:t>
            </a:r>
          </a:p>
          <a:p>
            <a:pPr eaLnBrk="1" hangingPunct="1">
              <a:lnSpc>
                <a:spcPct val="132000"/>
              </a:lnSpc>
              <a:spcBef>
                <a:spcPct val="0"/>
              </a:spcBef>
              <a:buFont typeface="Wingdings" panose="05000000000000000000" pitchFamily="2" charset="2"/>
              <a:buChar char="§"/>
            </a:pPr>
            <a:r>
              <a:rPr lang="en-US" altLang="en-US" sz="2000">
                <a:latin typeface="Helvetica" panose="020B0604020202020204" pitchFamily="34" charset="0"/>
                <a:ea typeface="Book Antiqua" panose="02040602050305030304" pitchFamily="18" charset="0"/>
                <a:cs typeface="Helvetica" panose="020B0604020202020204" pitchFamily="34" charset="0"/>
              </a:rPr>
              <a:t>Independent of implementing technology  UI shortcuts for most common scenarios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381000" y="423863"/>
            <a:ext cx="8375650" cy="388937"/>
          </a:xfrm>
        </p:spPr>
        <p:txBody>
          <a:bodyPr rtlCol="0">
            <a:noAutofit/>
          </a:bodyPr>
          <a:lstStyle/>
          <a:p>
            <a:pPr eaLnBrk="1" fontAlgn="auto" hangingPunct="1">
              <a:spcAft>
                <a:spcPts val="0"/>
              </a:spcAft>
              <a:defRPr/>
            </a:pPr>
            <a:r>
              <a:rPr lang="en-US" altLang="en-US" sz="2400" b="1" dirty="0">
                <a:latin typeface="Helvetica" panose="020B0604020202020204" pitchFamily="34" charset="0"/>
                <a:ea typeface="+mn-ea"/>
                <a:cs typeface="Helvetica" panose="020B0604020202020204" pitchFamily="34" charset="0"/>
              </a:rPr>
              <a:t>Benefits – Development Life Cycle</a:t>
            </a:r>
          </a:p>
        </p:txBody>
      </p:sp>
      <p:sp>
        <p:nvSpPr>
          <p:cNvPr id="41987" name="Rectangle 3"/>
          <p:cNvSpPr>
            <a:spLocks noGrp="1"/>
          </p:cNvSpPr>
          <p:nvPr>
            <p:ph idx="1"/>
          </p:nvPr>
        </p:nvSpPr>
        <p:spPr>
          <a:xfrm>
            <a:off x="390525" y="1447800"/>
            <a:ext cx="8366125" cy="2889250"/>
          </a:xfrm>
        </p:spPr>
        <p:txBody>
          <a:bodyPr/>
          <a:lstStyle/>
          <a:p>
            <a:pPr eaLnBrk="1" hangingPunct="1"/>
            <a:r>
              <a:rPr lang="en-US" altLang="en-US" sz="1600" smtClean="0">
                <a:latin typeface="Helvetica" panose="020B0604020202020204" pitchFamily="34" charset="0"/>
                <a:cs typeface="Helvetica" panose="020B0604020202020204" pitchFamily="34" charset="0"/>
              </a:rPr>
              <a:t>Use cases started for requirements become the vehicle for the following activities:</a:t>
            </a:r>
          </a:p>
          <a:p>
            <a:pPr eaLnBrk="1" hangingPunct="1"/>
            <a:endParaRPr lang="en-US" altLang="en-US" sz="1600" smtClean="0">
              <a:latin typeface="Helvetica" panose="020B0604020202020204" pitchFamily="34" charset="0"/>
              <a:cs typeface="Helvetica" panose="020B0604020202020204" pitchFamily="34" charset="0"/>
            </a:endParaRPr>
          </a:p>
          <a:p>
            <a:pPr lvl="1" eaLnBrk="1" hangingPunct="1"/>
            <a:r>
              <a:rPr lang="en-US" altLang="en-US" sz="1600" smtClean="0">
                <a:latin typeface="Helvetica" panose="020B0604020202020204" pitchFamily="34" charset="0"/>
                <a:cs typeface="Helvetica" panose="020B0604020202020204" pitchFamily="34" charset="0"/>
              </a:rPr>
              <a:t>Detailing them to show the corresponding design work</a:t>
            </a:r>
          </a:p>
          <a:p>
            <a:pPr lvl="1" eaLnBrk="1" hangingPunct="1"/>
            <a:r>
              <a:rPr lang="en-US" altLang="en-US" sz="1600" smtClean="0">
                <a:latin typeface="Helvetica" panose="020B0604020202020204" pitchFamily="34" charset="0"/>
                <a:cs typeface="Helvetica" panose="020B0604020202020204" pitchFamily="34" charset="0"/>
              </a:rPr>
              <a:t>Development of test plans for acceptance testing</a:t>
            </a:r>
          </a:p>
          <a:p>
            <a:pPr lvl="1" eaLnBrk="1" hangingPunct="1"/>
            <a:r>
              <a:rPr lang="en-US" altLang="en-US" sz="1600" smtClean="0">
                <a:latin typeface="Helvetica" panose="020B0604020202020204" pitchFamily="34" charset="0"/>
                <a:cs typeface="Helvetica" panose="020B0604020202020204" pitchFamily="34" charset="0"/>
              </a:rPr>
              <a:t>Creation of interaction design specifics, simply by adding detail to the use cases about </a:t>
            </a:r>
            <a:r>
              <a:rPr lang="ja-JP" altLang="en-US" sz="1600" smtClean="0">
                <a:latin typeface="Helvetica" panose="020B0604020202020204" pitchFamily="34" charset="0"/>
                <a:cs typeface="Helvetica" panose="020B0604020202020204" pitchFamily="34" charset="0"/>
              </a:rPr>
              <a:t>“</a:t>
            </a:r>
            <a:r>
              <a:rPr lang="en-US" altLang="ja-JP" sz="1600" smtClean="0">
                <a:latin typeface="Helvetica" panose="020B0604020202020204" pitchFamily="34" charset="0"/>
                <a:cs typeface="Helvetica" panose="020B0604020202020204" pitchFamily="34" charset="0"/>
              </a:rPr>
              <a:t>how</a:t>
            </a:r>
            <a:r>
              <a:rPr lang="ja-JP" altLang="en-US" sz="1600" smtClean="0">
                <a:latin typeface="Helvetica" panose="020B0604020202020204" pitchFamily="34" charset="0"/>
                <a:cs typeface="Helvetica" panose="020B0604020202020204" pitchFamily="34" charset="0"/>
              </a:rPr>
              <a:t>”</a:t>
            </a:r>
            <a:r>
              <a:rPr lang="en-US" altLang="ja-JP" sz="1600" smtClean="0">
                <a:latin typeface="Helvetica" panose="020B0604020202020204" pitchFamily="34" charset="0"/>
                <a:cs typeface="Helvetica" panose="020B0604020202020204" pitchFamily="34" charset="0"/>
              </a:rPr>
              <a:t> the actions will be done</a:t>
            </a:r>
          </a:p>
          <a:p>
            <a:pPr lvl="1" eaLnBrk="1" hangingPunct="1"/>
            <a:r>
              <a:rPr lang="en-US" altLang="en-US" sz="1600" smtClean="0">
                <a:latin typeface="Helvetica" panose="020B0604020202020204" pitchFamily="34" charset="0"/>
                <a:cs typeface="Helvetica" panose="020B0604020202020204" pitchFamily="34" charset="0"/>
              </a:rPr>
              <a:t>The basis for discovering a great OO design, based on the actors and their actions </a:t>
            </a:r>
          </a:p>
        </p:txBody>
      </p:sp>
      <p:sp>
        <p:nvSpPr>
          <p:cNvPr id="2" name="Snip Single Corner Rectangle 1"/>
          <p:cNvSpPr/>
          <p:nvPr/>
        </p:nvSpPr>
        <p:spPr>
          <a:xfrm>
            <a:off x="669925" y="4668838"/>
            <a:ext cx="2098675" cy="993775"/>
          </a:xfrm>
          <a:prstGeom prst="snip1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803" dirty="0">
                <a:solidFill>
                  <a:schemeClr val="tx1"/>
                </a:solidFill>
                <a:latin typeface="Helvetica" panose="020B0604020202020204" pitchFamily="34" charset="0"/>
                <a:cs typeface="Helvetica" panose="020B0604020202020204" pitchFamily="34" charset="0"/>
              </a:rPr>
              <a:t>Requirements</a:t>
            </a:r>
          </a:p>
          <a:p>
            <a:pPr algn="ctr" eaLnBrk="1" fontAlgn="auto" hangingPunct="1">
              <a:spcBef>
                <a:spcPts val="0"/>
              </a:spcBef>
              <a:spcAft>
                <a:spcPts val="0"/>
              </a:spcAft>
              <a:defRPr/>
            </a:pPr>
            <a:r>
              <a:rPr lang="en-US" sz="1803" dirty="0">
                <a:solidFill>
                  <a:schemeClr val="tx1"/>
                </a:solidFill>
                <a:latin typeface="Helvetica" panose="020B0604020202020204" pitchFamily="34" charset="0"/>
                <a:cs typeface="Helvetica" panose="020B0604020202020204" pitchFamily="34" charset="0"/>
              </a:rPr>
              <a:t>Use case</a:t>
            </a:r>
          </a:p>
        </p:txBody>
      </p:sp>
      <p:sp>
        <p:nvSpPr>
          <p:cNvPr id="5" name="Snip Single Corner Rectangle 4"/>
          <p:cNvSpPr/>
          <p:nvPr/>
        </p:nvSpPr>
        <p:spPr>
          <a:xfrm>
            <a:off x="3295650" y="4673600"/>
            <a:ext cx="2097088" cy="993775"/>
          </a:xfrm>
          <a:prstGeom prst="snip1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803" dirty="0">
                <a:solidFill>
                  <a:schemeClr val="tx1"/>
                </a:solidFill>
                <a:latin typeface="Helvetica" panose="020B0604020202020204" pitchFamily="34" charset="0"/>
                <a:cs typeface="Helvetica" panose="020B0604020202020204" pitchFamily="34" charset="0"/>
              </a:rPr>
              <a:t>Design</a:t>
            </a:r>
          </a:p>
          <a:p>
            <a:pPr algn="ctr" eaLnBrk="1" fontAlgn="auto" hangingPunct="1">
              <a:spcBef>
                <a:spcPts val="0"/>
              </a:spcBef>
              <a:spcAft>
                <a:spcPts val="0"/>
              </a:spcAft>
              <a:defRPr/>
            </a:pPr>
            <a:r>
              <a:rPr lang="en-US" sz="1803" dirty="0">
                <a:solidFill>
                  <a:schemeClr val="tx1"/>
                </a:solidFill>
                <a:latin typeface="Helvetica" panose="020B0604020202020204" pitchFamily="34" charset="0"/>
                <a:cs typeface="Helvetica" panose="020B0604020202020204" pitchFamily="34" charset="0"/>
              </a:rPr>
              <a:t>Use case</a:t>
            </a:r>
          </a:p>
        </p:txBody>
      </p:sp>
      <p:sp>
        <p:nvSpPr>
          <p:cNvPr id="6" name="Snip Single Corner Rectangle 5"/>
          <p:cNvSpPr/>
          <p:nvPr/>
        </p:nvSpPr>
        <p:spPr>
          <a:xfrm>
            <a:off x="5943600" y="4668838"/>
            <a:ext cx="2097088" cy="993775"/>
          </a:xfrm>
          <a:prstGeom prst="snip1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803" dirty="0">
                <a:solidFill>
                  <a:schemeClr val="tx1"/>
                </a:solidFill>
                <a:latin typeface="Helvetica" panose="020B0604020202020204" pitchFamily="34" charset="0"/>
                <a:cs typeface="Helvetica" panose="020B0604020202020204" pitchFamily="34" charset="0"/>
              </a:rPr>
              <a:t>Test Plan for</a:t>
            </a:r>
            <a:br>
              <a:rPr lang="en-US" sz="1803" dirty="0">
                <a:solidFill>
                  <a:schemeClr val="tx1"/>
                </a:solidFill>
                <a:latin typeface="Helvetica" panose="020B0604020202020204" pitchFamily="34" charset="0"/>
                <a:cs typeface="Helvetica" panose="020B0604020202020204" pitchFamily="34" charset="0"/>
              </a:rPr>
            </a:br>
            <a:r>
              <a:rPr lang="en-US" sz="1803" dirty="0">
                <a:solidFill>
                  <a:schemeClr val="tx1"/>
                </a:solidFill>
                <a:latin typeface="Helvetica" panose="020B0604020202020204" pitchFamily="34" charset="0"/>
                <a:cs typeface="Helvetica" panose="020B0604020202020204" pitchFamily="34" charset="0"/>
              </a:rPr>
              <a:t>Use Case</a:t>
            </a:r>
          </a:p>
        </p:txBody>
      </p:sp>
      <p:cxnSp>
        <p:nvCxnSpPr>
          <p:cNvPr id="4" name="Straight Arrow Connector 3"/>
          <p:cNvCxnSpPr>
            <a:stCxn id="2" idx="0"/>
            <a:endCxn id="5" idx="2"/>
          </p:cNvCxnSpPr>
          <p:nvPr/>
        </p:nvCxnSpPr>
        <p:spPr>
          <a:xfrm>
            <a:off x="2768600" y="5165725"/>
            <a:ext cx="527050" cy="47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5392738" y="5160963"/>
            <a:ext cx="525462" cy="47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6875" y="638175"/>
            <a:ext cx="8364538" cy="446088"/>
          </a:xfrm>
        </p:spPr>
        <p:txBody>
          <a:bodyPr rtlCol="0">
            <a:normAutofit/>
          </a:bodyPr>
          <a:lstStyle/>
          <a:p>
            <a:pPr eaLnBrk="1" fontAlgn="auto" hangingPunct="1">
              <a:spcAft>
                <a:spcPts val="0"/>
              </a:spcAft>
              <a:defRPr/>
            </a:pPr>
            <a:r>
              <a:rPr lang="en-US" sz="2000" b="1" dirty="0">
                <a:latin typeface="Helvetica" panose="020B0604020202020204" pitchFamily="34" charset="0"/>
                <a:ea typeface="+mn-ea"/>
                <a:cs typeface="Helvetica" panose="020B0604020202020204" pitchFamily="34" charset="0"/>
              </a:rPr>
              <a:t>What ‘should’ and what ‘shouldn’t ‘ be included in use cases?</a:t>
            </a:r>
          </a:p>
        </p:txBody>
      </p:sp>
      <p:pic>
        <p:nvPicPr>
          <p:cNvPr id="31746" name="Picture 4"/>
          <p:cNvPicPr>
            <a:picLocks noChangeAspect="1"/>
          </p:cNvPicPr>
          <p:nvPr/>
        </p:nvPicPr>
        <p:blipFill>
          <a:blip r:embed="rId3"/>
          <a:srcRect/>
          <a:stretch>
            <a:fillRect/>
          </a:stretch>
        </p:blipFill>
        <p:spPr bwMode="auto">
          <a:xfrm>
            <a:off x="369888" y="1301750"/>
            <a:ext cx="8420100" cy="36957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 Clipping"/>
          <p:cNvPicPr>
            <a:picLocks noChangeAspect="1"/>
          </p:cNvPicPr>
          <p:nvPr/>
        </p:nvPicPr>
        <p:blipFill rotWithShape="1">
          <a:blip r:embed="rId2"/>
          <a:srcRect t="2748" b="-550"/>
          <a:stretch/>
        </p:blipFill>
        <p:spPr>
          <a:xfrm>
            <a:off x="1304925" y="58738"/>
            <a:ext cx="6167438" cy="672465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4663" y="266700"/>
            <a:ext cx="6621462" cy="690563"/>
          </a:xfrm>
        </p:spPr>
        <p:txBody>
          <a:bodyPr lIns="0" tIns="12886" rIns="0" bIns="0" rtlCol="0">
            <a:spAutoFit/>
          </a:bodyPr>
          <a:lstStyle/>
          <a:p>
            <a:pPr marL="11206" eaLnBrk="1" fontAlgn="auto" hangingPunct="1">
              <a:spcBef>
                <a:spcPts val="101"/>
              </a:spcBef>
              <a:spcAft>
                <a:spcPts val="0"/>
              </a:spcAft>
              <a:defRPr/>
            </a:pPr>
            <a:r>
              <a:rPr spc="9" dirty="0">
                <a:latin typeface="Helvetica" panose="020B0604020202020204" pitchFamily="34" charset="0"/>
                <a:cs typeface="Helvetica" panose="020B0604020202020204" pitchFamily="34" charset="0"/>
              </a:rPr>
              <a:t>How </a:t>
            </a:r>
            <a:r>
              <a:rPr spc="4" dirty="0">
                <a:latin typeface="Helvetica" panose="020B0604020202020204" pitchFamily="34" charset="0"/>
                <a:cs typeface="Helvetica" panose="020B0604020202020204" pitchFamily="34" charset="0"/>
              </a:rPr>
              <a:t>to Find Use</a:t>
            </a:r>
            <a:r>
              <a:rPr spc="-53"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Cases?</a:t>
            </a:r>
          </a:p>
        </p:txBody>
      </p:sp>
      <p:sp>
        <p:nvSpPr>
          <p:cNvPr id="47107" name="object 15"/>
          <p:cNvSpPr txBox="1">
            <a:spLocks noChangeArrowheads="1"/>
          </p:cNvSpPr>
          <p:nvPr/>
        </p:nvSpPr>
        <p:spPr bwMode="auto">
          <a:xfrm>
            <a:off x="601663" y="1416050"/>
            <a:ext cx="8010525" cy="416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33910" rIns="0" bIns="0">
            <a:spAutoFit/>
          </a:bodyPr>
          <a:lstStyle>
            <a:lvl1pPr marL="354013"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102870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ts val="1050"/>
              </a:spcBef>
            </a:pPr>
            <a:r>
              <a:rPr lang="en-US" altLang="en-US" sz="2300">
                <a:latin typeface="Helvetica" panose="020B0604020202020204" pitchFamily="34" charset="0"/>
                <a:ea typeface="Book Antiqua" panose="02040602050305030304" pitchFamily="18" charset="0"/>
                <a:cs typeface="Helvetica" panose="020B0604020202020204" pitchFamily="34" charset="0"/>
              </a:rPr>
              <a:t>Choose the system boundary</a:t>
            </a:r>
          </a:p>
          <a:p>
            <a:pPr lvl="1" eaLnBrk="1" hangingPunct="1">
              <a:spcBef>
                <a:spcPts val="738"/>
              </a:spcBef>
              <a:buFont typeface="Wingdings" panose="05000000000000000000" pitchFamily="2" charset="2"/>
              <a:buChar char="§"/>
            </a:pPr>
            <a:r>
              <a:rPr lang="en-US" altLang="en-US" sz="1700">
                <a:latin typeface="Helvetica" panose="020B0604020202020204" pitchFamily="34" charset="0"/>
                <a:ea typeface="Book Antiqua" panose="02040602050305030304" pitchFamily="18" charset="0"/>
                <a:cs typeface="Helvetica" panose="020B0604020202020204" pitchFamily="34" charset="0"/>
              </a:rPr>
              <a:t>what you are building?</a:t>
            </a:r>
          </a:p>
          <a:p>
            <a:pPr lvl="1" eaLnBrk="1" hangingPunct="1">
              <a:spcBef>
                <a:spcPts val="625"/>
              </a:spcBef>
              <a:buFont typeface="Wingdings" panose="05000000000000000000" pitchFamily="2" charset="2"/>
              <a:buChar char="§"/>
            </a:pPr>
            <a:r>
              <a:rPr lang="en-US" altLang="en-US" sz="1700">
                <a:latin typeface="Helvetica" panose="020B0604020202020204" pitchFamily="34" charset="0"/>
                <a:ea typeface="Book Antiqua" panose="02040602050305030304" pitchFamily="18" charset="0"/>
                <a:cs typeface="Helvetica" panose="020B0604020202020204" pitchFamily="34" charset="0"/>
              </a:rPr>
              <a:t>who will be using the system?</a:t>
            </a:r>
          </a:p>
          <a:p>
            <a:pPr lvl="1" eaLnBrk="1" hangingPunct="1">
              <a:spcBef>
                <a:spcPts val="675"/>
              </a:spcBef>
              <a:buFont typeface="Wingdings" panose="05000000000000000000" pitchFamily="2" charset="2"/>
              <a:buChar char="§"/>
            </a:pPr>
            <a:r>
              <a:rPr lang="en-US" altLang="en-US" sz="1700">
                <a:latin typeface="Helvetica" panose="020B0604020202020204" pitchFamily="34" charset="0"/>
                <a:ea typeface="Book Antiqua" panose="02040602050305030304" pitchFamily="18" charset="0"/>
                <a:cs typeface="Helvetica" panose="020B0604020202020204" pitchFamily="34" charset="0"/>
              </a:rPr>
              <a:t>what else will be used that you are not building?</a:t>
            </a:r>
          </a:p>
          <a:p>
            <a:pPr eaLnBrk="1" hangingPunct="1">
              <a:spcBef>
                <a:spcPts val="738"/>
              </a:spcBef>
            </a:pPr>
            <a:r>
              <a:rPr lang="en-US" altLang="en-US" sz="2300">
                <a:latin typeface="Helvetica" panose="020B0604020202020204" pitchFamily="34" charset="0"/>
                <a:ea typeface="Book Antiqua" panose="02040602050305030304" pitchFamily="18" charset="0"/>
                <a:cs typeface="Helvetica" panose="020B0604020202020204" pitchFamily="34" charset="0"/>
              </a:rPr>
              <a:t>Find primary actors and their goals</a:t>
            </a:r>
          </a:p>
          <a:p>
            <a:pPr lvl="1" eaLnBrk="1" hangingPunct="1">
              <a:lnSpc>
                <a:spcPct val="130000"/>
              </a:lnSpc>
              <a:spcBef>
                <a:spcPts val="63"/>
              </a:spcBef>
              <a:buFont typeface="Wingdings" panose="05000000000000000000" pitchFamily="2" charset="2"/>
              <a:buChar char="§"/>
            </a:pPr>
            <a:r>
              <a:rPr lang="en-US" altLang="en-US" sz="1700">
                <a:latin typeface="Helvetica" panose="020B0604020202020204" pitchFamily="34" charset="0"/>
                <a:ea typeface="Book Antiqua" panose="02040602050305030304" pitchFamily="18" charset="0"/>
                <a:cs typeface="Helvetica" panose="020B0604020202020204" pitchFamily="34" charset="0"/>
              </a:rPr>
              <a:t>brainstorm the primary actors first  who starts and stops the system?</a:t>
            </a:r>
          </a:p>
          <a:p>
            <a:pPr lvl="1" eaLnBrk="1" hangingPunct="1">
              <a:spcBef>
                <a:spcPts val="675"/>
              </a:spcBef>
              <a:buFont typeface="Wingdings" panose="05000000000000000000" pitchFamily="2" charset="2"/>
              <a:buChar char="§"/>
            </a:pPr>
            <a:r>
              <a:rPr lang="en-US" altLang="en-US" sz="1700">
                <a:latin typeface="Helvetica" panose="020B0604020202020204" pitchFamily="34" charset="0"/>
                <a:ea typeface="Book Antiqua" panose="02040602050305030304" pitchFamily="18" charset="0"/>
                <a:cs typeface="Helvetica" panose="020B0604020202020204" pitchFamily="34" charset="0"/>
              </a:rPr>
              <a:t>who gets notified when there are errors or failures?</a:t>
            </a:r>
          </a:p>
          <a:p>
            <a:pPr eaLnBrk="1" hangingPunct="1">
              <a:spcBef>
                <a:spcPts val="738"/>
              </a:spcBef>
            </a:pPr>
            <a:r>
              <a:rPr lang="en-US" altLang="en-US" sz="2300">
                <a:latin typeface="Helvetica" panose="020B0604020202020204" pitchFamily="34" charset="0"/>
                <a:ea typeface="Book Antiqua" panose="02040602050305030304" pitchFamily="18" charset="0"/>
                <a:cs typeface="Helvetica" panose="020B0604020202020204" pitchFamily="34" charset="0"/>
              </a:rPr>
              <a:t>Define use cases that satisfy user goals</a:t>
            </a:r>
          </a:p>
          <a:p>
            <a:pPr lvl="1" eaLnBrk="1" hangingPunct="1">
              <a:lnSpc>
                <a:spcPct val="130000"/>
              </a:lnSpc>
              <a:spcBef>
                <a:spcPts val="63"/>
              </a:spcBef>
              <a:buFont typeface="Wingdings" panose="05000000000000000000" pitchFamily="2" charset="2"/>
              <a:buChar char="§"/>
            </a:pPr>
            <a:r>
              <a:rPr lang="en-US" altLang="en-US" sz="1700">
                <a:latin typeface="Helvetica" panose="020B0604020202020204" pitchFamily="34" charset="0"/>
                <a:ea typeface="Book Antiqua" panose="02040602050305030304" pitchFamily="18" charset="0"/>
                <a:cs typeface="Helvetica" panose="020B0604020202020204" pitchFamily="34" charset="0"/>
              </a:rPr>
              <a:t>prepare an actor-goal list (and not actor-task list)  in general, one use case for each user goal</a:t>
            </a:r>
          </a:p>
          <a:p>
            <a:pPr lvl="1" eaLnBrk="1" hangingPunct="1">
              <a:spcBef>
                <a:spcPts val="675"/>
              </a:spcBef>
              <a:buFont typeface="Wingdings" panose="05000000000000000000" pitchFamily="2" charset="2"/>
              <a:buChar char="§"/>
            </a:pPr>
            <a:r>
              <a:rPr lang="en-US" altLang="en-US" sz="1700">
                <a:latin typeface="Helvetica" panose="020B0604020202020204" pitchFamily="34" charset="0"/>
                <a:ea typeface="Book Antiqua" panose="02040602050305030304" pitchFamily="18" charset="0"/>
                <a:cs typeface="Helvetica" panose="020B0604020202020204" pitchFamily="34" charset="0"/>
              </a:rPr>
              <a:t>name the use case similar to the user goal</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object 2"/>
          <p:cNvSpPr>
            <a:spLocks noGrp="1"/>
          </p:cNvSpPr>
          <p:nvPr>
            <p:ph type="title"/>
          </p:nvPr>
        </p:nvSpPr>
        <p:spPr>
          <a:xfrm>
            <a:off x="717550" y="811213"/>
            <a:ext cx="7708900" cy="474662"/>
          </a:xfrm>
        </p:spPr>
        <p:txBody>
          <a:bodyPr lIns="0" tIns="10646" rIns="0" bIns="0">
            <a:spAutoFit/>
          </a:bodyPr>
          <a:lstStyle/>
          <a:p>
            <a:pPr marL="11113" eaLnBrk="1" hangingPunct="1">
              <a:lnSpc>
                <a:spcPct val="108000"/>
              </a:lnSpc>
              <a:spcBef>
                <a:spcPts val="88"/>
              </a:spcBef>
            </a:pPr>
            <a:r>
              <a:rPr lang="en-US" altLang="en-US" sz="2800" smtClean="0">
                <a:latin typeface="Helvetica" panose="020B0604020202020204" pitchFamily="34" charset="0"/>
                <a:cs typeface="Helvetica" panose="020B0604020202020204" pitchFamily="34" charset="0"/>
              </a:rPr>
              <a:t>What Tests Can Help Find Useful Use Cases?</a:t>
            </a:r>
          </a:p>
        </p:txBody>
      </p:sp>
      <p:sp>
        <p:nvSpPr>
          <p:cNvPr id="48131" name="object 8"/>
          <p:cNvSpPr>
            <a:spLocks noGrp="1"/>
          </p:cNvSpPr>
          <p:nvPr>
            <p:ph idx="1"/>
          </p:nvPr>
        </p:nvSpPr>
        <p:spPr>
          <a:xfrm>
            <a:off x="1854200" y="2438400"/>
            <a:ext cx="6842125" cy="1333500"/>
          </a:xfrm>
        </p:spPr>
        <p:txBody>
          <a:bodyPr lIns="0" tIns="11206" rIns="0" bIns="0">
            <a:spAutoFit/>
          </a:bodyPr>
          <a:lstStyle/>
          <a:p>
            <a:pPr marL="352425" eaLnBrk="1" hangingPunct="1">
              <a:lnSpc>
                <a:spcPct val="134000"/>
              </a:lnSpc>
              <a:spcBef>
                <a:spcPts val="88"/>
              </a:spcBef>
              <a:buClr>
                <a:srgbClr val="78A9A9"/>
              </a:buClr>
              <a:buSzPct val="70000"/>
              <a:buFont typeface="Wingdings" panose="05000000000000000000" pitchFamily="2" charset="2"/>
              <a:buChar char="Ø"/>
              <a:tabLst>
                <a:tab pos="311150" algn="l"/>
              </a:tabLst>
            </a:pPr>
            <a:r>
              <a:rPr lang="en-US" altLang="en-US" sz="1600" smtClean="0">
                <a:latin typeface="Helvetica" panose="020B0604020202020204" pitchFamily="34" charset="0"/>
                <a:cs typeface="Helvetica" panose="020B0604020202020204" pitchFamily="34" charset="0"/>
              </a:rPr>
              <a:t>Negotiate a Supplier Contract  </a:t>
            </a:r>
          </a:p>
          <a:p>
            <a:pPr marL="352425" eaLnBrk="1" hangingPunct="1">
              <a:lnSpc>
                <a:spcPct val="134000"/>
              </a:lnSpc>
              <a:spcBef>
                <a:spcPts val="88"/>
              </a:spcBef>
              <a:buClr>
                <a:srgbClr val="78A9A9"/>
              </a:buClr>
              <a:buSzPct val="70000"/>
              <a:buFont typeface="Wingdings" panose="05000000000000000000" pitchFamily="2" charset="2"/>
              <a:buChar char="Ø"/>
              <a:tabLst>
                <a:tab pos="311150" algn="l"/>
              </a:tabLst>
            </a:pPr>
            <a:r>
              <a:rPr lang="en-US" altLang="en-US" sz="1600" smtClean="0">
                <a:latin typeface="Helvetica" panose="020B0604020202020204" pitchFamily="34" charset="0"/>
                <a:cs typeface="Helvetica" panose="020B0604020202020204" pitchFamily="34" charset="0"/>
              </a:rPr>
              <a:t>Handle Returns</a:t>
            </a:r>
          </a:p>
          <a:p>
            <a:pPr marL="352425" eaLnBrk="1" hangingPunct="1">
              <a:lnSpc>
                <a:spcPct val="134000"/>
              </a:lnSpc>
              <a:spcBef>
                <a:spcPts val="88"/>
              </a:spcBef>
              <a:buClr>
                <a:srgbClr val="78A9A9"/>
              </a:buClr>
              <a:buSzPct val="70000"/>
              <a:buFont typeface="Wingdings" panose="05000000000000000000" pitchFamily="2" charset="2"/>
              <a:buChar char="Ø"/>
              <a:tabLst>
                <a:tab pos="311150" algn="l"/>
              </a:tabLst>
            </a:pPr>
            <a:r>
              <a:rPr lang="en-US" altLang="en-US" sz="1600" smtClean="0">
                <a:latin typeface="Helvetica" panose="020B0604020202020204" pitchFamily="34" charset="0"/>
                <a:cs typeface="Helvetica" panose="020B0604020202020204" pitchFamily="34" charset="0"/>
              </a:rPr>
              <a:t>Log in</a:t>
            </a:r>
          </a:p>
          <a:p>
            <a:pPr marL="352425" eaLnBrk="1" hangingPunct="1">
              <a:lnSpc>
                <a:spcPct val="134000"/>
              </a:lnSpc>
              <a:spcBef>
                <a:spcPts val="88"/>
              </a:spcBef>
              <a:buClr>
                <a:srgbClr val="78A9A9"/>
              </a:buClr>
              <a:buSzPct val="70000"/>
              <a:buFont typeface="Wingdings" panose="05000000000000000000" pitchFamily="2" charset="2"/>
              <a:buChar char="Ø"/>
              <a:tabLst>
                <a:tab pos="311150" algn="l"/>
              </a:tabLst>
            </a:pPr>
            <a:r>
              <a:rPr lang="en-US" altLang="en-US" sz="1600" smtClean="0">
                <a:latin typeface="Helvetica" panose="020B0604020202020204" pitchFamily="34" charset="0"/>
                <a:cs typeface="Helvetica" panose="020B0604020202020204" pitchFamily="34" charset="0"/>
              </a:rPr>
              <a:t>Move Piece on the Game Board</a:t>
            </a:r>
          </a:p>
        </p:txBody>
      </p:sp>
      <p:sp>
        <p:nvSpPr>
          <p:cNvPr id="4" name="object 4"/>
          <p:cNvSpPr txBox="1"/>
          <p:nvPr/>
        </p:nvSpPr>
        <p:spPr>
          <a:xfrm>
            <a:off x="1176338" y="1908175"/>
            <a:ext cx="6548437" cy="414338"/>
          </a:xfrm>
          <a:prstGeom prst="rect">
            <a:avLst/>
          </a:prstGeom>
        </p:spPr>
        <p:txBody>
          <a:bodyPr lIns="0" tIns="13447" rIns="0" bIns="0">
            <a:spAutoFit/>
          </a:bodyPr>
          <a:lstStyle/>
          <a:p>
            <a:pPr marL="468406" indent="-457200" eaLnBrk="1" fontAlgn="auto" hangingPunct="1">
              <a:spcBef>
                <a:spcPts val="106"/>
              </a:spcBef>
              <a:spcAft>
                <a:spcPts val="0"/>
              </a:spcAft>
              <a:buFont typeface="Arial" panose="020B0604020202020204" pitchFamily="34" charset="0"/>
              <a:buChar char="•"/>
              <a:defRPr/>
            </a:pPr>
            <a:r>
              <a:rPr sz="2603" spc="9" dirty="0">
                <a:solidFill>
                  <a:schemeClr val="accent1">
                    <a:lumMod val="75000"/>
                  </a:schemeClr>
                </a:solidFill>
                <a:latin typeface="Helvetica" panose="020B0604020202020204" pitchFamily="34" charset="0"/>
                <a:cs typeface="Helvetica" panose="020B0604020202020204" pitchFamily="34" charset="0"/>
              </a:rPr>
              <a:t>Which of </a:t>
            </a:r>
            <a:r>
              <a:rPr sz="2603" spc="4" dirty="0">
                <a:solidFill>
                  <a:schemeClr val="accent1">
                    <a:lumMod val="75000"/>
                  </a:schemeClr>
                </a:solidFill>
                <a:latin typeface="Helvetica" panose="020B0604020202020204" pitchFamily="34" charset="0"/>
                <a:cs typeface="Helvetica" panose="020B0604020202020204" pitchFamily="34" charset="0"/>
              </a:rPr>
              <a:t>these </a:t>
            </a:r>
            <a:r>
              <a:rPr sz="2603" spc="-9" dirty="0">
                <a:solidFill>
                  <a:schemeClr val="accent1">
                    <a:lumMod val="75000"/>
                  </a:schemeClr>
                </a:solidFill>
                <a:latin typeface="Helvetica" panose="020B0604020202020204" pitchFamily="34" charset="0"/>
                <a:cs typeface="Helvetica" panose="020B0604020202020204" pitchFamily="34" charset="0"/>
              </a:rPr>
              <a:t>are </a:t>
            </a:r>
            <a:r>
              <a:rPr sz="2603" spc="4" dirty="0">
                <a:solidFill>
                  <a:schemeClr val="accent1">
                    <a:lumMod val="75000"/>
                  </a:schemeClr>
                </a:solidFill>
                <a:latin typeface="Helvetica" panose="020B0604020202020204" pitchFamily="34" charset="0"/>
                <a:cs typeface="Helvetica" panose="020B0604020202020204" pitchFamily="34" charset="0"/>
              </a:rPr>
              <a:t>valid use</a:t>
            </a:r>
            <a:r>
              <a:rPr sz="2603" spc="-9" dirty="0">
                <a:solidFill>
                  <a:schemeClr val="accent1">
                    <a:lumMod val="75000"/>
                  </a:schemeClr>
                </a:solidFill>
                <a:latin typeface="Helvetica" panose="020B0604020202020204" pitchFamily="34" charset="0"/>
                <a:cs typeface="Helvetica" panose="020B0604020202020204" pitchFamily="34" charset="0"/>
              </a:rPr>
              <a:t> </a:t>
            </a:r>
            <a:r>
              <a:rPr sz="2603" spc="4" dirty="0">
                <a:solidFill>
                  <a:schemeClr val="accent1">
                    <a:lumMod val="75000"/>
                  </a:schemeClr>
                </a:solidFill>
                <a:latin typeface="Helvetica" panose="020B0604020202020204" pitchFamily="34" charset="0"/>
                <a:cs typeface="Helvetica" panose="020B0604020202020204" pitchFamily="34" charset="0"/>
              </a:rPr>
              <a:t>cases?</a:t>
            </a:r>
            <a:endParaRPr sz="2603" dirty="0">
              <a:solidFill>
                <a:schemeClr val="accent1">
                  <a:lumMod val="75000"/>
                </a:schemeClr>
              </a:solidFill>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object 2"/>
          <p:cNvSpPr>
            <a:spLocks noGrp="1"/>
          </p:cNvSpPr>
          <p:nvPr>
            <p:ph type="title"/>
          </p:nvPr>
        </p:nvSpPr>
        <p:spPr>
          <a:xfrm>
            <a:off x="717550" y="811213"/>
            <a:ext cx="7708900" cy="474662"/>
          </a:xfrm>
        </p:spPr>
        <p:txBody>
          <a:bodyPr lIns="0" tIns="10646" rIns="0" bIns="0">
            <a:spAutoFit/>
          </a:bodyPr>
          <a:lstStyle/>
          <a:p>
            <a:pPr marL="11113" eaLnBrk="1" hangingPunct="1">
              <a:lnSpc>
                <a:spcPct val="108000"/>
              </a:lnSpc>
              <a:spcBef>
                <a:spcPts val="88"/>
              </a:spcBef>
            </a:pPr>
            <a:r>
              <a:rPr lang="en-US" altLang="en-US" sz="2800" smtClean="0">
                <a:latin typeface="Helvetica" panose="020B0604020202020204" pitchFamily="34" charset="0"/>
                <a:cs typeface="Helvetica" panose="020B0604020202020204" pitchFamily="34" charset="0"/>
              </a:rPr>
              <a:t>What Tests Can Help Find Useful Use Cases?</a:t>
            </a:r>
          </a:p>
        </p:txBody>
      </p:sp>
      <p:sp>
        <p:nvSpPr>
          <p:cNvPr id="49155" name="object 8"/>
          <p:cNvSpPr>
            <a:spLocks noGrp="1"/>
          </p:cNvSpPr>
          <p:nvPr>
            <p:ph idx="1"/>
          </p:nvPr>
        </p:nvSpPr>
        <p:spPr>
          <a:xfrm>
            <a:off x="1854200" y="2438400"/>
            <a:ext cx="6842125" cy="1333500"/>
          </a:xfrm>
        </p:spPr>
        <p:txBody>
          <a:bodyPr lIns="0" tIns="11206" rIns="0" bIns="0">
            <a:spAutoFit/>
          </a:bodyPr>
          <a:lstStyle/>
          <a:p>
            <a:pPr marL="352425" eaLnBrk="1" hangingPunct="1">
              <a:lnSpc>
                <a:spcPct val="134000"/>
              </a:lnSpc>
              <a:spcBef>
                <a:spcPts val="88"/>
              </a:spcBef>
              <a:buClr>
                <a:srgbClr val="78A9A9"/>
              </a:buClr>
              <a:buSzPct val="70000"/>
              <a:buFont typeface="Wingdings" panose="05000000000000000000" pitchFamily="2" charset="2"/>
              <a:buChar char="Ø"/>
              <a:tabLst>
                <a:tab pos="311150" algn="l"/>
              </a:tabLst>
            </a:pPr>
            <a:r>
              <a:rPr lang="en-US" altLang="en-US" sz="1600" smtClean="0">
                <a:latin typeface="Helvetica" panose="020B0604020202020204" pitchFamily="34" charset="0"/>
                <a:cs typeface="Helvetica" panose="020B0604020202020204" pitchFamily="34" charset="0"/>
              </a:rPr>
              <a:t>Negotiate a Supplier Contract  </a:t>
            </a:r>
          </a:p>
          <a:p>
            <a:pPr marL="352425" eaLnBrk="1" hangingPunct="1">
              <a:lnSpc>
                <a:spcPct val="134000"/>
              </a:lnSpc>
              <a:spcBef>
                <a:spcPts val="88"/>
              </a:spcBef>
              <a:buClr>
                <a:srgbClr val="78A9A9"/>
              </a:buClr>
              <a:buSzPct val="70000"/>
              <a:buFont typeface="Wingdings" panose="05000000000000000000" pitchFamily="2" charset="2"/>
              <a:buChar char="Ø"/>
              <a:tabLst>
                <a:tab pos="311150" algn="l"/>
              </a:tabLst>
            </a:pPr>
            <a:r>
              <a:rPr lang="en-US" altLang="en-US" sz="1600" smtClean="0">
                <a:latin typeface="Helvetica" panose="020B0604020202020204" pitchFamily="34" charset="0"/>
                <a:cs typeface="Helvetica" panose="020B0604020202020204" pitchFamily="34" charset="0"/>
              </a:rPr>
              <a:t>Handle Returns</a:t>
            </a:r>
          </a:p>
          <a:p>
            <a:pPr marL="352425" eaLnBrk="1" hangingPunct="1">
              <a:lnSpc>
                <a:spcPct val="134000"/>
              </a:lnSpc>
              <a:spcBef>
                <a:spcPts val="88"/>
              </a:spcBef>
              <a:buClr>
                <a:srgbClr val="78A9A9"/>
              </a:buClr>
              <a:buSzPct val="70000"/>
              <a:buFont typeface="Wingdings" panose="05000000000000000000" pitchFamily="2" charset="2"/>
              <a:buChar char="Ø"/>
              <a:tabLst>
                <a:tab pos="311150" algn="l"/>
              </a:tabLst>
            </a:pPr>
            <a:r>
              <a:rPr lang="en-US" altLang="en-US" sz="1600" smtClean="0">
                <a:latin typeface="Helvetica" panose="020B0604020202020204" pitchFamily="34" charset="0"/>
                <a:cs typeface="Helvetica" panose="020B0604020202020204" pitchFamily="34" charset="0"/>
              </a:rPr>
              <a:t>Log in</a:t>
            </a:r>
          </a:p>
          <a:p>
            <a:pPr marL="352425" eaLnBrk="1" hangingPunct="1">
              <a:lnSpc>
                <a:spcPct val="134000"/>
              </a:lnSpc>
              <a:spcBef>
                <a:spcPts val="88"/>
              </a:spcBef>
              <a:buClr>
                <a:srgbClr val="78A9A9"/>
              </a:buClr>
              <a:buSzPct val="70000"/>
              <a:buFont typeface="Wingdings" panose="05000000000000000000" pitchFamily="2" charset="2"/>
              <a:buChar char="Ø"/>
              <a:tabLst>
                <a:tab pos="311150" algn="l"/>
              </a:tabLst>
            </a:pPr>
            <a:r>
              <a:rPr lang="en-US" altLang="en-US" sz="1600" smtClean="0">
                <a:latin typeface="Helvetica" panose="020B0604020202020204" pitchFamily="34" charset="0"/>
                <a:cs typeface="Helvetica" panose="020B0604020202020204" pitchFamily="34" charset="0"/>
              </a:rPr>
              <a:t>Move Piece on the Game Board</a:t>
            </a:r>
          </a:p>
        </p:txBody>
      </p:sp>
      <p:sp>
        <p:nvSpPr>
          <p:cNvPr id="4" name="object 4"/>
          <p:cNvSpPr txBox="1"/>
          <p:nvPr/>
        </p:nvSpPr>
        <p:spPr>
          <a:xfrm>
            <a:off x="1176338" y="1908175"/>
            <a:ext cx="6548437" cy="414338"/>
          </a:xfrm>
          <a:prstGeom prst="rect">
            <a:avLst/>
          </a:prstGeom>
        </p:spPr>
        <p:txBody>
          <a:bodyPr lIns="0" tIns="13447" rIns="0" bIns="0">
            <a:spAutoFit/>
          </a:bodyPr>
          <a:lstStyle/>
          <a:p>
            <a:pPr marL="468406" indent="-457200" eaLnBrk="1" fontAlgn="auto" hangingPunct="1">
              <a:spcBef>
                <a:spcPts val="106"/>
              </a:spcBef>
              <a:spcAft>
                <a:spcPts val="0"/>
              </a:spcAft>
              <a:buFont typeface="Arial" panose="020B0604020202020204" pitchFamily="34" charset="0"/>
              <a:buChar char="•"/>
              <a:defRPr/>
            </a:pPr>
            <a:r>
              <a:rPr sz="2603" spc="9" dirty="0">
                <a:solidFill>
                  <a:schemeClr val="accent1">
                    <a:lumMod val="75000"/>
                  </a:schemeClr>
                </a:solidFill>
                <a:latin typeface="Helvetica" panose="020B0604020202020204" pitchFamily="34" charset="0"/>
                <a:cs typeface="Helvetica" panose="020B0604020202020204" pitchFamily="34" charset="0"/>
              </a:rPr>
              <a:t>Which of </a:t>
            </a:r>
            <a:r>
              <a:rPr sz="2603" spc="4" dirty="0">
                <a:solidFill>
                  <a:schemeClr val="accent1">
                    <a:lumMod val="75000"/>
                  </a:schemeClr>
                </a:solidFill>
                <a:latin typeface="Helvetica" panose="020B0604020202020204" pitchFamily="34" charset="0"/>
                <a:cs typeface="Helvetica" panose="020B0604020202020204" pitchFamily="34" charset="0"/>
              </a:rPr>
              <a:t>these </a:t>
            </a:r>
            <a:r>
              <a:rPr sz="2603" spc="-9" dirty="0">
                <a:solidFill>
                  <a:schemeClr val="accent1">
                    <a:lumMod val="75000"/>
                  </a:schemeClr>
                </a:solidFill>
                <a:latin typeface="Helvetica" panose="020B0604020202020204" pitchFamily="34" charset="0"/>
                <a:cs typeface="Helvetica" panose="020B0604020202020204" pitchFamily="34" charset="0"/>
              </a:rPr>
              <a:t>are </a:t>
            </a:r>
            <a:r>
              <a:rPr sz="2603" spc="4" dirty="0">
                <a:solidFill>
                  <a:schemeClr val="accent1">
                    <a:lumMod val="75000"/>
                  </a:schemeClr>
                </a:solidFill>
                <a:latin typeface="Helvetica" panose="020B0604020202020204" pitchFamily="34" charset="0"/>
                <a:cs typeface="Helvetica" panose="020B0604020202020204" pitchFamily="34" charset="0"/>
              </a:rPr>
              <a:t>valid use</a:t>
            </a:r>
            <a:r>
              <a:rPr sz="2603" spc="-9" dirty="0">
                <a:solidFill>
                  <a:schemeClr val="accent1">
                    <a:lumMod val="75000"/>
                  </a:schemeClr>
                </a:solidFill>
                <a:latin typeface="Helvetica" panose="020B0604020202020204" pitchFamily="34" charset="0"/>
                <a:cs typeface="Helvetica" panose="020B0604020202020204" pitchFamily="34" charset="0"/>
              </a:rPr>
              <a:t> </a:t>
            </a:r>
            <a:r>
              <a:rPr sz="2603" spc="4" dirty="0">
                <a:solidFill>
                  <a:schemeClr val="accent1">
                    <a:lumMod val="75000"/>
                  </a:schemeClr>
                </a:solidFill>
                <a:latin typeface="Helvetica" panose="020B0604020202020204" pitchFamily="34" charset="0"/>
                <a:cs typeface="Helvetica" panose="020B0604020202020204" pitchFamily="34" charset="0"/>
              </a:rPr>
              <a:t>cases?</a:t>
            </a:r>
            <a:endParaRPr sz="2603" dirty="0">
              <a:solidFill>
                <a:schemeClr val="accent1">
                  <a:lumMod val="75000"/>
                </a:schemeClr>
              </a:solidFill>
              <a:latin typeface="Helvetica" panose="020B0604020202020204" pitchFamily="34" charset="0"/>
              <a:cs typeface="Helvetica" panose="020B0604020202020204" pitchFamily="34" charset="0"/>
            </a:endParaRPr>
          </a:p>
        </p:txBody>
      </p:sp>
      <p:sp>
        <p:nvSpPr>
          <p:cNvPr id="5" name="object 12"/>
          <p:cNvSpPr txBox="1">
            <a:spLocks noChangeArrowheads="1"/>
          </p:cNvSpPr>
          <p:nvPr/>
        </p:nvSpPr>
        <p:spPr bwMode="auto">
          <a:xfrm>
            <a:off x="569913" y="4484688"/>
            <a:ext cx="8004175" cy="758825"/>
          </a:xfrm>
          <a:prstGeom prst="rect">
            <a:avLst/>
          </a:prstGeom>
          <a:noFill/>
          <a:ln>
            <a:noFill/>
          </a:ln>
        </p:spPr>
        <p:txBody>
          <a:bodyPr lIns="0" tIns="10646" rIns="0" bIns="0">
            <a:spAutoFit/>
          </a:bodyPr>
          <a:lstStyle>
            <a:lvl1pPr marL="274638" indent="-26352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fontAlgn="auto" hangingPunct="1">
              <a:lnSpc>
                <a:spcPct val="128000"/>
              </a:lnSpc>
              <a:spcBef>
                <a:spcPts val="88"/>
              </a:spcBef>
              <a:spcAft>
                <a:spcPts val="0"/>
              </a:spcAft>
              <a:defRPr/>
            </a:pPr>
            <a:r>
              <a:rPr lang="en-US" altLang="en-US" sz="2000" dirty="0">
                <a:solidFill>
                  <a:schemeClr val="accent1">
                    <a:lumMod val="75000"/>
                  </a:schemeClr>
                </a:solidFill>
                <a:latin typeface="Helvetica" panose="020B0604020202020204" pitchFamily="34" charset="0"/>
                <a:ea typeface="Book Antiqua" panose="02040602050305030304" pitchFamily="18" charset="0"/>
                <a:cs typeface="Helvetica" panose="020B0604020202020204" pitchFamily="34" charset="0"/>
              </a:rPr>
              <a:t>All of these can be use cases at different levels, depending on the system, boundary, actors, and goals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object 2"/>
          <p:cNvSpPr>
            <a:spLocks noGrp="1"/>
          </p:cNvSpPr>
          <p:nvPr>
            <p:ph type="title"/>
          </p:nvPr>
        </p:nvSpPr>
        <p:spPr>
          <a:xfrm>
            <a:off x="285750" y="649288"/>
            <a:ext cx="8693150" cy="1163637"/>
          </a:xfrm>
        </p:spPr>
        <p:txBody>
          <a:bodyPr lIns="0" tIns="10646" rIns="0" bIns="0">
            <a:spAutoFit/>
          </a:bodyPr>
          <a:lstStyle/>
          <a:p>
            <a:pPr marL="11113" eaLnBrk="1" hangingPunct="1">
              <a:lnSpc>
                <a:spcPct val="108000"/>
              </a:lnSpc>
              <a:spcBef>
                <a:spcPts val="88"/>
              </a:spcBef>
            </a:pPr>
            <a:r>
              <a:rPr lang="en-US" altLang="en-US" sz="3600" smtClean="0">
                <a:latin typeface="Helvetica" panose="020B0604020202020204" pitchFamily="34" charset="0"/>
                <a:cs typeface="Helvetica" panose="020B0604020202020204" pitchFamily="34" charset="0"/>
              </a:rPr>
              <a:t>What Tests Can Help Find Useful Use  Cases?</a:t>
            </a:r>
          </a:p>
        </p:txBody>
      </p:sp>
      <p:sp>
        <p:nvSpPr>
          <p:cNvPr id="50179" name="object 6"/>
          <p:cNvSpPr txBox="1">
            <a:spLocks noChangeArrowheads="1"/>
          </p:cNvSpPr>
          <p:nvPr/>
        </p:nvSpPr>
        <p:spPr bwMode="auto">
          <a:xfrm>
            <a:off x="601663" y="1700213"/>
            <a:ext cx="8220075" cy="205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7662" rIns="0" bIns="0">
            <a:spAutoFit/>
          </a:bodyPr>
          <a:lstStyle>
            <a:lvl1pPr marL="41275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ts val="925"/>
              </a:spcBef>
            </a:pPr>
            <a:r>
              <a:rPr lang="en-US" altLang="en-US" sz="2200">
                <a:latin typeface="Helvetica" panose="020B0604020202020204" pitchFamily="34" charset="0"/>
                <a:ea typeface="Book Antiqua" panose="02040602050305030304" pitchFamily="18" charset="0"/>
                <a:cs typeface="Helvetica" panose="020B0604020202020204" pitchFamily="34" charset="0"/>
              </a:rPr>
              <a:t>Rather than asking</a:t>
            </a:r>
          </a:p>
          <a:p>
            <a:pPr lvl="1" algn="just" eaLnBrk="1" hangingPunct="1">
              <a:lnSpc>
                <a:spcPts val="3663"/>
              </a:lnSpc>
              <a:spcBef>
                <a:spcPts val="213"/>
              </a:spcBef>
              <a:buClr>
                <a:srgbClr val="78A9A9"/>
              </a:buClr>
              <a:buSzPct val="69000"/>
              <a:buFont typeface="Wingdings" panose="05000000000000000000" pitchFamily="2" charset="2"/>
              <a:buChar char=""/>
            </a:pPr>
            <a:r>
              <a:rPr lang="en-US" altLang="en-US" sz="1600">
                <a:latin typeface="Helvetica" panose="020B0604020202020204" pitchFamily="34" charset="0"/>
                <a:ea typeface="Book Antiqua" panose="02040602050305030304" pitchFamily="18" charset="0"/>
                <a:cs typeface="Helvetica" panose="020B0604020202020204" pitchFamily="34" charset="0"/>
              </a:rPr>
              <a:t>”What is a valid use case?”  More practical question:</a:t>
            </a:r>
          </a:p>
          <a:p>
            <a:pPr lvl="1" algn="just" eaLnBrk="1" hangingPunct="1">
              <a:lnSpc>
                <a:spcPct val="111000"/>
              </a:lnSpc>
              <a:spcBef>
                <a:spcPts val="213"/>
              </a:spcBef>
              <a:buClr>
                <a:srgbClr val="78A9A9"/>
              </a:buClr>
              <a:buSzPct val="69000"/>
              <a:buFont typeface="Wingdings" panose="05000000000000000000" pitchFamily="2" charset="2"/>
              <a:buChar char=""/>
            </a:pPr>
            <a:r>
              <a:rPr lang="en-US" altLang="en-US" sz="1600">
                <a:latin typeface="Helvetica" panose="020B0604020202020204" pitchFamily="34" charset="0"/>
                <a:ea typeface="Book Antiqua" panose="02040602050305030304" pitchFamily="18" charset="0"/>
                <a:cs typeface="Helvetica" panose="020B0604020202020204" pitchFamily="34" charset="0"/>
              </a:rPr>
              <a:t>“What is a useful level of focus to express use  cases for application requirements analysis?”</a:t>
            </a:r>
          </a:p>
          <a:p>
            <a:pPr algn="just" eaLnBrk="1" hangingPunct="1">
              <a:spcBef>
                <a:spcPts val="900"/>
              </a:spcBef>
            </a:pPr>
            <a:r>
              <a:rPr lang="en-US" altLang="en-US" sz="2200">
                <a:latin typeface="Helvetica" panose="020B0604020202020204" pitchFamily="34" charset="0"/>
                <a:ea typeface="Book Antiqua" panose="02040602050305030304" pitchFamily="18" charset="0"/>
                <a:cs typeface="Helvetica" panose="020B0604020202020204" pitchFamily="34" charset="0"/>
              </a:rPr>
              <a:t>Rules of thumb</a:t>
            </a:r>
          </a:p>
        </p:txBody>
      </p:sp>
      <p:sp>
        <p:nvSpPr>
          <p:cNvPr id="50180" name="object 9"/>
          <p:cNvSpPr txBox="1">
            <a:spLocks noChangeArrowheads="1"/>
          </p:cNvSpPr>
          <p:nvPr/>
        </p:nvSpPr>
        <p:spPr bwMode="auto">
          <a:xfrm>
            <a:off x="1103313" y="3752850"/>
            <a:ext cx="61864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6724" rIns="0" bIns="0">
            <a:spAutoFit/>
          </a:bodyPr>
          <a:lstStyle>
            <a:lvl1pPr marL="311150" indent="-300038">
              <a:spcBef>
                <a:spcPct val="20000"/>
              </a:spcBef>
              <a:buFont typeface="Arial" panose="020B0604020202020204" pitchFamily="34" charset="0"/>
              <a:buChar char="•"/>
              <a:tabLst>
                <a:tab pos="31115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3111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3111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3111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31115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31115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31115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31115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311150" algn="l"/>
              </a:tabLst>
              <a:defRPr sz="2000">
                <a:solidFill>
                  <a:schemeClr val="tx1"/>
                </a:solidFill>
                <a:latin typeface="Calibri" panose="020F0502020204030204" pitchFamily="34" charset="0"/>
              </a:defRPr>
            </a:lvl9pPr>
          </a:lstStyle>
          <a:p>
            <a:pPr algn="just" eaLnBrk="1" hangingPunct="1">
              <a:lnSpc>
                <a:spcPct val="132000"/>
              </a:lnSpc>
              <a:spcBef>
                <a:spcPts val="50"/>
              </a:spcBef>
              <a:buClr>
                <a:srgbClr val="78A9A9"/>
              </a:buClr>
              <a:buSzPct val="70000"/>
              <a:buFont typeface="Wingdings" panose="05000000000000000000" pitchFamily="2" charset="2"/>
              <a:buChar char=""/>
            </a:pPr>
            <a:r>
              <a:rPr lang="en-US" altLang="en-US" sz="1600">
                <a:latin typeface="Helvetica" panose="020B0604020202020204" pitchFamily="34" charset="0"/>
                <a:ea typeface="Book Antiqua" panose="02040602050305030304" pitchFamily="18" charset="0"/>
                <a:cs typeface="Helvetica" panose="020B0604020202020204" pitchFamily="34" charset="0"/>
              </a:rPr>
              <a:t>The Boss Test  </a:t>
            </a:r>
          </a:p>
          <a:p>
            <a:pPr algn="just" eaLnBrk="1" hangingPunct="1">
              <a:lnSpc>
                <a:spcPct val="132000"/>
              </a:lnSpc>
              <a:spcBef>
                <a:spcPts val="50"/>
              </a:spcBef>
              <a:buClr>
                <a:srgbClr val="78A9A9"/>
              </a:buClr>
              <a:buSzPct val="70000"/>
              <a:buFont typeface="Wingdings" panose="05000000000000000000" pitchFamily="2" charset="2"/>
              <a:buChar char=""/>
            </a:pPr>
            <a:r>
              <a:rPr lang="en-US" altLang="en-US" sz="1600">
                <a:latin typeface="Helvetica" panose="020B0604020202020204" pitchFamily="34" charset="0"/>
                <a:ea typeface="Book Antiqua" panose="02040602050305030304" pitchFamily="18" charset="0"/>
                <a:cs typeface="Helvetica" panose="020B0604020202020204" pitchFamily="34" charset="0"/>
              </a:rPr>
              <a:t>The EBP Test</a:t>
            </a:r>
          </a:p>
          <a:p>
            <a:pPr algn="just" eaLnBrk="1" hangingPunct="1">
              <a:lnSpc>
                <a:spcPct val="132000"/>
              </a:lnSpc>
              <a:spcBef>
                <a:spcPts val="50"/>
              </a:spcBef>
              <a:buClr>
                <a:srgbClr val="78A9A9"/>
              </a:buClr>
              <a:buSzPct val="70000"/>
              <a:buFont typeface="Wingdings" panose="05000000000000000000" pitchFamily="2" charset="2"/>
              <a:buChar char=""/>
            </a:pPr>
            <a:r>
              <a:rPr lang="en-US" altLang="en-US" sz="1600">
                <a:latin typeface="Helvetica" panose="020B0604020202020204" pitchFamily="34" charset="0"/>
                <a:ea typeface="Book Antiqua" panose="02040602050305030304" pitchFamily="18" charset="0"/>
                <a:cs typeface="Helvetica" panose="020B0604020202020204" pitchFamily="34" charset="0"/>
              </a:rPr>
              <a:t>The size test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object 2"/>
          <p:cNvSpPr>
            <a:spLocks noGrp="1"/>
          </p:cNvSpPr>
          <p:nvPr>
            <p:ph type="title"/>
          </p:nvPr>
        </p:nvSpPr>
        <p:spPr>
          <a:xfrm>
            <a:off x="547688" y="382588"/>
            <a:ext cx="8283575" cy="1033462"/>
          </a:xfrm>
        </p:spPr>
        <p:txBody>
          <a:bodyPr lIns="0" tIns="10646" rIns="0" bIns="0">
            <a:spAutoFit/>
          </a:bodyPr>
          <a:lstStyle/>
          <a:p>
            <a:pPr marL="11113" eaLnBrk="1" hangingPunct="1">
              <a:lnSpc>
                <a:spcPct val="108000"/>
              </a:lnSpc>
              <a:spcBef>
                <a:spcPts val="88"/>
              </a:spcBef>
            </a:pPr>
            <a:r>
              <a:rPr lang="en-US" altLang="en-US" sz="3200" smtClean="0">
                <a:latin typeface="Helvetica" panose="020B0604020202020204" pitchFamily="34" charset="0"/>
                <a:cs typeface="Helvetica" panose="020B0604020202020204" pitchFamily="34" charset="0"/>
              </a:rPr>
              <a:t>What Tests Can Help Find Useful Use  Cases?</a:t>
            </a:r>
          </a:p>
        </p:txBody>
      </p:sp>
      <p:sp>
        <p:nvSpPr>
          <p:cNvPr id="3" name="object 3"/>
          <p:cNvSpPr/>
          <p:nvPr/>
        </p:nvSpPr>
        <p:spPr>
          <a:xfrm>
            <a:off x="458788" y="1946275"/>
            <a:ext cx="179387" cy="157163"/>
          </a:xfrm>
          <a:prstGeom prst="rect">
            <a:avLst/>
          </a:prstGeom>
          <a:blipFill>
            <a:blip r:embed="rId2"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5" name="object 5"/>
          <p:cNvSpPr/>
          <p:nvPr/>
        </p:nvSpPr>
        <p:spPr>
          <a:xfrm>
            <a:off x="458788" y="3495675"/>
            <a:ext cx="179387" cy="157163"/>
          </a:xfrm>
          <a:prstGeom prst="rect">
            <a:avLst/>
          </a:prstGeom>
          <a:blipFill>
            <a:blip r:embed="rId2"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9" name="object 9"/>
          <p:cNvSpPr/>
          <p:nvPr/>
        </p:nvSpPr>
        <p:spPr>
          <a:xfrm>
            <a:off x="458788" y="5600700"/>
            <a:ext cx="179387" cy="155575"/>
          </a:xfrm>
          <a:prstGeom prst="rect">
            <a:avLst/>
          </a:prstGeom>
          <a:blipFill>
            <a:blip r:embed="rId2"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51206" name="object 10"/>
          <p:cNvSpPr txBox="1">
            <a:spLocks noChangeArrowheads="1"/>
          </p:cNvSpPr>
          <p:nvPr/>
        </p:nvSpPr>
        <p:spPr bwMode="auto">
          <a:xfrm>
            <a:off x="801688" y="1720850"/>
            <a:ext cx="7600950" cy="466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988" rIns="0" bIns="0">
            <a:spAutoFit/>
          </a:bodyPr>
          <a:lstStyle>
            <a:lvl1pPr marL="58738">
              <a:spcBef>
                <a:spcPct val="20000"/>
              </a:spcBef>
              <a:buFont typeface="Arial" panose="020B0604020202020204" pitchFamily="34" charset="0"/>
              <a:buChar char="•"/>
              <a:defRPr sz="3200">
                <a:solidFill>
                  <a:schemeClr val="tx1"/>
                </a:solidFill>
                <a:latin typeface="Calibri" panose="020F0502020204030204" pitchFamily="34" charset="0"/>
              </a:defRPr>
            </a:lvl1pPr>
            <a:lvl2pPr marL="833438" indent="-254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ts val="1025"/>
              </a:spcBef>
              <a:buFontTx/>
              <a:buNone/>
            </a:pPr>
            <a:r>
              <a:rPr lang="en-US" altLang="en-US" sz="2000" b="1">
                <a:latin typeface="Helvetica" panose="020B0604020202020204" pitchFamily="34" charset="0"/>
                <a:ea typeface="Book Antiqua" panose="02040602050305030304" pitchFamily="18" charset="0"/>
                <a:cs typeface="Helvetica" panose="020B0604020202020204" pitchFamily="34" charset="0"/>
              </a:rPr>
              <a:t>The boss test</a:t>
            </a:r>
          </a:p>
          <a:p>
            <a:pPr eaLnBrk="1" hangingPunct="1">
              <a:spcBef>
                <a:spcPts val="688"/>
              </a:spcBef>
              <a:buFontTx/>
              <a:buNone/>
            </a:pPr>
            <a:r>
              <a:rPr lang="en-US" altLang="en-US" sz="1600">
                <a:latin typeface="Helvetica" panose="020B0604020202020204" pitchFamily="34" charset="0"/>
                <a:ea typeface="Book Antiqua" panose="02040602050305030304" pitchFamily="18" charset="0"/>
                <a:cs typeface="Helvetica" panose="020B0604020202020204" pitchFamily="34" charset="0"/>
              </a:rPr>
              <a:t>“What have you been doing all day?”</a:t>
            </a:r>
          </a:p>
          <a:p>
            <a:pPr eaLnBrk="1" hangingPunct="1">
              <a:spcBef>
                <a:spcPts val="575"/>
              </a:spcBef>
              <a:buClr>
                <a:srgbClr val="D5D200"/>
              </a:buClr>
              <a:buSzPct val="71000"/>
              <a:buFont typeface="Wingdings" panose="05000000000000000000" pitchFamily="2" charset="2"/>
              <a:buChar char=""/>
            </a:pPr>
            <a:r>
              <a:rPr lang="en-US" altLang="en-US" sz="1600">
                <a:latin typeface="Helvetica" panose="020B0604020202020204" pitchFamily="34" charset="0"/>
                <a:ea typeface="Book Antiqua" panose="02040602050305030304" pitchFamily="18" charset="0"/>
                <a:cs typeface="Helvetica" panose="020B0604020202020204" pitchFamily="34" charset="0"/>
              </a:rPr>
              <a:t>Your reply “logging in!”</a:t>
            </a:r>
          </a:p>
          <a:p>
            <a:pPr lvl="1" eaLnBrk="1" hangingPunct="1">
              <a:spcBef>
                <a:spcPts val="513"/>
              </a:spcBef>
              <a:buClr>
                <a:srgbClr val="431579"/>
              </a:buClr>
              <a:buSzPct val="71000"/>
              <a:buFont typeface="Wingdings" panose="05000000000000000000" pitchFamily="2" charset="2"/>
              <a:buChar char=""/>
            </a:pPr>
            <a:r>
              <a:rPr lang="en-US" altLang="en-US" sz="1600">
                <a:latin typeface="Helvetica" panose="020B0604020202020204" pitchFamily="34" charset="0"/>
                <a:ea typeface="Book Antiqua" panose="02040602050305030304" pitchFamily="18" charset="0"/>
                <a:cs typeface="Helvetica" panose="020B0604020202020204" pitchFamily="34" charset="0"/>
              </a:rPr>
              <a:t>Is your boss happy? No value? No good use case!</a:t>
            </a:r>
          </a:p>
          <a:p>
            <a:pPr eaLnBrk="1" hangingPunct="1">
              <a:spcBef>
                <a:spcPts val="813"/>
              </a:spcBef>
              <a:buFontTx/>
              <a:buNone/>
            </a:pPr>
            <a:endParaRPr lang="en-US" altLang="en-US" sz="700">
              <a:latin typeface="Helvetica" panose="020B0604020202020204" pitchFamily="34" charset="0"/>
              <a:ea typeface="Book Antiqua" panose="02040602050305030304" pitchFamily="18" charset="0"/>
              <a:cs typeface="Helvetica" panose="020B0604020202020204" pitchFamily="34" charset="0"/>
            </a:endParaRPr>
          </a:p>
          <a:p>
            <a:pPr eaLnBrk="1" hangingPunct="1">
              <a:spcBef>
                <a:spcPts val="813"/>
              </a:spcBef>
              <a:buFontTx/>
              <a:buNone/>
            </a:pPr>
            <a:r>
              <a:rPr lang="en-US" altLang="en-US" sz="2000" b="1">
                <a:latin typeface="Helvetica" panose="020B0604020202020204" pitchFamily="34" charset="0"/>
                <a:ea typeface="Book Antiqua" panose="02040602050305030304" pitchFamily="18" charset="0"/>
                <a:cs typeface="Helvetica" panose="020B0604020202020204" pitchFamily="34" charset="0"/>
              </a:rPr>
              <a:t>The Elementary Business Process (EBP) test</a:t>
            </a:r>
          </a:p>
          <a:p>
            <a:pPr algn="just" eaLnBrk="1" hangingPunct="1">
              <a:lnSpc>
                <a:spcPct val="107000"/>
              </a:lnSpc>
              <a:spcBef>
                <a:spcPts val="550"/>
              </a:spcBef>
              <a:buFontTx/>
              <a:buNone/>
            </a:pPr>
            <a:r>
              <a:rPr lang="en-US" altLang="en-US" sz="1600">
                <a:latin typeface="Helvetica" panose="020B0604020202020204" pitchFamily="34" charset="0"/>
                <a:ea typeface="Book Antiqua" panose="02040602050305030304" pitchFamily="18" charset="0"/>
                <a:cs typeface="Helvetica" panose="020B0604020202020204" pitchFamily="34" charset="0"/>
              </a:rPr>
              <a:t>a task performed by one person in one place at one time, in  response to a business event, which adds measurable business  value and leaves data in a consistent state</a:t>
            </a:r>
          </a:p>
          <a:p>
            <a:pPr algn="just" eaLnBrk="1" hangingPunct="1">
              <a:spcBef>
                <a:spcPts val="575"/>
              </a:spcBef>
              <a:buFontTx/>
              <a:buNone/>
            </a:pPr>
            <a:r>
              <a:rPr lang="en-US" altLang="en-US" sz="1600" b="1">
                <a:latin typeface="Helvetica" panose="020B0604020202020204" pitchFamily="34" charset="0"/>
                <a:ea typeface="Book Antiqua" panose="02040602050305030304" pitchFamily="18" charset="0"/>
                <a:cs typeface="Helvetica" panose="020B0604020202020204" pitchFamily="34" charset="0"/>
              </a:rPr>
              <a:t>Good Examples: </a:t>
            </a:r>
            <a:r>
              <a:rPr lang="en-US" altLang="en-US" sz="1600">
                <a:latin typeface="Helvetica" panose="020B0604020202020204" pitchFamily="34" charset="0"/>
                <a:ea typeface="Book Antiqua" panose="02040602050305030304" pitchFamily="18" charset="0"/>
                <a:cs typeface="Helvetica" panose="020B0604020202020204" pitchFamily="34" charset="0"/>
              </a:rPr>
              <a:t>Approve Credit or Price Order</a:t>
            </a:r>
          </a:p>
          <a:p>
            <a:pPr algn="just" eaLnBrk="1" hangingPunct="1">
              <a:spcBef>
                <a:spcPts val="638"/>
              </a:spcBef>
              <a:buFontTx/>
              <a:buNone/>
            </a:pPr>
            <a:r>
              <a:rPr lang="en-US" altLang="en-US" sz="1600" b="1">
                <a:latin typeface="Helvetica" panose="020B0604020202020204" pitchFamily="34" charset="0"/>
                <a:ea typeface="Book Antiqua" panose="02040602050305030304" pitchFamily="18" charset="0"/>
                <a:cs typeface="Helvetica" panose="020B0604020202020204" pitchFamily="34" charset="0"/>
              </a:rPr>
              <a:t>Bad Examples: </a:t>
            </a:r>
            <a:r>
              <a:rPr lang="en-US" altLang="en-US" sz="1600">
                <a:latin typeface="Helvetica" panose="020B0604020202020204" pitchFamily="34" charset="0"/>
                <a:ea typeface="Book Antiqua" panose="02040602050305030304" pitchFamily="18" charset="0"/>
                <a:cs typeface="Helvetica" panose="020B0604020202020204" pitchFamily="34" charset="0"/>
              </a:rPr>
              <a:t>delete a line item or print the document</a:t>
            </a:r>
          </a:p>
          <a:p>
            <a:pPr eaLnBrk="1" hangingPunct="1">
              <a:spcBef>
                <a:spcPts val="638"/>
              </a:spcBef>
              <a:buFontTx/>
              <a:buNone/>
            </a:pPr>
            <a:endParaRPr lang="en-US" altLang="en-US" sz="1600">
              <a:latin typeface="Helvetica" panose="020B0604020202020204" pitchFamily="34" charset="0"/>
              <a:ea typeface="Book Antiqua" panose="02040602050305030304" pitchFamily="18" charset="0"/>
              <a:cs typeface="Helvetica" panose="020B0604020202020204" pitchFamily="34" charset="0"/>
            </a:endParaRPr>
          </a:p>
          <a:p>
            <a:pPr eaLnBrk="1" hangingPunct="1">
              <a:spcBef>
                <a:spcPts val="813"/>
              </a:spcBef>
              <a:buFontTx/>
              <a:buNone/>
            </a:pPr>
            <a:r>
              <a:rPr lang="en-US" altLang="en-US" sz="2000" b="1">
                <a:latin typeface="Helvetica" panose="020B0604020202020204" pitchFamily="34" charset="0"/>
                <a:ea typeface="Book Antiqua" panose="02040602050305030304" pitchFamily="18" charset="0"/>
                <a:cs typeface="Helvetica" panose="020B0604020202020204" pitchFamily="34" charset="0"/>
              </a:rPr>
              <a:t>The size test</a:t>
            </a:r>
          </a:p>
          <a:p>
            <a:pPr eaLnBrk="1" hangingPunct="1">
              <a:spcBef>
                <a:spcPts val="850"/>
              </a:spcBef>
              <a:buClr>
                <a:srgbClr val="78A9A9"/>
              </a:buClr>
              <a:buSzPct val="70000"/>
              <a:buFont typeface="Wingdings" panose="05000000000000000000" pitchFamily="2" charset="2"/>
              <a:buChar char=""/>
            </a:pPr>
            <a:r>
              <a:rPr lang="en-US" altLang="en-US" sz="1800">
                <a:latin typeface="Helvetica" panose="020B0604020202020204" pitchFamily="34" charset="0"/>
                <a:ea typeface="Book Antiqua" panose="02040602050305030304" pitchFamily="18" charset="0"/>
                <a:cs typeface="Helvetica" panose="020B0604020202020204" pitchFamily="34" charset="0"/>
              </a:rPr>
              <a:t>Just a single step in a sequence of others -&gt; not good!</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76325" y="711200"/>
            <a:ext cx="5634038" cy="688975"/>
          </a:xfrm>
        </p:spPr>
        <p:txBody>
          <a:bodyPr lIns="0" tIns="12886" rIns="0" bIns="0" rtlCol="0">
            <a:spAutoFit/>
          </a:bodyPr>
          <a:lstStyle/>
          <a:p>
            <a:pPr marL="11206" eaLnBrk="1" fontAlgn="auto" hangingPunct="1">
              <a:spcBef>
                <a:spcPts val="101"/>
              </a:spcBef>
              <a:spcAft>
                <a:spcPts val="0"/>
              </a:spcAft>
              <a:defRPr/>
            </a:pPr>
            <a:r>
              <a:rPr spc="4" dirty="0">
                <a:latin typeface="Helvetica" panose="020B0604020202020204" pitchFamily="34" charset="0"/>
                <a:cs typeface="Helvetica" panose="020B0604020202020204" pitchFamily="34" charset="0"/>
              </a:rPr>
              <a:t>Applying</a:t>
            </a:r>
            <a:r>
              <a:rPr spc="-44" dirty="0">
                <a:latin typeface="Helvetica" panose="020B0604020202020204" pitchFamily="34" charset="0"/>
                <a:cs typeface="Helvetica" panose="020B0604020202020204" pitchFamily="34" charset="0"/>
              </a:rPr>
              <a:t> </a:t>
            </a:r>
            <a:r>
              <a:rPr spc="-62" dirty="0">
                <a:latin typeface="Helvetica" panose="020B0604020202020204" pitchFamily="34" charset="0"/>
                <a:cs typeface="Helvetica" panose="020B0604020202020204" pitchFamily="34" charset="0"/>
              </a:rPr>
              <a:t>Tests</a:t>
            </a:r>
          </a:p>
        </p:txBody>
      </p:sp>
      <p:sp>
        <p:nvSpPr>
          <p:cNvPr id="10" name="object 10"/>
          <p:cNvSpPr txBox="1"/>
          <p:nvPr/>
        </p:nvSpPr>
        <p:spPr>
          <a:xfrm>
            <a:off x="838200" y="1765300"/>
            <a:ext cx="7451725" cy="3643313"/>
          </a:xfrm>
          <a:prstGeom prst="rect">
            <a:avLst/>
          </a:prstGeom>
        </p:spPr>
        <p:txBody>
          <a:bodyPr lIns="0" tIns="168649" rIns="0" bIns="0">
            <a:spAutoFit/>
          </a:bodyPr>
          <a:lstStyle/>
          <a:p>
            <a:pPr marL="527241" indent="-457200" eaLnBrk="1" fontAlgn="auto" hangingPunct="1">
              <a:spcBef>
                <a:spcPts val="1328"/>
              </a:spcBef>
              <a:spcAft>
                <a:spcPts val="0"/>
              </a:spcAft>
              <a:buFont typeface="Wingdings" panose="05000000000000000000" pitchFamily="2" charset="2"/>
              <a:buChar char="Ø"/>
              <a:defRPr/>
            </a:pPr>
            <a:r>
              <a:rPr sz="2603" spc="9" dirty="0">
                <a:solidFill>
                  <a:schemeClr val="accent1">
                    <a:lumMod val="75000"/>
                  </a:schemeClr>
                </a:solidFill>
                <a:latin typeface="Helvetica" panose="020B0604020202020204" pitchFamily="34" charset="0"/>
                <a:cs typeface="Helvetica" panose="020B0604020202020204" pitchFamily="34" charset="0"/>
              </a:rPr>
              <a:t>Negotiate a </a:t>
            </a:r>
            <a:r>
              <a:rPr sz="2603" spc="4" dirty="0">
                <a:solidFill>
                  <a:schemeClr val="accent1">
                    <a:lumMod val="75000"/>
                  </a:schemeClr>
                </a:solidFill>
                <a:latin typeface="Helvetica" panose="020B0604020202020204" pitchFamily="34" charset="0"/>
                <a:cs typeface="Helvetica" panose="020B0604020202020204" pitchFamily="34" charset="0"/>
              </a:rPr>
              <a:t>supplier</a:t>
            </a:r>
            <a:r>
              <a:rPr sz="2603" spc="-13" dirty="0">
                <a:solidFill>
                  <a:schemeClr val="accent1">
                    <a:lumMod val="75000"/>
                  </a:schemeClr>
                </a:solidFill>
                <a:latin typeface="Helvetica" panose="020B0604020202020204" pitchFamily="34" charset="0"/>
                <a:cs typeface="Helvetica" panose="020B0604020202020204" pitchFamily="34" charset="0"/>
              </a:rPr>
              <a:t> </a:t>
            </a:r>
            <a:r>
              <a:rPr sz="2603" spc="4" dirty="0">
                <a:solidFill>
                  <a:schemeClr val="accent1">
                    <a:lumMod val="75000"/>
                  </a:schemeClr>
                </a:solidFill>
                <a:latin typeface="Helvetica" panose="020B0604020202020204" pitchFamily="34" charset="0"/>
                <a:cs typeface="Helvetica" panose="020B0604020202020204" pitchFamily="34" charset="0"/>
              </a:rPr>
              <a:t>contract</a:t>
            </a:r>
            <a:endParaRPr lang="en-US" sz="2603" dirty="0">
              <a:solidFill>
                <a:schemeClr val="accent1">
                  <a:lumMod val="75000"/>
                </a:schemeClr>
              </a:solidFill>
              <a:latin typeface="Helvetica" panose="020B0604020202020204" pitchFamily="34" charset="0"/>
              <a:cs typeface="Helvetica" panose="020B0604020202020204" pitchFamily="34" charset="0"/>
            </a:endParaRPr>
          </a:p>
          <a:p>
            <a:pPr marL="984441" lvl="1" indent="-457200" eaLnBrk="1" fontAlgn="auto" hangingPunct="1">
              <a:spcBef>
                <a:spcPts val="1328"/>
              </a:spcBef>
              <a:spcAft>
                <a:spcPts val="0"/>
              </a:spcAft>
              <a:buFont typeface="Wingdings" panose="05000000000000000000" pitchFamily="2" charset="2"/>
              <a:buChar char="Ø"/>
              <a:defRPr/>
            </a:pPr>
            <a:r>
              <a:rPr sz="1600" spc="-9" dirty="0">
                <a:latin typeface="Helvetica" panose="020B0604020202020204" pitchFamily="34" charset="0"/>
                <a:cs typeface="Helvetica" panose="020B0604020202020204" pitchFamily="34" charset="0"/>
              </a:rPr>
              <a:t>Much broader than </a:t>
            </a:r>
            <a:r>
              <a:rPr sz="1600" spc="-71" dirty="0">
                <a:latin typeface="Helvetica" panose="020B0604020202020204" pitchFamily="34" charset="0"/>
                <a:cs typeface="Helvetica" panose="020B0604020202020204" pitchFamily="34" charset="0"/>
              </a:rPr>
              <a:t>EBP, </a:t>
            </a:r>
            <a:r>
              <a:rPr sz="1600" spc="-4" dirty="0">
                <a:latin typeface="Helvetica" panose="020B0604020202020204" pitchFamily="34" charset="0"/>
                <a:cs typeface="Helvetica" panose="020B0604020202020204" pitchFamily="34" charset="0"/>
              </a:rPr>
              <a:t>rather a business </a:t>
            </a:r>
            <a:r>
              <a:rPr sz="1600" spc="-9" dirty="0">
                <a:latin typeface="Helvetica" panose="020B0604020202020204" pitchFamily="34" charset="0"/>
                <a:cs typeface="Helvetica" panose="020B0604020202020204" pitchFamily="34" charset="0"/>
              </a:rPr>
              <a:t>use</a:t>
            </a:r>
            <a:r>
              <a:rPr sz="1600" spc="57" dirty="0">
                <a:latin typeface="Helvetica" panose="020B0604020202020204" pitchFamily="34" charset="0"/>
                <a:cs typeface="Helvetica" panose="020B0604020202020204" pitchFamily="34" charset="0"/>
              </a:rPr>
              <a:t> </a:t>
            </a:r>
            <a:r>
              <a:rPr sz="1600" spc="-9" dirty="0">
                <a:latin typeface="Helvetica" panose="020B0604020202020204" pitchFamily="34" charset="0"/>
                <a:cs typeface="Helvetica" panose="020B0604020202020204" pitchFamily="34" charset="0"/>
              </a:rPr>
              <a:t>case</a:t>
            </a:r>
            <a:endParaRPr sz="1600" dirty="0">
              <a:latin typeface="Helvetica" panose="020B0604020202020204" pitchFamily="34" charset="0"/>
              <a:cs typeface="Helvetica" panose="020B0604020202020204" pitchFamily="34" charset="0"/>
            </a:endParaRPr>
          </a:p>
          <a:p>
            <a:pPr marL="527241" indent="-457200" eaLnBrk="1" fontAlgn="auto" hangingPunct="1">
              <a:spcBef>
                <a:spcPts val="803"/>
              </a:spcBef>
              <a:spcAft>
                <a:spcPts val="0"/>
              </a:spcAft>
              <a:buFont typeface="Wingdings" panose="05000000000000000000" pitchFamily="2" charset="2"/>
              <a:buChar char="Ø"/>
              <a:defRPr/>
            </a:pPr>
            <a:r>
              <a:rPr sz="2603" spc="4" dirty="0">
                <a:solidFill>
                  <a:schemeClr val="accent1">
                    <a:lumMod val="75000"/>
                  </a:schemeClr>
                </a:solidFill>
                <a:latin typeface="Helvetica" panose="020B0604020202020204" pitchFamily="34" charset="0"/>
                <a:cs typeface="Helvetica" panose="020B0604020202020204" pitchFamily="34" charset="0"/>
              </a:rPr>
              <a:t>Handle</a:t>
            </a:r>
            <a:r>
              <a:rPr sz="2603" dirty="0">
                <a:solidFill>
                  <a:schemeClr val="accent1">
                    <a:lumMod val="75000"/>
                  </a:schemeClr>
                </a:solidFill>
                <a:latin typeface="Helvetica" panose="020B0604020202020204" pitchFamily="34" charset="0"/>
                <a:cs typeface="Helvetica" panose="020B0604020202020204" pitchFamily="34" charset="0"/>
              </a:rPr>
              <a:t> </a:t>
            </a:r>
            <a:r>
              <a:rPr sz="2603" spc="-4" dirty="0">
                <a:solidFill>
                  <a:schemeClr val="accent1">
                    <a:lumMod val="75000"/>
                  </a:schemeClr>
                </a:solidFill>
                <a:latin typeface="Helvetica" panose="020B0604020202020204" pitchFamily="34" charset="0"/>
                <a:cs typeface="Helvetica" panose="020B0604020202020204" pitchFamily="34" charset="0"/>
              </a:rPr>
              <a:t>returns</a:t>
            </a:r>
            <a:endParaRPr lang="en-US" sz="2603" dirty="0">
              <a:solidFill>
                <a:schemeClr val="accent1">
                  <a:lumMod val="75000"/>
                </a:schemeClr>
              </a:solidFill>
              <a:latin typeface="Helvetica" panose="020B0604020202020204" pitchFamily="34" charset="0"/>
              <a:cs typeface="Helvetica" panose="020B0604020202020204" pitchFamily="34" charset="0"/>
            </a:endParaRPr>
          </a:p>
          <a:p>
            <a:pPr marL="984441" lvl="1" indent="-457200" eaLnBrk="1" fontAlgn="auto" hangingPunct="1">
              <a:spcBef>
                <a:spcPts val="803"/>
              </a:spcBef>
              <a:spcAft>
                <a:spcPts val="0"/>
              </a:spcAft>
              <a:buFont typeface="Wingdings" panose="05000000000000000000" pitchFamily="2" charset="2"/>
              <a:buChar char="Ø"/>
              <a:defRPr/>
            </a:pPr>
            <a:r>
              <a:rPr sz="1600" spc="-9" dirty="0">
                <a:latin typeface="Helvetica" panose="020B0604020202020204" pitchFamily="34" charset="0"/>
                <a:cs typeface="Helvetica" panose="020B0604020202020204" pitchFamily="34" charset="0"/>
              </a:rPr>
              <a:t>OK with the Boss. EBP. Size is good.</a:t>
            </a:r>
          </a:p>
          <a:p>
            <a:pPr marL="527241" indent="-457200" eaLnBrk="1" fontAlgn="auto" hangingPunct="1">
              <a:spcBef>
                <a:spcPts val="803"/>
              </a:spcBef>
              <a:spcAft>
                <a:spcPts val="0"/>
              </a:spcAft>
              <a:buFont typeface="Wingdings" panose="05000000000000000000" pitchFamily="2" charset="2"/>
              <a:buChar char="Ø"/>
              <a:defRPr/>
            </a:pPr>
            <a:r>
              <a:rPr sz="2603" spc="9" dirty="0">
                <a:solidFill>
                  <a:schemeClr val="accent1">
                    <a:lumMod val="75000"/>
                  </a:schemeClr>
                </a:solidFill>
                <a:latin typeface="Helvetica" panose="020B0604020202020204" pitchFamily="34" charset="0"/>
                <a:cs typeface="Helvetica" panose="020B0604020202020204" pitchFamily="34" charset="0"/>
              </a:rPr>
              <a:t>Log</a:t>
            </a:r>
            <a:r>
              <a:rPr sz="2603" dirty="0">
                <a:solidFill>
                  <a:schemeClr val="accent1">
                    <a:lumMod val="75000"/>
                  </a:schemeClr>
                </a:solidFill>
                <a:latin typeface="Helvetica" panose="020B0604020202020204" pitchFamily="34" charset="0"/>
                <a:cs typeface="Helvetica" panose="020B0604020202020204" pitchFamily="34" charset="0"/>
              </a:rPr>
              <a:t> </a:t>
            </a:r>
            <a:r>
              <a:rPr sz="2603" spc="9" dirty="0">
                <a:solidFill>
                  <a:schemeClr val="accent1">
                    <a:lumMod val="75000"/>
                  </a:schemeClr>
                </a:solidFill>
                <a:latin typeface="Helvetica" panose="020B0604020202020204" pitchFamily="34" charset="0"/>
                <a:cs typeface="Helvetica" panose="020B0604020202020204" pitchFamily="34" charset="0"/>
              </a:rPr>
              <a:t>in</a:t>
            </a:r>
            <a:endParaRPr lang="en-US" sz="2603" dirty="0">
              <a:solidFill>
                <a:schemeClr val="accent1">
                  <a:lumMod val="75000"/>
                </a:schemeClr>
              </a:solidFill>
              <a:latin typeface="Helvetica" panose="020B0604020202020204" pitchFamily="34" charset="0"/>
              <a:cs typeface="Helvetica" panose="020B0604020202020204" pitchFamily="34" charset="0"/>
            </a:endParaRPr>
          </a:p>
          <a:p>
            <a:pPr marL="984441" lvl="1" indent="-457200" eaLnBrk="1" fontAlgn="auto" hangingPunct="1">
              <a:spcBef>
                <a:spcPts val="803"/>
              </a:spcBef>
              <a:spcAft>
                <a:spcPts val="0"/>
              </a:spcAft>
              <a:buFont typeface="Wingdings" panose="05000000000000000000" pitchFamily="2" charset="2"/>
              <a:buChar char="Ø"/>
              <a:defRPr/>
            </a:pPr>
            <a:r>
              <a:rPr sz="1897" spc="-9" dirty="0">
                <a:latin typeface="Helvetica" panose="020B0604020202020204" pitchFamily="34" charset="0"/>
                <a:cs typeface="Helvetica" panose="020B0604020202020204" pitchFamily="34" charset="0"/>
              </a:rPr>
              <a:t>Boss </a:t>
            </a:r>
            <a:r>
              <a:rPr sz="1897" spc="-4" dirty="0">
                <a:latin typeface="Helvetica" panose="020B0604020202020204" pitchFamily="34" charset="0"/>
                <a:cs typeface="Helvetica" panose="020B0604020202020204" pitchFamily="34" charset="0"/>
              </a:rPr>
              <a:t>is </a:t>
            </a:r>
            <a:r>
              <a:rPr sz="1897" spc="-9" dirty="0">
                <a:latin typeface="Helvetica" panose="020B0604020202020204" pitchFamily="34" charset="0"/>
                <a:cs typeface="Helvetica" panose="020B0604020202020204" pitchFamily="34" charset="0"/>
              </a:rPr>
              <a:t>not happy </a:t>
            </a:r>
            <a:r>
              <a:rPr sz="1897" spc="-4" dirty="0">
                <a:latin typeface="Helvetica" panose="020B0604020202020204" pitchFamily="34" charset="0"/>
                <a:cs typeface="Helvetica" panose="020B0604020202020204" pitchFamily="34" charset="0"/>
              </a:rPr>
              <a:t>is </a:t>
            </a:r>
            <a:r>
              <a:rPr sz="1897" spc="-9" dirty="0">
                <a:latin typeface="Helvetica" panose="020B0604020202020204" pitchFamily="34" charset="0"/>
                <a:cs typeface="Helvetica" panose="020B0604020202020204" pitchFamily="34" charset="0"/>
              </a:rPr>
              <a:t>this </a:t>
            </a:r>
            <a:r>
              <a:rPr sz="1897" spc="-4" dirty="0">
                <a:latin typeface="Helvetica" panose="020B0604020202020204" pitchFamily="34" charset="0"/>
                <a:cs typeface="Helvetica" panose="020B0604020202020204" pitchFamily="34" charset="0"/>
              </a:rPr>
              <a:t>is all you </a:t>
            </a:r>
            <a:r>
              <a:rPr sz="1897" spc="-9" dirty="0">
                <a:latin typeface="Helvetica" panose="020B0604020202020204" pitchFamily="34" charset="0"/>
                <a:cs typeface="Helvetica" panose="020B0604020202020204" pitchFamily="34" charset="0"/>
              </a:rPr>
              <a:t>do </a:t>
            </a:r>
            <a:r>
              <a:rPr sz="1897" spc="-4" dirty="0">
                <a:latin typeface="Helvetica" panose="020B0604020202020204" pitchFamily="34" charset="0"/>
                <a:cs typeface="Helvetica" panose="020B0604020202020204" pitchFamily="34" charset="0"/>
              </a:rPr>
              <a:t>all</a:t>
            </a:r>
            <a:r>
              <a:rPr sz="1897" spc="22" dirty="0">
                <a:latin typeface="Helvetica" panose="020B0604020202020204" pitchFamily="34" charset="0"/>
                <a:cs typeface="Helvetica" panose="020B0604020202020204" pitchFamily="34" charset="0"/>
              </a:rPr>
              <a:t> </a:t>
            </a:r>
            <a:r>
              <a:rPr sz="1897" spc="-4" dirty="0">
                <a:latin typeface="Helvetica" panose="020B0604020202020204" pitchFamily="34" charset="0"/>
                <a:cs typeface="Helvetica" panose="020B0604020202020204" pitchFamily="34" charset="0"/>
              </a:rPr>
              <a:t>day!</a:t>
            </a:r>
            <a:endParaRPr sz="1897" dirty="0">
              <a:latin typeface="Helvetica" panose="020B0604020202020204" pitchFamily="34" charset="0"/>
              <a:cs typeface="Helvetica" panose="020B0604020202020204" pitchFamily="34" charset="0"/>
            </a:endParaRPr>
          </a:p>
          <a:p>
            <a:pPr marL="527241" indent="-457200" eaLnBrk="1" fontAlgn="auto" hangingPunct="1">
              <a:spcBef>
                <a:spcPts val="865"/>
              </a:spcBef>
              <a:spcAft>
                <a:spcPts val="0"/>
              </a:spcAft>
              <a:buFont typeface="Wingdings" panose="05000000000000000000" pitchFamily="2" charset="2"/>
              <a:buChar char="Ø"/>
              <a:defRPr/>
            </a:pPr>
            <a:r>
              <a:rPr sz="2603" spc="9" dirty="0">
                <a:solidFill>
                  <a:schemeClr val="accent1">
                    <a:lumMod val="75000"/>
                  </a:schemeClr>
                </a:solidFill>
                <a:latin typeface="Helvetica" panose="020B0604020202020204" pitchFamily="34" charset="0"/>
                <a:cs typeface="Helvetica" panose="020B0604020202020204" pitchFamily="34" charset="0"/>
              </a:rPr>
              <a:t>Move </a:t>
            </a:r>
            <a:r>
              <a:rPr sz="2603" spc="4" dirty="0">
                <a:solidFill>
                  <a:schemeClr val="accent1">
                    <a:lumMod val="75000"/>
                  </a:schemeClr>
                </a:solidFill>
                <a:latin typeface="Helvetica" panose="020B0604020202020204" pitchFamily="34" charset="0"/>
                <a:cs typeface="Helvetica" panose="020B0604020202020204" pitchFamily="34" charset="0"/>
              </a:rPr>
              <a:t>piece </a:t>
            </a:r>
            <a:r>
              <a:rPr sz="2603" spc="9" dirty="0">
                <a:solidFill>
                  <a:schemeClr val="accent1">
                    <a:lumMod val="75000"/>
                  </a:schemeClr>
                </a:solidFill>
                <a:latin typeface="Helvetica" panose="020B0604020202020204" pitchFamily="34" charset="0"/>
                <a:cs typeface="Helvetica" panose="020B0604020202020204" pitchFamily="34" charset="0"/>
              </a:rPr>
              <a:t>on game</a:t>
            </a:r>
            <a:r>
              <a:rPr sz="2603" spc="-13" dirty="0">
                <a:solidFill>
                  <a:schemeClr val="accent1">
                    <a:lumMod val="75000"/>
                  </a:schemeClr>
                </a:solidFill>
                <a:latin typeface="Helvetica" panose="020B0604020202020204" pitchFamily="34" charset="0"/>
                <a:cs typeface="Helvetica" panose="020B0604020202020204" pitchFamily="34" charset="0"/>
              </a:rPr>
              <a:t> </a:t>
            </a:r>
            <a:r>
              <a:rPr sz="2603" dirty="0">
                <a:solidFill>
                  <a:schemeClr val="accent1">
                    <a:lumMod val="75000"/>
                  </a:schemeClr>
                </a:solidFill>
                <a:latin typeface="Helvetica" panose="020B0604020202020204" pitchFamily="34" charset="0"/>
                <a:cs typeface="Helvetica" panose="020B0604020202020204" pitchFamily="34" charset="0"/>
              </a:rPr>
              <a:t>board</a:t>
            </a:r>
            <a:endParaRPr lang="en-US" sz="2603" dirty="0">
              <a:solidFill>
                <a:schemeClr val="accent1">
                  <a:lumMod val="75000"/>
                </a:schemeClr>
              </a:solidFill>
              <a:latin typeface="Helvetica" panose="020B0604020202020204" pitchFamily="34" charset="0"/>
              <a:cs typeface="Helvetica" panose="020B0604020202020204" pitchFamily="34" charset="0"/>
            </a:endParaRPr>
          </a:p>
          <a:p>
            <a:pPr marL="984441" lvl="1" indent="-457200" eaLnBrk="1" fontAlgn="auto" hangingPunct="1">
              <a:spcBef>
                <a:spcPts val="865"/>
              </a:spcBef>
              <a:spcAft>
                <a:spcPts val="0"/>
              </a:spcAft>
              <a:buFont typeface="Wingdings" panose="05000000000000000000" pitchFamily="2" charset="2"/>
              <a:buChar char="Ø"/>
              <a:defRPr/>
            </a:pPr>
            <a:r>
              <a:rPr sz="1897" spc="-4" dirty="0">
                <a:latin typeface="Helvetica" panose="020B0604020202020204" pitchFamily="34" charset="0"/>
                <a:cs typeface="Helvetica" panose="020B0604020202020204" pitchFamily="34" charset="0"/>
              </a:rPr>
              <a:t>Single step – fails the </a:t>
            </a:r>
            <a:r>
              <a:rPr sz="1897" spc="-9" dirty="0">
                <a:latin typeface="Helvetica" panose="020B0604020202020204" pitchFamily="34" charset="0"/>
                <a:cs typeface="Helvetica" panose="020B0604020202020204" pitchFamily="34" charset="0"/>
              </a:rPr>
              <a:t>size</a:t>
            </a:r>
            <a:r>
              <a:rPr sz="1897" spc="-13" dirty="0">
                <a:latin typeface="Helvetica" panose="020B0604020202020204" pitchFamily="34" charset="0"/>
                <a:cs typeface="Helvetica" panose="020B0604020202020204" pitchFamily="34" charset="0"/>
              </a:rPr>
              <a:t> </a:t>
            </a:r>
            <a:r>
              <a:rPr sz="1897" spc="-4" dirty="0">
                <a:latin typeface="Helvetica" panose="020B0604020202020204" pitchFamily="34" charset="0"/>
                <a:cs typeface="Helvetica" panose="020B0604020202020204" pitchFamily="34" charset="0"/>
              </a:rPr>
              <a:t>test.</a:t>
            </a:r>
            <a:endParaRPr sz="1897" dirty="0">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ctrTitle"/>
          </p:nvPr>
        </p:nvSpPr>
        <p:spPr>
          <a:xfrm>
            <a:off x="649288" y="2041525"/>
            <a:ext cx="7772400" cy="1470025"/>
          </a:xfrm>
        </p:spPr>
        <p:txBody>
          <a:bodyPr/>
          <a:lstStyle/>
          <a:p>
            <a:pPr eaLnBrk="1" hangingPunct="1"/>
            <a:r>
              <a:rPr lang="en-US" altLang="en-US" smtClean="0">
                <a:latin typeface="Helvetica" panose="020B0604020202020204" pitchFamily="34" charset="0"/>
                <a:ea typeface="Roboto" pitchFamily="2" charset="0"/>
                <a:cs typeface="Helvetica" panose="020B0604020202020204" pitchFamily="34" charset="0"/>
              </a:rPr>
              <a:t>USE CASE DIAGRAM</a:t>
            </a:r>
            <a:endParaRPr lang="en-US" altLang="en-US" smtClean="0">
              <a:latin typeface="Roboto" pitchFamily="2" charset="0"/>
              <a:ea typeface="Roboto" pitchFamily="2" charset="0"/>
              <a:cs typeface="Helvetica" panose="020B0604020202020204" pitchFamily="34" charset="0"/>
            </a:endParaRPr>
          </a:p>
        </p:txBody>
      </p:sp>
      <p:sp>
        <p:nvSpPr>
          <p:cNvPr id="53251" name="Subtitle 2"/>
          <p:cNvSpPr>
            <a:spLocks noGrp="1"/>
          </p:cNvSpPr>
          <p:nvPr>
            <p:ph type="subTitle" idx="1"/>
          </p:nvPr>
        </p:nvSpPr>
        <p:spPr>
          <a:xfrm>
            <a:off x="2559050" y="3933825"/>
            <a:ext cx="6400800" cy="1752600"/>
          </a:xfrm>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p:nvPr>
        </p:nvSpPr>
        <p:spPr>
          <a:xfrm>
            <a:off x="638175" y="274638"/>
            <a:ext cx="8048625" cy="1143000"/>
          </a:xfrm>
        </p:spPr>
        <p:txBody>
          <a:bodyPr anchor="t"/>
          <a:lstStyle/>
          <a:p>
            <a:pPr eaLnBrk="1" hangingPunct="1"/>
            <a:r>
              <a:rPr lang="en-US" altLang="en-US" smtClean="0">
                <a:latin typeface="Helvetica" panose="020B0604020202020204" pitchFamily="34" charset="0"/>
                <a:cs typeface="Helvetica" panose="020B0604020202020204" pitchFamily="34" charset="0"/>
              </a:rPr>
              <a:t>Use Case Diagram Concepts</a:t>
            </a:r>
          </a:p>
        </p:txBody>
      </p:sp>
      <p:sp>
        <p:nvSpPr>
          <p:cNvPr id="56323" name="Rectangle 3" descr="Rectangle: Click to edit Master text styles&#10;Second level&#10;Third level&#10;Fourth level&#10;Fifth level"/>
          <p:cNvSpPr>
            <a:spLocks noGrp="1"/>
          </p:cNvSpPr>
          <p:nvPr>
            <p:ph idx="1"/>
          </p:nvPr>
        </p:nvSpPr>
        <p:spPr>
          <a:xfrm>
            <a:off x="471488" y="1687513"/>
            <a:ext cx="8382000" cy="3119437"/>
          </a:xfrm>
        </p:spPr>
        <p:txBody>
          <a:bodyPr/>
          <a:lstStyle/>
          <a:p>
            <a:pPr algn="just" eaLnBrk="1" hangingPunct="1"/>
            <a:r>
              <a:rPr lang="en-US" altLang="en-US" sz="2000" smtClean="0">
                <a:latin typeface="Helvetica" panose="020B0604020202020204" pitchFamily="34" charset="0"/>
                <a:cs typeface="Helvetica" panose="020B0604020202020204" pitchFamily="34" charset="0"/>
              </a:rPr>
              <a:t>Summarizes all use cases (for the part of the system being modeled) together in one picture.</a:t>
            </a:r>
          </a:p>
          <a:p>
            <a:pPr algn="just" eaLnBrk="1" hangingPunct="1"/>
            <a:endParaRPr lang="en-US" altLang="en-US" sz="1400" smtClean="0">
              <a:latin typeface="Helvetica" panose="020B0604020202020204" pitchFamily="34" charset="0"/>
              <a:cs typeface="Helvetica" panose="020B0604020202020204" pitchFamily="34" charset="0"/>
            </a:endParaRPr>
          </a:p>
          <a:p>
            <a:pPr algn="just" eaLnBrk="1" hangingPunct="1"/>
            <a:r>
              <a:rPr lang="en-US" altLang="en-US" sz="2000" smtClean="0">
                <a:latin typeface="Helvetica" panose="020B0604020202020204" pitchFamily="34" charset="0"/>
                <a:cs typeface="Helvetica" panose="020B0604020202020204" pitchFamily="34" charset="0"/>
              </a:rPr>
              <a:t>Typically drawn early in the SDLC</a:t>
            </a:r>
          </a:p>
          <a:p>
            <a:pPr algn="just" eaLnBrk="1" hangingPunct="1"/>
            <a:endParaRPr lang="en-US" altLang="en-US" sz="1400" smtClean="0">
              <a:latin typeface="Helvetica" panose="020B0604020202020204" pitchFamily="34" charset="0"/>
              <a:cs typeface="Helvetica" panose="020B0604020202020204" pitchFamily="34" charset="0"/>
            </a:endParaRPr>
          </a:p>
          <a:p>
            <a:pPr algn="just" eaLnBrk="1" hangingPunct="1"/>
            <a:r>
              <a:rPr lang="en-US" altLang="en-US" sz="2000" smtClean="0">
                <a:latin typeface="Helvetica" panose="020B0604020202020204" pitchFamily="34" charset="0"/>
                <a:cs typeface="Helvetica" panose="020B0604020202020204" pitchFamily="34" charset="0"/>
              </a:rPr>
              <a:t>Shows the associations between actors and use cases</a:t>
            </a:r>
          </a:p>
        </p:txBody>
      </p:sp>
      <p:sp>
        <p:nvSpPr>
          <p:cNvPr id="54276" name="Slide Number Placeholder 3"/>
          <p:cNvSpPr>
            <a:spLocks noGrp="1"/>
          </p:cNvSpPr>
          <p:nvPr>
            <p:ph type="sldNum" sz="quarter" idx="12"/>
          </p:nvPr>
        </p:nvSpPr>
        <p:spPr bwMode="auto">
          <a:xfrm flipH="1">
            <a:off x="0" y="0"/>
            <a:ext cx="46038"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600">
              <a:latin typeface="Helvetica" panose="020B0604020202020204" pitchFamily="34" charset="0"/>
              <a:cs typeface="Helvetica" panose="020B0604020202020204" pitchFamily="34" charset="0"/>
            </a:endParaRPr>
          </a:p>
          <a:p>
            <a:pPr>
              <a:spcBef>
                <a:spcPct val="0"/>
              </a:spcBef>
              <a:buFontTx/>
              <a:buNone/>
            </a:pPr>
            <a:endParaRPr lang="en-US" altLang="en-US" sz="1000">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63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63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object 2"/>
          <p:cNvSpPr>
            <a:spLocks noGrp="1"/>
          </p:cNvSpPr>
          <p:nvPr>
            <p:ph type="title"/>
          </p:nvPr>
        </p:nvSpPr>
        <p:spPr>
          <a:xfrm>
            <a:off x="646113" y="366713"/>
            <a:ext cx="7377112" cy="1055687"/>
          </a:xfrm>
        </p:spPr>
        <p:txBody>
          <a:bodyPr lIns="0" tIns="10646" rIns="0" bIns="0">
            <a:spAutoFit/>
          </a:bodyPr>
          <a:lstStyle/>
          <a:p>
            <a:pPr marL="11113" eaLnBrk="1" hangingPunct="1">
              <a:lnSpc>
                <a:spcPct val="108000"/>
              </a:lnSpc>
              <a:spcBef>
                <a:spcPts val="88"/>
              </a:spcBef>
            </a:pPr>
            <a:r>
              <a:rPr lang="en-US" altLang="en-US" sz="3200" smtClean="0">
                <a:latin typeface="Helvetica" panose="020B0604020202020204" pitchFamily="34" charset="0"/>
                <a:cs typeface="Helvetica" panose="020B0604020202020204" pitchFamily="34" charset="0"/>
              </a:rPr>
              <a:t>Use Case (Context) Diagrams:  Suggested Notation</a:t>
            </a:r>
          </a:p>
        </p:txBody>
      </p:sp>
      <p:sp>
        <p:nvSpPr>
          <p:cNvPr id="3" name="object 3"/>
          <p:cNvSpPr/>
          <p:nvPr/>
        </p:nvSpPr>
        <p:spPr>
          <a:xfrm>
            <a:off x="2967038" y="5091113"/>
            <a:ext cx="2540000" cy="0"/>
          </a:xfrm>
          <a:custGeom>
            <a:avLst/>
            <a:gdLst/>
            <a:ahLst/>
            <a:cxnLst/>
            <a:rect l="l" t="t" r="r" b="b"/>
            <a:pathLst>
              <a:path w="2878454">
                <a:moveTo>
                  <a:pt x="0" y="0"/>
                </a:moveTo>
                <a:lnTo>
                  <a:pt x="2878209"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4" name="object 4"/>
          <p:cNvSpPr/>
          <p:nvPr/>
        </p:nvSpPr>
        <p:spPr>
          <a:xfrm>
            <a:off x="5507038" y="2697163"/>
            <a:ext cx="0" cy="2393950"/>
          </a:xfrm>
          <a:custGeom>
            <a:avLst/>
            <a:gdLst/>
            <a:ahLst/>
            <a:cxnLst/>
            <a:rect l="l" t="t" r="r" b="b"/>
            <a:pathLst>
              <a:path h="2713990">
                <a:moveTo>
                  <a:pt x="0" y="2713493"/>
                </a:moveTo>
                <a:lnTo>
                  <a:pt x="0" y="0"/>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5" name="object 5"/>
          <p:cNvSpPr/>
          <p:nvPr/>
        </p:nvSpPr>
        <p:spPr>
          <a:xfrm>
            <a:off x="2968625" y="2695575"/>
            <a:ext cx="2538413" cy="0"/>
          </a:xfrm>
          <a:custGeom>
            <a:avLst/>
            <a:gdLst/>
            <a:ahLst/>
            <a:cxnLst/>
            <a:rect l="l" t="t" r="r" b="b"/>
            <a:pathLst>
              <a:path w="2878454">
                <a:moveTo>
                  <a:pt x="2878209" y="0"/>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6" name="object 6"/>
          <p:cNvSpPr/>
          <p:nvPr/>
        </p:nvSpPr>
        <p:spPr>
          <a:xfrm>
            <a:off x="2967038" y="2695575"/>
            <a:ext cx="0" cy="2393950"/>
          </a:xfrm>
          <a:custGeom>
            <a:avLst/>
            <a:gdLst/>
            <a:ahLst/>
            <a:cxnLst/>
            <a:rect l="l" t="t" r="r" b="b"/>
            <a:pathLst>
              <a:path h="2713990">
                <a:moveTo>
                  <a:pt x="0" y="0"/>
                </a:moveTo>
                <a:lnTo>
                  <a:pt x="0" y="2713493"/>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7" name="object 7"/>
          <p:cNvSpPr/>
          <p:nvPr/>
        </p:nvSpPr>
        <p:spPr>
          <a:xfrm>
            <a:off x="2967038" y="5091113"/>
            <a:ext cx="1587" cy="0"/>
          </a:xfrm>
          <a:custGeom>
            <a:avLst/>
            <a:gdLst/>
            <a:ahLst/>
            <a:cxnLst/>
            <a:rect l="l" t="t" r="r" b="b"/>
            <a:pathLst>
              <a:path w="1905">
                <a:moveTo>
                  <a:pt x="695" y="-2783"/>
                </a:moveTo>
                <a:lnTo>
                  <a:pt x="695" y="2783"/>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8" name="object 8"/>
          <p:cNvSpPr/>
          <p:nvPr/>
        </p:nvSpPr>
        <p:spPr>
          <a:xfrm>
            <a:off x="3929063" y="2803525"/>
            <a:ext cx="93662" cy="117475"/>
          </a:xfrm>
          <a:prstGeom prst="rect">
            <a:avLst/>
          </a:prstGeom>
          <a:blipFill>
            <a:blip r:embed="rId2"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9" name="object 9"/>
          <p:cNvSpPr/>
          <p:nvPr/>
        </p:nvSpPr>
        <p:spPr>
          <a:xfrm>
            <a:off x="4040188" y="2800350"/>
            <a:ext cx="322262" cy="122238"/>
          </a:xfrm>
          <a:prstGeom prst="rect">
            <a:avLst/>
          </a:prstGeom>
          <a:blipFill>
            <a:blip r:embed="rId3"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0" name="object 10"/>
          <p:cNvSpPr/>
          <p:nvPr/>
        </p:nvSpPr>
        <p:spPr>
          <a:xfrm>
            <a:off x="4379913" y="2833688"/>
            <a:ext cx="77787" cy="88900"/>
          </a:xfrm>
          <a:prstGeom prst="rect">
            <a:avLst/>
          </a:prstGeom>
          <a:blipFill>
            <a:blip r:embed="rId4"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1" name="object 11"/>
          <p:cNvSpPr/>
          <p:nvPr/>
        </p:nvSpPr>
        <p:spPr>
          <a:xfrm>
            <a:off x="4473575" y="2833688"/>
            <a:ext cx="69850" cy="87312"/>
          </a:xfrm>
          <a:prstGeom prst="rect">
            <a:avLst/>
          </a:prstGeom>
          <a:blipFill>
            <a:blip r:embed="rId5"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2" name="object 12"/>
          <p:cNvSpPr/>
          <p:nvPr/>
        </p:nvSpPr>
        <p:spPr>
          <a:xfrm>
            <a:off x="3694113" y="4478338"/>
            <a:ext cx="0" cy="47625"/>
          </a:xfrm>
          <a:custGeom>
            <a:avLst/>
            <a:gdLst/>
            <a:ahLst/>
            <a:cxnLst/>
            <a:rect l="l" t="t" r="r" b="b"/>
            <a:pathLst>
              <a:path h="53339">
                <a:moveTo>
                  <a:pt x="0" y="0"/>
                </a:moveTo>
                <a:lnTo>
                  <a:pt x="0" y="52878"/>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3" name="object 13"/>
          <p:cNvSpPr/>
          <p:nvPr/>
        </p:nvSpPr>
        <p:spPr>
          <a:xfrm>
            <a:off x="3694113" y="4470400"/>
            <a:ext cx="3175" cy="7938"/>
          </a:xfrm>
          <a:custGeom>
            <a:avLst/>
            <a:gdLst/>
            <a:ahLst/>
            <a:cxnLst/>
            <a:rect l="l" t="t" r="r" b="b"/>
            <a:pathLst>
              <a:path w="3175" h="8889">
                <a:moveTo>
                  <a:pt x="0" y="8349"/>
                </a:moveTo>
                <a:lnTo>
                  <a:pt x="278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4" name="object 14"/>
          <p:cNvSpPr/>
          <p:nvPr/>
        </p:nvSpPr>
        <p:spPr>
          <a:xfrm>
            <a:off x="3697288" y="4462463"/>
            <a:ext cx="1587" cy="6350"/>
          </a:xfrm>
          <a:custGeom>
            <a:avLst/>
            <a:gdLst/>
            <a:ahLst/>
            <a:cxnLst/>
            <a:rect l="l" t="t" r="r" b="b"/>
            <a:pathLst>
              <a:path w="3175" h="6985">
                <a:moveTo>
                  <a:pt x="0" y="6957"/>
                </a:moveTo>
                <a:lnTo>
                  <a:pt x="2780" y="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5" name="object 15"/>
          <p:cNvSpPr/>
          <p:nvPr/>
        </p:nvSpPr>
        <p:spPr>
          <a:xfrm>
            <a:off x="3698875" y="4454525"/>
            <a:ext cx="3175" cy="6350"/>
          </a:xfrm>
          <a:custGeom>
            <a:avLst/>
            <a:gdLst/>
            <a:ahLst/>
            <a:cxnLst/>
            <a:rect l="l" t="t" r="r" b="b"/>
            <a:pathLst>
              <a:path w="3175" h="8889">
                <a:moveTo>
                  <a:pt x="0" y="8349"/>
                </a:moveTo>
                <a:lnTo>
                  <a:pt x="278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6" name="object 16"/>
          <p:cNvSpPr/>
          <p:nvPr/>
        </p:nvSpPr>
        <p:spPr>
          <a:xfrm>
            <a:off x="3702050" y="4446588"/>
            <a:ext cx="3175" cy="6350"/>
          </a:xfrm>
          <a:custGeom>
            <a:avLst/>
            <a:gdLst/>
            <a:ahLst/>
            <a:cxnLst/>
            <a:rect l="l" t="t" r="r" b="b"/>
            <a:pathLst>
              <a:path w="4445" h="6985">
                <a:moveTo>
                  <a:pt x="0" y="6957"/>
                </a:moveTo>
                <a:lnTo>
                  <a:pt x="417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7" name="object 17"/>
          <p:cNvSpPr/>
          <p:nvPr/>
        </p:nvSpPr>
        <p:spPr>
          <a:xfrm>
            <a:off x="3705225" y="4438650"/>
            <a:ext cx="3175" cy="6350"/>
          </a:xfrm>
          <a:custGeom>
            <a:avLst/>
            <a:gdLst/>
            <a:ahLst/>
            <a:cxnLst/>
            <a:rect l="l" t="t" r="r" b="b"/>
            <a:pathLst>
              <a:path w="3175" h="6985">
                <a:moveTo>
                  <a:pt x="0" y="6957"/>
                </a:moveTo>
                <a:lnTo>
                  <a:pt x="2780" y="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8" name="object 18"/>
          <p:cNvSpPr/>
          <p:nvPr/>
        </p:nvSpPr>
        <p:spPr>
          <a:xfrm>
            <a:off x="3708400" y="4430713"/>
            <a:ext cx="3175" cy="7937"/>
          </a:xfrm>
          <a:custGeom>
            <a:avLst/>
            <a:gdLst/>
            <a:ahLst/>
            <a:cxnLst/>
            <a:rect l="l" t="t" r="r" b="b"/>
            <a:pathLst>
              <a:path w="4445" h="8889">
                <a:moveTo>
                  <a:pt x="0" y="8349"/>
                </a:moveTo>
                <a:lnTo>
                  <a:pt x="417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9" name="object 19"/>
          <p:cNvSpPr/>
          <p:nvPr/>
        </p:nvSpPr>
        <p:spPr>
          <a:xfrm>
            <a:off x="3713163" y="4422775"/>
            <a:ext cx="3175" cy="6350"/>
          </a:xfrm>
          <a:custGeom>
            <a:avLst/>
            <a:gdLst/>
            <a:ahLst/>
            <a:cxnLst/>
            <a:rect l="l" t="t" r="r" b="b"/>
            <a:pathLst>
              <a:path w="4445" h="6985">
                <a:moveTo>
                  <a:pt x="0" y="6957"/>
                </a:moveTo>
                <a:lnTo>
                  <a:pt x="417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0" name="object 20"/>
          <p:cNvSpPr/>
          <p:nvPr/>
        </p:nvSpPr>
        <p:spPr>
          <a:xfrm>
            <a:off x="3716338" y="4416425"/>
            <a:ext cx="3175" cy="4763"/>
          </a:xfrm>
          <a:custGeom>
            <a:avLst/>
            <a:gdLst/>
            <a:ahLst/>
            <a:cxnLst/>
            <a:rect l="l" t="t" r="r" b="b"/>
            <a:pathLst>
              <a:path w="4445" h="6985">
                <a:moveTo>
                  <a:pt x="0" y="6957"/>
                </a:moveTo>
                <a:lnTo>
                  <a:pt x="417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1" name="object 21"/>
          <p:cNvSpPr/>
          <p:nvPr/>
        </p:nvSpPr>
        <p:spPr>
          <a:xfrm>
            <a:off x="3721100" y="4408488"/>
            <a:ext cx="4763" cy="6350"/>
          </a:xfrm>
          <a:custGeom>
            <a:avLst/>
            <a:gdLst/>
            <a:ahLst/>
            <a:cxnLst/>
            <a:rect l="l" t="t" r="r" b="b"/>
            <a:pathLst>
              <a:path w="5714" h="6985">
                <a:moveTo>
                  <a:pt x="0" y="6957"/>
                </a:moveTo>
                <a:lnTo>
                  <a:pt x="5561"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2" name="object 22"/>
          <p:cNvSpPr/>
          <p:nvPr/>
        </p:nvSpPr>
        <p:spPr>
          <a:xfrm>
            <a:off x="3727450" y="4400550"/>
            <a:ext cx="4763" cy="6350"/>
          </a:xfrm>
          <a:custGeom>
            <a:avLst/>
            <a:gdLst/>
            <a:ahLst/>
            <a:cxnLst/>
            <a:rect l="l" t="t" r="r" b="b"/>
            <a:pathLst>
              <a:path w="5714" h="6985">
                <a:moveTo>
                  <a:pt x="0" y="6957"/>
                </a:moveTo>
                <a:lnTo>
                  <a:pt x="5561"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3" name="object 23"/>
          <p:cNvSpPr/>
          <p:nvPr/>
        </p:nvSpPr>
        <p:spPr>
          <a:xfrm>
            <a:off x="3733800" y="4394200"/>
            <a:ext cx="4763" cy="6350"/>
          </a:xfrm>
          <a:custGeom>
            <a:avLst/>
            <a:gdLst/>
            <a:ahLst/>
            <a:cxnLst/>
            <a:rect l="l" t="t" r="r" b="b"/>
            <a:pathLst>
              <a:path w="5714" h="6985">
                <a:moveTo>
                  <a:pt x="0" y="6957"/>
                </a:moveTo>
                <a:lnTo>
                  <a:pt x="5561"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4" name="object 24"/>
          <p:cNvSpPr/>
          <p:nvPr/>
        </p:nvSpPr>
        <p:spPr>
          <a:xfrm>
            <a:off x="3740150" y="4384675"/>
            <a:ext cx="4763" cy="7938"/>
          </a:xfrm>
          <a:custGeom>
            <a:avLst/>
            <a:gdLst/>
            <a:ahLst/>
            <a:cxnLst/>
            <a:rect l="l" t="t" r="r" b="b"/>
            <a:pathLst>
              <a:path w="5714" h="8889">
                <a:moveTo>
                  <a:pt x="0" y="8349"/>
                </a:moveTo>
                <a:lnTo>
                  <a:pt x="556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5" name="object 25"/>
          <p:cNvSpPr/>
          <p:nvPr/>
        </p:nvSpPr>
        <p:spPr>
          <a:xfrm>
            <a:off x="3746500" y="4379913"/>
            <a:ext cx="4763" cy="4762"/>
          </a:xfrm>
          <a:custGeom>
            <a:avLst/>
            <a:gdLst/>
            <a:ahLst/>
            <a:cxnLst/>
            <a:rect l="l" t="t" r="r" b="b"/>
            <a:pathLst>
              <a:path w="6985" h="4445">
                <a:moveTo>
                  <a:pt x="0" y="4174"/>
                </a:moveTo>
                <a:lnTo>
                  <a:pt x="6952"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6" name="object 26"/>
          <p:cNvSpPr/>
          <p:nvPr/>
        </p:nvSpPr>
        <p:spPr>
          <a:xfrm>
            <a:off x="3752850" y="4371975"/>
            <a:ext cx="6350" cy="7938"/>
          </a:xfrm>
          <a:custGeom>
            <a:avLst/>
            <a:gdLst/>
            <a:ahLst/>
            <a:cxnLst/>
            <a:rect l="l" t="t" r="r" b="b"/>
            <a:pathLst>
              <a:path w="6985" h="8889">
                <a:moveTo>
                  <a:pt x="0" y="8349"/>
                </a:moveTo>
                <a:lnTo>
                  <a:pt x="6952"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7" name="object 27"/>
          <p:cNvSpPr/>
          <p:nvPr/>
        </p:nvSpPr>
        <p:spPr>
          <a:xfrm>
            <a:off x="3760788" y="4364038"/>
            <a:ext cx="6350" cy="6350"/>
          </a:xfrm>
          <a:custGeom>
            <a:avLst/>
            <a:gdLst/>
            <a:ahLst/>
            <a:cxnLst/>
            <a:rect l="l" t="t" r="r" b="b"/>
            <a:pathLst>
              <a:path w="6985" h="6985">
                <a:moveTo>
                  <a:pt x="0" y="6957"/>
                </a:moveTo>
                <a:lnTo>
                  <a:pt x="6952"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8" name="object 28"/>
          <p:cNvSpPr/>
          <p:nvPr/>
        </p:nvSpPr>
        <p:spPr>
          <a:xfrm>
            <a:off x="3767138" y="4357688"/>
            <a:ext cx="9525" cy="4762"/>
          </a:xfrm>
          <a:custGeom>
            <a:avLst/>
            <a:gdLst/>
            <a:ahLst/>
            <a:cxnLst/>
            <a:rect l="l" t="t" r="r" b="b"/>
            <a:pathLst>
              <a:path w="10160" h="5714">
                <a:moveTo>
                  <a:pt x="0" y="5566"/>
                </a:moveTo>
                <a:lnTo>
                  <a:pt x="9733"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9" name="object 29"/>
          <p:cNvSpPr/>
          <p:nvPr/>
        </p:nvSpPr>
        <p:spPr>
          <a:xfrm>
            <a:off x="3778250" y="4351338"/>
            <a:ext cx="4763" cy="4762"/>
          </a:xfrm>
          <a:custGeom>
            <a:avLst/>
            <a:gdLst/>
            <a:ahLst/>
            <a:cxnLst/>
            <a:rect l="l" t="t" r="r" b="b"/>
            <a:pathLst>
              <a:path w="6985" h="6985">
                <a:moveTo>
                  <a:pt x="0" y="6957"/>
                </a:moveTo>
                <a:lnTo>
                  <a:pt x="6952"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0" name="object 30"/>
          <p:cNvSpPr/>
          <p:nvPr/>
        </p:nvSpPr>
        <p:spPr>
          <a:xfrm>
            <a:off x="3784600" y="4344988"/>
            <a:ext cx="7938" cy="4762"/>
          </a:xfrm>
          <a:custGeom>
            <a:avLst/>
            <a:gdLst/>
            <a:ahLst/>
            <a:cxnLst/>
            <a:rect l="l" t="t" r="r" b="b"/>
            <a:pathLst>
              <a:path w="8889" h="5714">
                <a:moveTo>
                  <a:pt x="0" y="5566"/>
                </a:moveTo>
                <a:lnTo>
                  <a:pt x="8342"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1" name="object 31"/>
          <p:cNvSpPr/>
          <p:nvPr/>
        </p:nvSpPr>
        <p:spPr>
          <a:xfrm>
            <a:off x="3794125" y="4337050"/>
            <a:ext cx="9525" cy="6350"/>
          </a:xfrm>
          <a:custGeom>
            <a:avLst/>
            <a:gdLst/>
            <a:ahLst/>
            <a:cxnLst/>
            <a:rect l="l" t="t" r="r" b="b"/>
            <a:pathLst>
              <a:path w="11429" h="6985">
                <a:moveTo>
                  <a:pt x="0" y="6957"/>
                </a:moveTo>
                <a:lnTo>
                  <a:pt x="11123"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2" name="object 32"/>
          <p:cNvSpPr/>
          <p:nvPr/>
        </p:nvSpPr>
        <p:spPr>
          <a:xfrm>
            <a:off x="3805238" y="4324350"/>
            <a:ext cx="17462" cy="11113"/>
          </a:xfrm>
          <a:custGeom>
            <a:avLst/>
            <a:gdLst/>
            <a:ahLst/>
            <a:cxnLst/>
            <a:rect l="l" t="t" r="r" b="b"/>
            <a:pathLst>
              <a:path w="20954" h="12700">
                <a:moveTo>
                  <a:pt x="0" y="12523"/>
                </a:moveTo>
                <a:lnTo>
                  <a:pt x="20856"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3" name="object 33"/>
          <p:cNvSpPr/>
          <p:nvPr/>
        </p:nvSpPr>
        <p:spPr>
          <a:xfrm>
            <a:off x="3824288" y="4313238"/>
            <a:ext cx="20637" cy="11112"/>
          </a:xfrm>
          <a:custGeom>
            <a:avLst/>
            <a:gdLst/>
            <a:ahLst/>
            <a:cxnLst/>
            <a:rect l="l" t="t" r="r" b="b"/>
            <a:pathLst>
              <a:path w="22860" h="12700">
                <a:moveTo>
                  <a:pt x="0" y="12523"/>
                </a:moveTo>
                <a:lnTo>
                  <a:pt x="22247"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4" name="object 34"/>
          <p:cNvSpPr/>
          <p:nvPr/>
        </p:nvSpPr>
        <p:spPr>
          <a:xfrm>
            <a:off x="3844925" y="4300538"/>
            <a:ext cx="22225" cy="11112"/>
          </a:xfrm>
          <a:custGeom>
            <a:avLst/>
            <a:gdLst/>
            <a:ahLst/>
            <a:cxnLst/>
            <a:rect l="l" t="t" r="r" b="b"/>
            <a:pathLst>
              <a:path w="25400" h="12700">
                <a:moveTo>
                  <a:pt x="0" y="12523"/>
                </a:moveTo>
                <a:lnTo>
                  <a:pt x="25027"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5" name="object 35"/>
          <p:cNvSpPr/>
          <p:nvPr/>
        </p:nvSpPr>
        <p:spPr>
          <a:xfrm>
            <a:off x="3868738" y="4287838"/>
            <a:ext cx="22225" cy="11112"/>
          </a:xfrm>
          <a:custGeom>
            <a:avLst/>
            <a:gdLst/>
            <a:ahLst/>
            <a:cxnLst/>
            <a:rect l="l" t="t" r="r" b="b"/>
            <a:pathLst>
              <a:path w="25400" h="12700">
                <a:moveTo>
                  <a:pt x="0" y="12523"/>
                </a:moveTo>
                <a:lnTo>
                  <a:pt x="25027"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6" name="object 36"/>
          <p:cNvSpPr/>
          <p:nvPr/>
        </p:nvSpPr>
        <p:spPr>
          <a:xfrm>
            <a:off x="3890963" y="4276725"/>
            <a:ext cx="25400" cy="11113"/>
          </a:xfrm>
          <a:custGeom>
            <a:avLst/>
            <a:gdLst/>
            <a:ahLst/>
            <a:cxnLst/>
            <a:rect l="l" t="t" r="r" b="b"/>
            <a:pathLst>
              <a:path w="27939" h="12700">
                <a:moveTo>
                  <a:pt x="0" y="12523"/>
                </a:moveTo>
                <a:lnTo>
                  <a:pt x="27808"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7" name="object 37"/>
          <p:cNvSpPr/>
          <p:nvPr/>
        </p:nvSpPr>
        <p:spPr>
          <a:xfrm>
            <a:off x="3917950" y="4265613"/>
            <a:ext cx="26988" cy="11112"/>
          </a:xfrm>
          <a:custGeom>
            <a:avLst/>
            <a:gdLst/>
            <a:ahLst/>
            <a:cxnLst/>
            <a:rect l="l" t="t" r="r" b="b"/>
            <a:pathLst>
              <a:path w="31114" h="12700">
                <a:moveTo>
                  <a:pt x="0" y="12523"/>
                </a:moveTo>
                <a:lnTo>
                  <a:pt x="30589"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8" name="object 38"/>
          <p:cNvSpPr/>
          <p:nvPr/>
        </p:nvSpPr>
        <p:spPr>
          <a:xfrm>
            <a:off x="3944938" y="4256088"/>
            <a:ext cx="26987" cy="9525"/>
          </a:xfrm>
          <a:custGeom>
            <a:avLst/>
            <a:gdLst/>
            <a:ahLst/>
            <a:cxnLst/>
            <a:rect l="l" t="t" r="r" b="b"/>
            <a:pathLst>
              <a:path w="29210" h="11429">
                <a:moveTo>
                  <a:pt x="0" y="11132"/>
                </a:moveTo>
                <a:lnTo>
                  <a:pt x="29199"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9" name="object 39"/>
          <p:cNvSpPr/>
          <p:nvPr/>
        </p:nvSpPr>
        <p:spPr>
          <a:xfrm>
            <a:off x="3971925" y="4246563"/>
            <a:ext cx="28575" cy="9525"/>
          </a:xfrm>
          <a:custGeom>
            <a:avLst/>
            <a:gdLst/>
            <a:ahLst/>
            <a:cxnLst/>
            <a:rect l="l" t="t" r="r" b="b"/>
            <a:pathLst>
              <a:path w="32385" h="11429">
                <a:moveTo>
                  <a:pt x="0" y="11132"/>
                </a:moveTo>
                <a:lnTo>
                  <a:pt x="31980" y="0"/>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40" name="object 40"/>
          <p:cNvSpPr/>
          <p:nvPr/>
        </p:nvSpPr>
        <p:spPr>
          <a:xfrm>
            <a:off x="4002088" y="4237038"/>
            <a:ext cx="30162" cy="9525"/>
          </a:xfrm>
          <a:custGeom>
            <a:avLst/>
            <a:gdLst/>
            <a:ahLst/>
            <a:cxnLst/>
            <a:rect l="l" t="t" r="r" b="b"/>
            <a:pathLst>
              <a:path w="33654" h="10160">
                <a:moveTo>
                  <a:pt x="0" y="9740"/>
                </a:moveTo>
                <a:lnTo>
                  <a:pt x="3337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41" name="object 41"/>
          <p:cNvSpPr/>
          <p:nvPr/>
        </p:nvSpPr>
        <p:spPr>
          <a:xfrm>
            <a:off x="4032250" y="4230688"/>
            <a:ext cx="30163" cy="7937"/>
          </a:xfrm>
          <a:custGeom>
            <a:avLst/>
            <a:gdLst/>
            <a:ahLst/>
            <a:cxnLst/>
            <a:rect l="l" t="t" r="r" b="b"/>
            <a:pathLst>
              <a:path w="33654" h="8889">
                <a:moveTo>
                  <a:pt x="0" y="8349"/>
                </a:moveTo>
                <a:lnTo>
                  <a:pt x="3337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42" name="object 42"/>
          <p:cNvSpPr/>
          <p:nvPr/>
        </p:nvSpPr>
        <p:spPr>
          <a:xfrm>
            <a:off x="4064000" y="4222750"/>
            <a:ext cx="31750" cy="7938"/>
          </a:xfrm>
          <a:custGeom>
            <a:avLst/>
            <a:gdLst/>
            <a:ahLst/>
            <a:cxnLst/>
            <a:rect l="l" t="t" r="r" b="b"/>
            <a:pathLst>
              <a:path w="36195" h="8889">
                <a:moveTo>
                  <a:pt x="0" y="8349"/>
                </a:moveTo>
                <a:lnTo>
                  <a:pt x="36151"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43" name="object 43"/>
          <p:cNvSpPr/>
          <p:nvPr/>
        </p:nvSpPr>
        <p:spPr>
          <a:xfrm>
            <a:off x="4097338" y="4214813"/>
            <a:ext cx="31750" cy="7937"/>
          </a:xfrm>
          <a:custGeom>
            <a:avLst/>
            <a:gdLst/>
            <a:ahLst/>
            <a:cxnLst/>
            <a:rect l="l" t="t" r="r" b="b"/>
            <a:pathLst>
              <a:path w="36195" h="10160">
                <a:moveTo>
                  <a:pt x="0" y="9740"/>
                </a:moveTo>
                <a:lnTo>
                  <a:pt x="36151"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44" name="object 44"/>
          <p:cNvSpPr/>
          <p:nvPr/>
        </p:nvSpPr>
        <p:spPr>
          <a:xfrm>
            <a:off x="4129088" y="4208463"/>
            <a:ext cx="33337" cy="6350"/>
          </a:xfrm>
          <a:custGeom>
            <a:avLst/>
            <a:gdLst/>
            <a:ahLst/>
            <a:cxnLst/>
            <a:rect l="l" t="t" r="r" b="b"/>
            <a:pathLst>
              <a:path w="36195" h="6985">
                <a:moveTo>
                  <a:pt x="0" y="6957"/>
                </a:moveTo>
                <a:lnTo>
                  <a:pt x="36151"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45" name="object 45"/>
          <p:cNvSpPr/>
          <p:nvPr/>
        </p:nvSpPr>
        <p:spPr>
          <a:xfrm>
            <a:off x="4162425" y="4203700"/>
            <a:ext cx="34925" cy="4763"/>
          </a:xfrm>
          <a:custGeom>
            <a:avLst/>
            <a:gdLst/>
            <a:ahLst/>
            <a:cxnLst/>
            <a:rect l="l" t="t" r="r" b="b"/>
            <a:pathLst>
              <a:path w="39370" h="5714">
                <a:moveTo>
                  <a:pt x="0" y="5566"/>
                </a:moveTo>
                <a:lnTo>
                  <a:pt x="38932"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46" name="object 46"/>
          <p:cNvSpPr/>
          <p:nvPr/>
        </p:nvSpPr>
        <p:spPr>
          <a:xfrm>
            <a:off x="4198938" y="4198938"/>
            <a:ext cx="34925" cy="4762"/>
          </a:xfrm>
          <a:custGeom>
            <a:avLst/>
            <a:gdLst/>
            <a:ahLst/>
            <a:cxnLst/>
            <a:rect l="l" t="t" r="r" b="b"/>
            <a:pathLst>
              <a:path w="39370" h="5714">
                <a:moveTo>
                  <a:pt x="0" y="5566"/>
                </a:moveTo>
                <a:lnTo>
                  <a:pt x="38932"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47" name="object 47"/>
          <p:cNvSpPr/>
          <p:nvPr/>
        </p:nvSpPr>
        <p:spPr>
          <a:xfrm>
            <a:off x="4233863" y="4194175"/>
            <a:ext cx="36512" cy="4763"/>
          </a:xfrm>
          <a:custGeom>
            <a:avLst/>
            <a:gdLst/>
            <a:ahLst/>
            <a:cxnLst/>
            <a:rect l="l" t="t" r="r" b="b"/>
            <a:pathLst>
              <a:path w="40639" h="5714">
                <a:moveTo>
                  <a:pt x="0" y="5566"/>
                </a:moveTo>
                <a:lnTo>
                  <a:pt x="40322"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48" name="object 48"/>
          <p:cNvSpPr/>
          <p:nvPr/>
        </p:nvSpPr>
        <p:spPr>
          <a:xfrm>
            <a:off x="4270375" y="4191000"/>
            <a:ext cx="36513" cy="3175"/>
          </a:xfrm>
          <a:custGeom>
            <a:avLst/>
            <a:gdLst/>
            <a:ahLst/>
            <a:cxnLst/>
            <a:rect l="l" t="t" r="r" b="b"/>
            <a:pathLst>
              <a:path w="40639" h="3175">
                <a:moveTo>
                  <a:pt x="-2783" y="1391"/>
                </a:moveTo>
                <a:lnTo>
                  <a:pt x="43105"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49" name="object 49"/>
          <p:cNvSpPr/>
          <p:nvPr/>
        </p:nvSpPr>
        <p:spPr>
          <a:xfrm>
            <a:off x="4306888" y="4187825"/>
            <a:ext cx="38100" cy="3175"/>
          </a:xfrm>
          <a:custGeom>
            <a:avLst/>
            <a:gdLst/>
            <a:ahLst/>
            <a:cxnLst/>
            <a:rect l="l" t="t" r="r" b="b"/>
            <a:pathLst>
              <a:path w="41910" h="4445">
                <a:moveTo>
                  <a:pt x="-2783" y="2087"/>
                </a:moveTo>
                <a:lnTo>
                  <a:pt x="44496" y="2087"/>
                </a:lnTo>
              </a:path>
            </a:pathLst>
          </a:custGeom>
          <a:ln w="9740">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50" name="object 50"/>
          <p:cNvSpPr/>
          <p:nvPr/>
        </p:nvSpPr>
        <p:spPr>
          <a:xfrm>
            <a:off x="4344988" y="4184650"/>
            <a:ext cx="38100" cy="3175"/>
          </a:xfrm>
          <a:custGeom>
            <a:avLst/>
            <a:gdLst/>
            <a:ahLst/>
            <a:cxnLst/>
            <a:rect l="l" t="t" r="r" b="b"/>
            <a:pathLst>
              <a:path w="43179" h="3175">
                <a:moveTo>
                  <a:pt x="-2783" y="1391"/>
                </a:moveTo>
                <a:lnTo>
                  <a:pt x="45886"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51" name="object 51"/>
          <p:cNvSpPr/>
          <p:nvPr/>
        </p:nvSpPr>
        <p:spPr>
          <a:xfrm>
            <a:off x="4384675" y="4184650"/>
            <a:ext cx="36513" cy="0"/>
          </a:xfrm>
          <a:custGeom>
            <a:avLst/>
            <a:gdLst/>
            <a:ahLst/>
            <a:cxnLst/>
            <a:rect l="l" t="t" r="r" b="b"/>
            <a:pathLst>
              <a:path w="41910">
                <a:moveTo>
                  <a:pt x="0" y="0"/>
                </a:moveTo>
                <a:lnTo>
                  <a:pt x="41713"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52" name="object 52"/>
          <p:cNvSpPr/>
          <p:nvPr/>
        </p:nvSpPr>
        <p:spPr>
          <a:xfrm>
            <a:off x="4422775" y="4183063"/>
            <a:ext cx="39688" cy="1587"/>
          </a:xfrm>
          <a:custGeom>
            <a:avLst/>
            <a:gdLst/>
            <a:ahLst/>
            <a:cxnLst/>
            <a:rect l="l" t="t" r="r" b="b"/>
            <a:pathLst>
              <a:path w="45085" h="1904">
                <a:moveTo>
                  <a:pt x="-2783" y="695"/>
                </a:moveTo>
                <a:lnTo>
                  <a:pt x="47277"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53" name="object 53"/>
          <p:cNvSpPr/>
          <p:nvPr/>
        </p:nvSpPr>
        <p:spPr>
          <a:xfrm>
            <a:off x="4464050" y="4183063"/>
            <a:ext cx="39688" cy="1587"/>
          </a:xfrm>
          <a:custGeom>
            <a:avLst/>
            <a:gdLst/>
            <a:ahLst/>
            <a:cxnLst/>
            <a:rect l="l" t="t" r="r" b="b"/>
            <a:pathLst>
              <a:path w="45085" h="1904">
                <a:moveTo>
                  <a:pt x="-2783" y="695"/>
                </a:moveTo>
                <a:lnTo>
                  <a:pt x="47277"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54" name="object 54"/>
          <p:cNvSpPr/>
          <p:nvPr/>
        </p:nvSpPr>
        <p:spPr>
          <a:xfrm>
            <a:off x="4503738" y="4184650"/>
            <a:ext cx="38100" cy="0"/>
          </a:xfrm>
          <a:custGeom>
            <a:avLst/>
            <a:gdLst/>
            <a:ahLst/>
            <a:cxnLst/>
            <a:rect l="l" t="t" r="r" b="b"/>
            <a:pathLst>
              <a:path w="43179">
                <a:moveTo>
                  <a:pt x="0" y="0"/>
                </a:moveTo>
                <a:lnTo>
                  <a:pt x="43103"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55" name="object 55"/>
          <p:cNvSpPr/>
          <p:nvPr/>
        </p:nvSpPr>
        <p:spPr>
          <a:xfrm>
            <a:off x="4543425" y="4184650"/>
            <a:ext cx="38100" cy="3175"/>
          </a:xfrm>
          <a:custGeom>
            <a:avLst/>
            <a:gdLst/>
            <a:ahLst/>
            <a:cxnLst/>
            <a:rect l="l" t="t" r="r" b="b"/>
            <a:pathLst>
              <a:path w="43179" h="3175">
                <a:moveTo>
                  <a:pt x="-2783" y="1391"/>
                </a:moveTo>
                <a:lnTo>
                  <a:pt x="45886"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56" name="object 56"/>
          <p:cNvSpPr/>
          <p:nvPr/>
        </p:nvSpPr>
        <p:spPr>
          <a:xfrm>
            <a:off x="4583113" y="4187825"/>
            <a:ext cx="34925" cy="3175"/>
          </a:xfrm>
          <a:custGeom>
            <a:avLst/>
            <a:gdLst/>
            <a:ahLst/>
            <a:cxnLst/>
            <a:rect l="l" t="t" r="r" b="b"/>
            <a:pathLst>
              <a:path w="40639" h="4445">
                <a:moveTo>
                  <a:pt x="-2783" y="2087"/>
                </a:moveTo>
                <a:lnTo>
                  <a:pt x="43105" y="2087"/>
                </a:lnTo>
              </a:path>
            </a:pathLst>
          </a:custGeom>
          <a:ln w="9740">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57" name="object 57"/>
          <p:cNvSpPr/>
          <p:nvPr/>
        </p:nvSpPr>
        <p:spPr>
          <a:xfrm>
            <a:off x="4619625" y="4191000"/>
            <a:ext cx="34925" cy="3175"/>
          </a:xfrm>
          <a:custGeom>
            <a:avLst/>
            <a:gdLst/>
            <a:ahLst/>
            <a:cxnLst/>
            <a:rect l="l" t="t" r="r" b="b"/>
            <a:pathLst>
              <a:path w="40639" h="3175">
                <a:moveTo>
                  <a:pt x="-2783" y="1391"/>
                </a:moveTo>
                <a:lnTo>
                  <a:pt x="43105"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58" name="object 58"/>
          <p:cNvSpPr/>
          <p:nvPr/>
        </p:nvSpPr>
        <p:spPr>
          <a:xfrm>
            <a:off x="4656138" y="4194175"/>
            <a:ext cx="36512" cy="4763"/>
          </a:xfrm>
          <a:custGeom>
            <a:avLst/>
            <a:gdLst/>
            <a:ahLst/>
            <a:cxnLst/>
            <a:rect l="l" t="t" r="r" b="b"/>
            <a:pathLst>
              <a:path w="41910" h="5714">
                <a:moveTo>
                  <a:pt x="0" y="0"/>
                </a:moveTo>
                <a:lnTo>
                  <a:pt x="41713"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59" name="object 59"/>
          <p:cNvSpPr/>
          <p:nvPr/>
        </p:nvSpPr>
        <p:spPr>
          <a:xfrm>
            <a:off x="4694238" y="4198938"/>
            <a:ext cx="33337" cy="4762"/>
          </a:xfrm>
          <a:custGeom>
            <a:avLst/>
            <a:gdLst/>
            <a:ahLst/>
            <a:cxnLst/>
            <a:rect l="l" t="t" r="r" b="b"/>
            <a:pathLst>
              <a:path w="38100" h="5714">
                <a:moveTo>
                  <a:pt x="0" y="0"/>
                </a:moveTo>
                <a:lnTo>
                  <a:pt x="37541"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60" name="object 60"/>
          <p:cNvSpPr/>
          <p:nvPr/>
        </p:nvSpPr>
        <p:spPr>
          <a:xfrm>
            <a:off x="4729163" y="4203700"/>
            <a:ext cx="33337" cy="4763"/>
          </a:xfrm>
          <a:custGeom>
            <a:avLst/>
            <a:gdLst/>
            <a:ahLst/>
            <a:cxnLst/>
            <a:rect l="l" t="t" r="r" b="b"/>
            <a:pathLst>
              <a:path w="39370" h="5714">
                <a:moveTo>
                  <a:pt x="0" y="0"/>
                </a:moveTo>
                <a:lnTo>
                  <a:pt x="38932"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61" name="object 61"/>
          <p:cNvSpPr/>
          <p:nvPr/>
        </p:nvSpPr>
        <p:spPr>
          <a:xfrm>
            <a:off x="4764088" y="4208463"/>
            <a:ext cx="33337" cy="6350"/>
          </a:xfrm>
          <a:custGeom>
            <a:avLst/>
            <a:gdLst/>
            <a:ahLst/>
            <a:cxnLst/>
            <a:rect l="l" t="t" r="r" b="b"/>
            <a:pathLst>
              <a:path w="38100" h="6985">
                <a:moveTo>
                  <a:pt x="0" y="0"/>
                </a:moveTo>
                <a:lnTo>
                  <a:pt x="37541" y="6957"/>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62" name="object 62"/>
          <p:cNvSpPr/>
          <p:nvPr/>
        </p:nvSpPr>
        <p:spPr>
          <a:xfrm>
            <a:off x="4799013" y="4214813"/>
            <a:ext cx="31750" cy="7937"/>
          </a:xfrm>
          <a:custGeom>
            <a:avLst/>
            <a:gdLst/>
            <a:ahLst/>
            <a:cxnLst/>
            <a:rect l="l" t="t" r="r" b="b"/>
            <a:pathLst>
              <a:path w="36195" h="10160">
                <a:moveTo>
                  <a:pt x="0" y="0"/>
                </a:moveTo>
                <a:lnTo>
                  <a:pt x="36151"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63" name="object 63"/>
          <p:cNvSpPr/>
          <p:nvPr/>
        </p:nvSpPr>
        <p:spPr>
          <a:xfrm>
            <a:off x="4830763" y="4222750"/>
            <a:ext cx="31750" cy="7938"/>
          </a:xfrm>
          <a:custGeom>
            <a:avLst/>
            <a:gdLst/>
            <a:ahLst/>
            <a:cxnLst/>
            <a:rect l="l" t="t" r="r" b="b"/>
            <a:pathLst>
              <a:path w="34925" h="8889">
                <a:moveTo>
                  <a:pt x="0" y="0"/>
                </a:moveTo>
                <a:lnTo>
                  <a:pt x="34760" y="8349"/>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64" name="object 64"/>
          <p:cNvSpPr/>
          <p:nvPr/>
        </p:nvSpPr>
        <p:spPr>
          <a:xfrm>
            <a:off x="4864100" y="4230688"/>
            <a:ext cx="30163" cy="7937"/>
          </a:xfrm>
          <a:custGeom>
            <a:avLst/>
            <a:gdLst/>
            <a:ahLst/>
            <a:cxnLst/>
            <a:rect l="l" t="t" r="r" b="b"/>
            <a:pathLst>
              <a:path w="34925" h="8889">
                <a:moveTo>
                  <a:pt x="0" y="0"/>
                </a:moveTo>
                <a:lnTo>
                  <a:pt x="34760" y="8349"/>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65" name="object 65"/>
          <p:cNvSpPr/>
          <p:nvPr/>
        </p:nvSpPr>
        <p:spPr>
          <a:xfrm>
            <a:off x="4895850" y="4237038"/>
            <a:ext cx="28575" cy="9525"/>
          </a:xfrm>
          <a:custGeom>
            <a:avLst/>
            <a:gdLst/>
            <a:ahLst/>
            <a:cxnLst/>
            <a:rect l="l" t="t" r="r" b="b"/>
            <a:pathLst>
              <a:path w="32385" h="10160">
                <a:moveTo>
                  <a:pt x="0" y="0"/>
                </a:moveTo>
                <a:lnTo>
                  <a:pt x="31980"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66" name="object 66"/>
          <p:cNvSpPr/>
          <p:nvPr/>
        </p:nvSpPr>
        <p:spPr>
          <a:xfrm>
            <a:off x="4924425" y="4246563"/>
            <a:ext cx="28575" cy="9525"/>
          </a:xfrm>
          <a:custGeom>
            <a:avLst/>
            <a:gdLst/>
            <a:ahLst/>
            <a:cxnLst/>
            <a:rect l="l" t="t" r="r" b="b"/>
            <a:pathLst>
              <a:path w="32385" h="11429">
                <a:moveTo>
                  <a:pt x="0" y="0"/>
                </a:moveTo>
                <a:lnTo>
                  <a:pt x="31980" y="11132"/>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67" name="object 67"/>
          <p:cNvSpPr/>
          <p:nvPr/>
        </p:nvSpPr>
        <p:spPr>
          <a:xfrm>
            <a:off x="4954588" y="4256088"/>
            <a:ext cx="26987" cy="9525"/>
          </a:xfrm>
          <a:custGeom>
            <a:avLst/>
            <a:gdLst/>
            <a:ahLst/>
            <a:cxnLst/>
            <a:rect l="l" t="t" r="r" b="b"/>
            <a:pathLst>
              <a:path w="31114" h="11429">
                <a:moveTo>
                  <a:pt x="0" y="0"/>
                </a:moveTo>
                <a:lnTo>
                  <a:pt x="30589" y="11132"/>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68" name="object 68"/>
          <p:cNvSpPr/>
          <p:nvPr/>
        </p:nvSpPr>
        <p:spPr>
          <a:xfrm>
            <a:off x="4983163" y="4265613"/>
            <a:ext cx="26987" cy="11112"/>
          </a:xfrm>
          <a:custGeom>
            <a:avLst/>
            <a:gdLst/>
            <a:ahLst/>
            <a:cxnLst/>
            <a:rect l="l" t="t" r="r" b="b"/>
            <a:pathLst>
              <a:path w="31114" h="12700">
                <a:moveTo>
                  <a:pt x="0" y="0"/>
                </a:moveTo>
                <a:lnTo>
                  <a:pt x="30589"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69" name="object 69"/>
          <p:cNvSpPr/>
          <p:nvPr/>
        </p:nvSpPr>
        <p:spPr>
          <a:xfrm>
            <a:off x="5010150" y="4276725"/>
            <a:ext cx="22225" cy="11113"/>
          </a:xfrm>
          <a:custGeom>
            <a:avLst/>
            <a:gdLst/>
            <a:ahLst/>
            <a:cxnLst/>
            <a:rect l="l" t="t" r="r" b="b"/>
            <a:pathLst>
              <a:path w="25400" h="12700">
                <a:moveTo>
                  <a:pt x="0" y="0"/>
                </a:moveTo>
                <a:lnTo>
                  <a:pt x="25027"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70" name="object 70"/>
          <p:cNvSpPr/>
          <p:nvPr/>
        </p:nvSpPr>
        <p:spPr>
          <a:xfrm>
            <a:off x="5033963" y="4287838"/>
            <a:ext cx="23812" cy="11112"/>
          </a:xfrm>
          <a:custGeom>
            <a:avLst/>
            <a:gdLst/>
            <a:ahLst/>
            <a:cxnLst/>
            <a:rect l="l" t="t" r="r" b="b"/>
            <a:pathLst>
              <a:path w="26670" h="12700">
                <a:moveTo>
                  <a:pt x="0" y="0"/>
                </a:moveTo>
                <a:lnTo>
                  <a:pt x="26418"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71" name="object 71"/>
          <p:cNvSpPr/>
          <p:nvPr/>
        </p:nvSpPr>
        <p:spPr>
          <a:xfrm>
            <a:off x="5057775" y="4298950"/>
            <a:ext cx="23813" cy="12700"/>
          </a:xfrm>
          <a:custGeom>
            <a:avLst/>
            <a:gdLst/>
            <a:ahLst/>
            <a:cxnLst/>
            <a:rect l="l" t="t" r="r" b="b"/>
            <a:pathLst>
              <a:path w="26670" h="13970">
                <a:moveTo>
                  <a:pt x="0" y="0"/>
                </a:moveTo>
                <a:lnTo>
                  <a:pt x="26418" y="13915"/>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72" name="object 72"/>
          <p:cNvSpPr/>
          <p:nvPr/>
        </p:nvSpPr>
        <p:spPr>
          <a:xfrm>
            <a:off x="5083175" y="4311650"/>
            <a:ext cx="20638" cy="11113"/>
          </a:xfrm>
          <a:custGeom>
            <a:avLst/>
            <a:gdLst/>
            <a:ahLst/>
            <a:cxnLst/>
            <a:rect l="l" t="t" r="r" b="b"/>
            <a:pathLst>
              <a:path w="22860" h="12700">
                <a:moveTo>
                  <a:pt x="0" y="0"/>
                </a:moveTo>
                <a:lnTo>
                  <a:pt x="22247"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73" name="object 73"/>
          <p:cNvSpPr/>
          <p:nvPr/>
        </p:nvSpPr>
        <p:spPr>
          <a:xfrm>
            <a:off x="5103813" y="4324350"/>
            <a:ext cx="19050" cy="11113"/>
          </a:xfrm>
          <a:custGeom>
            <a:avLst/>
            <a:gdLst/>
            <a:ahLst/>
            <a:cxnLst/>
            <a:rect l="l" t="t" r="r" b="b"/>
            <a:pathLst>
              <a:path w="20954" h="12700">
                <a:moveTo>
                  <a:pt x="0" y="0"/>
                </a:moveTo>
                <a:lnTo>
                  <a:pt x="20856"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74" name="object 74"/>
          <p:cNvSpPr/>
          <p:nvPr/>
        </p:nvSpPr>
        <p:spPr>
          <a:xfrm>
            <a:off x="5122863" y="4335463"/>
            <a:ext cx="7937" cy="6350"/>
          </a:xfrm>
          <a:custGeom>
            <a:avLst/>
            <a:gdLst/>
            <a:ahLst/>
            <a:cxnLst/>
            <a:rect l="l" t="t" r="r" b="b"/>
            <a:pathLst>
              <a:path w="8889" h="6985">
                <a:moveTo>
                  <a:pt x="0" y="0"/>
                </a:moveTo>
                <a:lnTo>
                  <a:pt x="8342" y="6957"/>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75" name="object 75"/>
          <p:cNvSpPr/>
          <p:nvPr/>
        </p:nvSpPr>
        <p:spPr>
          <a:xfrm>
            <a:off x="5132388" y="4343400"/>
            <a:ext cx="7937" cy="4763"/>
          </a:xfrm>
          <a:custGeom>
            <a:avLst/>
            <a:gdLst/>
            <a:ahLst/>
            <a:cxnLst/>
            <a:rect l="l" t="t" r="r" b="b"/>
            <a:pathLst>
              <a:path w="10160" h="5714">
                <a:moveTo>
                  <a:pt x="0" y="0"/>
                </a:moveTo>
                <a:lnTo>
                  <a:pt x="9733" y="5566"/>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76" name="object 76"/>
          <p:cNvSpPr/>
          <p:nvPr/>
        </p:nvSpPr>
        <p:spPr>
          <a:xfrm>
            <a:off x="5141913" y="4349750"/>
            <a:ext cx="7937" cy="6350"/>
          </a:xfrm>
          <a:custGeom>
            <a:avLst/>
            <a:gdLst/>
            <a:ahLst/>
            <a:cxnLst/>
            <a:rect l="l" t="t" r="r" b="b"/>
            <a:pathLst>
              <a:path w="8889" h="6985">
                <a:moveTo>
                  <a:pt x="0" y="0"/>
                </a:moveTo>
                <a:lnTo>
                  <a:pt x="8342" y="6957"/>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77" name="object 77"/>
          <p:cNvSpPr/>
          <p:nvPr/>
        </p:nvSpPr>
        <p:spPr>
          <a:xfrm>
            <a:off x="5149850" y="4356100"/>
            <a:ext cx="9525" cy="6350"/>
          </a:xfrm>
          <a:custGeom>
            <a:avLst/>
            <a:gdLst/>
            <a:ahLst/>
            <a:cxnLst/>
            <a:rect l="l" t="t" r="r" b="b"/>
            <a:pathLst>
              <a:path w="10160" h="5714">
                <a:moveTo>
                  <a:pt x="0" y="0"/>
                </a:moveTo>
                <a:lnTo>
                  <a:pt x="9733" y="5566"/>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78" name="object 78"/>
          <p:cNvSpPr/>
          <p:nvPr/>
        </p:nvSpPr>
        <p:spPr>
          <a:xfrm>
            <a:off x="5160963" y="4362450"/>
            <a:ext cx="4762" cy="6350"/>
          </a:xfrm>
          <a:custGeom>
            <a:avLst/>
            <a:gdLst/>
            <a:ahLst/>
            <a:cxnLst/>
            <a:rect l="l" t="t" r="r" b="b"/>
            <a:pathLst>
              <a:path w="6985" h="6985">
                <a:moveTo>
                  <a:pt x="0" y="0"/>
                </a:moveTo>
                <a:lnTo>
                  <a:pt x="6952"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79" name="object 79"/>
          <p:cNvSpPr/>
          <p:nvPr/>
        </p:nvSpPr>
        <p:spPr>
          <a:xfrm>
            <a:off x="5167313" y="4370388"/>
            <a:ext cx="6350" cy="7937"/>
          </a:xfrm>
          <a:custGeom>
            <a:avLst/>
            <a:gdLst/>
            <a:ahLst/>
            <a:cxnLst/>
            <a:rect l="l" t="t" r="r" b="b"/>
            <a:pathLst>
              <a:path w="6985" h="8889">
                <a:moveTo>
                  <a:pt x="0" y="0"/>
                </a:moveTo>
                <a:lnTo>
                  <a:pt x="6952" y="8349"/>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80" name="object 80"/>
          <p:cNvSpPr/>
          <p:nvPr/>
        </p:nvSpPr>
        <p:spPr>
          <a:xfrm>
            <a:off x="5175250" y="4378325"/>
            <a:ext cx="6350" cy="4763"/>
          </a:xfrm>
          <a:custGeom>
            <a:avLst/>
            <a:gdLst/>
            <a:ahLst/>
            <a:cxnLst/>
            <a:rect l="l" t="t" r="r" b="b"/>
            <a:pathLst>
              <a:path w="6985" h="4445">
                <a:moveTo>
                  <a:pt x="0" y="0"/>
                </a:moveTo>
                <a:lnTo>
                  <a:pt x="6952" y="4174"/>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81" name="object 81"/>
          <p:cNvSpPr/>
          <p:nvPr/>
        </p:nvSpPr>
        <p:spPr>
          <a:xfrm>
            <a:off x="5183188" y="4383088"/>
            <a:ext cx="4762" cy="7937"/>
          </a:xfrm>
          <a:custGeom>
            <a:avLst/>
            <a:gdLst/>
            <a:ahLst/>
            <a:cxnLst/>
            <a:rect l="l" t="t" r="r" b="b"/>
            <a:pathLst>
              <a:path w="5714" h="8889">
                <a:moveTo>
                  <a:pt x="0" y="0"/>
                </a:moveTo>
                <a:lnTo>
                  <a:pt x="5561" y="8349"/>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82" name="object 82"/>
          <p:cNvSpPr/>
          <p:nvPr/>
        </p:nvSpPr>
        <p:spPr>
          <a:xfrm>
            <a:off x="5187950" y="4392613"/>
            <a:ext cx="6350" cy="6350"/>
          </a:xfrm>
          <a:custGeom>
            <a:avLst/>
            <a:gdLst/>
            <a:ahLst/>
            <a:cxnLst/>
            <a:rect l="l" t="t" r="r" b="b"/>
            <a:pathLst>
              <a:path w="5714" h="6985">
                <a:moveTo>
                  <a:pt x="0" y="0"/>
                </a:moveTo>
                <a:lnTo>
                  <a:pt x="5561"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83" name="object 83"/>
          <p:cNvSpPr/>
          <p:nvPr/>
        </p:nvSpPr>
        <p:spPr>
          <a:xfrm>
            <a:off x="5194300" y="4398963"/>
            <a:ext cx="4763" cy="6350"/>
          </a:xfrm>
          <a:custGeom>
            <a:avLst/>
            <a:gdLst/>
            <a:ahLst/>
            <a:cxnLst/>
            <a:rect l="l" t="t" r="r" b="b"/>
            <a:pathLst>
              <a:path w="5714" h="6985">
                <a:moveTo>
                  <a:pt x="0" y="0"/>
                </a:moveTo>
                <a:lnTo>
                  <a:pt x="5561"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84" name="object 84"/>
          <p:cNvSpPr/>
          <p:nvPr/>
        </p:nvSpPr>
        <p:spPr>
          <a:xfrm>
            <a:off x="5200650" y="4406900"/>
            <a:ext cx="4763" cy="6350"/>
          </a:xfrm>
          <a:custGeom>
            <a:avLst/>
            <a:gdLst/>
            <a:ahLst/>
            <a:cxnLst/>
            <a:rect l="l" t="t" r="r" b="b"/>
            <a:pathLst>
              <a:path w="5714" h="6985">
                <a:moveTo>
                  <a:pt x="0" y="0"/>
                </a:moveTo>
                <a:lnTo>
                  <a:pt x="5561"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85" name="object 85"/>
          <p:cNvSpPr/>
          <p:nvPr/>
        </p:nvSpPr>
        <p:spPr>
          <a:xfrm>
            <a:off x="5207000" y="4414838"/>
            <a:ext cx="3175" cy="6350"/>
          </a:xfrm>
          <a:custGeom>
            <a:avLst/>
            <a:gdLst/>
            <a:ahLst/>
            <a:cxnLst/>
            <a:rect l="l" t="t" r="r" b="b"/>
            <a:pathLst>
              <a:path w="4445" h="6985">
                <a:moveTo>
                  <a:pt x="0" y="0"/>
                </a:moveTo>
                <a:lnTo>
                  <a:pt x="4171"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86" name="object 86"/>
          <p:cNvSpPr/>
          <p:nvPr/>
        </p:nvSpPr>
        <p:spPr>
          <a:xfrm>
            <a:off x="5210175" y="4421188"/>
            <a:ext cx="4763" cy="6350"/>
          </a:xfrm>
          <a:custGeom>
            <a:avLst/>
            <a:gdLst/>
            <a:ahLst/>
            <a:cxnLst/>
            <a:rect l="l" t="t" r="r" b="b"/>
            <a:pathLst>
              <a:path w="4445" h="6985">
                <a:moveTo>
                  <a:pt x="0" y="0"/>
                </a:moveTo>
                <a:lnTo>
                  <a:pt x="4171"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87" name="object 87"/>
          <p:cNvSpPr/>
          <p:nvPr/>
        </p:nvSpPr>
        <p:spPr>
          <a:xfrm>
            <a:off x="5214938" y="4429125"/>
            <a:ext cx="4762" cy="7938"/>
          </a:xfrm>
          <a:custGeom>
            <a:avLst/>
            <a:gdLst/>
            <a:ahLst/>
            <a:cxnLst/>
            <a:rect l="l" t="t" r="r" b="b"/>
            <a:pathLst>
              <a:path w="4445" h="8889">
                <a:moveTo>
                  <a:pt x="0" y="0"/>
                </a:moveTo>
                <a:lnTo>
                  <a:pt x="4171" y="8349"/>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88" name="object 88"/>
          <p:cNvSpPr/>
          <p:nvPr/>
        </p:nvSpPr>
        <p:spPr>
          <a:xfrm>
            <a:off x="5219700" y="4437063"/>
            <a:ext cx="3175" cy="6350"/>
          </a:xfrm>
          <a:custGeom>
            <a:avLst/>
            <a:gdLst/>
            <a:ahLst/>
            <a:cxnLst/>
            <a:rect l="l" t="t" r="r" b="b"/>
            <a:pathLst>
              <a:path w="3175" h="6985">
                <a:moveTo>
                  <a:pt x="0" y="0"/>
                </a:moveTo>
                <a:lnTo>
                  <a:pt x="2780" y="6957"/>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89" name="object 89"/>
          <p:cNvSpPr/>
          <p:nvPr/>
        </p:nvSpPr>
        <p:spPr>
          <a:xfrm>
            <a:off x="5222875" y="4445000"/>
            <a:ext cx="3175" cy="6350"/>
          </a:xfrm>
          <a:custGeom>
            <a:avLst/>
            <a:gdLst/>
            <a:ahLst/>
            <a:cxnLst/>
            <a:rect l="l" t="t" r="r" b="b"/>
            <a:pathLst>
              <a:path w="4445" h="6985">
                <a:moveTo>
                  <a:pt x="0" y="0"/>
                </a:moveTo>
                <a:lnTo>
                  <a:pt x="4171"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90" name="object 90"/>
          <p:cNvSpPr/>
          <p:nvPr/>
        </p:nvSpPr>
        <p:spPr>
          <a:xfrm>
            <a:off x="5226050" y="4452938"/>
            <a:ext cx="3175" cy="7937"/>
          </a:xfrm>
          <a:custGeom>
            <a:avLst/>
            <a:gdLst/>
            <a:ahLst/>
            <a:cxnLst/>
            <a:rect l="l" t="t" r="r" b="b"/>
            <a:pathLst>
              <a:path w="3175" h="8889">
                <a:moveTo>
                  <a:pt x="0" y="0"/>
                </a:moveTo>
                <a:lnTo>
                  <a:pt x="2780" y="8349"/>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91" name="object 91"/>
          <p:cNvSpPr/>
          <p:nvPr/>
        </p:nvSpPr>
        <p:spPr>
          <a:xfrm>
            <a:off x="5229225" y="4460875"/>
            <a:ext cx="3175" cy="6350"/>
          </a:xfrm>
          <a:custGeom>
            <a:avLst/>
            <a:gdLst/>
            <a:ahLst/>
            <a:cxnLst/>
            <a:rect l="l" t="t" r="r" b="b"/>
            <a:pathLst>
              <a:path w="3175" h="6985">
                <a:moveTo>
                  <a:pt x="0" y="0"/>
                </a:moveTo>
                <a:lnTo>
                  <a:pt x="2780" y="6957"/>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92" name="object 92"/>
          <p:cNvSpPr/>
          <p:nvPr/>
        </p:nvSpPr>
        <p:spPr>
          <a:xfrm>
            <a:off x="5230813" y="4468813"/>
            <a:ext cx="1587" cy="7937"/>
          </a:xfrm>
          <a:custGeom>
            <a:avLst/>
            <a:gdLst/>
            <a:ahLst/>
            <a:cxnLst/>
            <a:rect l="l" t="t" r="r" b="b"/>
            <a:pathLst>
              <a:path w="1904" h="8889">
                <a:moveTo>
                  <a:pt x="695" y="-2780"/>
                </a:moveTo>
                <a:lnTo>
                  <a:pt x="695" y="1113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93" name="object 93"/>
          <p:cNvSpPr/>
          <p:nvPr/>
        </p:nvSpPr>
        <p:spPr>
          <a:xfrm>
            <a:off x="5232400" y="4476750"/>
            <a:ext cx="1588" cy="6350"/>
          </a:xfrm>
          <a:custGeom>
            <a:avLst/>
            <a:gdLst/>
            <a:ahLst/>
            <a:cxnLst/>
            <a:rect l="l" t="t" r="r" b="b"/>
            <a:pathLst>
              <a:path w="1904" h="6985">
                <a:moveTo>
                  <a:pt x="0" y="0"/>
                </a:moveTo>
                <a:lnTo>
                  <a:pt x="1390" y="6957"/>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94" name="object 94"/>
          <p:cNvSpPr/>
          <p:nvPr/>
        </p:nvSpPr>
        <p:spPr>
          <a:xfrm>
            <a:off x="5233988" y="4481513"/>
            <a:ext cx="0" cy="28575"/>
          </a:xfrm>
          <a:custGeom>
            <a:avLst/>
            <a:gdLst/>
            <a:ahLst/>
            <a:cxnLst/>
            <a:rect l="l" t="t" r="r" b="b"/>
            <a:pathLst>
              <a:path h="31114">
                <a:moveTo>
                  <a:pt x="0" y="0"/>
                </a:moveTo>
                <a:lnTo>
                  <a:pt x="0" y="30611"/>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95" name="object 95"/>
          <p:cNvSpPr/>
          <p:nvPr/>
        </p:nvSpPr>
        <p:spPr>
          <a:xfrm>
            <a:off x="5235575" y="4500563"/>
            <a:ext cx="1588" cy="0"/>
          </a:xfrm>
          <a:custGeom>
            <a:avLst/>
            <a:gdLst/>
            <a:ahLst/>
            <a:cxnLst/>
            <a:rect l="l" t="t" r="r" b="b"/>
            <a:pathLst>
              <a:path w="1904">
                <a:moveTo>
                  <a:pt x="695" y="-2783"/>
                </a:moveTo>
                <a:lnTo>
                  <a:pt x="695" y="2783"/>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96" name="object 96"/>
          <p:cNvSpPr/>
          <p:nvPr/>
        </p:nvSpPr>
        <p:spPr>
          <a:xfrm>
            <a:off x="5233988" y="4510088"/>
            <a:ext cx="1587" cy="6350"/>
          </a:xfrm>
          <a:custGeom>
            <a:avLst/>
            <a:gdLst/>
            <a:ahLst/>
            <a:cxnLst/>
            <a:rect l="l" t="t" r="r" b="b"/>
            <a:pathLst>
              <a:path w="1904" h="6985">
                <a:moveTo>
                  <a:pt x="1390" y="0"/>
                </a:moveTo>
                <a:lnTo>
                  <a:pt x="0" y="6957"/>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97" name="object 97"/>
          <p:cNvSpPr/>
          <p:nvPr/>
        </p:nvSpPr>
        <p:spPr>
          <a:xfrm>
            <a:off x="5232400" y="4518025"/>
            <a:ext cx="1588" cy="6350"/>
          </a:xfrm>
          <a:custGeom>
            <a:avLst/>
            <a:gdLst/>
            <a:ahLst/>
            <a:cxnLst/>
            <a:rect l="l" t="t" r="r" b="b"/>
            <a:pathLst>
              <a:path w="1904" h="6985">
                <a:moveTo>
                  <a:pt x="1390" y="0"/>
                </a:moveTo>
                <a:lnTo>
                  <a:pt x="0" y="6957"/>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98" name="object 98"/>
          <p:cNvSpPr/>
          <p:nvPr/>
        </p:nvSpPr>
        <p:spPr>
          <a:xfrm>
            <a:off x="5230813" y="4524375"/>
            <a:ext cx="1587" cy="7938"/>
          </a:xfrm>
          <a:custGeom>
            <a:avLst/>
            <a:gdLst/>
            <a:ahLst/>
            <a:cxnLst/>
            <a:rect l="l" t="t" r="r" b="b"/>
            <a:pathLst>
              <a:path w="1904" h="8889">
                <a:moveTo>
                  <a:pt x="695" y="-2780"/>
                </a:moveTo>
                <a:lnTo>
                  <a:pt x="695" y="1113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99" name="object 99"/>
          <p:cNvSpPr/>
          <p:nvPr/>
        </p:nvSpPr>
        <p:spPr>
          <a:xfrm>
            <a:off x="5229225" y="4533900"/>
            <a:ext cx="3175" cy="7938"/>
          </a:xfrm>
          <a:custGeom>
            <a:avLst/>
            <a:gdLst/>
            <a:ahLst/>
            <a:cxnLst/>
            <a:rect l="l" t="t" r="r" b="b"/>
            <a:pathLst>
              <a:path w="3175" h="8889">
                <a:moveTo>
                  <a:pt x="2780" y="0"/>
                </a:moveTo>
                <a:lnTo>
                  <a:pt x="0" y="8349"/>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00" name="object 100"/>
          <p:cNvSpPr/>
          <p:nvPr/>
        </p:nvSpPr>
        <p:spPr>
          <a:xfrm>
            <a:off x="5226050" y="4541838"/>
            <a:ext cx="3175" cy="6350"/>
          </a:xfrm>
          <a:custGeom>
            <a:avLst/>
            <a:gdLst/>
            <a:ahLst/>
            <a:cxnLst/>
            <a:rect l="l" t="t" r="r" b="b"/>
            <a:pathLst>
              <a:path w="3175" h="6985">
                <a:moveTo>
                  <a:pt x="2780" y="0"/>
                </a:moveTo>
                <a:lnTo>
                  <a:pt x="0" y="6957"/>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01" name="object 101"/>
          <p:cNvSpPr/>
          <p:nvPr/>
        </p:nvSpPr>
        <p:spPr>
          <a:xfrm>
            <a:off x="5222875" y="4549775"/>
            <a:ext cx="3175" cy="6350"/>
          </a:xfrm>
          <a:custGeom>
            <a:avLst/>
            <a:gdLst/>
            <a:ahLst/>
            <a:cxnLst/>
            <a:rect l="l" t="t" r="r" b="b"/>
            <a:pathLst>
              <a:path w="4445" h="6985">
                <a:moveTo>
                  <a:pt x="4171" y="0"/>
                </a:moveTo>
                <a:lnTo>
                  <a:pt x="0"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02" name="object 102"/>
          <p:cNvSpPr/>
          <p:nvPr/>
        </p:nvSpPr>
        <p:spPr>
          <a:xfrm>
            <a:off x="5219700" y="4556125"/>
            <a:ext cx="3175" cy="7938"/>
          </a:xfrm>
          <a:custGeom>
            <a:avLst/>
            <a:gdLst/>
            <a:ahLst/>
            <a:cxnLst/>
            <a:rect l="l" t="t" r="r" b="b"/>
            <a:pathLst>
              <a:path w="3175" h="8889">
                <a:moveTo>
                  <a:pt x="2780" y="0"/>
                </a:moveTo>
                <a:lnTo>
                  <a:pt x="0" y="8349"/>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03" name="object 103"/>
          <p:cNvSpPr/>
          <p:nvPr/>
        </p:nvSpPr>
        <p:spPr>
          <a:xfrm>
            <a:off x="5216525" y="4565650"/>
            <a:ext cx="4763" cy="7938"/>
          </a:xfrm>
          <a:custGeom>
            <a:avLst/>
            <a:gdLst/>
            <a:ahLst/>
            <a:cxnLst/>
            <a:rect l="l" t="t" r="r" b="b"/>
            <a:pathLst>
              <a:path w="4445" h="8889">
                <a:moveTo>
                  <a:pt x="4171" y="0"/>
                </a:moveTo>
                <a:lnTo>
                  <a:pt x="0" y="8349"/>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04" name="object 104"/>
          <p:cNvSpPr/>
          <p:nvPr/>
        </p:nvSpPr>
        <p:spPr>
          <a:xfrm>
            <a:off x="5211763" y="4573588"/>
            <a:ext cx="4762" cy="6350"/>
          </a:xfrm>
          <a:custGeom>
            <a:avLst/>
            <a:gdLst/>
            <a:ahLst/>
            <a:cxnLst/>
            <a:rect l="l" t="t" r="r" b="b"/>
            <a:pathLst>
              <a:path w="4445" h="6985">
                <a:moveTo>
                  <a:pt x="4171" y="0"/>
                </a:moveTo>
                <a:lnTo>
                  <a:pt x="0"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05" name="object 105"/>
          <p:cNvSpPr/>
          <p:nvPr/>
        </p:nvSpPr>
        <p:spPr>
          <a:xfrm>
            <a:off x="5207000" y="4581525"/>
            <a:ext cx="3175" cy="6350"/>
          </a:xfrm>
          <a:custGeom>
            <a:avLst/>
            <a:gdLst/>
            <a:ahLst/>
            <a:cxnLst/>
            <a:rect l="l" t="t" r="r" b="b"/>
            <a:pathLst>
              <a:path w="4445" h="6985">
                <a:moveTo>
                  <a:pt x="4171" y="0"/>
                </a:moveTo>
                <a:lnTo>
                  <a:pt x="0"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06" name="object 106"/>
          <p:cNvSpPr/>
          <p:nvPr/>
        </p:nvSpPr>
        <p:spPr>
          <a:xfrm>
            <a:off x="5202238" y="4589463"/>
            <a:ext cx="4762" cy="4762"/>
          </a:xfrm>
          <a:custGeom>
            <a:avLst/>
            <a:gdLst/>
            <a:ahLst/>
            <a:cxnLst/>
            <a:rect l="l" t="t" r="r" b="b"/>
            <a:pathLst>
              <a:path w="5714" h="6985">
                <a:moveTo>
                  <a:pt x="5561" y="0"/>
                </a:moveTo>
                <a:lnTo>
                  <a:pt x="0"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07" name="object 107"/>
          <p:cNvSpPr/>
          <p:nvPr/>
        </p:nvSpPr>
        <p:spPr>
          <a:xfrm>
            <a:off x="5195888" y="4595813"/>
            <a:ext cx="4762" cy="6350"/>
          </a:xfrm>
          <a:custGeom>
            <a:avLst/>
            <a:gdLst/>
            <a:ahLst/>
            <a:cxnLst/>
            <a:rect l="l" t="t" r="r" b="b"/>
            <a:pathLst>
              <a:path w="5714" h="6985">
                <a:moveTo>
                  <a:pt x="5561" y="0"/>
                </a:moveTo>
                <a:lnTo>
                  <a:pt x="0"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08" name="object 108"/>
          <p:cNvSpPr/>
          <p:nvPr/>
        </p:nvSpPr>
        <p:spPr>
          <a:xfrm>
            <a:off x="5189538" y="4603750"/>
            <a:ext cx="4762" cy="4763"/>
          </a:xfrm>
          <a:custGeom>
            <a:avLst/>
            <a:gdLst/>
            <a:ahLst/>
            <a:cxnLst/>
            <a:rect l="l" t="t" r="r" b="b"/>
            <a:pathLst>
              <a:path w="5714" h="5714">
                <a:moveTo>
                  <a:pt x="5561" y="0"/>
                </a:moveTo>
                <a:lnTo>
                  <a:pt x="0" y="5566"/>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09" name="object 109"/>
          <p:cNvSpPr/>
          <p:nvPr/>
        </p:nvSpPr>
        <p:spPr>
          <a:xfrm>
            <a:off x="5183188" y="4610100"/>
            <a:ext cx="4762" cy="6350"/>
          </a:xfrm>
          <a:custGeom>
            <a:avLst/>
            <a:gdLst/>
            <a:ahLst/>
            <a:cxnLst/>
            <a:rect l="l" t="t" r="r" b="b"/>
            <a:pathLst>
              <a:path w="5714" h="6985">
                <a:moveTo>
                  <a:pt x="5561" y="0"/>
                </a:moveTo>
                <a:lnTo>
                  <a:pt x="0"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10" name="object 110"/>
          <p:cNvSpPr/>
          <p:nvPr/>
        </p:nvSpPr>
        <p:spPr>
          <a:xfrm>
            <a:off x="5176838" y="4616450"/>
            <a:ext cx="6350" cy="6350"/>
          </a:xfrm>
          <a:custGeom>
            <a:avLst/>
            <a:gdLst/>
            <a:ahLst/>
            <a:cxnLst/>
            <a:rect l="l" t="t" r="r" b="b"/>
            <a:pathLst>
              <a:path w="6985" h="6985">
                <a:moveTo>
                  <a:pt x="6952" y="0"/>
                </a:moveTo>
                <a:lnTo>
                  <a:pt x="0"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11" name="object 111"/>
          <p:cNvSpPr/>
          <p:nvPr/>
        </p:nvSpPr>
        <p:spPr>
          <a:xfrm>
            <a:off x="5168900" y="4624388"/>
            <a:ext cx="6350" cy="7937"/>
          </a:xfrm>
          <a:custGeom>
            <a:avLst/>
            <a:gdLst/>
            <a:ahLst/>
            <a:cxnLst/>
            <a:rect l="l" t="t" r="r" b="b"/>
            <a:pathLst>
              <a:path w="6985" h="8889">
                <a:moveTo>
                  <a:pt x="6952" y="0"/>
                </a:moveTo>
                <a:lnTo>
                  <a:pt x="0" y="8349"/>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12" name="object 112"/>
          <p:cNvSpPr/>
          <p:nvPr/>
        </p:nvSpPr>
        <p:spPr>
          <a:xfrm>
            <a:off x="5160963" y="4632325"/>
            <a:ext cx="6350" cy="6350"/>
          </a:xfrm>
          <a:custGeom>
            <a:avLst/>
            <a:gdLst/>
            <a:ahLst/>
            <a:cxnLst/>
            <a:rect l="l" t="t" r="r" b="b"/>
            <a:pathLst>
              <a:path w="6985" h="5714">
                <a:moveTo>
                  <a:pt x="6952" y="0"/>
                </a:moveTo>
                <a:lnTo>
                  <a:pt x="0" y="5566"/>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13" name="object 113"/>
          <p:cNvSpPr/>
          <p:nvPr/>
        </p:nvSpPr>
        <p:spPr>
          <a:xfrm>
            <a:off x="5151438" y="4638675"/>
            <a:ext cx="9525" cy="6350"/>
          </a:xfrm>
          <a:custGeom>
            <a:avLst/>
            <a:gdLst/>
            <a:ahLst/>
            <a:cxnLst/>
            <a:rect l="l" t="t" r="r" b="b"/>
            <a:pathLst>
              <a:path w="10160" h="6985">
                <a:moveTo>
                  <a:pt x="9733" y="0"/>
                </a:moveTo>
                <a:lnTo>
                  <a:pt x="0" y="6957"/>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14" name="object 114"/>
          <p:cNvSpPr/>
          <p:nvPr/>
        </p:nvSpPr>
        <p:spPr>
          <a:xfrm>
            <a:off x="5143500" y="4646613"/>
            <a:ext cx="7938" cy="4762"/>
          </a:xfrm>
          <a:custGeom>
            <a:avLst/>
            <a:gdLst/>
            <a:ahLst/>
            <a:cxnLst/>
            <a:rect l="l" t="t" r="r" b="b"/>
            <a:pathLst>
              <a:path w="8889" h="5714">
                <a:moveTo>
                  <a:pt x="8342" y="0"/>
                </a:moveTo>
                <a:lnTo>
                  <a:pt x="0" y="5566"/>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15" name="object 115"/>
          <p:cNvSpPr/>
          <p:nvPr/>
        </p:nvSpPr>
        <p:spPr>
          <a:xfrm>
            <a:off x="5133975" y="4652963"/>
            <a:ext cx="7938" cy="6350"/>
          </a:xfrm>
          <a:custGeom>
            <a:avLst/>
            <a:gdLst/>
            <a:ahLst/>
            <a:cxnLst/>
            <a:rect l="l" t="t" r="r" b="b"/>
            <a:pathLst>
              <a:path w="10160" h="6985">
                <a:moveTo>
                  <a:pt x="9733" y="0"/>
                </a:moveTo>
                <a:lnTo>
                  <a:pt x="0" y="6957"/>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16" name="object 116"/>
          <p:cNvSpPr/>
          <p:nvPr/>
        </p:nvSpPr>
        <p:spPr>
          <a:xfrm>
            <a:off x="5124450" y="4659313"/>
            <a:ext cx="7938" cy="6350"/>
          </a:xfrm>
          <a:custGeom>
            <a:avLst/>
            <a:gdLst/>
            <a:ahLst/>
            <a:cxnLst/>
            <a:rect l="l" t="t" r="r" b="b"/>
            <a:pathLst>
              <a:path w="8889" h="5714">
                <a:moveTo>
                  <a:pt x="8342" y="0"/>
                </a:moveTo>
                <a:lnTo>
                  <a:pt x="0" y="5566"/>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17" name="object 117"/>
          <p:cNvSpPr/>
          <p:nvPr/>
        </p:nvSpPr>
        <p:spPr>
          <a:xfrm>
            <a:off x="5105400" y="4665663"/>
            <a:ext cx="17463" cy="12700"/>
          </a:xfrm>
          <a:custGeom>
            <a:avLst/>
            <a:gdLst/>
            <a:ahLst/>
            <a:cxnLst/>
            <a:rect l="l" t="t" r="r" b="b"/>
            <a:pathLst>
              <a:path w="20954" h="13970">
                <a:moveTo>
                  <a:pt x="20856" y="0"/>
                </a:moveTo>
                <a:lnTo>
                  <a:pt x="0" y="13915"/>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18" name="object 118"/>
          <p:cNvSpPr/>
          <p:nvPr/>
        </p:nvSpPr>
        <p:spPr>
          <a:xfrm>
            <a:off x="5084763" y="4679950"/>
            <a:ext cx="19050" cy="11113"/>
          </a:xfrm>
          <a:custGeom>
            <a:avLst/>
            <a:gdLst/>
            <a:ahLst/>
            <a:cxnLst/>
            <a:rect l="l" t="t" r="r" b="b"/>
            <a:pathLst>
              <a:path w="22860" h="12700">
                <a:moveTo>
                  <a:pt x="22247" y="0"/>
                </a:moveTo>
                <a:lnTo>
                  <a:pt x="0"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19" name="object 119"/>
          <p:cNvSpPr/>
          <p:nvPr/>
        </p:nvSpPr>
        <p:spPr>
          <a:xfrm>
            <a:off x="5059363" y="4692650"/>
            <a:ext cx="23812" cy="11113"/>
          </a:xfrm>
          <a:custGeom>
            <a:avLst/>
            <a:gdLst/>
            <a:ahLst/>
            <a:cxnLst/>
            <a:rect l="l" t="t" r="r" b="b"/>
            <a:pathLst>
              <a:path w="26670" h="13970">
                <a:moveTo>
                  <a:pt x="26418" y="0"/>
                </a:moveTo>
                <a:lnTo>
                  <a:pt x="0" y="13915"/>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20" name="object 120"/>
          <p:cNvSpPr/>
          <p:nvPr/>
        </p:nvSpPr>
        <p:spPr>
          <a:xfrm>
            <a:off x="5035550" y="4703763"/>
            <a:ext cx="23813" cy="11112"/>
          </a:xfrm>
          <a:custGeom>
            <a:avLst/>
            <a:gdLst/>
            <a:ahLst/>
            <a:cxnLst/>
            <a:rect l="l" t="t" r="r" b="b"/>
            <a:pathLst>
              <a:path w="26670" h="11429">
                <a:moveTo>
                  <a:pt x="26418" y="0"/>
                </a:moveTo>
                <a:lnTo>
                  <a:pt x="0" y="11132"/>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21" name="object 121"/>
          <p:cNvSpPr/>
          <p:nvPr/>
        </p:nvSpPr>
        <p:spPr>
          <a:xfrm>
            <a:off x="5011738" y="4713288"/>
            <a:ext cx="22225" cy="12700"/>
          </a:xfrm>
          <a:custGeom>
            <a:avLst/>
            <a:gdLst/>
            <a:ahLst/>
            <a:cxnLst/>
            <a:rect l="l" t="t" r="r" b="b"/>
            <a:pathLst>
              <a:path w="25400" h="12700">
                <a:moveTo>
                  <a:pt x="25027" y="0"/>
                </a:moveTo>
                <a:lnTo>
                  <a:pt x="0"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22" name="object 122"/>
          <p:cNvSpPr/>
          <p:nvPr/>
        </p:nvSpPr>
        <p:spPr>
          <a:xfrm>
            <a:off x="4983163" y="4725988"/>
            <a:ext cx="28575" cy="11112"/>
          </a:xfrm>
          <a:custGeom>
            <a:avLst/>
            <a:gdLst/>
            <a:ahLst/>
            <a:cxnLst/>
            <a:rect l="l" t="t" r="r" b="b"/>
            <a:pathLst>
              <a:path w="31114" h="12700">
                <a:moveTo>
                  <a:pt x="30589" y="0"/>
                </a:moveTo>
                <a:lnTo>
                  <a:pt x="0"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23" name="object 123"/>
          <p:cNvSpPr/>
          <p:nvPr/>
        </p:nvSpPr>
        <p:spPr>
          <a:xfrm>
            <a:off x="4956175" y="4737100"/>
            <a:ext cx="26988" cy="9525"/>
          </a:xfrm>
          <a:custGeom>
            <a:avLst/>
            <a:gdLst/>
            <a:ahLst/>
            <a:cxnLst/>
            <a:rect l="l" t="t" r="r" b="b"/>
            <a:pathLst>
              <a:path w="31114" h="10160">
                <a:moveTo>
                  <a:pt x="30589" y="0"/>
                </a:moveTo>
                <a:lnTo>
                  <a:pt x="0"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24" name="object 124"/>
          <p:cNvSpPr/>
          <p:nvPr/>
        </p:nvSpPr>
        <p:spPr>
          <a:xfrm>
            <a:off x="4926013" y="4746625"/>
            <a:ext cx="28575" cy="11113"/>
          </a:xfrm>
          <a:custGeom>
            <a:avLst/>
            <a:gdLst/>
            <a:ahLst/>
            <a:cxnLst/>
            <a:rect l="l" t="t" r="r" b="b"/>
            <a:pathLst>
              <a:path w="32385" h="12700">
                <a:moveTo>
                  <a:pt x="31980" y="0"/>
                </a:moveTo>
                <a:lnTo>
                  <a:pt x="0"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25" name="object 125"/>
          <p:cNvSpPr/>
          <p:nvPr/>
        </p:nvSpPr>
        <p:spPr>
          <a:xfrm>
            <a:off x="4895850" y="4757738"/>
            <a:ext cx="28575" cy="7937"/>
          </a:xfrm>
          <a:custGeom>
            <a:avLst/>
            <a:gdLst/>
            <a:ahLst/>
            <a:cxnLst/>
            <a:rect l="l" t="t" r="r" b="b"/>
            <a:pathLst>
              <a:path w="32385" h="8889">
                <a:moveTo>
                  <a:pt x="31980" y="0"/>
                </a:moveTo>
                <a:lnTo>
                  <a:pt x="0" y="8349"/>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26" name="object 126"/>
          <p:cNvSpPr/>
          <p:nvPr/>
        </p:nvSpPr>
        <p:spPr>
          <a:xfrm>
            <a:off x="4864100" y="4764088"/>
            <a:ext cx="31750" cy="9525"/>
          </a:xfrm>
          <a:custGeom>
            <a:avLst/>
            <a:gdLst/>
            <a:ahLst/>
            <a:cxnLst/>
            <a:rect l="l" t="t" r="r" b="b"/>
            <a:pathLst>
              <a:path w="34925" h="10160">
                <a:moveTo>
                  <a:pt x="34760" y="0"/>
                </a:moveTo>
                <a:lnTo>
                  <a:pt x="0"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27" name="object 127"/>
          <p:cNvSpPr/>
          <p:nvPr/>
        </p:nvSpPr>
        <p:spPr>
          <a:xfrm>
            <a:off x="4832350" y="4773613"/>
            <a:ext cx="31750" cy="7937"/>
          </a:xfrm>
          <a:custGeom>
            <a:avLst/>
            <a:gdLst/>
            <a:ahLst/>
            <a:cxnLst/>
            <a:rect l="l" t="t" r="r" b="b"/>
            <a:pathLst>
              <a:path w="34925" h="8889">
                <a:moveTo>
                  <a:pt x="34760" y="0"/>
                </a:moveTo>
                <a:lnTo>
                  <a:pt x="0" y="8349"/>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28" name="object 128"/>
          <p:cNvSpPr/>
          <p:nvPr/>
        </p:nvSpPr>
        <p:spPr>
          <a:xfrm>
            <a:off x="4799013" y="4779963"/>
            <a:ext cx="31750" cy="9525"/>
          </a:xfrm>
          <a:custGeom>
            <a:avLst/>
            <a:gdLst/>
            <a:ahLst/>
            <a:cxnLst/>
            <a:rect l="l" t="t" r="r" b="b"/>
            <a:pathLst>
              <a:path w="36195" h="10160">
                <a:moveTo>
                  <a:pt x="36151" y="0"/>
                </a:moveTo>
                <a:lnTo>
                  <a:pt x="0"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29" name="object 129"/>
          <p:cNvSpPr/>
          <p:nvPr/>
        </p:nvSpPr>
        <p:spPr>
          <a:xfrm>
            <a:off x="4765675" y="4789488"/>
            <a:ext cx="33338" cy="4762"/>
          </a:xfrm>
          <a:custGeom>
            <a:avLst/>
            <a:gdLst/>
            <a:ahLst/>
            <a:cxnLst/>
            <a:rect l="l" t="t" r="r" b="b"/>
            <a:pathLst>
              <a:path w="38100" h="5714">
                <a:moveTo>
                  <a:pt x="37541" y="0"/>
                </a:moveTo>
                <a:lnTo>
                  <a:pt x="0"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30" name="object 130"/>
          <p:cNvSpPr/>
          <p:nvPr/>
        </p:nvSpPr>
        <p:spPr>
          <a:xfrm>
            <a:off x="4729163" y="4794250"/>
            <a:ext cx="34925" cy="6350"/>
          </a:xfrm>
          <a:custGeom>
            <a:avLst/>
            <a:gdLst/>
            <a:ahLst/>
            <a:cxnLst/>
            <a:rect l="l" t="t" r="r" b="b"/>
            <a:pathLst>
              <a:path w="39370" h="6985">
                <a:moveTo>
                  <a:pt x="38932" y="0"/>
                </a:moveTo>
                <a:lnTo>
                  <a:pt x="0" y="6957"/>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31" name="object 131"/>
          <p:cNvSpPr/>
          <p:nvPr/>
        </p:nvSpPr>
        <p:spPr>
          <a:xfrm>
            <a:off x="4695825" y="4800600"/>
            <a:ext cx="33338" cy="4763"/>
          </a:xfrm>
          <a:custGeom>
            <a:avLst/>
            <a:gdLst/>
            <a:ahLst/>
            <a:cxnLst/>
            <a:rect l="l" t="t" r="r" b="b"/>
            <a:pathLst>
              <a:path w="38100" h="5714">
                <a:moveTo>
                  <a:pt x="37541" y="0"/>
                </a:moveTo>
                <a:lnTo>
                  <a:pt x="0"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32" name="object 132"/>
          <p:cNvSpPr/>
          <p:nvPr/>
        </p:nvSpPr>
        <p:spPr>
          <a:xfrm>
            <a:off x="4657725" y="4805363"/>
            <a:ext cx="36513" cy="4762"/>
          </a:xfrm>
          <a:custGeom>
            <a:avLst/>
            <a:gdLst/>
            <a:ahLst/>
            <a:cxnLst/>
            <a:rect l="l" t="t" r="r" b="b"/>
            <a:pathLst>
              <a:path w="41910" h="5714">
                <a:moveTo>
                  <a:pt x="41713" y="0"/>
                </a:moveTo>
                <a:lnTo>
                  <a:pt x="0"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33" name="object 133"/>
          <p:cNvSpPr/>
          <p:nvPr/>
        </p:nvSpPr>
        <p:spPr>
          <a:xfrm>
            <a:off x="4621213" y="4810125"/>
            <a:ext cx="34925" cy="3175"/>
          </a:xfrm>
          <a:custGeom>
            <a:avLst/>
            <a:gdLst/>
            <a:ahLst/>
            <a:cxnLst/>
            <a:rect l="l" t="t" r="r" b="b"/>
            <a:pathLst>
              <a:path w="40639" h="3175">
                <a:moveTo>
                  <a:pt x="-2783" y="1391"/>
                </a:moveTo>
                <a:lnTo>
                  <a:pt x="43105"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34" name="object 134"/>
          <p:cNvSpPr/>
          <p:nvPr/>
        </p:nvSpPr>
        <p:spPr>
          <a:xfrm>
            <a:off x="4583113" y="4811713"/>
            <a:ext cx="36512" cy="4762"/>
          </a:xfrm>
          <a:custGeom>
            <a:avLst/>
            <a:gdLst/>
            <a:ahLst/>
            <a:cxnLst/>
            <a:rect l="l" t="t" r="r" b="b"/>
            <a:pathLst>
              <a:path w="40639" h="4445">
                <a:moveTo>
                  <a:pt x="-2783" y="2087"/>
                </a:moveTo>
                <a:lnTo>
                  <a:pt x="43105" y="2087"/>
                </a:lnTo>
              </a:path>
            </a:pathLst>
          </a:custGeom>
          <a:ln w="9740">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35" name="object 135"/>
          <p:cNvSpPr/>
          <p:nvPr/>
        </p:nvSpPr>
        <p:spPr>
          <a:xfrm>
            <a:off x="4545013" y="4816475"/>
            <a:ext cx="38100" cy="1588"/>
          </a:xfrm>
          <a:custGeom>
            <a:avLst/>
            <a:gdLst/>
            <a:ahLst/>
            <a:cxnLst/>
            <a:rect l="l" t="t" r="r" b="b"/>
            <a:pathLst>
              <a:path w="43179" h="1904">
                <a:moveTo>
                  <a:pt x="-2783" y="695"/>
                </a:moveTo>
                <a:lnTo>
                  <a:pt x="45886"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36" name="object 136"/>
          <p:cNvSpPr/>
          <p:nvPr/>
        </p:nvSpPr>
        <p:spPr>
          <a:xfrm>
            <a:off x="4505325" y="4816475"/>
            <a:ext cx="38100" cy="3175"/>
          </a:xfrm>
          <a:custGeom>
            <a:avLst/>
            <a:gdLst/>
            <a:ahLst/>
            <a:cxnLst/>
            <a:rect l="l" t="t" r="r" b="b"/>
            <a:pathLst>
              <a:path w="43179" h="1904">
                <a:moveTo>
                  <a:pt x="-2783" y="695"/>
                </a:moveTo>
                <a:lnTo>
                  <a:pt x="45886"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37" name="object 137"/>
          <p:cNvSpPr/>
          <p:nvPr/>
        </p:nvSpPr>
        <p:spPr>
          <a:xfrm>
            <a:off x="4464050" y="4818063"/>
            <a:ext cx="39688" cy="0"/>
          </a:xfrm>
          <a:custGeom>
            <a:avLst/>
            <a:gdLst/>
            <a:ahLst/>
            <a:cxnLst/>
            <a:rect l="l" t="t" r="r" b="b"/>
            <a:pathLst>
              <a:path w="45085">
                <a:moveTo>
                  <a:pt x="44494" y="0"/>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38" name="object 138"/>
          <p:cNvSpPr/>
          <p:nvPr/>
        </p:nvSpPr>
        <p:spPr>
          <a:xfrm>
            <a:off x="4425950" y="4818063"/>
            <a:ext cx="38100" cy="0"/>
          </a:xfrm>
          <a:custGeom>
            <a:avLst/>
            <a:gdLst/>
            <a:ahLst/>
            <a:cxnLst/>
            <a:rect l="l" t="t" r="r" b="b"/>
            <a:pathLst>
              <a:path w="43179">
                <a:moveTo>
                  <a:pt x="43103" y="0"/>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39" name="object 139"/>
          <p:cNvSpPr/>
          <p:nvPr/>
        </p:nvSpPr>
        <p:spPr>
          <a:xfrm>
            <a:off x="4386263" y="4816475"/>
            <a:ext cx="38100" cy="3175"/>
          </a:xfrm>
          <a:custGeom>
            <a:avLst/>
            <a:gdLst/>
            <a:ahLst/>
            <a:cxnLst/>
            <a:rect l="l" t="t" r="r" b="b"/>
            <a:pathLst>
              <a:path w="43179" h="1904">
                <a:moveTo>
                  <a:pt x="-2783" y="695"/>
                </a:moveTo>
                <a:lnTo>
                  <a:pt x="45886"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40" name="object 140"/>
          <p:cNvSpPr/>
          <p:nvPr/>
        </p:nvSpPr>
        <p:spPr>
          <a:xfrm>
            <a:off x="4346575" y="4816475"/>
            <a:ext cx="38100" cy="1588"/>
          </a:xfrm>
          <a:custGeom>
            <a:avLst/>
            <a:gdLst/>
            <a:ahLst/>
            <a:cxnLst/>
            <a:rect l="l" t="t" r="r" b="b"/>
            <a:pathLst>
              <a:path w="43179" h="1904">
                <a:moveTo>
                  <a:pt x="-2783" y="695"/>
                </a:moveTo>
                <a:lnTo>
                  <a:pt x="45886"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41" name="object 141"/>
          <p:cNvSpPr/>
          <p:nvPr/>
        </p:nvSpPr>
        <p:spPr>
          <a:xfrm>
            <a:off x="4308475" y="4811713"/>
            <a:ext cx="38100" cy="4762"/>
          </a:xfrm>
          <a:custGeom>
            <a:avLst/>
            <a:gdLst/>
            <a:ahLst/>
            <a:cxnLst/>
            <a:rect l="l" t="t" r="r" b="b"/>
            <a:pathLst>
              <a:path w="41910" h="4445">
                <a:moveTo>
                  <a:pt x="-2783" y="2087"/>
                </a:moveTo>
                <a:lnTo>
                  <a:pt x="44496" y="2087"/>
                </a:lnTo>
              </a:path>
            </a:pathLst>
          </a:custGeom>
          <a:ln w="9740">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42" name="object 142"/>
          <p:cNvSpPr/>
          <p:nvPr/>
        </p:nvSpPr>
        <p:spPr>
          <a:xfrm>
            <a:off x="4271963" y="4810125"/>
            <a:ext cx="36512" cy="3175"/>
          </a:xfrm>
          <a:custGeom>
            <a:avLst/>
            <a:gdLst/>
            <a:ahLst/>
            <a:cxnLst/>
            <a:rect l="l" t="t" r="r" b="b"/>
            <a:pathLst>
              <a:path w="40639" h="3175">
                <a:moveTo>
                  <a:pt x="-2783" y="1391"/>
                </a:moveTo>
                <a:lnTo>
                  <a:pt x="43105"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43" name="object 143"/>
          <p:cNvSpPr/>
          <p:nvPr/>
        </p:nvSpPr>
        <p:spPr>
          <a:xfrm>
            <a:off x="4235450" y="4805363"/>
            <a:ext cx="34925" cy="4762"/>
          </a:xfrm>
          <a:custGeom>
            <a:avLst/>
            <a:gdLst/>
            <a:ahLst/>
            <a:cxnLst/>
            <a:rect l="l" t="t" r="r" b="b"/>
            <a:pathLst>
              <a:path w="40639" h="5714">
                <a:moveTo>
                  <a:pt x="40322" y="5566"/>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44" name="object 144"/>
          <p:cNvSpPr/>
          <p:nvPr/>
        </p:nvSpPr>
        <p:spPr>
          <a:xfrm>
            <a:off x="4200525" y="4800600"/>
            <a:ext cx="33338" cy="4763"/>
          </a:xfrm>
          <a:custGeom>
            <a:avLst/>
            <a:gdLst/>
            <a:ahLst/>
            <a:cxnLst/>
            <a:rect l="l" t="t" r="r" b="b"/>
            <a:pathLst>
              <a:path w="38100" h="5714">
                <a:moveTo>
                  <a:pt x="37541" y="5566"/>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45" name="object 145"/>
          <p:cNvSpPr/>
          <p:nvPr/>
        </p:nvSpPr>
        <p:spPr>
          <a:xfrm>
            <a:off x="4164013" y="4794250"/>
            <a:ext cx="36512" cy="6350"/>
          </a:xfrm>
          <a:custGeom>
            <a:avLst/>
            <a:gdLst/>
            <a:ahLst/>
            <a:cxnLst/>
            <a:rect l="l" t="t" r="r" b="b"/>
            <a:pathLst>
              <a:path w="40639" h="6985">
                <a:moveTo>
                  <a:pt x="40322" y="6957"/>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46" name="object 146"/>
          <p:cNvSpPr/>
          <p:nvPr/>
        </p:nvSpPr>
        <p:spPr>
          <a:xfrm>
            <a:off x="4130675" y="4789488"/>
            <a:ext cx="31750" cy="4762"/>
          </a:xfrm>
          <a:custGeom>
            <a:avLst/>
            <a:gdLst/>
            <a:ahLst/>
            <a:cxnLst/>
            <a:rect l="l" t="t" r="r" b="b"/>
            <a:pathLst>
              <a:path w="36195" h="5714">
                <a:moveTo>
                  <a:pt x="36151" y="5566"/>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47" name="object 147"/>
          <p:cNvSpPr/>
          <p:nvPr/>
        </p:nvSpPr>
        <p:spPr>
          <a:xfrm>
            <a:off x="4097338" y="4779963"/>
            <a:ext cx="31750" cy="9525"/>
          </a:xfrm>
          <a:custGeom>
            <a:avLst/>
            <a:gdLst/>
            <a:ahLst/>
            <a:cxnLst/>
            <a:rect l="l" t="t" r="r" b="b"/>
            <a:pathLst>
              <a:path w="36195" h="10160">
                <a:moveTo>
                  <a:pt x="36151" y="9740"/>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48" name="object 148"/>
          <p:cNvSpPr/>
          <p:nvPr/>
        </p:nvSpPr>
        <p:spPr>
          <a:xfrm>
            <a:off x="4064000" y="4773613"/>
            <a:ext cx="33338" cy="7937"/>
          </a:xfrm>
          <a:custGeom>
            <a:avLst/>
            <a:gdLst/>
            <a:ahLst/>
            <a:cxnLst/>
            <a:rect l="l" t="t" r="r" b="b"/>
            <a:pathLst>
              <a:path w="36195" h="8889">
                <a:moveTo>
                  <a:pt x="36151" y="8349"/>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49" name="object 149"/>
          <p:cNvSpPr/>
          <p:nvPr/>
        </p:nvSpPr>
        <p:spPr>
          <a:xfrm>
            <a:off x="4033838" y="4764088"/>
            <a:ext cx="30162" cy="9525"/>
          </a:xfrm>
          <a:custGeom>
            <a:avLst/>
            <a:gdLst/>
            <a:ahLst/>
            <a:cxnLst/>
            <a:rect l="l" t="t" r="r" b="b"/>
            <a:pathLst>
              <a:path w="33654" h="10160">
                <a:moveTo>
                  <a:pt x="33370" y="9740"/>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50" name="object 150"/>
          <p:cNvSpPr/>
          <p:nvPr/>
        </p:nvSpPr>
        <p:spPr>
          <a:xfrm>
            <a:off x="4003675" y="4757738"/>
            <a:ext cx="30163" cy="7937"/>
          </a:xfrm>
          <a:custGeom>
            <a:avLst/>
            <a:gdLst/>
            <a:ahLst/>
            <a:cxnLst/>
            <a:rect l="l" t="t" r="r" b="b"/>
            <a:pathLst>
              <a:path w="33654" h="8889">
                <a:moveTo>
                  <a:pt x="33370" y="8349"/>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51" name="object 151"/>
          <p:cNvSpPr/>
          <p:nvPr/>
        </p:nvSpPr>
        <p:spPr>
          <a:xfrm>
            <a:off x="3975100" y="4746625"/>
            <a:ext cx="26988" cy="11113"/>
          </a:xfrm>
          <a:custGeom>
            <a:avLst/>
            <a:gdLst/>
            <a:ahLst/>
            <a:cxnLst/>
            <a:rect l="l" t="t" r="r" b="b"/>
            <a:pathLst>
              <a:path w="31114" h="12700">
                <a:moveTo>
                  <a:pt x="30589" y="12523"/>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52" name="object 152"/>
          <p:cNvSpPr/>
          <p:nvPr/>
        </p:nvSpPr>
        <p:spPr>
          <a:xfrm>
            <a:off x="3946525" y="4737100"/>
            <a:ext cx="28575" cy="9525"/>
          </a:xfrm>
          <a:custGeom>
            <a:avLst/>
            <a:gdLst/>
            <a:ahLst/>
            <a:cxnLst/>
            <a:rect l="l" t="t" r="r" b="b"/>
            <a:pathLst>
              <a:path w="31114" h="10160">
                <a:moveTo>
                  <a:pt x="30589" y="9740"/>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53" name="object 153"/>
          <p:cNvSpPr/>
          <p:nvPr/>
        </p:nvSpPr>
        <p:spPr>
          <a:xfrm>
            <a:off x="3917950" y="4725988"/>
            <a:ext cx="28575" cy="11112"/>
          </a:xfrm>
          <a:custGeom>
            <a:avLst/>
            <a:gdLst/>
            <a:ahLst/>
            <a:cxnLst/>
            <a:rect l="l" t="t" r="r" b="b"/>
            <a:pathLst>
              <a:path w="31114" h="12700">
                <a:moveTo>
                  <a:pt x="30589" y="12523"/>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54" name="object 154"/>
          <p:cNvSpPr/>
          <p:nvPr/>
        </p:nvSpPr>
        <p:spPr>
          <a:xfrm>
            <a:off x="3892550" y="4713288"/>
            <a:ext cx="25400" cy="12700"/>
          </a:xfrm>
          <a:custGeom>
            <a:avLst/>
            <a:gdLst/>
            <a:ahLst/>
            <a:cxnLst/>
            <a:rect l="l" t="t" r="r" b="b"/>
            <a:pathLst>
              <a:path w="27939" h="13970">
                <a:moveTo>
                  <a:pt x="27808" y="13915"/>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55" name="object 155"/>
          <p:cNvSpPr/>
          <p:nvPr/>
        </p:nvSpPr>
        <p:spPr>
          <a:xfrm>
            <a:off x="3870325" y="4703763"/>
            <a:ext cx="22225" cy="11112"/>
          </a:xfrm>
          <a:custGeom>
            <a:avLst/>
            <a:gdLst/>
            <a:ahLst/>
            <a:cxnLst/>
            <a:rect l="l" t="t" r="r" b="b"/>
            <a:pathLst>
              <a:path w="25400" h="11429">
                <a:moveTo>
                  <a:pt x="25027" y="11132"/>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56" name="object 156"/>
          <p:cNvSpPr/>
          <p:nvPr/>
        </p:nvSpPr>
        <p:spPr>
          <a:xfrm>
            <a:off x="3846513" y="4692650"/>
            <a:ext cx="22225" cy="11113"/>
          </a:xfrm>
          <a:custGeom>
            <a:avLst/>
            <a:gdLst/>
            <a:ahLst/>
            <a:cxnLst/>
            <a:rect l="l" t="t" r="r" b="b"/>
            <a:pathLst>
              <a:path w="25400" h="12700">
                <a:moveTo>
                  <a:pt x="25027" y="12523"/>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57" name="object 157"/>
          <p:cNvSpPr/>
          <p:nvPr/>
        </p:nvSpPr>
        <p:spPr>
          <a:xfrm>
            <a:off x="3825875" y="4681538"/>
            <a:ext cx="19050" cy="11112"/>
          </a:xfrm>
          <a:custGeom>
            <a:avLst/>
            <a:gdLst/>
            <a:ahLst/>
            <a:cxnLst/>
            <a:rect l="l" t="t" r="r" b="b"/>
            <a:pathLst>
              <a:path w="22860" h="12700">
                <a:moveTo>
                  <a:pt x="22247" y="12523"/>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58" name="object 158"/>
          <p:cNvSpPr/>
          <p:nvPr/>
        </p:nvSpPr>
        <p:spPr>
          <a:xfrm>
            <a:off x="3805238" y="4667250"/>
            <a:ext cx="19050" cy="12700"/>
          </a:xfrm>
          <a:custGeom>
            <a:avLst/>
            <a:gdLst/>
            <a:ahLst/>
            <a:cxnLst/>
            <a:rect l="l" t="t" r="r" b="b"/>
            <a:pathLst>
              <a:path w="20954" h="13970">
                <a:moveTo>
                  <a:pt x="20856" y="13915"/>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59" name="object 159"/>
          <p:cNvSpPr/>
          <p:nvPr/>
        </p:nvSpPr>
        <p:spPr>
          <a:xfrm>
            <a:off x="3794125" y="4660900"/>
            <a:ext cx="11113" cy="4763"/>
          </a:xfrm>
          <a:custGeom>
            <a:avLst/>
            <a:gdLst/>
            <a:ahLst/>
            <a:cxnLst/>
            <a:rect l="l" t="t" r="r" b="b"/>
            <a:pathLst>
              <a:path w="11429" h="5714">
                <a:moveTo>
                  <a:pt x="11123" y="5566"/>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60" name="object 160"/>
          <p:cNvSpPr/>
          <p:nvPr/>
        </p:nvSpPr>
        <p:spPr>
          <a:xfrm>
            <a:off x="3786188" y="4654550"/>
            <a:ext cx="7937" cy="4763"/>
          </a:xfrm>
          <a:custGeom>
            <a:avLst/>
            <a:gdLst/>
            <a:ahLst/>
            <a:cxnLst/>
            <a:rect l="l" t="t" r="r" b="b"/>
            <a:pathLst>
              <a:path w="8889" h="6985">
                <a:moveTo>
                  <a:pt x="8342" y="6957"/>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61" name="object 161"/>
          <p:cNvSpPr/>
          <p:nvPr/>
        </p:nvSpPr>
        <p:spPr>
          <a:xfrm>
            <a:off x="3778250" y="4648200"/>
            <a:ext cx="6350" cy="4763"/>
          </a:xfrm>
          <a:custGeom>
            <a:avLst/>
            <a:gdLst/>
            <a:ahLst/>
            <a:cxnLst/>
            <a:rect l="l" t="t" r="r" b="b"/>
            <a:pathLst>
              <a:path w="6985" h="5714">
                <a:moveTo>
                  <a:pt x="6952" y="5566"/>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62" name="object 162"/>
          <p:cNvSpPr/>
          <p:nvPr/>
        </p:nvSpPr>
        <p:spPr>
          <a:xfrm>
            <a:off x="3768725" y="4640263"/>
            <a:ext cx="9525" cy="6350"/>
          </a:xfrm>
          <a:custGeom>
            <a:avLst/>
            <a:gdLst/>
            <a:ahLst/>
            <a:cxnLst/>
            <a:rect l="l" t="t" r="r" b="b"/>
            <a:pathLst>
              <a:path w="10160" h="6985">
                <a:moveTo>
                  <a:pt x="9733" y="6957"/>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63" name="object 163"/>
          <p:cNvSpPr/>
          <p:nvPr/>
        </p:nvSpPr>
        <p:spPr>
          <a:xfrm>
            <a:off x="3762375" y="4633913"/>
            <a:ext cx="4763" cy="4762"/>
          </a:xfrm>
          <a:custGeom>
            <a:avLst/>
            <a:gdLst/>
            <a:ahLst/>
            <a:cxnLst/>
            <a:rect l="l" t="t" r="r" b="b"/>
            <a:pathLst>
              <a:path w="6985" h="5714">
                <a:moveTo>
                  <a:pt x="6952" y="5566"/>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64" name="object 164"/>
          <p:cNvSpPr/>
          <p:nvPr/>
        </p:nvSpPr>
        <p:spPr>
          <a:xfrm>
            <a:off x="3754438" y="4625975"/>
            <a:ext cx="6350" cy="7938"/>
          </a:xfrm>
          <a:custGeom>
            <a:avLst/>
            <a:gdLst/>
            <a:ahLst/>
            <a:cxnLst/>
            <a:rect l="l" t="t" r="r" b="b"/>
            <a:pathLst>
              <a:path w="6985" h="8889">
                <a:moveTo>
                  <a:pt x="6952" y="8349"/>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65" name="object 165"/>
          <p:cNvSpPr/>
          <p:nvPr/>
        </p:nvSpPr>
        <p:spPr>
          <a:xfrm>
            <a:off x="3746500" y="4618038"/>
            <a:ext cx="6350" cy="6350"/>
          </a:xfrm>
          <a:custGeom>
            <a:avLst/>
            <a:gdLst/>
            <a:ahLst/>
            <a:cxnLst/>
            <a:rect l="l" t="t" r="r" b="b"/>
            <a:pathLst>
              <a:path w="6985" h="6985">
                <a:moveTo>
                  <a:pt x="6952" y="6957"/>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66" name="object 166"/>
          <p:cNvSpPr/>
          <p:nvPr/>
        </p:nvSpPr>
        <p:spPr>
          <a:xfrm>
            <a:off x="3740150" y="4611688"/>
            <a:ext cx="6350" cy="4762"/>
          </a:xfrm>
          <a:custGeom>
            <a:avLst/>
            <a:gdLst/>
            <a:ahLst/>
            <a:cxnLst/>
            <a:rect l="l" t="t" r="r" b="b"/>
            <a:pathLst>
              <a:path w="5714" h="6985">
                <a:moveTo>
                  <a:pt x="5561" y="6957"/>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67" name="object 167"/>
          <p:cNvSpPr/>
          <p:nvPr/>
        </p:nvSpPr>
        <p:spPr>
          <a:xfrm>
            <a:off x="3735388" y="4605338"/>
            <a:ext cx="4762" cy="4762"/>
          </a:xfrm>
          <a:custGeom>
            <a:avLst/>
            <a:gdLst/>
            <a:ahLst/>
            <a:cxnLst/>
            <a:rect l="l" t="t" r="r" b="b"/>
            <a:pathLst>
              <a:path w="5714" h="5714">
                <a:moveTo>
                  <a:pt x="5561" y="5566"/>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68" name="object 168"/>
          <p:cNvSpPr/>
          <p:nvPr/>
        </p:nvSpPr>
        <p:spPr>
          <a:xfrm>
            <a:off x="3729038" y="4597400"/>
            <a:ext cx="4762" cy="6350"/>
          </a:xfrm>
          <a:custGeom>
            <a:avLst/>
            <a:gdLst/>
            <a:ahLst/>
            <a:cxnLst/>
            <a:rect l="l" t="t" r="r" b="b"/>
            <a:pathLst>
              <a:path w="5714" h="6985">
                <a:moveTo>
                  <a:pt x="5561" y="6957"/>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69" name="object 169"/>
          <p:cNvSpPr/>
          <p:nvPr/>
        </p:nvSpPr>
        <p:spPr>
          <a:xfrm>
            <a:off x="3722688" y="4589463"/>
            <a:ext cx="4762" cy="6350"/>
          </a:xfrm>
          <a:custGeom>
            <a:avLst/>
            <a:gdLst/>
            <a:ahLst/>
            <a:cxnLst/>
            <a:rect l="l" t="t" r="r" b="b"/>
            <a:pathLst>
              <a:path w="5714" h="6985">
                <a:moveTo>
                  <a:pt x="5561" y="6957"/>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70" name="object 170"/>
          <p:cNvSpPr/>
          <p:nvPr/>
        </p:nvSpPr>
        <p:spPr>
          <a:xfrm>
            <a:off x="3717925" y="4583113"/>
            <a:ext cx="3175" cy="6350"/>
          </a:xfrm>
          <a:custGeom>
            <a:avLst/>
            <a:gdLst/>
            <a:ahLst/>
            <a:cxnLst/>
            <a:rect l="l" t="t" r="r" b="b"/>
            <a:pathLst>
              <a:path w="4445" h="6985">
                <a:moveTo>
                  <a:pt x="4171" y="6957"/>
                </a:moveTo>
                <a:lnTo>
                  <a:pt x="0"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71" name="object 171"/>
          <p:cNvSpPr/>
          <p:nvPr/>
        </p:nvSpPr>
        <p:spPr>
          <a:xfrm>
            <a:off x="3713163" y="4575175"/>
            <a:ext cx="3175" cy="6350"/>
          </a:xfrm>
          <a:custGeom>
            <a:avLst/>
            <a:gdLst/>
            <a:ahLst/>
            <a:cxnLst/>
            <a:rect l="l" t="t" r="r" b="b"/>
            <a:pathLst>
              <a:path w="4445" h="6985">
                <a:moveTo>
                  <a:pt x="4171" y="6957"/>
                </a:moveTo>
                <a:lnTo>
                  <a:pt x="0"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72" name="object 172"/>
          <p:cNvSpPr/>
          <p:nvPr/>
        </p:nvSpPr>
        <p:spPr>
          <a:xfrm>
            <a:off x="3708400" y="4567238"/>
            <a:ext cx="4763" cy="7937"/>
          </a:xfrm>
          <a:custGeom>
            <a:avLst/>
            <a:gdLst/>
            <a:ahLst/>
            <a:cxnLst/>
            <a:rect l="l" t="t" r="r" b="b"/>
            <a:pathLst>
              <a:path w="4445" h="8889">
                <a:moveTo>
                  <a:pt x="4171" y="8349"/>
                </a:moveTo>
                <a:lnTo>
                  <a:pt x="0"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73" name="object 173"/>
          <p:cNvSpPr/>
          <p:nvPr/>
        </p:nvSpPr>
        <p:spPr>
          <a:xfrm>
            <a:off x="3705225" y="4557713"/>
            <a:ext cx="3175" cy="7937"/>
          </a:xfrm>
          <a:custGeom>
            <a:avLst/>
            <a:gdLst/>
            <a:ahLst/>
            <a:cxnLst/>
            <a:rect l="l" t="t" r="r" b="b"/>
            <a:pathLst>
              <a:path w="3175" h="8889">
                <a:moveTo>
                  <a:pt x="2780" y="8349"/>
                </a:moveTo>
                <a:lnTo>
                  <a:pt x="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74" name="object 174"/>
          <p:cNvSpPr/>
          <p:nvPr/>
        </p:nvSpPr>
        <p:spPr>
          <a:xfrm>
            <a:off x="3702050" y="4551363"/>
            <a:ext cx="3175" cy="6350"/>
          </a:xfrm>
          <a:custGeom>
            <a:avLst/>
            <a:gdLst/>
            <a:ahLst/>
            <a:cxnLst/>
            <a:rect l="l" t="t" r="r" b="b"/>
            <a:pathLst>
              <a:path w="4445" h="6985">
                <a:moveTo>
                  <a:pt x="4171" y="6957"/>
                </a:moveTo>
                <a:lnTo>
                  <a:pt x="0"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75" name="object 175"/>
          <p:cNvSpPr/>
          <p:nvPr/>
        </p:nvSpPr>
        <p:spPr>
          <a:xfrm>
            <a:off x="3698875" y="4543425"/>
            <a:ext cx="3175" cy="6350"/>
          </a:xfrm>
          <a:custGeom>
            <a:avLst/>
            <a:gdLst/>
            <a:ahLst/>
            <a:cxnLst/>
            <a:rect l="l" t="t" r="r" b="b"/>
            <a:pathLst>
              <a:path w="3175" h="6985">
                <a:moveTo>
                  <a:pt x="2780" y="6957"/>
                </a:moveTo>
                <a:lnTo>
                  <a:pt x="0" y="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76" name="object 176"/>
          <p:cNvSpPr/>
          <p:nvPr/>
        </p:nvSpPr>
        <p:spPr>
          <a:xfrm>
            <a:off x="3697288" y="4535488"/>
            <a:ext cx="1587" cy="7937"/>
          </a:xfrm>
          <a:custGeom>
            <a:avLst/>
            <a:gdLst/>
            <a:ahLst/>
            <a:cxnLst/>
            <a:rect l="l" t="t" r="r" b="b"/>
            <a:pathLst>
              <a:path w="3175" h="8889">
                <a:moveTo>
                  <a:pt x="2780" y="8349"/>
                </a:moveTo>
                <a:lnTo>
                  <a:pt x="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77" name="object 177"/>
          <p:cNvSpPr/>
          <p:nvPr/>
        </p:nvSpPr>
        <p:spPr>
          <a:xfrm>
            <a:off x="3694113" y="4525963"/>
            <a:ext cx="3175" cy="7937"/>
          </a:xfrm>
          <a:custGeom>
            <a:avLst/>
            <a:gdLst/>
            <a:ahLst/>
            <a:cxnLst/>
            <a:rect l="l" t="t" r="r" b="b"/>
            <a:pathLst>
              <a:path w="3175" h="8889">
                <a:moveTo>
                  <a:pt x="2780" y="8349"/>
                </a:moveTo>
                <a:lnTo>
                  <a:pt x="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78" name="object 178"/>
          <p:cNvSpPr/>
          <p:nvPr/>
        </p:nvSpPr>
        <p:spPr>
          <a:xfrm>
            <a:off x="3692525" y="4511675"/>
            <a:ext cx="1588" cy="6350"/>
          </a:xfrm>
          <a:custGeom>
            <a:avLst/>
            <a:gdLst/>
            <a:ahLst/>
            <a:cxnLst/>
            <a:rect l="l" t="t" r="r" b="b"/>
            <a:pathLst>
              <a:path w="1904" h="6985">
                <a:moveTo>
                  <a:pt x="1390" y="6957"/>
                </a:moveTo>
                <a:lnTo>
                  <a:pt x="0" y="0"/>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79" name="object 179"/>
          <p:cNvSpPr/>
          <p:nvPr/>
        </p:nvSpPr>
        <p:spPr>
          <a:xfrm>
            <a:off x="4335463" y="4530725"/>
            <a:ext cx="30162" cy="30163"/>
          </a:xfrm>
          <a:custGeom>
            <a:avLst/>
            <a:gdLst/>
            <a:ahLst/>
            <a:cxnLst/>
            <a:rect l="l" t="t" r="r" b="b"/>
            <a:pathLst>
              <a:path w="34289" h="33654">
                <a:moveTo>
                  <a:pt x="0" y="33206"/>
                </a:moveTo>
                <a:lnTo>
                  <a:pt x="33737" y="33206"/>
                </a:lnTo>
                <a:lnTo>
                  <a:pt x="33737" y="0"/>
                </a:lnTo>
                <a:lnTo>
                  <a:pt x="0" y="0"/>
                </a:lnTo>
                <a:lnTo>
                  <a:pt x="0" y="33206"/>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80" name="object 180"/>
          <p:cNvSpPr/>
          <p:nvPr/>
        </p:nvSpPr>
        <p:spPr>
          <a:xfrm>
            <a:off x="4435475" y="4560888"/>
            <a:ext cx="0" cy="0"/>
          </a:xfrm>
          <a:custGeom>
            <a:avLst/>
            <a:gdLst/>
            <a:ahLst/>
            <a:cxnLst/>
            <a:rect l="l" t="t" r="r" b="b"/>
            <a:pathLst>
              <a:path>
                <a:moveTo>
                  <a:pt x="0" y="0"/>
                </a:moveTo>
              </a:path>
            </a:pathLst>
          </a:custGeom>
          <a:solidFill>
            <a:srgbClr val="000000"/>
          </a:solid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81" name="object 181"/>
          <p:cNvSpPr/>
          <p:nvPr/>
        </p:nvSpPr>
        <p:spPr>
          <a:xfrm>
            <a:off x="4446588" y="4530725"/>
            <a:ext cx="30162" cy="30163"/>
          </a:xfrm>
          <a:custGeom>
            <a:avLst/>
            <a:gdLst/>
            <a:ahLst/>
            <a:cxnLst/>
            <a:rect l="l" t="t" r="r" b="b"/>
            <a:pathLst>
              <a:path w="34289" h="33654">
                <a:moveTo>
                  <a:pt x="0" y="33206"/>
                </a:moveTo>
                <a:lnTo>
                  <a:pt x="33737" y="33206"/>
                </a:lnTo>
                <a:lnTo>
                  <a:pt x="33737" y="0"/>
                </a:lnTo>
                <a:lnTo>
                  <a:pt x="0" y="0"/>
                </a:lnTo>
                <a:lnTo>
                  <a:pt x="0" y="33206"/>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82" name="object 182"/>
          <p:cNvSpPr/>
          <p:nvPr/>
        </p:nvSpPr>
        <p:spPr>
          <a:xfrm>
            <a:off x="4546600" y="4560888"/>
            <a:ext cx="0" cy="0"/>
          </a:xfrm>
          <a:custGeom>
            <a:avLst/>
            <a:gdLst/>
            <a:ahLst/>
            <a:cxnLst/>
            <a:rect l="l" t="t" r="r" b="b"/>
            <a:pathLst>
              <a:path>
                <a:moveTo>
                  <a:pt x="0" y="0"/>
                </a:moveTo>
              </a:path>
            </a:pathLst>
          </a:custGeom>
          <a:solidFill>
            <a:srgbClr val="000000"/>
          </a:solid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83" name="object 183"/>
          <p:cNvSpPr/>
          <p:nvPr/>
        </p:nvSpPr>
        <p:spPr>
          <a:xfrm>
            <a:off x="4559300" y="4530725"/>
            <a:ext cx="30163" cy="30163"/>
          </a:xfrm>
          <a:custGeom>
            <a:avLst/>
            <a:gdLst/>
            <a:ahLst/>
            <a:cxnLst/>
            <a:rect l="l" t="t" r="r" b="b"/>
            <a:pathLst>
              <a:path w="34289" h="33654">
                <a:moveTo>
                  <a:pt x="0" y="33206"/>
                </a:moveTo>
                <a:lnTo>
                  <a:pt x="33737" y="33206"/>
                </a:lnTo>
                <a:lnTo>
                  <a:pt x="33737" y="0"/>
                </a:lnTo>
                <a:lnTo>
                  <a:pt x="0" y="0"/>
                </a:lnTo>
                <a:lnTo>
                  <a:pt x="0" y="33206"/>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84" name="object 184"/>
          <p:cNvSpPr/>
          <p:nvPr/>
        </p:nvSpPr>
        <p:spPr>
          <a:xfrm>
            <a:off x="1614488" y="4167188"/>
            <a:ext cx="358775" cy="122237"/>
          </a:xfrm>
          <a:prstGeom prst="rect">
            <a:avLst/>
          </a:prstGeom>
          <a:blipFill>
            <a:blip r:embed="rId6"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85" name="object 185"/>
          <p:cNvSpPr/>
          <p:nvPr/>
        </p:nvSpPr>
        <p:spPr>
          <a:xfrm>
            <a:off x="2000250" y="4202113"/>
            <a:ext cx="0" cy="84137"/>
          </a:xfrm>
          <a:custGeom>
            <a:avLst/>
            <a:gdLst/>
            <a:ahLst/>
            <a:cxnLst/>
            <a:rect l="l" t="t" r="r" b="b"/>
            <a:pathLst>
              <a:path h="95885">
                <a:moveTo>
                  <a:pt x="0" y="0"/>
                </a:moveTo>
                <a:lnTo>
                  <a:pt x="0" y="95608"/>
                </a:lnTo>
              </a:path>
            </a:pathLst>
          </a:custGeom>
          <a:ln w="16399">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86" name="object 186"/>
          <p:cNvSpPr/>
          <p:nvPr/>
        </p:nvSpPr>
        <p:spPr>
          <a:xfrm>
            <a:off x="1993900" y="4170363"/>
            <a:ext cx="14288" cy="15875"/>
          </a:xfrm>
          <a:custGeom>
            <a:avLst/>
            <a:gdLst/>
            <a:ahLst/>
            <a:cxnLst/>
            <a:rect l="l" t="t" r="r" b="b"/>
            <a:pathLst>
              <a:path w="16510" h="18414">
                <a:moveTo>
                  <a:pt x="16399" y="0"/>
                </a:moveTo>
                <a:lnTo>
                  <a:pt x="0" y="0"/>
                </a:lnTo>
                <a:lnTo>
                  <a:pt x="0" y="18298"/>
                </a:lnTo>
                <a:lnTo>
                  <a:pt x="16399" y="18298"/>
                </a:lnTo>
                <a:lnTo>
                  <a:pt x="16399"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87" name="object 187"/>
          <p:cNvSpPr/>
          <p:nvPr/>
        </p:nvSpPr>
        <p:spPr>
          <a:xfrm>
            <a:off x="2025650" y="4200525"/>
            <a:ext cx="134938" cy="88900"/>
          </a:xfrm>
          <a:prstGeom prst="rect">
            <a:avLst/>
          </a:prstGeom>
          <a:blipFill>
            <a:blip r:embed="rId7"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88" name="object 188"/>
          <p:cNvSpPr>
            <a:spLocks noChangeArrowheads="1"/>
          </p:cNvSpPr>
          <p:nvPr/>
        </p:nvSpPr>
        <p:spPr bwMode="auto">
          <a:xfrm>
            <a:off x="5232400" y="1884363"/>
            <a:ext cx="2200275" cy="315912"/>
          </a:xfrm>
          <a:prstGeom prst="rect">
            <a:avLst/>
          </a:prstGeom>
          <a:blipFill dpi="0" rotWithShape="1">
            <a:blip r:embed="rId8"/>
            <a:srcRect/>
            <a:stretch>
              <a:fillRect/>
            </a:stretch>
          </a:blipFill>
          <a:ln>
            <a:no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89" name="object 189"/>
          <p:cNvSpPr/>
          <p:nvPr/>
        </p:nvSpPr>
        <p:spPr>
          <a:xfrm>
            <a:off x="5240338" y="2274888"/>
            <a:ext cx="960437" cy="119062"/>
          </a:xfrm>
          <a:prstGeom prst="rect">
            <a:avLst/>
          </a:prstGeom>
          <a:blipFill>
            <a:blip r:embed="rId9"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90" name="object 190"/>
          <p:cNvSpPr/>
          <p:nvPr/>
        </p:nvSpPr>
        <p:spPr>
          <a:xfrm>
            <a:off x="6221413" y="2373313"/>
            <a:ext cx="15875" cy="17462"/>
          </a:xfrm>
          <a:custGeom>
            <a:avLst/>
            <a:gdLst/>
            <a:ahLst/>
            <a:cxnLst/>
            <a:rect l="l" t="t" r="r" b="b"/>
            <a:pathLst>
              <a:path w="19050" h="19685">
                <a:moveTo>
                  <a:pt x="0" y="19551"/>
                </a:moveTo>
                <a:lnTo>
                  <a:pt x="18729" y="19551"/>
                </a:lnTo>
                <a:lnTo>
                  <a:pt x="18729" y="0"/>
                </a:lnTo>
                <a:lnTo>
                  <a:pt x="0" y="0"/>
                </a:lnTo>
                <a:lnTo>
                  <a:pt x="0" y="19551"/>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91" name="object 191"/>
          <p:cNvSpPr/>
          <p:nvPr/>
        </p:nvSpPr>
        <p:spPr>
          <a:xfrm>
            <a:off x="5865813" y="2454275"/>
            <a:ext cx="309562" cy="669925"/>
          </a:xfrm>
          <a:custGeom>
            <a:avLst/>
            <a:gdLst/>
            <a:ahLst/>
            <a:cxnLst/>
            <a:rect l="l" t="t" r="r" b="b"/>
            <a:pathLst>
              <a:path w="351790" h="758825">
                <a:moveTo>
                  <a:pt x="280868" y="711073"/>
                </a:moveTo>
                <a:lnTo>
                  <a:pt x="276697" y="711073"/>
                </a:lnTo>
                <a:lnTo>
                  <a:pt x="276697" y="715247"/>
                </a:lnTo>
                <a:lnTo>
                  <a:pt x="282258" y="718030"/>
                </a:lnTo>
                <a:lnTo>
                  <a:pt x="301725" y="731945"/>
                </a:lnTo>
                <a:lnTo>
                  <a:pt x="321191" y="744468"/>
                </a:lnTo>
                <a:lnTo>
                  <a:pt x="342049" y="755603"/>
                </a:lnTo>
                <a:lnTo>
                  <a:pt x="348999" y="758384"/>
                </a:lnTo>
                <a:lnTo>
                  <a:pt x="350390" y="758384"/>
                </a:lnTo>
                <a:lnTo>
                  <a:pt x="351781" y="756993"/>
                </a:lnTo>
                <a:lnTo>
                  <a:pt x="351781" y="755603"/>
                </a:lnTo>
                <a:lnTo>
                  <a:pt x="346219" y="750036"/>
                </a:lnTo>
                <a:lnTo>
                  <a:pt x="325362" y="740295"/>
                </a:lnTo>
                <a:lnTo>
                  <a:pt x="304505" y="727770"/>
                </a:lnTo>
                <a:lnTo>
                  <a:pt x="285040" y="713856"/>
                </a:lnTo>
                <a:lnTo>
                  <a:pt x="280868" y="711073"/>
                </a:lnTo>
                <a:close/>
              </a:path>
              <a:path w="351790" h="758825">
                <a:moveTo>
                  <a:pt x="186319" y="617839"/>
                </a:moveTo>
                <a:lnTo>
                  <a:pt x="184928" y="617839"/>
                </a:lnTo>
                <a:lnTo>
                  <a:pt x="182147" y="619231"/>
                </a:lnTo>
                <a:lnTo>
                  <a:pt x="182147" y="622015"/>
                </a:lnTo>
                <a:lnTo>
                  <a:pt x="184928" y="623406"/>
                </a:lnTo>
                <a:lnTo>
                  <a:pt x="191880" y="631755"/>
                </a:lnTo>
                <a:lnTo>
                  <a:pt x="208565" y="651236"/>
                </a:lnTo>
                <a:lnTo>
                  <a:pt x="225252" y="669326"/>
                </a:lnTo>
                <a:lnTo>
                  <a:pt x="239154" y="683242"/>
                </a:lnTo>
                <a:lnTo>
                  <a:pt x="244717" y="683242"/>
                </a:lnTo>
                <a:lnTo>
                  <a:pt x="244717" y="680459"/>
                </a:lnTo>
                <a:lnTo>
                  <a:pt x="211347" y="647062"/>
                </a:lnTo>
                <a:lnTo>
                  <a:pt x="194661" y="628972"/>
                </a:lnTo>
                <a:lnTo>
                  <a:pt x="187709" y="619231"/>
                </a:lnTo>
                <a:lnTo>
                  <a:pt x="186319" y="617839"/>
                </a:lnTo>
                <a:close/>
              </a:path>
              <a:path w="351790" h="758825">
                <a:moveTo>
                  <a:pt x="114016" y="507908"/>
                </a:moveTo>
                <a:lnTo>
                  <a:pt x="112624" y="507908"/>
                </a:lnTo>
                <a:lnTo>
                  <a:pt x="111234" y="510692"/>
                </a:lnTo>
                <a:lnTo>
                  <a:pt x="111234" y="513474"/>
                </a:lnTo>
                <a:lnTo>
                  <a:pt x="114016" y="520433"/>
                </a:lnTo>
                <a:lnTo>
                  <a:pt x="129311" y="544088"/>
                </a:lnTo>
                <a:lnTo>
                  <a:pt x="143215" y="567744"/>
                </a:lnTo>
                <a:lnTo>
                  <a:pt x="152948" y="581660"/>
                </a:lnTo>
                <a:lnTo>
                  <a:pt x="155728" y="584442"/>
                </a:lnTo>
                <a:lnTo>
                  <a:pt x="157119" y="584442"/>
                </a:lnTo>
                <a:lnTo>
                  <a:pt x="158509" y="581660"/>
                </a:lnTo>
                <a:lnTo>
                  <a:pt x="158509" y="580268"/>
                </a:lnTo>
                <a:lnTo>
                  <a:pt x="148777" y="564962"/>
                </a:lnTo>
                <a:lnTo>
                  <a:pt x="133482" y="542697"/>
                </a:lnTo>
                <a:lnTo>
                  <a:pt x="119578" y="519041"/>
                </a:lnTo>
                <a:lnTo>
                  <a:pt x="114016" y="507908"/>
                </a:lnTo>
                <a:close/>
              </a:path>
              <a:path w="351790" h="758825">
                <a:moveTo>
                  <a:pt x="59789" y="388237"/>
                </a:moveTo>
                <a:lnTo>
                  <a:pt x="57009" y="388237"/>
                </a:lnTo>
                <a:lnTo>
                  <a:pt x="57009" y="389628"/>
                </a:lnTo>
                <a:lnTo>
                  <a:pt x="55618" y="389628"/>
                </a:lnTo>
                <a:lnTo>
                  <a:pt x="55618" y="391020"/>
                </a:lnTo>
                <a:lnTo>
                  <a:pt x="66741" y="417459"/>
                </a:lnTo>
                <a:lnTo>
                  <a:pt x="76474" y="445289"/>
                </a:lnTo>
                <a:lnTo>
                  <a:pt x="88987" y="468946"/>
                </a:lnTo>
                <a:lnTo>
                  <a:pt x="90378" y="470338"/>
                </a:lnTo>
                <a:lnTo>
                  <a:pt x="91768" y="470338"/>
                </a:lnTo>
                <a:lnTo>
                  <a:pt x="93159" y="468946"/>
                </a:lnTo>
                <a:lnTo>
                  <a:pt x="93159" y="464770"/>
                </a:lnTo>
                <a:lnTo>
                  <a:pt x="82035" y="441115"/>
                </a:lnTo>
                <a:lnTo>
                  <a:pt x="70911" y="416067"/>
                </a:lnTo>
                <a:lnTo>
                  <a:pt x="61179" y="389628"/>
                </a:lnTo>
                <a:lnTo>
                  <a:pt x="59789" y="388237"/>
                </a:lnTo>
                <a:close/>
              </a:path>
              <a:path w="351790" h="758825">
                <a:moveTo>
                  <a:pt x="22246" y="261607"/>
                </a:moveTo>
                <a:lnTo>
                  <a:pt x="22246" y="262999"/>
                </a:lnTo>
                <a:lnTo>
                  <a:pt x="19466" y="262999"/>
                </a:lnTo>
                <a:lnTo>
                  <a:pt x="19466" y="264389"/>
                </a:lnTo>
                <a:lnTo>
                  <a:pt x="22246" y="275522"/>
                </a:lnTo>
                <a:lnTo>
                  <a:pt x="30590" y="304745"/>
                </a:lnTo>
                <a:lnTo>
                  <a:pt x="37542" y="333966"/>
                </a:lnTo>
                <a:lnTo>
                  <a:pt x="40323" y="345098"/>
                </a:lnTo>
                <a:lnTo>
                  <a:pt x="41713" y="346491"/>
                </a:lnTo>
                <a:lnTo>
                  <a:pt x="44493" y="346491"/>
                </a:lnTo>
                <a:lnTo>
                  <a:pt x="45883" y="345098"/>
                </a:lnTo>
                <a:lnTo>
                  <a:pt x="45883" y="343707"/>
                </a:lnTo>
                <a:lnTo>
                  <a:pt x="41713" y="331184"/>
                </a:lnTo>
                <a:lnTo>
                  <a:pt x="34761" y="304745"/>
                </a:lnTo>
                <a:lnTo>
                  <a:pt x="27809" y="275522"/>
                </a:lnTo>
                <a:lnTo>
                  <a:pt x="25027" y="264389"/>
                </a:lnTo>
                <a:lnTo>
                  <a:pt x="24936" y="262953"/>
                </a:lnTo>
                <a:lnTo>
                  <a:pt x="22246" y="261607"/>
                </a:lnTo>
                <a:close/>
              </a:path>
              <a:path w="351790" h="758825">
                <a:moveTo>
                  <a:pt x="4171" y="130802"/>
                </a:moveTo>
                <a:lnTo>
                  <a:pt x="2781" y="132194"/>
                </a:lnTo>
                <a:lnTo>
                  <a:pt x="1390" y="134978"/>
                </a:lnTo>
                <a:lnTo>
                  <a:pt x="2781" y="154458"/>
                </a:lnTo>
                <a:lnTo>
                  <a:pt x="5561" y="186463"/>
                </a:lnTo>
                <a:lnTo>
                  <a:pt x="11123" y="217078"/>
                </a:lnTo>
                <a:lnTo>
                  <a:pt x="11123" y="218469"/>
                </a:lnTo>
                <a:lnTo>
                  <a:pt x="16685" y="218469"/>
                </a:lnTo>
                <a:lnTo>
                  <a:pt x="16685" y="215686"/>
                </a:lnTo>
                <a:lnTo>
                  <a:pt x="11123" y="186463"/>
                </a:lnTo>
                <a:lnTo>
                  <a:pt x="8342" y="154458"/>
                </a:lnTo>
                <a:lnTo>
                  <a:pt x="8342" y="134978"/>
                </a:lnTo>
                <a:lnTo>
                  <a:pt x="4171" y="130802"/>
                </a:lnTo>
                <a:close/>
              </a:path>
              <a:path w="351790" h="758825">
                <a:moveTo>
                  <a:pt x="5561" y="0"/>
                </a:moveTo>
                <a:lnTo>
                  <a:pt x="2781" y="0"/>
                </a:lnTo>
                <a:lnTo>
                  <a:pt x="1390" y="2781"/>
                </a:lnTo>
                <a:lnTo>
                  <a:pt x="0" y="33395"/>
                </a:lnTo>
                <a:lnTo>
                  <a:pt x="0" y="86274"/>
                </a:lnTo>
                <a:lnTo>
                  <a:pt x="1390" y="86274"/>
                </a:lnTo>
                <a:lnTo>
                  <a:pt x="1390" y="87665"/>
                </a:lnTo>
                <a:lnTo>
                  <a:pt x="2781" y="87665"/>
                </a:lnTo>
                <a:lnTo>
                  <a:pt x="4171" y="86274"/>
                </a:lnTo>
                <a:lnTo>
                  <a:pt x="4171" y="64009"/>
                </a:lnTo>
                <a:lnTo>
                  <a:pt x="5561" y="33395"/>
                </a:lnTo>
                <a:lnTo>
                  <a:pt x="8342" y="2781"/>
                </a:lnTo>
                <a:lnTo>
                  <a:pt x="5561"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92" name="object 192"/>
          <p:cNvSpPr/>
          <p:nvPr/>
        </p:nvSpPr>
        <p:spPr>
          <a:xfrm>
            <a:off x="5870575" y="2457450"/>
            <a:ext cx="3175" cy="26988"/>
          </a:xfrm>
          <a:custGeom>
            <a:avLst/>
            <a:gdLst/>
            <a:ahLst/>
            <a:cxnLst/>
            <a:rect l="l" t="t" r="r" b="b"/>
            <a:pathLst>
              <a:path w="3175" h="29844">
                <a:moveTo>
                  <a:pt x="1390" y="-695"/>
                </a:moveTo>
                <a:lnTo>
                  <a:pt x="1390" y="29917"/>
                </a:lnTo>
              </a:path>
            </a:pathLst>
          </a:custGeom>
          <a:ln w="4171">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93" name="object 193"/>
          <p:cNvSpPr/>
          <p:nvPr/>
        </p:nvSpPr>
        <p:spPr>
          <a:xfrm>
            <a:off x="5868988" y="2484438"/>
            <a:ext cx="1587" cy="26987"/>
          </a:xfrm>
          <a:custGeom>
            <a:avLst/>
            <a:gdLst/>
            <a:ahLst/>
            <a:cxnLst/>
            <a:rect l="l" t="t" r="r" b="b"/>
            <a:pathLst>
              <a:path w="1904" h="29844">
                <a:moveTo>
                  <a:pt x="1390" y="0"/>
                </a:moveTo>
                <a:lnTo>
                  <a:pt x="0" y="29222"/>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94" name="object 194"/>
          <p:cNvSpPr/>
          <p:nvPr/>
        </p:nvSpPr>
        <p:spPr>
          <a:xfrm>
            <a:off x="5868988" y="2511425"/>
            <a:ext cx="0" cy="20638"/>
          </a:xfrm>
          <a:custGeom>
            <a:avLst/>
            <a:gdLst/>
            <a:ahLst/>
            <a:cxnLst/>
            <a:rect l="l" t="t" r="r" b="b"/>
            <a:pathLst>
              <a:path h="23494">
                <a:moveTo>
                  <a:pt x="0" y="2296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95" name="object 195"/>
          <p:cNvSpPr/>
          <p:nvPr/>
        </p:nvSpPr>
        <p:spPr>
          <a:xfrm>
            <a:off x="5868988" y="25320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96" name="object 196"/>
          <p:cNvSpPr/>
          <p:nvPr/>
        </p:nvSpPr>
        <p:spPr>
          <a:xfrm>
            <a:off x="5867400" y="25320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97" name="object 197"/>
          <p:cNvSpPr/>
          <p:nvPr/>
        </p:nvSpPr>
        <p:spPr>
          <a:xfrm>
            <a:off x="5867400" y="25304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98" name="object 198"/>
          <p:cNvSpPr/>
          <p:nvPr/>
        </p:nvSpPr>
        <p:spPr>
          <a:xfrm>
            <a:off x="5865813" y="25304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199" name="object 199"/>
          <p:cNvSpPr/>
          <p:nvPr/>
        </p:nvSpPr>
        <p:spPr>
          <a:xfrm>
            <a:off x="5865813" y="2513013"/>
            <a:ext cx="0" cy="17462"/>
          </a:xfrm>
          <a:custGeom>
            <a:avLst/>
            <a:gdLst/>
            <a:ahLst/>
            <a:cxnLst/>
            <a:rect l="l" t="t" r="r" b="b"/>
            <a:pathLst>
              <a:path h="19685">
                <a:moveTo>
                  <a:pt x="0" y="19481"/>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00" name="object 200"/>
          <p:cNvSpPr/>
          <p:nvPr/>
        </p:nvSpPr>
        <p:spPr>
          <a:xfrm>
            <a:off x="5865813" y="2486025"/>
            <a:ext cx="0" cy="25400"/>
          </a:xfrm>
          <a:custGeom>
            <a:avLst/>
            <a:gdLst/>
            <a:ahLst/>
            <a:cxnLst/>
            <a:rect l="l" t="t" r="r" b="b"/>
            <a:pathLst>
              <a:path h="29844">
                <a:moveTo>
                  <a:pt x="0" y="29222"/>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01" name="object 201"/>
          <p:cNvSpPr/>
          <p:nvPr/>
        </p:nvSpPr>
        <p:spPr>
          <a:xfrm>
            <a:off x="5865813" y="2459038"/>
            <a:ext cx="1587" cy="25400"/>
          </a:xfrm>
          <a:custGeom>
            <a:avLst/>
            <a:gdLst/>
            <a:ahLst/>
            <a:cxnLst/>
            <a:rect l="l" t="t" r="r" b="b"/>
            <a:pathLst>
              <a:path w="1904" h="29844">
                <a:moveTo>
                  <a:pt x="0" y="29222"/>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02" name="object 202"/>
          <p:cNvSpPr/>
          <p:nvPr/>
        </p:nvSpPr>
        <p:spPr>
          <a:xfrm>
            <a:off x="5867400" y="2455863"/>
            <a:ext cx="1588" cy="1587"/>
          </a:xfrm>
          <a:custGeom>
            <a:avLst/>
            <a:gdLst/>
            <a:ahLst/>
            <a:cxnLst/>
            <a:rect l="l" t="t" r="r" b="b"/>
            <a:pathLst>
              <a:path w="1904" h="1905">
                <a:moveTo>
                  <a:pt x="0" y="1391"/>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03" name="object 203"/>
          <p:cNvSpPr/>
          <p:nvPr/>
        </p:nvSpPr>
        <p:spPr>
          <a:xfrm>
            <a:off x="5868988" y="24542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04" name="object 204"/>
          <p:cNvSpPr/>
          <p:nvPr/>
        </p:nvSpPr>
        <p:spPr>
          <a:xfrm>
            <a:off x="5868988" y="24542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05" name="object 205"/>
          <p:cNvSpPr/>
          <p:nvPr/>
        </p:nvSpPr>
        <p:spPr>
          <a:xfrm>
            <a:off x="5870575" y="2454275"/>
            <a:ext cx="1588" cy="1588"/>
          </a:xfrm>
          <a:custGeom>
            <a:avLst/>
            <a:gdLst/>
            <a:ahLst/>
            <a:cxnLst/>
            <a:rect l="l" t="t" r="r" b="b"/>
            <a:pathLst>
              <a:path w="1904" h="1905">
                <a:moveTo>
                  <a:pt x="0" y="0"/>
                </a:moveTo>
                <a:lnTo>
                  <a:pt x="139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06" name="object 206"/>
          <p:cNvSpPr/>
          <p:nvPr/>
        </p:nvSpPr>
        <p:spPr>
          <a:xfrm>
            <a:off x="5873750" y="2457450"/>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07" name="object 207"/>
          <p:cNvSpPr/>
          <p:nvPr/>
        </p:nvSpPr>
        <p:spPr>
          <a:xfrm>
            <a:off x="5873750" y="2573338"/>
            <a:ext cx="0" cy="17462"/>
          </a:xfrm>
          <a:custGeom>
            <a:avLst/>
            <a:gdLst/>
            <a:ahLst/>
            <a:cxnLst/>
            <a:rect l="l" t="t" r="r" b="b"/>
            <a:pathLst>
              <a:path h="19050">
                <a:moveTo>
                  <a:pt x="0" y="18785"/>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08" name="object 208"/>
          <p:cNvSpPr/>
          <p:nvPr/>
        </p:nvSpPr>
        <p:spPr>
          <a:xfrm>
            <a:off x="5873750" y="2590800"/>
            <a:ext cx="1588" cy="28575"/>
          </a:xfrm>
          <a:custGeom>
            <a:avLst/>
            <a:gdLst/>
            <a:ahLst/>
            <a:cxnLst/>
            <a:rect l="l" t="t" r="r" b="b"/>
            <a:pathLst>
              <a:path w="3175" h="31114">
                <a:moveTo>
                  <a:pt x="1390" y="-695"/>
                </a:moveTo>
                <a:lnTo>
                  <a:pt x="1390" y="31308"/>
                </a:lnTo>
              </a:path>
            </a:pathLst>
          </a:custGeom>
          <a:ln w="4171">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09" name="object 209"/>
          <p:cNvSpPr/>
          <p:nvPr/>
        </p:nvSpPr>
        <p:spPr>
          <a:xfrm>
            <a:off x="5875338" y="2619375"/>
            <a:ext cx="4762" cy="25400"/>
          </a:xfrm>
          <a:custGeom>
            <a:avLst/>
            <a:gdLst/>
            <a:ahLst/>
            <a:cxnLst/>
            <a:rect l="l" t="t" r="r" b="b"/>
            <a:pathLst>
              <a:path w="5715" h="27939">
                <a:moveTo>
                  <a:pt x="0" y="0"/>
                </a:moveTo>
                <a:lnTo>
                  <a:pt x="5561" y="2783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10" name="object 210"/>
          <p:cNvSpPr/>
          <p:nvPr/>
        </p:nvSpPr>
        <p:spPr>
          <a:xfrm>
            <a:off x="5880100" y="2644775"/>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11" name="object 211"/>
          <p:cNvSpPr/>
          <p:nvPr/>
        </p:nvSpPr>
        <p:spPr>
          <a:xfrm>
            <a:off x="5880100" y="26447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12" name="object 212"/>
          <p:cNvSpPr/>
          <p:nvPr/>
        </p:nvSpPr>
        <p:spPr>
          <a:xfrm>
            <a:off x="5880100" y="26463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13" name="object 213"/>
          <p:cNvSpPr/>
          <p:nvPr/>
        </p:nvSpPr>
        <p:spPr>
          <a:xfrm>
            <a:off x="5880100" y="26479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14" name="object 214"/>
          <p:cNvSpPr/>
          <p:nvPr/>
        </p:nvSpPr>
        <p:spPr>
          <a:xfrm>
            <a:off x="5878513" y="2647950"/>
            <a:ext cx="3175"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15" name="object 215"/>
          <p:cNvSpPr/>
          <p:nvPr/>
        </p:nvSpPr>
        <p:spPr>
          <a:xfrm>
            <a:off x="5878513" y="2647950"/>
            <a:ext cx="1587" cy="0"/>
          </a:xfrm>
          <a:custGeom>
            <a:avLst/>
            <a:gdLst/>
            <a:ahLst/>
            <a:cxnLst/>
            <a:rect l="l" t="t" r="r" b="b"/>
            <a:pathLst>
              <a:path w="1904">
                <a:moveTo>
                  <a:pt x="139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16" name="object 216"/>
          <p:cNvSpPr/>
          <p:nvPr/>
        </p:nvSpPr>
        <p:spPr>
          <a:xfrm>
            <a:off x="5876925" y="26479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17" name="object 217"/>
          <p:cNvSpPr/>
          <p:nvPr/>
        </p:nvSpPr>
        <p:spPr>
          <a:xfrm>
            <a:off x="5875338" y="26479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18" name="object 218"/>
          <p:cNvSpPr/>
          <p:nvPr/>
        </p:nvSpPr>
        <p:spPr>
          <a:xfrm>
            <a:off x="5875338" y="2646363"/>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19" name="object 219"/>
          <p:cNvSpPr/>
          <p:nvPr/>
        </p:nvSpPr>
        <p:spPr>
          <a:xfrm>
            <a:off x="5870575" y="2620963"/>
            <a:ext cx="4763" cy="25400"/>
          </a:xfrm>
          <a:custGeom>
            <a:avLst/>
            <a:gdLst/>
            <a:ahLst/>
            <a:cxnLst/>
            <a:rect l="l" t="t" r="r" b="b"/>
            <a:pathLst>
              <a:path w="5715" h="29844">
                <a:moveTo>
                  <a:pt x="5561" y="29222"/>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20" name="object 220"/>
          <p:cNvSpPr/>
          <p:nvPr/>
        </p:nvSpPr>
        <p:spPr>
          <a:xfrm>
            <a:off x="5868988" y="2592388"/>
            <a:ext cx="1587" cy="26987"/>
          </a:xfrm>
          <a:custGeom>
            <a:avLst/>
            <a:gdLst/>
            <a:ahLst/>
            <a:cxnLst/>
            <a:rect l="l" t="t" r="r" b="b"/>
            <a:pathLst>
              <a:path w="3175" h="31114">
                <a:moveTo>
                  <a:pt x="1390" y="-695"/>
                </a:moveTo>
                <a:lnTo>
                  <a:pt x="1390" y="31308"/>
                </a:lnTo>
              </a:path>
            </a:pathLst>
          </a:custGeom>
          <a:ln w="4171">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21" name="object 221"/>
          <p:cNvSpPr/>
          <p:nvPr/>
        </p:nvSpPr>
        <p:spPr>
          <a:xfrm>
            <a:off x="5867400" y="2574925"/>
            <a:ext cx="1588" cy="15875"/>
          </a:xfrm>
          <a:custGeom>
            <a:avLst/>
            <a:gdLst/>
            <a:ahLst/>
            <a:cxnLst/>
            <a:rect l="l" t="t" r="r" b="b"/>
            <a:pathLst>
              <a:path w="1904" h="18414">
                <a:moveTo>
                  <a:pt x="695" y="-695"/>
                </a:moveTo>
                <a:lnTo>
                  <a:pt x="695" y="18785"/>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22" name="object 222"/>
          <p:cNvSpPr/>
          <p:nvPr/>
        </p:nvSpPr>
        <p:spPr>
          <a:xfrm>
            <a:off x="5867400" y="2573338"/>
            <a:ext cx="1588" cy="1587"/>
          </a:xfrm>
          <a:custGeom>
            <a:avLst/>
            <a:gdLst/>
            <a:ahLst/>
            <a:cxnLst/>
            <a:rect l="l" t="t" r="r" b="b"/>
            <a:pathLst>
              <a:path w="1904" h="1905">
                <a:moveTo>
                  <a:pt x="0" y="1391"/>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23" name="object 223"/>
          <p:cNvSpPr/>
          <p:nvPr/>
        </p:nvSpPr>
        <p:spPr>
          <a:xfrm>
            <a:off x="5868988" y="25717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24" name="object 224"/>
          <p:cNvSpPr/>
          <p:nvPr/>
        </p:nvSpPr>
        <p:spPr>
          <a:xfrm>
            <a:off x="5868988" y="25701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25" name="object 225"/>
          <p:cNvSpPr/>
          <p:nvPr/>
        </p:nvSpPr>
        <p:spPr>
          <a:xfrm>
            <a:off x="5870575" y="2571750"/>
            <a:ext cx="1588" cy="1588"/>
          </a:xfrm>
          <a:custGeom>
            <a:avLst/>
            <a:gdLst/>
            <a:ahLst/>
            <a:cxnLst/>
            <a:rect l="l" t="t" r="r" b="b"/>
            <a:pathLst>
              <a:path w="1904" h="1905">
                <a:moveTo>
                  <a:pt x="0" y="0"/>
                </a:moveTo>
                <a:lnTo>
                  <a:pt x="139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26" name="object 226"/>
          <p:cNvSpPr/>
          <p:nvPr/>
        </p:nvSpPr>
        <p:spPr>
          <a:xfrm>
            <a:off x="5888038" y="2687638"/>
            <a:ext cx="3175" cy="9525"/>
          </a:xfrm>
          <a:custGeom>
            <a:avLst/>
            <a:gdLst/>
            <a:ahLst/>
            <a:cxnLst/>
            <a:rect l="l" t="t" r="r" b="b"/>
            <a:pathLst>
              <a:path w="3175" h="10160">
                <a:moveTo>
                  <a:pt x="0" y="0"/>
                </a:moveTo>
                <a:lnTo>
                  <a:pt x="2780" y="974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27" name="object 227"/>
          <p:cNvSpPr/>
          <p:nvPr/>
        </p:nvSpPr>
        <p:spPr>
          <a:xfrm>
            <a:off x="5889625" y="2698750"/>
            <a:ext cx="6350" cy="23813"/>
          </a:xfrm>
          <a:custGeom>
            <a:avLst/>
            <a:gdLst/>
            <a:ahLst/>
            <a:cxnLst/>
            <a:rect l="l" t="t" r="r" b="b"/>
            <a:pathLst>
              <a:path w="6984" h="27939">
                <a:moveTo>
                  <a:pt x="0" y="0"/>
                </a:moveTo>
                <a:lnTo>
                  <a:pt x="6952" y="2783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28" name="object 228"/>
          <p:cNvSpPr/>
          <p:nvPr/>
        </p:nvSpPr>
        <p:spPr>
          <a:xfrm>
            <a:off x="5895975" y="2724150"/>
            <a:ext cx="6350" cy="22225"/>
          </a:xfrm>
          <a:custGeom>
            <a:avLst/>
            <a:gdLst/>
            <a:ahLst/>
            <a:cxnLst/>
            <a:rect l="l" t="t" r="r" b="b"/>
            <a:pathLst>
              <a:path w="6984" h="25400">
                <a:moveTo>
                  <a:pt x="0" y="0"/>
                </a:moveTo>
                <a:lnTo>
                  <a:pt x="6952" y="25047"/>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29" name="object 229"/>
          <p:cNvSpPr/>
          <p:nvPr/>
        </p:nvSpPr>
        <p:spPr>
          <a:xfrm>
            <a:off x="5902325" y="2746375"/>
            <a:ext cx="4763" cy="11113"/>
          </a:xfrm>
          <a:custGeom>
            <a:avLst/>
            <a:gdLst/>
            <a:ahLst/>
            <a:cxnLst/>
            <a:rect l="l" t="t" r="r" b="b"/>
            <a:pathLst>
              <a:path w="4445" h="11430">
                <a:moveTo>
                  <a:pt x="0" y="0"/>
                </a:moveTo>
                <a:lnTo>
                  <a:pt x="4171" y="11132"/>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30" name="object 230"/>
          <p:cNvSpPr/>
          <p:nvPr/>
        </p:nvSpPr>
        <p:spPr>
          <a:xfrm>
            <a:off x="5905500" y="275748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31" name="object 231"/>
          <p:cNvSpPr/>
          <p:nvPr/>
        </p:nvSpPr>
        <p:spPr>
          <a:xfrm>
            <a:off x="5905500" y="2759075"/>
            <a:ext cx="3175"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32" name="object 232"/>
          <p:cNvSpPr/>
          <p:nvPr/>
        </p:nvSpPr>
        <p:spPr>
          <a:xfrm>
            <a:off x="5905500" y="27590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33" name="object 233"/>
          <p:cNvSpPr/>
          <p:nvPr/>
        </p:nvSpPr>
        <p:spPr>
          <a:xfrm>
            <a:off x="5903913" y="2760663"/>
            <a:ext cx="1587" cy="0"/>
          </a:xfrm>
          <a:custGeom>
            <a:avLst/>
            <a:gdLst/>
            <a:ahLst/>
            <a:cxnLst/>
            <a:rect l="l" t="t" r="r" b="b"/>
            <a:pathLst>
              <a:path w="1904">
                <a:moveTo>
                  <a:pt x="139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34" name="object 234"/>
          <p:cNvSpPr/>
          <p:nvPr/>
        </p:nvSpPr>
        <p:spPr>
          <a:xfrm>
            <a:off x="5902325" y="27606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35" name="object 235"/>
          <p:cNvSpPr/>
          <p:nvPr/>
        </p:nvSpPr>
        <p:spPr>
          <a:xfrm>
            <a:off x="5900738" y="2759075"/>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36" name="object 236"/>
          <p:cNvSpPr/>
          <p:nvPr/>
        </p:nvSpPr>
        <p:spPr>
          <a:xfrm>
            <a:off x="5899150" y="2751138"/>
            <a:ext cx="3175" cy="7937"/>
          </a:xfrm>
          <a:custGeom>
            <a:avLst/>
            <a:gdLst/>
            <a:ahLst/>
            <a:cxnLst/>
            <a:rect l="l" t="t" r="r" b="b"/>
            <a:pathLst>
              <a:path w="3175" h="10160">
                <a:moveTo>
                  <a:pt x="2780" y="974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37" name="object 237"/>
          <p:cNvSpPr/>
          <p:nvPr/>
        </p:nvSpPr>
        <p:spPr>
          <a:xfrm>
            <a:off x="5892800" y="2725738"/>
            <a:ext cx="6350" cy="23812"/>
          </a:xfrm>
          <a:custGeom>
            <a:avLst/>
            <a:gdLst/>
            <a:ahLst/>
            <a:cxnLst/>
            <a:rect l="l" t="t" r="r" b="b"/>
            <a:pathLst>
              <a:path w="6984" h="27939">
                <a:moveTo>
                  <a:pt x="6952" y="2783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38" name="object 238"/>
          <p:cNvSpPr/>
          <p:nvPr/>
        </p:nvSpPr>
        <p:spPr>
          <a:xfrm>
            <a:off x="5884863" y="2698750"/>
            <a:ext cx="7937" cy="25400"/>
          </a:xfrm>
          <a:custGeom>
            <a:avLst/>
            <a:gdLst/>
            <a:ahLst/>
            <a:cxnLst/>
            <a:rect l="l" t="t" r="r" b="b"/>
            <a:pathLst>
              <a:path w="8890" h="27939">
                <a:moveTo>
                  <a:pt x="8342" y="2783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39" name="object 239"/>
          <p:cNvSpPr/>
          <p:nvPr/>
        </p:nvSpPr>
        <p:spPr>
          <a:xfrm>
            <a:off x="5883275" y="2689225"/>
            <a:ext cx="3175" cy="9525"/>
          </a:xfrm>
          <a:custGeom>
            <a:avLst/>
            <a:gdLst/>
            <a:ahLst/>
            <a:cxnLst/>
            <a:rect l="l" t="t" r="r" b="b"/>
            <a:pathLst>
              <a:path w="3175" h="10160">
                <a:moveTo>
                  <a:pt x="2780" y="974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40" name="object 240"/>
          <p:cNvSpPr/>
          <p:nvPr/>
        </p:nvSpPr>
        <p:spPr>
          <a:xfrm>
            <a:off x="5883275" y="26876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41" name="object 241"/>
          <p:cNvSpPr/>
          <p:nvPr/>
        </p:nvSpPr>
        <p:spPr>
          <a:xfrm>
            <a:off x="5883275" y="2687638"/>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42" name="object 242"/>
          <p:cNvSpPr/>
          <p:nvPr/>
        </p:nvSpPr>
        <p:spPr>
          <a:xfrm>
            <a:off x="5884863" y="26876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43" name="object 243"/>
          <p:cNvSpPr/>
          <p:nvPr/>
        </p:nvSpPr>
        <p:spPr>
          <a:xfrm>
            <a:off x="5884863" y="2686050"/>
            <a:ext cx="1587" cy="1588"/>
          </a:xfrm>
          <a:custGeom>
            <a:avLst/>
            <a:gdLst/>
            <a:ahLst/>
            <a:cxnLst/>
            <a:rect l="l" t="t" r="r" b="b"/>
            <a:pathLst>
              <a:path w="1904" h="1905">
                <a:moveTo>
                  <a:pt x="0" y="0"/>
                </a:moveTo>
                <a:lnTo>
                  <a:pt x="139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44" name="object 244"/>
          <p:cNvSpPr/>
          <p:nvPr/>
        </p:nvSpPr>
        <p:spPr>
          <a:xfrm>
            <a:off x="5888038" y="2687638"/>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45" name="object 245"/>
          <p:cNvSpPr/>
          <p:nvPr/>
        </p:nvSpPr>
        <p:spPr>
          <a:xfrm>
            <a:off x="5888038" y="26876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46" name="object 246"/>
          <p:cNvSpPr/>
          <p:nvPr/>
        </p:nvSpPr>
        <p:spPr>
          <a:xfrm>
            <a:off x="5888038" y="2687638"/>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47" name="object 247"/>
          <p:cNvSpPr/>
          <p:nvPr/>
        </p:nvSpPr>
        <p:spPr>
          <a:xfrm>
            <a:off x="5919788" y="2798763"/>
            <a:ext cx="9525" cy="22225"/>
          </a:xfrm>
          <a:custGeom>
            <a:avLst/>
            <a:gdLst/>
            <a:ahLst/>
            <a:cxnLst/>
            <a:rect l="l" t="t" r="r" b="b"/>
            <a:pathLst>
              <a:path w="10159" h="25400">
                <a:moveTo>
                  <a:pt x="0" y="0"/>
                </a:moveTo>
                <a:lnTo>
                  <a:pt x="9733" y="25047"/>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48" name="object 248"/>
          <p:cNvSpPr/>
          <p:nvPr/>
        </p:nvSpPr>
        <p:spPr>
          <a:xfrm>
            <a:off x="5927725" y="2822575"/>
            <a:ext cx="11113" cy="20638"/>
          </a:xfrm>
          <a:custGeom>
            <a:avLst/>
            <a:gdLst/>
            <a:ahLst/>
            <a:cxnLst/>
            <a:rect l="l" t="t" r="r" b="b"/>
            <a:pathLst>
              <a:path w="11429" h="24130">
                <a:moveTo>
                  <a:pt x="0" y="0"/>
                </a:moveTo>
                <a:lnTo>
                  <a:pt x="11123" y="23656"/>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49" name="object 249"/>
          <p:cNvSpPr/>
          <p:nvPr/>
        </p:nvSpPr>
        <p:spPr>
          <a:xfrm>
            <a:off x="5938838" y="2844800"/>
            <a:ext cx="9525" cy="19050"/>
          </a:xfrm>
          <a:custGeom>
            <a:avLst/>
            <a:gdLst/>
            <a:ahLst/>
            <a:cxnLst/>
            <a:rect l="l" t="t" r="r" b="b"/>
            <a:pathLst>
              <a:path w="11429" h="22860">
                <a:moveTo>
                  <a:pt x="0" y="0"/>
                </a:moveTo>
                <a:lnTo>
                  <a:pt x="11123" y="22264"/>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50" name="object 250"/>
          <p:cNvSpPr/>
          <p:nvPr/>
        </p:nvSpPr>
        <p:spPr>
          <a:xfrm>
            <a:off x="5948363" y="2865438"/>
            <a:ext cx="0" cy="1587"/>
          </a:xfrm>
          <a:custGeom>
            <a:avLst/>
            <a:gdLst/>
            <a:ahLst/>
            <a:cxnLst/>
            <a:rect l="l" t="t" r="r" b="b"/>
            <a:pathLst>
              <a:path h="1905">
                <a:moveTo>
                  <a:pt x="-695" y="695"/>
                </a:moveTo>
                <a:lnTo>
                  <a:pt x="695" y="695"/>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51" name="object 251"/>
          <p:cNvSpPr/>
          <p:nvPr/>
        </p:nvSpPr>
        <p:spPr>
          <a:xfrm>
            <a:off x="5948363" y="286702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52" name="object 252"/>
          <p:cNvSpPr/>
          <p:nvPr/>
        </p:nvSpPr>
        <p:spPr>
          <a:xfrm>
            <a:off x="5948363" y="286861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53" name="object 253"/>
          <p:cNvSpPr/>
          <p:nvPr/>
        </p:nvSpPr>
        <p:spPr>
          <a:xfrm>
            <a:off x="5946775" y="287020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54" name="object 254"/>
          <p:cNvSpPr/>
          <p:nvPr/>
        </p:nvSpPr>
        <p:spPr>
          <a:xfrm>
            <a:off x="5945188" y="2870200"/>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55" name="object 255"/>
          <p:cNvSpPr/>
          <p:nvPr/>
        </p:nvSpPr>
        <p:spPr>
          <a:xfrm>
            <a:off x="5945188" y="287020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56" name="object 256"/>
          <p:cNvSpPr/>
          <p:nvPr/>
        </p:nvSpPr>
        <p:spPr>
          <a:xfrm>
            <a:off x="5934075" y="2849563"/>
            <a:ext cx="11113" cy="19050"/>
          </a:xfrm>
          <a:custGeom>
            <a:avLst/>
            <a:gdLst/>
            <a:ahLst/>
            <a:cxnLst/>
            <a:rect l="l" t="t" r="r" b="b"/>
            <a:pathLst>
              <a:path w="11429" h="22860">
                <a:moveTo>
                  <a:pt x="11123" y="22264"/>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57" name="object 257"/>
          <p:cNvSpPr/>
          <p:nvPr/>
        </p:nvSpPr>
        <p:spPr>
          <a:xfrm>
            <a:off x="5924550" y="2824163"/>
            <a:ext cx="9525" cy="23812"/>
          </a:xfrm>
          <a:custGeom>
            <a:avLst/>
            <a:gdLst/>
            <a:ahLst/>
            <a:cxnLst/>
            <a:rect l="l" t="t" r="r" b="b"/>
            <a:pathLst>
              <a:path w="10159" h="26669">
                <a:moveTo>
                  <a:pt x="9733" y="26439"/>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58" name="object 258"/>
          <p:cNvSpPr/>
          <p:nvPr/>
        </p:nvSpPr>
        <p:spPr>
          <a:xfrm>
            <a:off x="5915025" y="2800350"/>
            <a:ext cx="9525" cy="23813"/>
          </a:xfrm>
          <a:custGeom>
            <a:avLst/>
            <a:gdLst/>
            <a:ahLst/>
            <a:cxnLst/>
            <a:rect l="l" t="t" r="r" b="b"/>
            <a:pathLst>
              <a:path w="11429" h="25400">
                <a:moveTo>
                  <a:pt x="11123" y="25047"/>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59" name="object 259"/>
          <p:cNvSpPr/>
          <p:nvPr/>
        </p:nvSpPr>
        <p:spPr>
          <a:xfrm>
            <a:off x="5915025" y="28003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60" name="object 260"/>
          <p:cNvSpPr/>
          <p:nvPr/>
        </p:nvSpPr>
        <p:spPr>
          <a:xfrm>
            <a:off x="5915025" y="27987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61" name="object 261"/>
          <p:cNvSpPr/>
          <p:nvPr/>
        </p:nvSpPr>
        <p:spPr>
          <a:xfrm>
            <a:off x="5916613" y="27987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62" name="object 262"/>
          <p:cNvSpPr/>
          <p:nvPr/>
        </p:nvSpPr>
        <p:spPr>
          <a:xfrm>
            <a:off x="5916613" y="2797175"/>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63" name="object 263"/>
          <p:cNvSpPr/>
          <p:nvPr/>
        </p:nvSpPr>
        <p:spPr>
          <a:xfrm>
            <a:off x="5918200" y="2797175"/>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64" name="object 264"/>
          <p:cNvSpPr/>
          <p:nvPr/>
        </p:nvSpPr>
        <p:spPr>
          <a:xfrm>
            <a:off x="5918200" y="27971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65" name="object 265"/>
          <p:cNvSpPr/>
          <p:nvPr/>
        </p:nvSpPr>
        <p:spPr>
          <a:xfrm>
            <a:off x="5919788" y="2798763"/>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66" name="object 266"/>
          <p:cNvSpPr/>
          <p:nvPr/>
        </p:nvSpPr>
        <p:spPr>
          <a:xfrm>
            <a:off x="5919788" y="2798763"/>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67" name="object 267"/>
          <p:cNvSpPr/>
          <p:nvPr/>
        </p:nvSpPr>
        <p:spPr>
          <a:xfrm>
            <a:off x="5967413" y="2905125"/>
            <a:ext cx="4762" cy="6350"/>
          </a:xfrm>
          <a:custGeom>
            <a:avLst/>
            <a:gdLst/>
            <a:ahLst/>
            <a:cxnLst/>
            <a:rect l="l" t="t" r="r" b="b"/>
            <a:pathLst>
              <a:path w="4445" h="6985">
                <a:moveTo>
                  <a:pt x="0" y="0"/>
                </a:moveTo>
                <a:lnTo>
                  <a:pt x="4171" y="6957"/>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68" name="object 268"/>
          <p:cNvSpPr/>
          <p:nvPr/>
        </p:nvSpPr>
        <p:spPr>
          <a:xfrm>
            <a:off x="5970588" y="2913063"/>
            <a:ext cx="11112" cy="20637"/>
          </a:xfrm>
          <a:custGeom>
            <a:avLst/>
            <a:gdLst/>
            <a:ahLst/>
            <a:cxnLst/>
            <a:rect l="l" t="t" r="r" b="b"/>
            <a:pathLst>
              <a:path w="12700" h="22860">
                <a:moveTo>
                  <a:pt x="0" y="0"/>
                </a:moveTo>
                <a:lnTo>
                  <a:pt x="12513" y="22264"/>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69" name="object 269"/>
          <p:cNvSpPr/>
          <p:nvPr/>
        </p:nvSpPr>
        <p:spPr>
          <a:xfrm>
            <a:off x="5983288" y="2933700"/>
            <a:ext cx="12700" cy="19050"/>
          </a:xfrm>
          <a:custGeom>
            <a:avLst/>
            <a:gdLst/>
            <a:ahLst/>
            <a:cxnLst/>
            <a:rect l="l" t="t" r="r" b="b"/>
            <a:pathLst>
              <a:path w="13970" h="20954">
                <a:moveTo>
                  <a:pt x="0" y="0"/>
                </a:moveTo>
                <a:lnTo>
                  <a:pt x="13904" y="20873"/>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70" name="object 270"/>
          <p:cNvSpPr/>
          <p:nvPr/>
        </p:nvSpPr>
        <p:spPr>
          <a:xfrm>
            <a:off x="5997575" y="2952750"/>
            <a:ext cx="7938" cy="12700"/>
          </a:xfrm>
          <a:custGeom>
            <a:avLst/>
            <a:gdLst/>
            <a:ahLst/>
            <a:cxnLst/>
            <a:rect l="l" t="t" r="r" b="b"/>
            <a:pathLst>
              <a:path w="8890" h="13970">
                <a:moveTo>
                  <a:pt x="0" y="0"/>
                </a:moveTo>
                <a:lnTo>
                  <a:pt x="8342" y="13915"/>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71" name="object 271"/>
          <p:cNvSpPr/>
          <p:nvPr/>
        </p:nvSpPr>
        <p:spPr>
          <a:xfrm>
            <a:off x="6005513" y="2967038"/>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72" name="object 272"/>
          <p:cNvSpPr/>
          <p:nvPr/>
        </p:nvSpPr>
        <p:spPr>
          <a:xfrm>
            <a:off x="6005513" y="29670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73" name="object 273"/>
          <p:cNvSpPr/>
          <p:nvPr/>
        </p:nvSpPr>
        <p:spPr>
          <a:xfrm>
            <a:off x="6003925" y="2968625"/>
            <a:ext cx="1588" cy="1588"/>
          </a:xfrm>
          <a:custGeom>
            <a:avLst/>
            <a:gdLst/>
            <a:ahLst/>
            <a:cxnLst/>
            <a:rect l="l" t="t" r="r" b="b"/>
            <a:pathLst>
              <a:path w="1904" h="1904">
                <a:moveTo>
                  <a:pt x="1390" y="0"/>
                </a:moveTo>
                <a:lnTo>
                  <a:pt x="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74" name="object 274"/>
          <p:cNvSpPr/>
          <p:nvPr/>
        </p:nvSpPr>
        <p:spPr>
          <a:xfrm>
            <a:off x="6003925" y="2970213"/>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75" name="object 275"/>
          <p:cNvSpPr/>
          <p:nvPr/>
        </p:nvSpPr>
        <p:spPr>
          <a:xfrm>
            <a:off x="6003925" y="297021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76" name="object 276"/>
          <p:cNvSpPr/>
          <p:nvPr/>
        </p:nvSpPr>
        <p:spPr>
          <a:xfrm>
            <a:off x="6002338" y="2968625"/>
            <a:ext cx="1587" cy="3175"/>
          </a:xfrm>
          <a:custGeom>
            <a:avLst/>
            <a:gdLst/>
            <a:ahLst/>
            <a:cxnLst/>
            <a:rect l="l" t="t" r="r" b="b"/>
            <a:pathLst>
              <a:path w="1904" h="1904">
                <a:moveTo>
                  <a:pt x="1390" y="1391"/>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77" name="object 277"/>
          <p:cNvSpPr/>
          <p:nvPr/>
        </p:nvSpPr>
        <p:spPr>
          <a:xfrm>
            <a:off x="5992813" y="2957513"/>
            <a:ext cx="7937" cy="11112"/>
          </a:xfrm>
          <a:custGeom>
            <a:avLst/>
            <a:gdLst/>
            <a:ahLst/>
            <a:cxnLst/>
            <a:rect l="l" t="t" r="r" b="b"/>
            <a:pathLst>
              <a:path w="8890" h="12700">
                <a:moveTo>
                  <a:pt x="8342" y="12523"/>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78" name="object 278"/>
          <p:cNvSpPr/>
          <p:nvPr/>
        </p:nvSpPr>
        <p:spPr>
          <a:xfrm>
            <a:off x="5981700" y="2936875"/>
            <a:ext cx="11113" cy="19050"/>
          </a:xfrm>
          <a:custGeom>
            <a:avLst/>
            <a:gdLst/>
            <a:ahLst/>
            <a:cxnLst/>
            <a:rect l="l" t="t" r="r" b="b"/>
            <a:pathLst>
              <a:path w="12700" h="22860">
                <a:moveTo>
                  <a:pt x="12513" y="22264"/>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79" name="object 279"/>
          <p:cNvSpPr/>
          <p:nvPr/>
        </p:nvSpPr>
        <p:spPr>
          <a:xfrm>
            <a:off x="5967413" y="2914650"/>
            <a:ext cx="12700" cy="20638"/>
          </a:xfrm>
          <a:custGeom>
            <a:avLst/>
            <a:gdLst/>
            <a:ahLst/>
            <a:cxnLst/>
            <a:rect l="l" t="t" r="r" b="b"/>
            <a:pathLst>
              <a:path w="13970" h="22860">
                <a:moveTo>
                  <a:pt x="13904" y="22264"/>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80" name="object 280"/>
          <p:cNvSpPr/>
          <p:nvPr/>
        </p:nvSpPr>
        <p:spPr>
          <a:xfrm>
            <a:off x="5964238" y="2909888"/>
            <a:ext cx="3175" cy="4762"/>
          </a:xfrm>
          <a:custGeom>
            <a:avLst/>
            <a:gdLst/>
            <a:ahLst/>
            <a:cxnLst/>
            <a:rect l="l" t="t" r="r" b="b"/>
            <a:pathLst>
              <a:path w="3175" h="5714">
                <a:moveTo>
                  <a:pt x="2780" y="5566"/>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81" name="object 281"/>
          <p:cNvSpPr/>
          <p:nvPr/>
        </p:nvSpPr>
        <p:spPr>
          <a:xfrm>
            <a:off x="5964238" y="290830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82" name="object 282"/>
          <p:cNvSpPr/>
          <p:nvPr/>
        </p:nvSpPr>
        <p:spPr>
          <a:xfrm>
            <a:off x="5964238" y="290671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83" name="object 283"/>
          <p:cNvSpPr/>
          <p:nvPr/>
        </p:nvSpPr>
        <p:spPr>
          <a:xfrm>
            <a:off x="5964238" y="2903538"/>
            <a:ext cx="1587" cy="3175"/>
          </a:xfrm>
          <a:custGeom>
            <a:avLst/>
            <a:gdLst/>
            <a:ahLst/>
            <a:cxnLst/>
            <a:rect l="l" t="t" r="r" b="b"/>
            <a:pathLst>
              <a:path w="1904" h="1904">
                <a:moveTo>
                  <a:pt x="0" y="1391"/>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84" name="object 284"/>
          <p:cNvSpPr/>
          <p:nvPr/>
        </p:nvSpPr>
        <p:spPr>
          <a:xfrm>
            <a:off x="5965825" y="29035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85" name="object 285"/>
          <p:cNvSpPr/>
          <p:nvPr/>
        </p:nvSpPr>
        <p:spPr>
          <a:xfrm>
            <a:off x="5965825" y="2903538"/>
            <a:ext cx="1588" cy="1587"/>
          </a:xfrm>
          <a:custGeom>
            <a:avLst/>
            <a:gdLst/>
            <a:ahLst/>
            <a:cxnLst/>
            <a:rect l="l" t="t" r="r" b="b"/>
            <a:pathLst>
              <a:path w="1904" h="1904">
                <a:moveTo>
                  <a:pt x="0" y="0"/>
                </a:moveTo>
                <a:lnTo>
                  <a:pt x="139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86" name="object 286"/>
          <p:cNvSpPr/>
          <p:nvPr/>
        </p:nvSpPr>
        <p:spPr>
          <a:xfrm>
            <a:off x="5967413" y="2905125"/>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87" name="object 287"/>
          <p:cNvSpPr/>
          <p:nvPr/>
        </p:nvSpPr>
        <p:spPr>
          <a:xfrm>
            <a:off x="6030913" y="3001963"/>
            <a:ext cx="4762" cy="6350"/>
          </a:xfrm>
          <a:custGeom>
            <a:avLst/>
            <a:gdLst/>
            <a:ahLst/>
            <a:cxnLst/>
            <a:rect l="l" t="t" r="r" b="b"/>
            <a:pathLst>
              <a:path w="5715" h="8889">
                <a:moveTo>
                  <a:pt x="0" y="0"/>
                </a:moveTo>
                <a:lnTo>
                  <a:pt x="5561" y="8349"/>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88" name="object 288"/>
          <p:cNvSpPr/>
          <p:nvPr/>
        </p:nvSpPr>
        <p:spPr>
          <a:xfrm>
            <a:off x="6037263" y="3009900"/>
            <a:ext cx="14287" cy="15875"/>
          </a:xfrm>
          <a:custGeom>
            <a:avLst/>
            <a:gdLst/>
            <a:ahLst/>
            <a:cxnLst/>
            <a:rect l="l" t="t" r="r" b="b"/>
            <a:pathLst>
              <a:path w="15875" h="17145">
                <a:moveTo>
                  <a:pt x="0" y="0"/>
                </a:moveTo>
                <a:lnTo>
                  <a:pt x="15294" y="16698"/>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89" name="object 289"/>
          <p:cNvSpPr/>
          <p:nvPr/>
        </p:nvSpPr>
        <p:spPr>
          <a:xfrm>
            <a:off x="6051550" y="3025775"/>
            <a:ext cx="17463" cy="15875"/>
          </a:xfrm>
          <a:custGeom>
            <a:avLst/>
            <a:gdLst/>
            <a:ahLst/>
            <a:cxnLst/>
            <a:rect l="l" t="t" r="r" b="b"/>
            <a:pathLst>
              <a:path w="18415" h="18414">
                <a:moveTo>
                  <a:pt x="0" y="0"/>
                </a:moveTo>
                <a:lnTo>
                  <a:pt x="18075" y="18089"/>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90" name="object 290"/>
          <p:cNvSpPr/>
          <p:nvPr/>
        </p:nvSpPr>
        <p:spPr>
          <a:xfrm>
            <a:off x="6069013" y="3043238"/>
            <a:ext cx="11112" cy="11112"/>
          </a:xfrm>
          <a:custGeom>
            <a:avLst/>
            <a:gdLst/>
            <a:ahLst/>
            <a:cxnLst/>
            <a:rect l="l" t="t" r="r" b="b"/>
            <a:pathLst>
              <a:path w="12700" h="12700">
                <a:moveTo>
                  <a:pt x="0" y="0"/>
                </a:moveTo>
                <a:lnTo>
                  <a:pt x="12513" y="12523"/>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91" name="object 291"/>
          <p:cNvSpPr/>
          <p:nvPr/>
        </p:nvSpPr>
        <p:spPr>
          <a:xfrm>
            <a:off x="6081713" y="30559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92" name="object 292"/>
          <p:cNvSpPr/>
          <p:nvPr/>
        </p:nvSpPr>
        <p:spPr>
          <a:xfrm>
            <a:off x="6081713" y="30559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93" name="object 293"/>
          <p:cNvSpPr/>
          <p:nvPr/>
        </p:nvSpPr>
        <p:spPr>
          <a:xfrm>
            <a:off x="6078538" y="3057525"/>
            <a:ext cx="3175" cy="0"/>
          </a:xfrm>
          <a:custGeom>
            <a:avLst/>
            <a:gdLst/>
            <a:ahLst/>
            <a:cxnLst/>
            <a:rect l="l" t="t" r="r" b="b"/>
            <a:pathLst>
              <a:path w="3175">
                <a:moveTo>
                  <a:pt x="278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94" name="object 294"/>
          <p:cNvSpPr/>
          <p:nvPr/>
        </p:nvSpPr>
        <p:spPr>
          <a:xfrm>
            <a:off x="6078538" y="3057525"/>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95" name="object 295"/>
          <p:cNvSpPr/>
          <p:nvPr/>
        </p:nvSpPr>
        <p:spPr>
          <a:xfrm>
            <a:off x="6078538" y="305752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96" name="object 296"/>
          <p:cNvSpPr/>
          <p:nvPr/>
        </p:nvSpPr>
        <p:spPr>
          <a:xfrm>
            <a:off x="6065838" y="3046413"/>
            <a:ext cx="11112" cy="11112"/>
          </a:xfrm>
          <a:custGeom>
            <a:avLst/>
            <a:gdLst/>
            <a:ahLst/>
            <a:cxnLst/>
            <a:rect l="l" t="t" r="r" b="b"/>
            <a:pathLst>
              <a:path w="12700" h="12700">
                <a:moveTo>
                  <a:pt x="12513" y="12523"/>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97" name="object 297"/>
          <p:cNvSpPr/>
          <p:nvPr/>
        </p:nvSpPr>
        <p:spPr>
          <a:xfrm>
            <a:off x="6051550" y="3030538"/>
            <a:ext cx="12700" cy="15875"/>
          </a:xfrm>
          <a:custGeom>
            <a:avLst/>
            <a:gdLst/>
            <a:ahLst/>
            <a:cxnLst/>
            <a:rect l="l" t="t" r="r" b="b"/>
            <a:pathLst>
              <a:path w="15875" h="17145">
                <a:moveTo>
                  <a:pt x="15294" y="16698"/>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98" name="object 298"/>
          <p:cNvSpPr/>
          <p:nvPr/>
        </p:nvSpPr>
        <p:spPr>
          <a:xfrm>
            <a:off x="6035675" y="3013075"/>
            <a:ext cx="14288" cy="17463"/>
          </a:xfrm>
          <a:custGeom>
            <a:avLst/>
            <a:gdLst/>
            <a:ahLst/>
            <a:cxnLst/>
            <a:rect l="l" t="t" r="r" b="b"/>
            <a:pathLst>
              <a:path w="15875" h="18414">
                <a:moveTo>
                  <a:pt x="15294" y="18089"/>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299" name="object 299"/>
          <p:cNvSpPr/>
          <p:nvPr/>
        </p:nvSpPr>
        <p:spPr>
          <a:xfrm>
            <a:off x="6030913" y="3006725"/>
            <a:ext cx="4762" cy="6350"/>
          </a:xfrm>
          <a:custGeom>
            <a:avLst/>
            <a:gdLst/>
            <a:ahLst/>
            <a:cxnLst/>
            <a:rect l="l" t="t" r="r" b="b"/>
            <a:pathLst>
              <a:path w="5715" h="6985">
                <a:moveTo>
                  <a:pt x="5561" y="6957"/>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00" name="object 300"/>
          <p:cNvSpPr/>
          <p:nvPr/>
        </p:nvSpPr>
        <p:spPr>
          <a:xfrm>
            <a:off x="6027738" y="3003550"/>
            <a:ext cx="1587" cy="1588"/>
          </a:xfrm>
          <a:custGeom>
            <a:avLst/>
            <a:gdLst/>
            <a:ahLst/>
            <a:cxnLst/>
            <a:rect l="l" t="t" r="r" b="b"/>
            <a:pathLst>
              <a:path w="1904" h="1904">
                <a:moveTo>
                  <a:pt x="1390" y="1391"/>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01" name="object 301"/>
          <p:cNvSpPr/>
          <p:nvPr/>
        </p:nvSpPr>
        <p:spPr>
          <a:xfrm>
            <a:off x="6026150" y="3001963"/>
            <a:ext cx="0" cy="1587"/>
          </a:xfrm>
          <a:custGeom>
            <a:avLst/>
            <a:gdLst/>
            <a:ahLst/>
            <a:cxnLst/>
            <a:rect l="l" t="t" r="r" b="b"/>
            <a:pathLst>
              <a:path h="1904">
                <a:moveTo>
                  <a:pt x="-695" y="695"/>
                </a:moveTo>
                <a:lnTo>
                  <a:pt x="695" y="695"/>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02" name="object 302"/>
          <p:cNvSpPr/>
          <p:nvPr/>
        </p:nvSpPr>
        <p:spPr>
          <a:xfrm>
            <a:off x="6026150" y="3001963"/>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03" name="object 303"/>
          <p:cNvSpPr/>
          <p:nvPr/>
        </p:nvSpPr>
        <p:spPr>
          <a:xfrm>
            <a:off x="6026150" y="3000375"/>
            <a:ext cx="1588" cy="1588"/>
          </a:xfrm>
          <a:custGeom>
            <a:avLst/>
            <a:gdLst/>
            <a:ahLst/>
            <a:cxnLst/>
            <a:rect l="l" t="t" r="r" b="b"/>
            <a:pathLst>
              <a:path w="1904" h="1904">
                <a:moveTo>
                  <a:pt x="0" y="1391"/>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04" name="object 304"/>
          <p:cNvSpPr/>
          <p:nvPr/>
        </p:nvSpPr>
        <p:spPr>
          <a:xfrm>
            <a:off x="6029325" y="30003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05" name="object 305"/>
          <p:cNvSpPr/>
          <p:nvPr/>
        </p:nvSpPr>
        <p:spPr>
          <a:xfrm>
            <a:off x="6030913" y="30003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06" name="object 306"/>
          <p:cNvSpPr/>
          <p:nvPr/>
        </p:nvSpPr>
        <p:spPr>
          <a:xfrm>
            <a:off x="6030913" y="3001963"/>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07" name="object 307"/>
          <p:cNvSpPr/>
          <p:nvPr/>
        </p:nvSpPr>
        <p:spPr>
          <a:xfrm>
            <a:off x="6108700" y="3081338"/>
            <a:ext cx="119063" cy="88900"/>
          </a:xfrm>
          <a:prstGeom prst="rect">
            <a:avLst/>
          </a:prstGeom>
          <a:blipFill>
            <a:blip r:embed="rId10"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08" name="object 308"/>
          <p:cNvSpPr/>
          <p:nvPr/>
        </p:nvSpPr>
        <p:spPr>
          <a:xfrm>
            <a:off x="2139950" y="5557838"/>
            <a:ext cx="1290638" cy="312737"/>
          </a:xfrm>
          <a:prstGeom prst="rect">
            <a:avLst/>
          </a:prstGeom>
          <a:blipFill>
            <a:blip r:embed="rId11"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09" name="object 309"/>
          <p:cNvSpPr/>
          <p:nvPr/>
        </p:nvSpPr>
        <p:spPr>
          <a:xfrm>
            <a:off x="4865688" y="5557838"/>
            <a:ext cx="1276350" cy="346075"/>
          </a:xfrm>
          <a:prstGeom prst="rect">
            <a:avLst/>
          </a:prstGeom>
          <a:blipFill>
            <a:blip r:embed="rId12"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10" name="object 310"/>
          <p:cNvSpPr/>
          <p:nvPr/>
        </p:nvSpPr>
        <p:spPr>
          <a:xfrm>
            <a:off x="2049463" y="4784725"/>
            <a:ext cx="190500" cy="579438"/>
          </a:xfrm>
          <a:custGeom>
            <a:avLst/>
            <a:gdLst/>
            <a:ahLst/>
            <a:cxnLst/>
            <a:rect l="l" t="t" r="r" b="b"/>
            <a:pathLst>
              <a:path w="215900" h="657225">
                <a:moveTo>
                  <a:pt x="215517" y="656804"/>
                </a:moveTo>
                <a:lnTo>
                  <a:pt x="0" y="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11" name="object 311"/>
          <p:cNvSpPr/>
          <p:nvPr/>
        </p:nvSpPr>
        <p:spPr>
          <a:xfrm>
            <a:off x="2001838" y="4637088"/>
            <a:ext cx="104775" cy="176212"/>
          </a:xfrm>
          <a:custGeom>
            <a:avLst/>
            <a:gdLst/>
            <a:ahLst/>
            <a:cxnLst/>
            <a:rect l="l" t="t" r="r" b="b"/>
            <a:pathLst>
              <a:path w="120014" h="200660">
                <a:moveTo>
                  <a:pt x="0" y="0"/>
                </a:moveTo>
                <a:lnTo>
                  <a:pt x="0" y="200381"/>
                </a:lnTo>
                <a:lnTo>
                  <a:pt x="119576" y="160027"/>
                </a:lnTo>
                <a:lnTo>
                  <a:pt x="0"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12" name="object 312"/>
          <p:cNvSpPr/>
          <p:nvPr/>
        </p:nvSpPr>
        <p:spPr>
          <a:xfrm>
            <a:off x="5961063" y="4786313"/>
            <a:ext cx="144462" cy="550862"/>
          </a:xfrm>
          <a:custGeom>
            <a:avLst/>
            <a:gdLst/>
            <a:ahLst/>
            <a:cxnLst/>
            <a:rect l="l" t="t" r="r" b="b"/>
            <a:pathLst>
              <a:path w="163195" h="624839">
                <a:moveTo>
                  <a:pt x="0" y="624799"/>
                </a:moveTo>
                <a:lnTo>
                  <a:pt x="162681"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13" name="object 313"/>
          <p:cNvSpPr/>
          <p:nvPr/>
        </p:nvSpPr>
        <p:spPr>
          <a:xfrm>
            <a:off x="6046788" y="4637088"/>
            <a:ext cx="107950" cy="174625"/>
          </a:xfrm>
          <a:custGeom>
            <a:avLst/>
            <a:gdLst/>
            <a:ahLst/>
            <a:cxnLst/>
            <a:rect l="l" t="t" r="r" b="b"/>
            <a:pathLst>
              <a:path w="122554" h="198120">
                <a:moveTo>
                  <a:pt x="108454" y="0"/>
                </a:moveTo>
                <a:lnTo>
                  <a:pt x="0" y="166984"/>
                </a:lnTo>
                <a:lnTo>
                  <a:pt x="122358" y="197599"/>
                </a:lnTo>
                <a:lnTo>
                  <a:pt x="108454"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14" name="object 314"/>
          <p:cNvSpPr/>
          <p:nvPr/>
        </p:nvSpPr>
        <p:spPr>
          <a:xfrm>
            <a:off x="1562100" y="1865313"/>
            <a:ext cx="1660525" cy="119062"/>
          </a:xfrm>
          <a:prstGeom prst="rect">
            <a:avLst/>
          </a:prstGeom>
          <a:blipFill>
            <a:blip r:embed="rId13"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15" name="object 315"/>
          <p:cNvSpPr/>
          <p:nvPr/>
        </p:nvSpPr>
        <p:spPr>
          <a:xfrm>
            <a:off x="1552575" y="2057400"/>
            <a:ext cx="74613" cy="119063"/>
          </a:xfrm>
          <a:prstGeom prst="rect">
            <a:avLst/>
          </a:prstGeom>
          <a:blipFill>
            <a:blip r:embed="rId14"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16" name="object 316"/>
          <p:cNvSpPr/>
          <p:nvPr/>
        </p:nvSpPr>
        <p:spPr>
          <a:xfrm>
            <a:off x="1655763" y="2089150"/>
            <a:ext cx="0" cy="84138"/>
          </a:xfrm>
          <a:custGeom>
            <a:avLst/>
            <a:gdLst/>
            <a:ahLst/>
            <a:cxnLst/>
            <a:rect l="l" t="t" r="r" b="b"/>
            <a:pathLst>
              <a:path h="95885">
                <a:moveTo>
                  <a:pt x="0" y="0"/>
                </a:moveTo>
                <a:lnTo>
                  <a:pt x="0" y="95608"/>
                </a:lnTo>
              </a:path>
            </a:pathLst>
          </a:custGeom>
          <a:ln w="16400">
            <a:solidFill>
              <a:srgbClr val="000000"/>
            </a:solid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17" name="object 317"/>
          <p:cNvSpPr/>
          <p:nvPr/>
        </p:nvSpPr>
        <p:spPr>
          <a:xfrm>
            <a:off x="1647825" y="2057400"/>
            <a:ext cx="15875" cy="15875"/>
          </a:xfrm>
          <a:custGeom>
            <a:avLst/>
            <a:gdLst/>
            <a:ahLst/>
            <a:cxnLst/>
            <a:rect l="l" t="t" r="r" b="b"/>
            <a:pathLst>
              <a:path w="16510" h="18414">
                <a:moveTo>
                  <a:pt x="16400" y="0"/>
                </a:moveTo>
                <a:lnTo>
                  <a:pt x="0" y="0"/>
                </a:lnTo>
                <a:lnTo>
                  <a:pt x="0" y="18295"/>
                </a:lnTo>
                <a:lnTo>
                  <a:pt x="16400" y="18295"/>
                </a:lnTo>
                <a:lnTo>
                  <a:pt x="16400"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18" name="object 318"/>
          <p:cNvSpPr/>
          <p:nvPr/>
        </p:nvSpPr>
        <p:spPr>
          <a:xfrm>
            <a:off x="1681163" y="2087563"/>
            <a:ext cx="160337" cy="122237"/>
          </a:xfrm>
          <a:prstGeom prst="rect">
            <a:avLst/>
          </a:prstGeom>
          <a:blipFill>
            <a:blip r:embed="rId15"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19" name="object 319"/>
          <p:cNvSpPr/>
          <p:nvPr/>
        </p:nvSpPr>
        <p:spPr>
          <a:xfrm>
            <a:off x="1863725" y="2087563"/>
            <a:ext cx="257175" cy="88900"/>
          </a:xfrm>
          <a:prstGeom prst="rect">
            <a:avLst/>
          </a:prstGeom>
          <a:blipFill>
            <a:blip r:embed="rId16"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20" name="object 320"/>
          <p:cNvSpPr>
            <a:spLocks noChangeArrowheads="1"/>
          </p:cNvSpPr>
          <p:nvPr/>
        </p:nvSpPr>
        <p:spPr bwMode="auto">
          <a:xfrm>
            <a:off x="1703388" y="2251075"/>
            <a:ext cx="4302125" cy="1717675"/>
          </a:xfrm>
          <a:prstGeom prst="rect">
            <a:avLst/>
          </a:prstGeom>
          <a:blipFill dpi="0" rotWithShape="1">
            <a:blip r:embed="rId17"/>
            <a:srcRect/>
            <a:stretch>
              <a:fillRect/>
            </a:stretch>
          </a:blipFill>
          <a:ln>
            <a:noFill/>
          </a:ln>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21" name="object 321"/>
          <p:cNvSpPr/>
          <p:nvPr/>
        </p:nvSpPr>
        <p:spPr>
          <a:xfrm>
            <a:off x="2144713" y="2155825"/>
            <a:ext cx="17462" cy="42863"/>
          </a:xfrm>
          <a:custGeom>
            <a:avLst/>
            <a:gdLst/>
            <a:ahLst/>
            <a:cxnLst/>
            <a:rect l="l" t="t" r="r" b="b"/>
            <a:pathLst>
              <a:path w="19685" h="46989">
                <a:moveTo>
                  <a:pt x="19178" y="0"/>
                </a:moveTo>
                <a:lnTo>
                  <a:pt x="0" y="0"/>
                </a:lnTo>
                <a:lnTo>
                  <a:pt x="0" y="19551"/>
                </a:lnTo>
                <a:lnTo>
                  <a:pt x="9768" y="19551"/>
                </a:lnTo>
                <a:lnTo>
                  <a:pt x="9888" y="19970"/>
                </a:lnTo>
                <a:lnTo>
                  <a:pt x="9963" y="20344"/>
                </a:lnTo>
                <a:lnTo>
                  <a:pt x="10038" y="24305"/>
                </a:lnTo>
                <a:lnTo>
                  <a:pt x="9589" y="26907"/>
                </a:lnTo>
                <a:lnTo>
                  <a:pt x="7020" y="34681"/>
                </a:lnTo>
                <a:lnTo>
                  <a:pt x="4122" y="37580"/>
                </a:lnTo>
                <a:lnTo>
                  <a:pt x="0" y="38298"/>
                </a:lnTo>
                <a:lnTo>
                  <a:pt x="0" y="46817"/>
                </a:lnTo>
                <a:lnTo>
                  <a:pt x="7051" y="45561"/>
                </a:lnTo>
                <a:lnTo>
                  <a:pt x="12009" y="42244"/>
                </a:lnTo>
                <a:lnTo>
                  <a:pt x="17744" y="31480"/>
                </a:lnTo>
                <a:lnTo>
                  <a:pt x="19178" y="25233"/>
                </a:lnTo>
                <a:lnTo>
                  <a:pt x="19178"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22" name="object 322"/>
          <p:cNvSpPr/>
          <p:nvPr/>
        </p:nvSpPr>
        <p:spPr>
          <a:xfrm>
            <a:off x="2220913" y="2173288"/>
            <a:ext cx="0" cy="0"/>
          </a:xfrm>
          <a:custGeom>
            <a:avLst/>
            <a:gdLst/>
            <a:ahLst/>
            <a:cxnLst/>
            <a:rect l="l" t="t" r="r" b="b"/>
            <a:pathLst>
              <a:path>
                <a:moveTo>
                  <a:pt x="0" y="0"/>
                </a:moveTo>
              </a:path>
            </a:pathLst>
          </a:custGeom>
          <a:solidFill>
            <a:srgbClr val="000000"/>
          </a:solid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23" name="object 323"/>
          <p:cNvSpPr/>
          <p:nvPr/>
        </p:nvSpPr>
        <p:spPr>
          <a:xfrm>
            <a:off x="2233613" y="2057400"/>
            <a:ext cx="1539875" cy="119063"/>
          </a:xfrm>
          <a:prstGeom prst="rect">
            <a:avLst/>
          </a:prstGeom>
          <a:blipFill>
            <a:blip r:embed="rId18"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24" name="object 324"/>
          <p:cNvSpPr/>
          <p:nvPr/>
        </p:nvSpPr>
        <p:spPr>
          <a:xfrm>
            <a:off x="1558925" y="2281238"/>
            <a:ext cx="241300" cy="90487"/>
          </a:xfrm>
          <a:prstGeom prst="rect">
            <a:avLst/>
          </a:prstGeom>
          <a:blipFill>
            <a:blip r:embed="rId19"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25" name="object 325"/>
          <p:cNvSpPr/>
          <p:nvPr/>
        </p:nvSpPr>
        <p:spPr>
          <a:xfrm>
            <a:off x="1817688" y="2251075"/>
            <a:ext cx="392112" cy="152400"/>
          </a:xfrm>
          <a:prstGeom prst="rect">
            <a:avLst/>
          </a:prstGeom>
          <a:blipFill>
            <a:blip r:embed="rId20"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
        <p:nvSpPr>
          <p:cNvPr id="326" name="object 326"/>
          <p:cNvSpPr/>
          <p:nvPr/>
        </p:nvSpPr>
        <p:spPr>
          <a:xfrm>
            <a:off x="6140450" y="3306763"/>
            <a:ext cx="1320800" cy="914400"/>
          </a:xfrm>
          <a:prstGeom prst="rect">
            <a:avLst/>
          </a:prstGeom>
          <a:blipFill>
            <a:blip r:embed="rId21" cstate="print"/>
            <a:stretch>
              <a:fillRect/>
            </a:stretch>
          </a:blipFill>
        </p:spPr>
        <p:txBody>
          <a:bodyPr lIns="0" tIns="0" rIns="0" bIns="0"/>
          <a:lstStyle/>
          <a:p>
            <a:pPr eaLnBrk="1" fontAlgn="auto" hangingPunct="1">
              <a:spcBef>
                <a:spcPts val="0"/>
              </a:spcBef>
              <a:spcAft>
                <a:spcPts val="0"/>
              </a:spcAft>
              <a:defRPr/>
            </a:pPr>
            <a:endParaRPr sz="1412">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p:cNvSpPr>
          <p:nvPr>
            <p:ph type="title"/>
          </p:nvPr>
        </p:nvSpPr>
        <p:spPr/>
        <p:txBody>
          <a:bodyPr anchor="t"/>
          <a:lstStyle/>
          <a:p>
            <a:pPr eaLnBrk="1" hangingPunct="1"/>
            <a:r>
              <a:rPr lang="en-US" altLang="en-US" smtClean="0">
                <a:latin typeface="Helvetica" panose="020B0604020202020204" pitchFamily="34" charset="0"/>
                <a:cs typeface="Helvetica" panose="020B0604020202020204" pitchFamily="34" charset="0"/>
              </a:rPr>
              <a:t>Syntax for Use Case Diagram</a:t>
            </a:r>
          </a:p>
        </p:txBody>
      </p:sp>
      <p:sp>
        <p:nvSpPr>
          <p:cNvPr id="57347" name="Slide Number Placeholder 2"/>
          <p:cNvSpPr>
            <a:spLocks noGrp="1"/>
          </p:cNvSpPr>
          <p:nvPr>
            <p:ph type="sldNum" sz="quarter" idx="12"/>
          </p:nvPr>
        </p:nvSpPr>
        <p:spPr bwMode="auto">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8CC025-B531-4BAE-B21E-FB41847FD8A2}" type="slidenum">
              <a:rPr lang="en-US" altLang="en-US" sz="1600">
                <a:latin typeface="Helvetica" panose="020B0604020202020204" pitchFamily="34" charset="0"/>
                <a:cs typeface="Helvetica" panose="020B0604020202020204" pitchFamily="34" charset="0"/>
              </a:rPr>
              <a:pPr>
                <a:spcBef>
                  <a:spcPct val="0"/>
                </a:spcBef>
                <a:buFontTx/>
                <a:buNone/>
              </a:pPr>
              <a:t>23</a:t>
            </a:fld>
            <a:endParaRPr lang="en-US" altLang="en-US" sz="1600">
              <a:latin typeface="Helvetica" panose="020B0604020202020204" pitchFamily="34" charset="0"/>
              <a:cs typeface="Helvetica" panose="020B0604020202020204" pitchFamily="34" charset="0"/>
            </a:endParaRPr>
          </a:p>
          <a:p>
            <a:pPr>
              <a:spcBef>
                <a:spcPct val="0"/>
              </a:spcBef>
              <a:buFontTx/>
              <a:buNone/>
            </a:pPr>
            <a:endParaRPr lang="en-US" altLang="en-US" sz="1000">
              <a:latin typeface="Helvetica" panose="020B0604020202020204" pitchFamily="34" charset="0"/>
              <a:cs typeface="Helvetica" panose="020B0604020202020204" pitchFamily="34" charset="0"/>
            </a:endParaRPr>
          </a:p>
        </p:txBody>
      </p:sp>
      <p:pic>
        <p:nvPicPr>
          <p:cNvPr id="57348" name="Picture 3" descr="Chapter_15_illus15"/>
          <p:cNvPicPr>
            <a:picLocks noChangeAspect="1" noChangeArrowheads="1"/>
          </p:cNvPicPr>
          <p:nvPr/>
        </p:nvPicPr>
        <p:blipFill>
          <a:blip r:embed="rId3">
            <a:extLst>
              <a:ext uri="{28A0092B-C50C-407E-A947-70E740481C1C}">
                <a14:useLocalDpi xmlns:a14="http://schemas.microsoft.com/office/drawing/2010/main" val="0"/>
              </a:ext>
            </a:extLst>
          </a:blip>
          <a:srcRect l="21568" t="32576" r="42825" b="31061"/>
          <a:stretch>
            <a:fillRect/>
          </a:stretch>
        </p:blipFill>
        <p:spPr bwMode="auto">
          <a:xfrm>
            <a:off x="609600" y="1676400"/>
            <a:ext cx="514667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7349" name="object 5"/>
          <p:cNvGrpSpPr>
            <a:grpSpLocks/>
          </p:cNvGrpSpPr>
          <p:nvPr/>
        </p:nvGrpSpPr>
        <p:grpSpPr bwMode="auto">
          <a:xfrm>
            <a:off x="5959475" y="3586163"/>
            <a:ext cx="1524000" cy="838200"/>
            <a:chOff x="7258050" y="1866900"/>
            <a:chExt cx="1524000" cy="838200"/>
          </a:xfrm>
        </p:grpSpPr>
        <p:sp>
          <p:nvSpPr>
            <p:cNvPr id="57355" name="object 6"/>
            <p:cNvSpPr>
              <a:spLocks/>
            </p:cNvSpPr>
            <p:nvPr/>
          </p:nvSpPr>
          <p:spPr bwMode="auto">
            <a:xfrm>
              <a:off x="7258050" y="1866900"/>
              <a:ext cx="1524000" cy="838200"/>
            </a:xfrm>
            <a:custGeom>
              <a:avLst/>
              <a:gdLst>
                <a:gd name="T0" fmla="*/ 702511 w 1524000"/>
                <a:gd name="T1" fmla="*/ 1263 h 838200"/>
                <a:gd name="T2" fmla="*/ 587428 w 1524000"/>
                <a:gd name="T3" fmla="*/ 11085 h 838200"/>
                <a:gd name="T4" fmla="*/ 478675 w 1524000"/>
                <a:gd name="T5" fmla="*/ 30011 h 838200"/>
                <a:gd name="T6" fmla="*/ 377613 w 1524000"/>
                <a:gd name="T7" fmla="*/ 57291 h 838200"/>
                <a:gd name="T8" fmla="*/ 285605 w 1524000"/>
                <a:gd name="T9" fmla="*/ 92173 h 838200"/>
                <a:gd name="T10" fmla="*/ 204014 w 1524000"/>
                <a:gd name="T11" fmla="*/ 133907 h 838200"/>
                <a:gd name="T12" fmla="*/ 134202 w 1524000"/>
                <a:gd name="T13" fmla="*/ 181743 h 838200"/>
                <a:gd name="T14" fmla="*/ 54551 w 1524000"/>
                <a:gd name="T15" fmla="*/ 263297 h 838200"/>
                <a:gd name="T16" fmla="*/ 2295 w 1524000"/>
                <a:gd name="T17" fmla="*/ 386389 h 838200"/>
                <a:gd name="T18" fmla="*/ 2295 w 1524000"/>
                <a:gd name="T19" fmla="*/ 451810 h 838200"/>
                <a:gd name="T20" fmla="*/ 54551 w 1524000"/>
                <a:gd name="T21" fmla="*/ 574902 h 838200"/>
                <a:gd name="T22" fmla="*/ 134202 w 1524000"/>
                <a:gd name="T23" fmla="*/ 656456 h 838200"/>
                <a:gd name="T24" fmla="*/ 204014 w 1524000"/>
                <a:gd name="T25" fmla="*/ 704292 h 838200"/>
                <a:gd name="T26" fmla="*/ 285605 w 1524000"/>
                <a:gd name="T27" fmla="*/ 746026 h 838200"/>
                <a:gd name="T28" fmla="*/ 377613 w 1524000"/>
                <a:gd name="T29" fmla="*/ 780908 h 838200"/>
                <a:gd name="T30" fmla="*/ 478675 w 1524000"/>
                <a:gd name="T31" fmla="*/ 808188 h 838200"/>
                <a:gd name="T32" fmla="*/ 587428 w 1524000"/>
                <a:gd name="T33" fmla="*/ 827114 h 838200"/>
                <a:gd name="T34" fmla="*/ 702511 w 1524000"/>
                <a:gd name="T35" fmla="*/ 836936 h 838200"/>
                <a:gd name="T36" fmla="*/ 821488 w 1524000"/>
                <a:gd name="T37" fmla="*/ 836936 h 838200"/>
                <a:gd name="T38" fmla="*/ 936571 w 1524000"/>
                <a:gd name="T39" fmla="*/ 827114 h 838200"/>
                <a:gd name="T40" fmla="*/ 1045324 w 1524000"/>
                <a:gd name="T41" fmla="*/ 808188 h 838200"/>
                <a:gd name="T42" fmla="*/ 1146386 w 1524000"/>
                <a:gd name="T43" fmla="*/ 780908 h 838200"/>
                <a:gd name="T44" fmla="*/ 1238394 w 1524000"/>
                <a:gd name="T45" fmla="*/ 746026 h 838200"/>
                <a:gd name="T46" fmla="*/ 1319985 w 1524000"/>
                <a:gd name="T47" fmla="*/ 704292 h 838200"/>
                <a:gd name="T48" fmla="*/ 1389797 w 1524000"/>
                <a:gd name="T49" fmla="*/ 656456 h 838200"/>
                <a:gd name="T50" fmla="*/ 1469448 w 1524000"/>
                <a:gd name="T51" fmla="*/ 574902 h 838200"/>
                <a:gd name="T52" fmla="*/ 1521704 w 1524000"/>
                <a:gd name="T53" fmla="*/ 451810 h 838200"/>
                <a:gd name="T54" fmla="*/ 1521704 w 1524000"/>
                <a:gd name="T55" fmla="*/ 386389 h 838200"/>
                <a:gd name="T56" fmla="*/ 1469448 w 1524000"/>
                <a:gd name="T57" fmla="*/ 263297 h 838200"/>
                <a:gd name="T58" fmla="*/ 1389797 w 1524000"/>
                <a:gd name="T59" fmla="*/ 181743 h 838200"/>
                <a:gd name="T60" fmla="*/ 1319985 w 1524000"/>
                <a:gd name="T61" fmla="*/ 133907 h 838200"/>
                <a:gd name="T62" fmla="*/ 1238394 w 1524000"/>
                <a:gd name="T63" fmla="*/ 92173 h 838200"/>
                <a:gd name="T64" fmla="*/ 1146386 w 1524000"/>
                <a:gd name="T65" fmla="*/ 57291 h 838200"/>
                <a:gd name="T66" fmla="*/ 1045324 w 1524000"/>
                <a:gd name="T67" fmla="*/ 30011 h 838200"/>
                <a:gd name="T68" fmla="*/ 936571 w 1524000"/>
                <a:gd name="T69" fmla="*/ 11085 h 838200"/>
                <a:gd name="T70" fmla="*/ 821488 w 1524000"/>
                <a:gd name="T71" fmla="*/ 1263 h 8382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524000" h="838200">
                  <a:moveTo>
                    <a:pt x="762000" y="0"/>
                  </a:moveTo>
                  <a:lnTo>
                    <a:pt x="702511" y="1263"/>
                  </a:lnTo>
                  <a:lnTo>
                    <a:pt x="644263" y="4989"/>
                  </a:lnTo>
                  <a:lnTo>
                    <a:pt x="587428" y="11085"/>
                  </a:lnTo>
                  <a:lnTo>
                    <a:pt x="532175" y="19457"/>
                  </a:lnTo>
                  <a:lnTo>
                    <a:pt x="478675" y="30011"/>
                  </a:lnTo>
                  <a:lnTo>
                    <a:pt x="427097" y="42654"/>
                  </a:lnTo>
                  <a:lnTo>
                    <a:pt x="377613" y="57291"/>
                  </a:lnTo>
                  <a:lnTo>
                    <a:pt x="330392" y="73828"/>
                  </a:lnTo>
                  <a:lnTo>
                    <a:pt x="285605" y="92173"/>
                  </a:lnTo>
                  <a:lnTo>
                    <a:pt x="243422" y="112230"/>
                  </a:lnTo>
                  <a:lnTo>
                    <a:pt x="204014" y="133907"/>
                  </a:lnTo>
                  <a:lnTo>
                    <a:pt x="167551" y="157109"/>
                  </a:lnTo>
                  <a:lnTo>
                    <a:pt x="134202" y="181743"/>
                  </a:lnTo>
                  <a:lnTo>
                    <a:pt x="104140" y="207715"/>
                  </a:lnTo>
                  <a:lnTo>
                    <a:pt x="54551" y="263297"/>
                  </a:lnTo>
                  <a:lnTo>
                    <a:pt x="20149" y="323105"/>
                  </a:lnTo>
                  <a:lnTo>
                    <a:pt x="2295" y="386389"/>
                  </a:lnTo>
                  <a:lnTo>
                    <a:pt x="0" y="419100"/>
                  </a:lnTo>
                  <a:lnTo>
                    <a:pt x="2295" y="451810"/>
                  </a:lnTo>
                  <a:lnTo>
                    <a:pt x="20149" y="515094"/>
                  </a:lnTo>
                  <a:lnTo>
                    <a:pt x="54551" y="574902"/>
                  </a:lnTo>
                  <a:lnTo>
                    <a:pt x="104140" y="630484"/>
                  </a:lnTo>
                  <a:lnTo>
                    <a:pt x="134202" y="656456"/>
                  </a:lnTo>
                  <a:lnTo>
                    <a:pt x="167551" y="681090"/>
                  </a:lnTo>
                  <a:lnTo>
                    <a:pt x="204014" y="704292"/>
                  </a:lnTo>
                  <a:lnTo>
                    <a:pt x="243422" y="725969"/>
                  </a:lnTo>
                  <a:lnTo>
                    <a:pt x="285605" y="746026"/>
                  </a:lnTo>
                  <a:lnTo>
                    <a:pt x="330392" y="764371"/>
                  </a:lnTo>
                  <a:lnTo>
                    <a:pt x="377613" y="780908"/>
                  </a:lnTo>
                  <a:lnTo>
                    <a:pt x="427097" y="795545"/>
                  </a:lnTo>
                  <a:lnTo>
                    <a:pt x="478675" y="808188"/>
                  </a:lnTo>
                  <a:lnTo>
                    <a:pt x="532175" y="818742"/>
                  </a:lnTo>
                  <a:lnTo>
                    <a:pt x="587428" y="827114"/>
                  </a:lnTo>
                  <a:lnTo>
                    <a:pt x="644263" y="833210"/>
                  </a:lnTo>
                  <a:lnTo>
                    <a:pt x="702511" y="836936"/>
                  </a:lnTo>
                  <a:lnTo>
                    <a:pt x="762000" y="838200"/>
                  </a:lnTo>
                  <a:lnTo>
                    <a:pt x="821488" y="836936"/>
                  </a:lnTo>
                  <a:lnTo>
                    <a:pt x="879736" y="833210"/>
                  </a:lnTo>
                  <a:lnTo>
                    <a:pt x="936571" y="827114"/>
                  </a:lnTo>
                  <a:lnTo>
                    <a:pt x="991824" y="818742"/>
                  </a:lnTo>
                  <a:lnTo>
                    <a:pt x="1045324" y="808188"/>
                  </a:lnTo>
                  <a:lnTo>
                    <a:pt x="1096902" y="795545"/>
                  </a:lnTo>
                  <a:lnTo>
                    <a:pt x="1146386" y="780908"/>
                  </a:lnTo>
                  <a:lnTo>
                    <a:pt x="1193607" y="764371"/>
                  </a:lnTo>
                  <a:lnTo>
                    <a:pt x="1238394" y="746026"/>
                  </a:lnTo>
                  <a:lnTo>
                    <a:pt x="1280577" y="725969"/>
                  </a:lnTo>
                  <a:lnTo>
                    <a:pt x="1319985" y="704292"/>
                  </a:lnTo>
                  <a:lnTo>
                    <a:pt x="1356448" y="681090"/>
                  </a:lnTo>
                  <a:lnTo>
                    <a:pt x="1389797" y="656456"/>
                  </a:lnTo>
                  <a:lnTo>
                    <a:pt x="1419859" y="630484"/>
                  </a:lnTo>
                  <a:lnTo>
                    <a:pt x="1469448" y="574902"/>
                  </a:lnTo>
                  <a:lnTo>
                    <a:pt x="1503850" y="515094"/>
                  </a:lnTo>
                  <a:lnTo>
                    <a:pt x="1521704" y="451810"/>
                  </a:lnTo>
                  <a:lnTo>
                    <a:pt x="1524000" y="419100"/>
                  </a:lnTo>
                  <a:lnTo>
                    <a:pt x="1521704" y="386389"/>
                  </a:lnTo>
                  <a:lnTo>
                    <a:pt x="1503850" y="323105"/>
                  </a:lnTo>
                  <a:lnTo>
                    <a:pt x="1469448" y="263297"/>
                  </a:lnTo>
                  <a:lnTo>
                    <a:pt x="1419859" y="207715"/>
                  </a:lnTo>
                  <a:lnTo>
                    <a:pt x="1389797" y="181743"/>
                  </a:lnTo>
                  <a:lnTo>
                    <a:pt x="1356448" y="157109"/>
                  </a:lnTo>
                  <a:lnTo>
                    <a:pt x="1319985" y="133907"/>
                  </a:lnTo>
                  <a:lnTo>
                    <a:pt x="1280577" y="112230"/>
                  </a:lnTo>
                  <a:lnTo>
                    <a:pt x="1238394" y="92173"/>
                  </a:lnTo>
                  <a:lnTo>
                    <a:pt x="1193607" y="73828"/>
                  </a:lnTo>
                  <a:lnTo>
                    <a:pt x="1146386" y="57291"/>
                  </a:lnTo>
                  <a:lnTo>
                    <a:pt x="1096902" y="42654"/>
                  </a:lnTo>
                  <a:lnTo>
                    <a:pt x="1045324" y="30011"/>
                  </a:lnTo>
                  <a:lnTo>
                    <a:pt x="991824" y="19457"/>
                  </a:lnTo>
                  <a:lnTo>
                    <a:pt x="936571" y="11085"/>
                  </a:lnTo>
                  <a:lnTo>
                    <a:pt x="879736" y="4989"/>
                  </a:lnTo>
                  <a:lnTo>
                    <a:pt x="821488" y="1263"/>
                  </a:lnTo>
                  <a:lnTo>
                    <a:pt x="7620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GB"/>
            </a:p>
          </p:txBody>
        </p:sp>
        <p:sp>
          <p:nvSpPr>
            <p:cNvPr id="57356" name="object 7"/>
            <p:cNvSpPr>
              <a:spLocks/>
            </p:cNvSpPr>
            <p:nvPr/>
          </p:nvSpPr>
          <p:spPr bwMode="auto">
            <a:xfrm>
              <a:off x="7258050" y="1866900"/>
              <a:ext cx="1524000" cy="838200"/>
            </a:xfrm>
            <a:custGeom>
              <a:avLst/>
              <a:gdLst>
                <a:gd name="T0" fmla="*/ 702511 w 1524000"/>
                <a:gd name="T1" fmla="*/ 836936 h 838200"/>
                <a:gd name="T2" fmla="*/ 587428 w 1524000"/>
                <a:gd name="T3" fmla="*/ 827114 h 838200"/>
                <a:gd name="T4" fmla="*/ 478675 w 1524000"/>
                <a:gd name="T5" fmla="*/ 808188 h 838200"/>
                <a:gd name="T6" fmla="*/ 377613 w 1524000"/>
                <a:gd name="T7" fmla="*/ 780908 h 838200"/>
                <a:gd name="T8" fmla="*/ 285605 w 1524000"/>
                <a:gd name="T9" fmla="*/ 746026 h 838200"/>
                <a:gd name="T10" fmla="*/ 204014 w 1524000"/>
                <a:gd name="T11" fmla="*/ 704292 h 838200"/>
                <a:gd name="T12" fmla="*/ 134202 w 1524000"/>
                <a:gd name="T13" fmla="*/ 656456 h 838200"/>
                <a:gd name="T14" fmla="*/ 54551 w 1524000"/>
                <a:gd name="T15" fmla="*/ 574902 h 838200"/>
                <a:gd name="T16" fmla="*/ 2295 w 1524000"/>
                <a:gd name="T17" fmla="*/ 451810 h 838200"/>
                <a:gd name="T18" fmla="*/ 2295 w 1524000"/>
                <a:gd name="T19" fmla="*/ 386389 h 838200"/>
                <a:gd name="T20" fmla="*/ 54551 w 1524000"/>
                <a:gd name="T21" fmla="*/ 263297 h 838200"/>
                <a:gd name="T22" fmla="*/ 134202 w 1524000"/>
                <a:gd name="T23" fmla="*/ 181743 h 838200"/>
                <a:gd name="T24" fmla="*/ 204014 w 1524000"/>
                <a:gd name="T25" fmla="*/ 133907 h 838200"/>
                <a:gd name="T26" fmla="*/ 285605 w 1524000"/>
                <a:gd name="T27" fmla="*/ 92173 h 838200"/>
                <a:gd name="T28" fmla="*/ 377613 w 1524000"/>
                <a:gd name="T29" fmla="*/ 57291 h 838200"/>
                <a:gd name="T30" fmla="*/ 478675 w 1524000"/>
                <a:gd name="T31" fmla="*/ 30011 h 838200"/>
                <a:gd name="T32" fmla="*/ 587428 w 1524000"/>
                <a:gd name="T33" fmla="*/ 11085 h 838200"/>
                <a:gd name="T34" fmla="*/ 702511 w 1524000"/>
                <a:gd name="T35" fmla="*/ 1263 h 838200"/>
                <a:gd name="T36" fmla="*/ 821488 w 1524000"/>
                <a:gd name="T37" fmla="*/ 1263 h 838200"/>
                <a:gd name="T38" fmla="*/ 936571 w 1524000"/>
                <a:gd name="T39" fmla="*/ 11085 h 838200"/>
                <a:gd name="T40" fmla="*/ 1045324 w 1524000"/>
                <a:gd name="T41" fmla="*/ 30011 h 838200"/>
                <a:gd name="T42" fmla="*/ 1146386 w 1524000"/>
                <a:gd name="T43" fmla="*/ 57291 h 838200"/>
                <a:gd name="T44" fmla="*/ 1238394 w 1524000"/>
                <a:gd name="T45" fmla="*/ 92173 h 838200"/>
                <a:gd name="T46" fmla="*/ 1319985 w 1524000"/>
                <a:gd name="T47" fmla="*/ 133907 h 838200"/>
                <a:gd name="T48" fmla="*/ 1389797 w 1524000"/>
                <a:gd name="T49" fmla="*/ 181743 h 838200"/>
                <a:gd name="T50" fmla="*/ 1469448 w 1524000"/>
                <a:gd name="T51" fmla="*/ 263297 h 838200"/>
                <a:gd name="T52" fmla="*/ 1521704 w 1524000"/>
                <a:gd name="T53" fmla="*/ 386389 h 838200"/>
                <a:gd name="T54" fmla="*/ 1521704 w 1524000"/>
                <a:gd name="T55" fmla="*/ 451810 h 838200"/>
                <a:gd name="T56" fmla="*/ 1469448 w 1524000"/>
                <a:gd name="T57" fmla="*/ 574902 h 838200"/>
                <a:gd name="T58" fmla="*/ 1389797 w 1524000"/>
                <a:gd name="T59" fmla="*/ 656456 h 838200"/>
                <a:gd name="T60" fmla="*/ 1319985 w 1524000"/>
                <a:gd name="T61" fmla="*/ 704292 h 838200"/>
                <a:gd name="T62" fmla="*/ 1238394 w 1524000"/>
                <a:gd name="T63" fmla="*/ 746026 h 838200"/>
                <a:gd name="T64" fmla="*/ 1146386 w 1524000"/>
                <a:gd name="T65" fmla="*/ 780908 h 838200"/>
                <a:gd name="T66" fmla="*/ 1045324 w 1524000"/>
                <a:gd name="T67" fmla="*/ 808188 h 838200"/>
                <a:gd name="T68" fmla="*/ 936571 w 1524000"/>
                <a:gd name="T69" fmla="*/ 827114 h 838200"/>
                <a:gd name="T70" fmla="*/ 821488 w 1524000"/>
                <a:gd name="T71" fmla="*/ 836936 h 8382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524000" h="838200">
                  <a:moveTo>
                    <a:pt x="762000" y="838200"/>
                  </a:moveTo>
                  <a:lnTo>
                    <a:pt x="702511" y="836936"/>
                  </a:lnTo>
                  <a:lnTo>
                    <a:pt x="644263" y="833210"/>
                  </a:lnTo>
                  <a:lnTo>
                    <a:pt x="587428" y="827114"/>
                  </a:lnTo>
                  <a:lnTo>
                    <a:pt x="532175" y="818742"/>
                  </a:lnTo>
                  <a:lnTo>
                    <a:pt x="478675" y="808188"/>
                  </a:lnTo>
                  <a:lnTo>
                    <a:pt x="427097" y="795545"/>
                  </a:lnTo>
                  <a:lnTo>
                    <a:pt x="377613" y="780908"/>
                  </a:lnTo>
                  <a:lnTo>
                    <a:pt x="330392" y="764371"/>
                  </a:lnTo>
                  <a:lnTo>
                    <a:pt x="285605" y="746026"/>
                  </a:lnTo>
                  <a:lnTo>
                    <a:pt x="243422" y="725969"/>
                  </a:lnTo>
                  <a:lnTo>
                    <a:pt x="204014" y="704292"/>
                  </a:lnTo>
                  <a:lnTo>
                    <a:pt x="167551" y="681090"/>
                  </a:lnTo>
                  <a:lnTo>
                    <a:pt x="134202" y="656456"/>
                  </a:lnTo>
                  <a:lnTo>
                    <a:pt x="104140" y="630484"/>
                  </a:lnTo>
                  <a:lnTo>
                    <a:pt x="54551" y="574902"/>
                  </a:lnTo>
                  <a:lnTo>
                    <a:pt x="20149" y="515094"/>
                  </a:lnTo>
                  <a:lnTo>
                    <a:pt x="2295" y="451810"/>
                  </a:lnTo>
                  <a:lnTo>
                    <a:pt x="0" y="419100"/>
                  </a:lnTo>
                  <a:lnTo>
                    <a:pt x="2295" y="386389"/>
                  </a:lnTo>
                  <a:lnTo>
                    <a:pt x="20149" y="323105"/>
                  </a:lnTo>
                  <a:lnTo>
                    <a:pt x="54551" y="263297"/>
                  </a:lnTo>
                  <a:lnTo>
                    <a:pt x="104140" y="207715"/>
                  </a:lnTo>
                  <a:lnTo>
                    <a:pt x="134202" y="181743"/>
                  </a:lnTo>
                  <a:lnTo>
                    <a:pt x="167551" y="157109"/>
                  </a:lnTo>
                  <a:lnTo>
                    <a:pt x="204014" y="133907"/>
                  </a:lnTo>
                  <a:lnTo>
                    <a:pt x="243422" y="112230"/>
                  </a:lnTo>
                  <a:lnTo>
                    <a:pt x="285605" y="92173"/>
                  </a:lnTo>
                  <a:lnTo>
                    <a:pt x="330392" y="73828"/>
                  </a:lnTo>
                  <a:lnTo>
                    <a:pt x="377613" y="57291"/>
                  </a:lnTo>
                  <a:lnTo>
                    <a:pt x="427097" y="42654"/>
                  </a:lnTo>
                  <a:lnTo>
                    <a:pt x="478675" y="30011"/>
                  </a:lnTo>
                  <a:lnTo>
                    <a:pt x="532175" y="19457"/>
                  </a:lnTo>
                  <a:lnTo>
                    <a:pt x="587428" y="11085"/>
                  </a:lnTo>
                  <a:lnTo>
                    <a:pt x="644263" y="4989"/>
                  </a:lnTo>
                  <a:lnTo>
                    <a:pt x="702511" y="1263"/>
                  </a:lnTo>
                  <a:lnTo>
                    <a:pt x="762000" y="0"/>
                  </a:lnTo>
                  <a:lnTo>
                    <a:pt x="821488" y="1263"/>
                  </a:lnTo>
                  <a:lnTo>
                    <a:pt x="879736" y="4989"/>
                  </a:lnTo>
                  <a:lnTo>
                    <a:pt x="936571" y="11085"/>
                  </a:lnTo>
                  <a:lnTo>
                    <a:pt x="991824" y="19457"/>
                  </a:lnTo>
                  <a:lnTo>
                    <a:pt x="1045324" y="30011"/>
                  </a:lnTo>
                  <a:lnTo>
                    <a:pt x="1096902" y="42654"/>
                  </a:lnTo>
                  <a:lnTo>
                    <a:pt x="1146386" y="57291"/>
                  </a:lnTo>
                  <a:lnTo>
                    <a:pt x="1193607" y="73828"/>
                  </a:lnTo>
                  <a:lnTo>
                    <a:pt x="1238394" y="92173"/>
                  </a:lnTo>
                  <a:lnTo>
                    <a:pt x="1280577" y="112230"/>
                  </a:lnTo>
                  <a:lnTo>
                    <a:pt x="1319985" y="133907"/>
                  </a:lnTo>
                  <a:lnTo>
                    <a:pt x="1356448" y="157109"/>
                  </a:lnTo>
                  <a:lnTo>
                    <a:pt x="1389797" y="181743"/>
                  </a:lnTo>
                  <a:lnTo>
                    <a:pt x="1419859" y="207715"/>
                  </a:lnTo>
                  <a:lnTo>
                    <a:pt x="1469448" y="263297"/>
                  </a:lnTo>
                  <a:lnTo>
                    <a:pt x="1503850" y="323105"/>
                  </a:lnTo>
                  <a:lnTo>
                    <a:pt x="1521704" y="386389"/>
                  </a:lnTo>
                  <a:lnTo>
                    <a:pt x="1524000" y="419100"/>
                  </a:lnTo>
                  <a:lnTo>
                    <a:pt x="1521704" y="451810"/>
                  </a:lnTo>
                  <a:lnTo>
                    <a:pt x="1503850" y="515094"/>
                  </a:lnTo>
                  <a:lnTo>
                    <a:pt x="1469448" y="574902"/>
                  </a:lnTo>
                  <a:lnTo>
                    <a:pt x="1419859" y="630484"/>
                  </a:lnTo>
                  <a:lnTo>
                    <a:pt x="1389797" y="656456"/>
                  </a:lnTo>
                  <a:lnTo>
                    <a:pt x="1356448" y="681090"/>
                  </a:lnTo>
                  <a:lnTo>
                    <a:pt x="1319985" y="704292"/>
                  </a:lnTo>
                  <a:lnTo>
                    <a:pt x="1280577" y="725969"/>
                  </a:lnTo>
                  <a:lnTo>
                    <a:pt x="1238394" y="746026"/>
                  </a:lnTo>
                  <a:lnTo>
                    <a:pt x="1193607" y="764371"/>
                  </a:lnTo>
                  <a:lnTo>
                    <a:pt x="1146386" y="780908"/>
                  </a:lnTo>
                  <a:lnTo>
                    <a:pt x="1096902" y="795545"/>
                  </a:lnTo>
                  <a:lnTo>
                    <a:pt x="1045324" y="808188"/>
                  </a:lnTo>
                  <a:lnTo>
                    <a:pt x="991824" y="818742"/>
                  </a:lnTo>
                  <a:lnTo>
                    <a:pt x="936571" y="827114"/>
                  </a:lnTo>
                  <a:lnTo>
                    <a:pt x="879736" y="833210"/>
                  </a:lnTo>
                  <a:lnTo>
                    <a:pt x="821488" y="836936"/>
                  </a:lnTo>
                  <a:lnTo>
                    <a:pt x="762000" y="8382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grpSp>
      <p:sp>
        <p:nvSpPr>
          <p:cNvPr id="57350" name="object 9"/>
          <p:cNvSpPr>
            <a:spLocks noChangeArrowheads="1"/>
          </p:cNvSpPr>
          <p:nvPr/>
        </p:nvSpPr>
        <p:spPr bwMode="auto">
          <a:xfrm>
            <a:off x="6505575" y="2246313"/>
            <a:ext cx="677863" cy="1108075"/>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600">
              <a:latin typeface="Helvetica" panose="020B0604020202020204" pitchFamily="34" charset="0"/>
              <a:cs typeface="Helvetica" panose="020B0604020202020204" pitchFamily="34" charset="0"/>
            </a:endParaRPr>
          </a:p>
        </p:txBody>
      </p:sp>
      <p:sp>
        <p:nvSpPr>
          <p:cNvPr id="57351" name="Rectangle 1"/>
          <p:cNvSpPr>
            <a:spLocks noChangeArrowheads="1"/>
          </p:cNvSpPr>
          <p:nvPr/>
        </p:nvSpPr>
        <p:spPr bwMode="auto">
          <a:xfrm>
            <a:off x="6205538" y="4827588"/>
            <a:ext cx="1604962"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600">
              <a:latin typeface="Helvetica" panose="020B0604020202020204" pitchFamily="34" charset="0"/>
              <a:cs typeface="Helvetica" panose="020B0604020202020204" pitchFamily="34" charset="0"/>
            </a:endParaRPr>
          </a:p>
        </p:txBody>
      </p:sp>
      <p:sp>
        <p:nvSpPr>
          <p:cNvPr id="57352" name="Rectangle 2"/>
          <p:cNvSpPr>
            <a:spLocks noChangeArrowheads="1"/>
          </p:cNvSpPr>
          <p:nvPr/>
        </p:nvSpPr>
        <p:spPr bwMode="auto">
          <a:xfrm>
            <a:off x="5959475" y="4983163"/>
            <a:ext cx="2005013" cy="458787"/>
          </a:xfrm>
          <a:prstGeom prst="rect">
            <a:avLst/>
          </a:prstGeom>
          <a:solidFill>
            <a:srgbClr val="00B0F0"/>
          </a:solidFill>
          <a:ln w="9525" algn="ctr">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Helvetica" panose="020B0604020202020204" pitchFamily="34" charset="0"/>
                <a:cs typeface="Helvetica" panose="020B0604020202020204" pitchFamily="34" charset="0"/>
              </a:rPr>
              <a:t>Name of the system</a:t>
            </a:r>
          </a:p>
        </p:txBody>
      </p:sp>
      <p:sp>
        <p:nvSpPr>
          <p:cNvPr id="57353" name="object 11"/>
          <p:cNvSpPr>
            <a:spLocks/>
          </p:cNvSpPr>
          <p:nvPr/>
        </p:nvSpPr>
        <p:spPr bwMode="auto">
          <a:xfrm>
            <a:off x="6205538" y="5849938"/>
            <a:ext cx="1330325" cy="0"/>
          </a:xfrm>
          <a:custGeom>
            <a:avLst/>
            <a:gdLst>
              <a:gd name="T0" fmla="*/ 0 w 1329690"/>
              <a:gd name="T1" fmla="*/ 1339887 w 1329690"/>
              <a:gd name="T2" fmla="*/ 0 60000 65536"/>
              <a:gd name="T3" fmla="*/ 0 60000 65536"/>
            </a:gdLst>
            <a:ahLst/>
            <a:cxnLst>
              <a:cxn ang="T2">
                <a:pos x="T0" y="0"/>
              </a:cxn>
              <a:cxn ang="T3">
                <a:pos x="T1" y="0"/>
              </a:cxn>
            </a:cxnLst>
            <a:rect l="0" t="0" r="r" b="b"/>
            <a:pathLst>
              <a:path w="1329690">
                <a:moveTo>
                  <a:pt x="0" y="0"/>
                </a:moveTo>
                <a:lnTo>
                  <a:pt x="1329690" y="0"/>
                </a:lnTo>
              </a:path>
            </a:pathLst>
          </a:custGeom>
          <a:noFill/>
          <a:ln w="3175">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sp>
        <p:nvSpPr>
          <p:cNvPr id="57354" name="TextBox 12"/>
          <p:cNvSpPr txBox="1">
            <a:spLocks noChangeArrowheads="1"/>
          </p:cNvSpPr>
          <p:nvPr/>
        </p:nvSpPr>
        <p:spPr bwMode="auto">
          <a:xfrm>
            <a:off x="6205538" y="1676400"/>
            <a:ext cx="1277937" cy="33813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Helvetica" panose="020B0604020202020204" pitchFamily="34" charset="0"/>
                <a:cs typeface="Helvetica" panose="020B0604020202020204" pitchFamily="34" charset="0"/>
              </a:rPr>
              <a:t>Notations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p:cNvSpPr>
          <p:nvPr>
            <p:ph type="title"/>
          </p:nvPr>
        </p:nvSpPr>
        <p:spPr/>
        <p:txBody>
          <a:bodyPr rtlCol="0" anchor="t">
            <a:normAutofit fontScale="90000"/>
          </a:bodyPr>
          <a:lstStyle/>
          <a:p>
            <a:pPr eaLnBrk="1" fontAlgn="auto" hangingPunct="1">
              <a:spcAft>
                <a:spcPts val="0"/>
              </a:spcAft>
              <a:defRPr/>
            </a:pPr>
            <a:r>
              <a:rPr lang="en-US" altLang="en-US">
                <a:latin typeface="Helvetica" panose="020B0604020202020204" pitchFamily="34" charset="0"/>
                <a:cs typeface="Helvetica" panose="020B0604020202020204" pitchFamily="34" charset="0"/>
              </a:rPr>
              <a:t>Use Case Diagram for Appointment System</a:t>
            </a:r>
          </a:p>
        </p:txBody>
      </p:sp>
      <p:sp>
        <p:nvSpPr>
          <p:cNvPr id="59395" name="Slide Number Placeholder 2"/>
          <p:cNvSpPr>
            <a:spLocks noGrp="1"/>
          </p:cNvSpPr>
          <p:nvPr>
            <p:ph type="sldNum" sz="quarter" idx="12"/>
          </p:nvPr>
        </p:nvSpPr>
        <p:spPr bwMode="auto">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600">
              <a:latin typeface="Helvetica" panose="020B0604020202020204" pitchFamily="34" charset="0"/>
              <a:cs typeface="Helvetica" panose="020B0604020202020204" pitchFamily="34" charset="0"/>
            </a:endParaRPr>
          </a:p>
          <a:p>
            <a:pPr>
              <a:spcBef>
                <a:spcPct val="0"/>
              </a:spcBef>
              <a:buFontTx/>
              <a:buNone/>
            </a:pPr>
            <a:endParaRPr lang="en-US" altLang="en-US" sz="1000">
              <a:latin typeface="Helvetica" panose="020B0604020202020204" pitchFamily="34" charset="0"/>
              <a:cs typeface="Helvetica" panose="020B0604020202020204" pitchFamily="34" charset="0"/>
            </a:endParaRPr>
          </a:p>
        </p:txBody>
      </p:sp>
      <p:pic>
        <p:nvPicPr>
          <p:cNvPr id="59396" name="Picture 3" descr="Chapter_15_illus15"/>
          <p:cNvPicPr>
            <a:picLocks noChangeAspect="1" noChangeArrowheads="1"/>
          </p:cNvPicPr>
          <p:nvPr/>
        </p:nvPicPr>
        <p:blipFill>
          <a:blip r:embed="rId3">
            <a:extLst>
              <a:ext uri="{28A0092B-C50C-407E-A947-70E740481C1C}">
                <a14:useLocalDpi xmlns:a14="http://schemas.microsoft.com/office/drawing/2010/main" val="0"/>
              </a:ext>
            </a:extLst>
          </a:blip>
          <a:srcRect l="21568" t="36363" r="20589" b="34848"/>
          <a:stretch>
            <a:fillRect/>
          </a:stretch>
        </p:blipFill>
        <p:spPr bwMode="auto">
          <a:xfrm>
            <a:off x="1295400" y="1676400"/>
            <a:ext cx="6781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Rectangle 1"/>
          <p:cNvSpPr>
            <a:spLocks noChangeArrowheads="1"/>
          </p:cNvSpPr>
          <p:nvPr/>
        </p:nvSpPr>
        <p:spPr bwMode="auto">
          <a:xfrm>
            <a:off x="2803525" y="3357563"/>
            <a:ext cx="223838"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600">
              <a:latin typeface="Helvetica" panose="020B0604020202020204" pitchFamily="34" charset="0"/>
              <a:cs typeface="Helvetica" panose="020B0604020202020204" pitchFamily="34" charset="0"/>
            </a:endParaRPr>
          </a:p>
        </p:txBody>
      </p:sp>
      <p:sp>
        <p:nvSpPr>
          <p:cNvPr id="59398" name="Rectangle 2"/>
          <p:cNvSpPr>
            <a:spLocks noChangeArrowheads="1"/>
          </p:cNvSpPr>
          <p:nvPr/>
        </p:nvSpPr>
        <p:spPr bwMode="auto">
          <a:xfrm>
            <a:off x="9144000" y="3030538"/>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600">
              <a:latin typeface="Helvetica" panose="020B0604020202020204" pitchFamily="34" charset="0"/>
              <a:cs typeface="Helvetica" panose="020B0604020202020204" pitchFamily="34" charset="0"/>
            </a:endParaRPr>
          </a:p>
        </p:txBody>
      </p:sp>
      <p:sp>
        <p:nvSpPr>
          <p:cNvPr id="59399" name="TextBox 4"/>
          <p:cNvSpPr txBox="1">
            <a:spLocks noChangeArrowheads="1"/>
          </p:cNvSpPr>
          <p:nvPr/>
        </p:nvSpPr>
        <p:spPr bwMode="auto">
          <a:xfrm>
            <a:off x="2767013" y="3487738"/>
            <a:ext cx="149225"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600">
              <a:latin typeface="Helvetica" panose="020B0604020202020204" pitchFamily="34" charset="0"/>
              <a:cs typeface="Helvetica" panose="020B0604020202020204" pitchFamily="34" charset="0"/>
            </a:endParaRPr>
          </a:p>
        </p:txBody>
      </p:sp>
      <p:sp>
        <p:nvSpPr>
          <p:cNvPr id="59400" name="TextBox 7"/>
          <p:cNvSpPr txBox="1">
            <a:spLocks noChangeArrowheads="1"/>
          </p:cNvSpPr>
          <p:nvPr/>
        </p:nvSpPr>
        <p:spPr bwMode="auto">
          <a:xfrm>
            <a:off x="4035425" y="4102100"/>
            <a:ext cx="147638" cy="338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600">
              <a:latin typeface="Helvetica" panose="020B0604020202020204" pitchFamily="34" charset="0"/>
              <a:cs typeface="Helvetica" panose="020B0604020202020204" pitchFamily="34" charset="0"/>
            </a:endParaRPr>
          </a:p>
        </p:txBody>
      </p:sp>
      <p:sp>
        <p:nvSpPr>
          <p:cNvPr id="59401" name="TextBox 8"/>
          <p:cNvSpPr txBox="1">
            <a:spLocks noChangeArrowheads="1"/>
          </p:cNvSpPr>
          <p:nvPr/>
        </p:nvSpPr>
        <p:spPr bwMode="auto">
          <a:xfrm>
            <a:off x="5419725" y="2820988"/>
            <a:ext cx="147638"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600">
              <a:latin typeface="Helvetica" panose="020B0604020202020204" pitchFamily="34" charset="0"/>
              <a:cs typeface="Helvetica" panose="020B0604020202020204" pitchFamily="34" charset="0"/>
            </a:endParaRPr>
          </a:p>
        </p:txBody>
      </p:sp>
      <p:sp>
        <p:nvSpPr>
          <p:cNvPr id="59402" name="TextBox 9"/>
          <p:cNvSpPr txBox="1">
            <a:spLocks noChangeArrowheads="1"/>
          </p:cNvSpPr>
          <p:nvPr/>
        </p:nvSpPr>
        <p:spPr bwMode="auto">
          <a:xfrm>
            <a:off x="4049713" y="5381625"/>
            <a:ext cx="147637" cy="338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600">
              <a:latin typeface="Helvetica" panose="020B0604020202020204" pitchFamily="34" charset="0"/>
              <a:cs typeface="Helvetica" panose="020B0604020202020204" pitchFamily="34" charset="0"/>
            </a:endParaRPr>
          </a:p>
        </p:txBody>
      </p:sp>
      <p:sp>
        <p:nvSpPr>
          <p:cNvPr id="59403" name="TextBox 10"/>
          <p:cNvSpPr txBox="1">
            <a:spLocks noChangeArrowheads="1"/>
          </p:cNvSpPr>
          <p:nvPr/>
        </p:nvSpPr>
        <p:spPr bwMode="auto">
          <a:xfrm>
            <a:off x="6372225" y="2820988"/>
            <a:ext cx="149225"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600">
              <a:latin typeface="Helvetica" panose="020B0604020202020204" pitchFamily="34" charset="0"/>
              <a:cs typeface="Helvetica" panose="020B0604020202020204" pitchFamily="34" charset="0"/>
            </a:endParaRPr>
          </a:p>
        </p:txBody>
      </p:sp>
      <p:sp>
        <p:nvSpPr>
          <p:cNvPr id="59404" name="TextBox 11"/>
          <p:cNvSpPr txBox="1">
            <a:spLocks noChangeArrowheads="1"/>
          </p:cNvSpPr>
          <p:nvPr/>
        </p:nvSpPr>
        <p:spPr bwMode="auto">
          <a:xfrm>
            <a:off x="3154363" y="5364163"/>
            <a:ext cx="149225"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600">
              <a:latin typeface="Helvetica" panose="020B0604020202020204" pitchFamily="34" charset="0"/>
              <a:cs typeface="Helvetica" panose="020B0604020202020204" pitchFamily="34" charset="0"/>
            </a:endParaRPr>
          </a:p>
        </p:txBody>
      </p:sp>
      <p:sp>
        <p:nvSpPr>
          <p:cNvPr id="2" name="Rectangle 1"/>
          <p:cNvSpPr/>
          <p:nvPr/>
        </p:nvSpPr>
        <p:spPr>
          <a:xfrm>
            <a:off x="2438400" y="3282950"/>
            <a:ext cx="966788" cy="204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solidFill>
                  <a:schemeClr val="tx1"/>
                </a:solidFill>
              </a:rPr>
              <a:t>Manager</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US" altLang="en-US" sz="3600" smtClean="0">
                <a:latin typeface="Helvetica" panose="020B0604020202020204" pitchFamily="34" charset="0"/>
                <a:cs typeface="Helvetica" panose="020B0604020202020204" pitchFamily="34" charset="0"/>
              </a:rPr>
              <a:t>Revision</a:t>
            </a:r>
          </a:p>
        </p:txBody>
      </p:sp>
      <p:sp>
        <p:nvSpPr>
          <p:cNvPr id="61443" name="Content Placeholder 2"/>
          <p:cNvSpPr>
            <a:spLocks noGrp="1"/>
          </p:cNvSpPr>
          <p:nvPr>
            <p:ph idx="1"/>
          </p:nvPr>
        </p:nvSpPr>
        <p:spPr/>
        <p:txBody>
          <a:bodyPr/>
          <a:lstStyle/>
          <a:p>
            <a:pPr algn="just"/>
            <a:r>
              <a:rPr lang="en-US" altLang="en-US" sz="2400" smtClean="0">
                <a:latin typeface="Helvetica" panose="020B0604020202020204" pitchFamily="34" charset="0"/>
                <a:cs typeface="Helvetica" panose="020B0604020202020204" pitchFamily="34" charset="0"/>
              </a:rPr>
              <a:t>Why to create a use case diagram?</a:t>
            </a:r>
          </a:p>
          <a:p>
            <a:pPr algn="just"/>
            <a:r>
              <a:rPr lang="en-US" altLang="en-US" sz="2400" smtClean="0">
                <a:latin typeface="Helvetica" panose="020B0604020202020204" pitchFamily="34" charset="0"/>
                <a:cs typeface="Helvetica" panose="020B0604020202020204" pitchFamily="34" charset="0"/>
              </a:rPr>
              <a:t>Major components of Use case diagram</a:t>
            </a:r>
          </a:p>
          <a:p>
            <a:pPr algn="just"/>
            <a:r>
              <a:rPr lang="en-US" altLang="en-US" sz="2400" smtClean="0">
                <a:latin typeface="Helvetica" panose="020B0604020202020204" pitchFamily="34" charset="0"/>
                <a:cs typeface="Helvetica" panose="020B0604020202020204" pitchFamily="34" charset="0"/>
              </a:rPr>
              <a:t>Boundary</a:t>
            </a:r>
          </a:p>
          <a:p>
            <a:pPr algn="just"/>
            <a:r>
              <a:rPr lang="en-US" altLang="en-US" sz="2400" smtClean="0">
                <a:latin typeface="Helvetica" panose="020B0604020202020204" pitchFamily="34" charset="0"/>
                <a:cs typeface="Helvetica" panose="020B0604020202020204" pitchFamily="34" charset="0"/>
              </a:rPr>
              <a:t>Actor, types, place</a:t>
            </a:r>
          </a:p>
          <a:p>
            <a:pPr algn="just"/>
            <a:r>
              <a:rPr lang="en-US" altLang="en-US" sz="2400" smtClean="0">
                <a:latin typeface="Helvetica" panose="020B0604020202020204" pitchFamily="34" charset="0"/>
                <a:cs typeface="Helvetica" panose="020B0604020202020204" pitchFamily="34" charset="0"/>
              </a:rPr>
              <a:t>What is use case? </a:t>
            </a:r>
            <a:r>
              <a:rPr lang="en-US" altLang="en-US" sz="2400" smtClean="0">
                <a:solidFill>
                  <a:srgbClr val="00B0F0"/>
                </a:solidFill>
                <a:latin typeface="Helvetica" panose="020B0604020202020204" pitchFamily="34" charset="0"/>
                <a:cs typeface="Helvetica" panose="020B0604020202020204" pitchFamily="34" charset="0"/>
              </a:rPr>
              <a:t>use cases are not diagrams, they are text</a:t>
            </a:r>
          </a:p>
          <a:p>
            <a:pPr algn="just"/>
            <a:r>
              <a:rPr lang="en-US" altLang="en-US" sz="2400" smtClean="0">
                <a:latin typeface="Helvetica" panose="020B0604020202020204" pitchFamily="34" charset="0"/>
                <a:cs typeface="Helvetica" panose="020B0604020202020204" pitchFamily="34" charset="0"/>
              </a:rPr>
              <a:t>What are the three test cases use to identify the valid or invalid use cases?</a:t>
            </a:r>
          </a:p>
        </p:txBody>
      </p:sp>
      <p:sp>
        <p:nvSpPr>
          <p:cNvPr id="4" name="Footer Placeholder 3"/>
          <p:cNvSpPr>
            <a:spLocks noGrp="1"/>
          </p:cNvSpPr>
          <p:nvPr>
            <p:ph type="ftr" sz="quarter" idx="11"/>
          </p:nvPr>
        </p:nvSpPr>
        <p:spPr/>
        <p:txBody>
          <a:bodyPr/>
          <a:lstStyle/>
          <a:p>
            <a:pPr>
              <a:defRPr/>
            </a:pPr>
            <a:endParaRPr lang="en-US" sz="1050">
              <a:latin typeface="Helvetica" panose="020B0604020202020204" pitchFamily="34" charset="0"/>
              <a:cs typeface="Helvetica"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2"/>
          <p:cNvSpPr>
            <a:spLocks noGrp="1"/>
          </p:cNvSpPr>
          <p:nvPr>
            <p:ph type="title"/>
          </p:nvPr>
        </p:nvSpPr>
        <p:spPr/>
        <p:txBody>
          <a:bodyPr anchor="t"/>
          <a:lstStyle/>
          <a:p>
            <a:pPr eaLnBrk="1" hangingPunct="1"/>
            <a:r>
              <a:rPr lang="en-US" altLang="en-US" smtClean="0"/>
              <a:t>Example</a:t>
            </a:r>
          </a:p>
        </p:txBody>
      </p:sp>
      <p:sp>
        <p:nvSpPr>
          <p:cNvPr id="6" name="Rounded Rectangle 5"/>
          <p:cNvSpPr/>
          <p:nvPr/>
        </p:nvSpPr>
        <p:spPr>
          <a:xfrm>
            <a:off x="285750" y="2200275"/>
            <a:ext cx="3276600" cy="251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dirty="0"/>
              <a:t>Requirement 1</a:t>
            </a:r>
          </a:p>
          <a:p>
            <a:pPr algn="just" eaLnBrk="1" fontAlgn="auto" hangingPunct="1">
              <a:spcBef>
                <a:spcPts val="0"/>
              </a:spcBef>
              <a:spcAft>
                <a:spcPts val="0"/>
              </a:spcAft>
              <a:defRPr/>
            </a:pPr>
            <a:r>
              <a:rPr lang="en-US" sz="1400" b="1" dirty="0"/>
              <a:t>The content management system shall allow an </a:t>
            </a:r>
            <a:r>
              <a:rPr lang="en-US" sz="1400" b="1" i="1" u="sng" dirty="0"/>
              <a:t>administrator</a:t>
            </a:r>
            <a:r>
              <a:rPr lang="en-US" sz="1400" b="1" dirty="0"/>
              <a:t> to create a new blog account, provided the personal details of the new blogger are verified using the author credentials database.</a:t>
            </a:r>
          </a:p>
          <a:p>
            <a:pPr algn="just" eaLnBrk="1" fontAlgn="auto" hangingPunct="1">
              <a:spcBef>
                <a:spcPts val="0"/>
              </a:spcBef>
              <a:spcAft>
                <a:spcPts val="0"/>
              </a:spcAft>
              <a:defRPr/>
            </a:pPr>
            <a:r>
              <a:rPr lang="en-US" sz="1400" dirty="0"/>
              <a:t/>
            </a:r>
            <a:br>
              <a:rPr lang="en-US" sz="1400" dirty="0"/>
            </a:br>
            <a:endParaRPr lang="en-US" sz="1400" dirty="0"/>
          </a:p>
        </p:txBody>
      </p:sp>
      <p:sp>
        <p:nvSpPr>
          <p:cNvPr id="7" name="Oval 6"/>
          <p:cNvSpPr/>
          <p:nvPr/>
        </p:nvSpPr>
        <p:spPr>
          <a:xfrm>
            <a:off x="3790950" y="1462088"/>
            <a:ext cx="2514600" cy="2362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r>
              <a:rPr lang="en-US" sz="1400" dirty="0"/>
              <a:t>The requirement indicates that that the </a:t>
            </a:r>
            <a:r>
              <a:rPr lang="en-US" sz="1400" b="1" i="1" u="sng" dirty="0"/>
              <a:t>Administrator</a:t>
            </a:r>
            <a:r>
              <a:rPr lang="en-US" sz="1400" dirty="0"/>
              <a:t> interacts with the system to create a new blogger's account</a:t>
            </a:r>
          </a:p>
        </p:txBody>
      </p:sp>
      <p:sp>
        <p:nvSpPr>
          <p:cNvPr id="8" name="Oval 7"/>
          <p:cNvSpPr/>
          <p:nvPr/>
        </p:nvSpPr>
        <p:spPr>
          <a:xfrm>
            <a:off x="6400800" y="2362200"/>
            <a:ext cx="2667000" cy="2286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fontAlgn="auto" hangingPunct="1">
              <a:spcBef>
                <a:spcPts val="0"/>
              </a:spcBef>
              <a:spcAft>
                <a:spcPts val="0"/>
              </a:spcAft>
              <a:defRPr/>
            </a:pPr>
            <a:r>
              <a:rPr lang="en-US" dirty="0"/>
              <a:t>The</a:t>
            </a:r>
          </a:p>
          <a:p>
            <a:pPr algn="ctr" eaLnBrk="1" fontAlgn="auto" hangingPunct="1">
              <a:spcBef>
                <a:spcPts val="0"/>
              </a:spcBef>
              <a:spcAft>
                <a:spcPts val="0"/>
              </a:spcAft>
              <a:defRPr/>
            </a:pPr>
            <a:r>
              <a:rPr lang="en-US" b="1" i="1" u="sng" dirty="0"/>
              <a:t>Administrator</a:t>
            </a:r>
            <a:r>
              <a:rPr lang="en-US" dirty="0"/>
              <a:t> </a:t>
            </a:r>
            <a:r>
              <a:rPr lang="en-US" i="1" dirty="0"/>
              <a:t>interacts with </a:t>
            </a:r>
            <a:r>
              <a:rPr lang="en-US" dirty="0"/>
              <a:t>the system and is </a:t>
            </a:r>
            <a:r>
              <a:rPr lang="en-US" i="1" dirty="0"/>
              <a:t>not part of </a:t>
            </a:r>
            <a:r>
              <a:rPr lang="en-US" dirty="0"/>
              <a:t>the system; thus, the Administrator</a:t>
            </a:r>
          </a:p>
          <a:p>
            <a:pPr algn="ctr" eaLnBrk="1" fontAlgn="auto" hangingPunct="1">
              <a:spcBef>
                <a:spcPts val="0"/>
              </a:spcBef>
              <a:spcAft>
                <a:spcPts val="0"/>
              </a:spcAft>
              <a:defRPr/>
            </a:pPr>
            <a:r>
              <a:rPr lang="en-US" dirty="0"/>
              <a:t>Is an </a:t>
            </a:r>
            <a:r>
              <a:rPr lang="en-US" b="1" i="1" u="sng" dirty="0"/>
              <a:t>Actor</a:t>
            </a:r>
            <a:r>
              <a:rPr lang="en-US" dirty="0"/>
              <a:t>.</a:t>
            </a:r>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r="63165"/>
          <a:stretch>
            <a:fillRect/>
          </a:stretch>
        </p:blipFill>
        <p:spPr bwMode="auto">
          <a:xfrm>
            <a:off x="4494213" y="4037013"/>
            <a:ext cx="974725"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ounded Rectangle 9"/>
          <p:cNvSpPr/>
          <p:nvPr/>
        </p:nvSpPr>
        <p:spPr>
          <a:xfrm>
            <a:off x="2209800" y="5311775"/>
            <a:ext cx="6219825" cy="115887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just" eaLnBrk="1" fontAlgn="auto" hangingPunct="1">
              <a:spcBef>
                <a:spcPts val="0"/>
              </a:spcBef>
              <a:spcAft>
                <a:spcPts val="0"/>
              </a:spcAft>
              <a:defRPr/>
            </a:pPr>
            <a:r>
              <a:rPr lang="en-US" b="1" dirty="0">
                <a:solidFill>
                  <a:schemeClr val="tx1">
                    <a:lumMod val="85000"/>
                    <a:lumOff val="15000"/>
                  </a:schemeClr>
                </a:solidFill>
              </a:rPr>
              <a:t>It's actually worth being very careful when naming your actors. The best approach is to use a name that can be understood by both your customer </a:t>
            </a:r>
            <a:r>
              <a:rPr lang="en-US" b="1" i="1" dirty="0">
                <a:solidFill>
                  <a:schemeClr val="tx1">
                    <a:lumMod val="85000"/>
                    <a:lumOff val="15000"/>
                  </a:schemeClr>
                </a:solidFill>
              </a:rPr>
              <a:t>and </a:t>
            </a:r>
            <a:r>
              <a:rPr lang="en-US" b="1" dirty="0">
                <a:solidFill>
                  <a:schemeClr val="tx1">
                    <a:lumMod val="85000"/>
                    <a:lumOff val="15000"/>
                  </a:schemeClr>
                </a:solidFill>
              </a:rPr>
              <a:t>your system designers.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a:xfrm>
            <a:off x="247650" y="157163"/>
            <a:ext cx="7886700" cy="1325562"/>
          </a:xfrm>
        </p:spPr>
        <p:txBody>
          <a:bodyPr/>
          <a:lstStyle/>
          <a:p>
            <a:pPr eaLnBrk="1" hangingPunct="1"/>
            <a:r>
              <a:rPr lang="en-US" altLang="en-US" smtClean="0"/>
              <a:t>Example</a:t>
            </a:r>
          </a:p>
        </p:txBody>
      </p:sp>
      <p:sp>
        <p:nvSpPr>
          <p:cNvPr id="5" name="Content Placeholder 2"/>
          <p:cNvSpPr>
            <a:spLocks noGrp="1"/>
          </p:cNvSpPr>
          <p:nvPr>
            <p:ph idx="1"/>
          </p:nvPr>
        </p:nvSpPr>
        <p:spPr>
          <a:xfrm>
            <a:off x="914400" y="1294492"/>
            <a:ext cx="8229600" cy="533400"/>
          </a:xfrm>
        </p:spPr>
        <p:txBody>
          <a:bodyPr rtlCol="0">
            <a:normAutofit fontScale="92500" lnSpcReduction="10000"/>
          </a:bodyPr>
          <a:lstStyle/>
          <a:p>
            <a:pPr eaLnBrk="1" fontAlgn="auto" hangingPunct="1">
              <a:spcAft>
                <a:spcPts val="0"/>
              </a:spcAft>
              <a:defRPr/>
            </a:pPr>
            <a:r>
              <a:rPr lang="en-US" dirty="0"/>
              <a:t>What can be the use case in our Requirement 1?</a:t>
            </a:r>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lvl="8">
              <a:defRPr/>
            </a:pPr>
            <a:endParaRPr lang="en-US" dirty="0"/>
          </a:p>
        </p:txBody>
      </p:sp>
      <p:sp>
        <p:nvSpPr>
          <p:cNvPr id="6" name="Rounded Rectangle 5"/>
          <p:cNvSpPr/>
          <p:nvPr/>
        </p:nvSpPr>
        <p:spPr>
          <a:xfrm>
            <a:off x="1190625" y="2638425"/>
            <a:ext cx="3276600" cy="251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600" b="1" dirty="0"/>
              <a:t>Requirement 1</a:t>
            </a:r>
          </a:p>
          <a:p>
            <a:pPr eaLnBrk="1" fontAlgn="auto" hangingPunct="1">
              <a:spcBef>
                <a:spcPts val="0"/>
              </a:spcBef>
              <a:spcAft>
                <a:spcPts val="0"/>
              </a:spcAft>
              <a:defRPr/>
            </a:pPr>
            <a:r>
              <a:rPr lang="en-US" sz="1600" b="1" dirty="0"/>
              <a:t>The content management system shall allow an </a:t>
            </a:r>
            <a:r>
              <a:rPr lang="en-US" sz="1600" b="1" i="1" u="sng" dirty="0"/>
              <a:t>administrator</a:t>
            </a:r>
            <a:r>
              <a:rPr lang="en-US" sz="1600" b="1" dirty="0"/>
              <a:t> to create a new blog account, provided the personal details of the new blogger are verified using the author credentials database.</a:t>
            </a:r>
            <a:r>
              <a:rPr lang="en-US" sz="1600" dirty="0"/>
              <a:t/>
            </a:r>
            <a:br>
              <a:rPr lang="en-US" sz="1600" dirty="0"/>
            </a:br>
            <a:endParaRPr lang="en-US" sz="1600" dirty="0"/>
          </a:p>
        </p:txBody>
      </p:sp>
      <p:sp>
        <p:nvSpPr>
          <p:cNvPr id="7" name="Oval 6"/>
          <p:cNvSpPr/>
          <p:nvPr/>
        </p:nvSpPr>
        <p:spPr>
          <a:xfrm>
            <a:off x="5232400" y="2062163"/>
            <a:ext cx="2286000" cy="1833562"/>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r>
              <a:rPr lang="en-US" dirty="0"/>
              <a:t>to create a new blog account</a:t>
            </a:r>
          </a:p>
        </p:txBody>
      </p:sp>
      <p:sp>
        <p:nvSpPr>
          <p:cNvPr id="8" name="TextBox 7"/>
          <p:cNvSpPr txBox="1">
            <a:spLocks noChangeArrowheads="1"/>
          </p:cNvSpPr>
          <p:nvPr/>
        </p:nvSpPr>
        <p:spPr bwMode="auto">
          <a:xfrm>
            <a:off x="5461000" y="4159250"/>
            <a:ext cx="24241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i="1" u="sng"/>
              <a:t>UML Representation</a:t>
            </a:r>
          </a:p>
          <a:p>
            <a:pPr eaLnBrk="1" hangingPunct="1">
              <a:spcBef>
                <a:spcPct val="0"/>
              </a:spcBef>
              <a:buFontTx/>
              <a:buNone/>
            </a:pPr>
            <a:endParaRPr lang="en-US" altLang="en-US" sz="1800"/>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4975" y="4506913"/>
            <a:ext cx="2370138" cy="1147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pPr eaLnBrk="1" hangingPunct="1"/>
            <a:r>
              <a:rPr lang="en-US" altLang="en-US" smtClean="0"/>
              <a:t>Example (Cont)</a:t>
            </a:r>
          </a:p>
        </p:txBody>
      </p:sp>
      <p:sp>
        <p:nvSpPr>
          <p:cNvPr id="5" name="Rounded Rectangle 4"/>
          <p:cNvSpPr/>
          <p:nvPr/>
        </p:nvSpPr>
        <p:spPr>
          <a:xfrm>
            <a:off x="922338" y="1654175"/>
            <a:ext cx="6985000" cy="17684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b="1" dirty="0"/>
              <a:t>Requirement 2</a:t>
            </a:r>
          </a:p>
          <a:p>
            <a:pPr algn="ctr" eaLnBrk="1" fontAlgn="auto" hangingPunct="1">
              <a:spcBef>
                <a:spcPts val="0"/>
              </a:spcBef>
              <a:spcAft>
                <a:spcPts val="0"/>
              </a:spcAft>
              <a:defRPr/>
            </a:pPr>
            <a:r>
              <a:rPr lang="en-US" sz="2000" b="1" dirty="0"/>
              <a:t>The content management system shall allow an administrator to create a new personal Wiki, provided the personal details of the applying author are verified using the Author Credentials Database.</a:t>
            </a:r>
            <a:r>
              <a:rPr lang="en-US" dirty="0"/>
              <a:t/>
            </a:r>
            <a:br>
              <a:rPr lang="en-US" dirty="0"/>
            </a:br>
            <a:endParaRPr 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l="10854" t="5957" r="5740" b="4448"/>
          <a:stretch>
            <a:fillRect/>
          </a:stretch>
        </p:blipFill>
        <p:spPr bwMode="auto">
          <a:xfrm>
            <a:off x="1776413" y="3544888"/>
            <a:ext cx="4943475" cy="2716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7175" y="2209800"/>
            <a:ext cx="979488" cy="300038"/>
          </a:xfrm>
          <a:prstGeom prst="rect">
            <a:avLst/>
          </a:prstGeom>
        </p:spPr>
        <p:txBody>
          <a:bodyPr lIns="0" tIns="12700" rIns="0" bIns="0">
            <a:spAutoFit/>
          </a:bodyPr>
          <a:lstStyle/>
          <a:p>
            <a:pPr marL="12700" eaLnBrk="1" fontAlgn="auto" hangingPunct="1">
              <a:spcBef>
                <a:spcPts val="100"/>
              </a:spcBef>
              <a:spcAft>
                <a:spcPts val="0"/>
              </a:spcAft>
              <a:defRPr/>
            </a:pPr>
            <a:r>
              <a:rPr b="1" spc="-5" dirty="0">
                <a:solidFill>
                  <a:srgbClr val="E9E9E9"/>
                </a:solidFill>
                <a:latin typeface="Arial"/>
                <a:cs typeface="Arial"/>
              </a:rPr>
              <a:t>UML</a:t>
            </a:r>
            <a:r>
              <a:rPr b="1" spc="-70" dirty="0">
                <a:solidFill>
                  <a:srgbClr val="E9E9E9"/>
                </a:solidFill>
                <a:latin typeface="Arial"/>
                <a:cs typeface="Arial"/>
              </a:rPr>
              <a:t> </a:t>
            </a:r>
            <a:r>
              <a:rPr b="1" dirty="0">
                <a:solidFill>
                  <a:srgbClr val="E9E9E9"/>
                </a:solidFill>
                <a:latin typeface="Arial"/>
                <a:cs typeface="Arial"/>
              </a:rPr>
              <a:t>SIG</a:t>
            </a:r>
            <a:endParaRPr>
              <a:latin typeface="Arial"/>
              <a:cs typeface="Arial"/>
            </a:endParaRPr>
          </a:p>
        </p:txBody>
      </p:sp>
      <p:sp>
        <p:nvSpPr>
          <p:cNvPr id="3" name="object 3"/>
          <p:cNvSpPr txBox="1"/>
          <p:nvPr/>
        </p:nvSpPr>
        <p:spPr>
          <a:xfrm>
            <a:off x="1997075" y="360363"/>
            <a:ext cx="6602413" cy="574675"/>
          </a:xfrm>
          <a:prstGeom prst="rect">
            <a:avLst/>
          </a:prstGeom>
        </p:spPr>
        <p:txBody>
          <a:bodyPr lIns="0" tIns="12700" rIns="0" bIns="0">
            <a:spAutoFit/>
          </a:bodyPr>
          <a:lstStyle/>
          <a:p>
            <a:pPr marL="12700" eaLnBrk="1" fontAlgn="auto" hangingPunct="1">
              <a:spcBef>
                <a:spcPts val="100"/>
              </a:spcBef>
              <a:spcAft>
                <a:spcPts val="0"/>
              </a:spcAft>
              <a:defRPr/>
            </a:pPr>
            <a:r>
              <a:rPr sz="3600" b="1" spc="-5" dirty="0">
                <a:solidFill>
                  <a:srgbClr val="B30000"/>
                </a:solidFill>
                <a:latin typeface="Arial"/>
                <a:cs typeface="Arial"/>
              </a:rPr>
              <a:t>Example </a:t>
            </a:r>
            <a:r>
              <a:rPr sz="3600" b="1" dirty="0">
                <a:solidFill>
                  <a:srgbClr val="B30000"/>
                </a:solidFill>
                <a:latin typeface="Arial"/>
                <a:cs typeface="Arial"/>
              </a:rPr>
              <a:t>– </a:t>
            </a:r>
            <a:r>
              <a:rPr sz="3600" b="1" spc="-10" dirty="0">
                <a:solidFill>
                  <a:srgbClr val="B30000"/>
                </a:solidFill>
                <a:latin typeface="Arial"/>
                <a:cs typeface="Arial"/>
              </a:rPr>
              <a:t>Include </a:t>
            </a:r>
            <a:r>
              <a:rPr sz="3600" b="1" spc="-5" dirty="0">
                <a:solidFill>
                  <a:srgbClr val="B30000"/>
                </a:solidFill>
                <a:latin typeface="Arial"/>
                <a:cs typeface="Arial"/>
              </a:rPr>
              <a:t>and</a:t>
            </a:r>
            <a:r>
              <a:rPr sz="3600" b="1" spc="-30" dirty="0">
                <a:solidFill>
                  <a:srgbClr val="B30000"/>
                </a:solidFill>
                <a:latin typeface="Arial"/>
                <a:cs typeface="Arial"/>
              </a:rPr>
              <a:t> </a:t>
            </a:r>
            <a:r>
              <a:rPr sz="3600" b="1" spc="-5" dirty="0">
                <a:solidFill>
                  <a:srgbClr val="B30000"/>
                </a:solidFill>
                <a:latin typeface="Arial"/>
                <a:cs typeface="Arial"/>
              </a:rPr>
              <a:t>Extend</a:t>
            </a:r>
            <a:endParaRPr sz="3600">
              <a:latin typeface="Arial"/>
              <a:cs typeface="Arial"/>
            </a:endParaRPr>
          </a:p>
        </p:txBody>
      </p:sp>
      <p:sp>
        <p:nvSpPr>
          <p:cNvPr id="65540" name="object 4"/>
          <p:cNvSpPr>
            <a:spLocks noChangeArrowheads="1"/>
          </p:cNvSpPr>
          <p:nvPr/>
        </p:nvSpPr>
        <p:spPr bwMode="auto">
          <a:xfrm>
            <a:off x="1524000" y="1590675"/>
            <a:ext cx="7524750" cy="4486275"/>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7" name="object 7"/>
          <p:cNvSpPr txBox="1"/>
          <p:nvPr/>
        </p:nvSpPr>
        <p:spPr>
          <a:xfrm>
            <a:off x="8369300" y="6742113"/>
            <a:ext cx="622300" cy="125412"/>
          </a:xfrm>
          <a:prstGeom prst="rect">
            <a:avLst/>
          </a:prstGeom>
        </p:spPr>
        <p:txBody>
          <a:bodyPr lIns="0" tIns="3810" rIns="0" bIns="0">
            <a:spAutoFit/>
          </a:bodyPr>
          <a:lstStyle/>
          <a:p>
            <a:pPr marL="12700" eaLnBrk="1" fontAlgn="auto" hangingPunct="1">
              <a:spcBef>
                <a:spcPts val="30"/>
              </a:spcBef>
              <a:spcAft>
                <a:spcPts val="0"/>
              </a:spcAft>
              <a:defRPr/>
            </a:pPr>
            <a:r>
              <a:rPr sz="700" spc="-5" dirty="0">
                <a:solidFill>
                  <a:srgbClr val="FFFFFF"/>
                </a:solidFill>
                <a:latin typeface="Arial"/>
                <a:cs typeface="Arial"/>
              </a:rPr>
              <a:t>Slide </a:t>
            </a:r>
            <a:r>
              <a:rPr sz="700" dirty="0">
                <a:solidFill>
                  <a:srgbClr val="FFFFFF"/>
                </a:solidFill>
                <a:latin typeface="Arial"/>
                <a:cs typeface="Arial"/>
              </a:rPr>
              <a:t>2 </a:t>
            </a:r>
            <a:r>
              <a:rPr sz="700" spc="-5" dirty="0">
                <a:solidFill>
                  <a:srgbClr val="FFFFFF"/>
                </a:solidFill>
                <a:latin typeface="Arial"/>
                <a:cs typeface="Arial"/>
              </a:rPr>
              <a:t>(of</a:t>
            </a:r>
            <a:r>
              <a:rPr sz="700" spc="100" dirty="0">
                <a:solidFill>
                  <a:srgbClr val="FFFFFF"/>
                </a:solidFill>
                <a:latin typeface="Arial"/>
                <a:cs typeface="Arial"/>
              </a:rPr>
              <a:t> </a:t>
            </a:r>
            <a:r>
              <a:rPr sz="700" spc="-5" dirty="0">
                <a:solidFill>
                  <a:srgbClr val="FFFFFF"/>
                </a:solidFill>
                <a:latin typeface="Arial"/>
                <a:cs typeface="Arial"/>
              </a:rPr>
              <a:t>48)</a:t>
            </a:r>
            <a:endParaRPr sz="700">
              <a:latin typeface="Arial"/>
              <a:cs typeface="Arial"/>
            </a:endParaRPr>
          </a:p>
        </p:txBody>
      </p:sp>
      <p:sp>
        <p:nvSpPr>
          <p:cNvPr id="67590" name="Rectangle 3"/>
          <p:cNvSpPr>
            <a:spLocks noChangeArrowheads="1"/>
          </p:cNvSpPr>
          <p:nvPr/>
        </p:nvSpPr>
        <p:spPr bwMode="auto">
          <a:xfrm>
            <a:off x="642938" y="4608513"/>
            <a:ext cx="32480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en-US" altLang="en-US" sz="1200" b="1">
                <a:latin typeface="Helvetica" panose="020B0604020202020204" pitchFamily="34" charset="0"/>
                <a:cs typeface="Helvetica" panose="020B0604020202020204" pitchFamily="34" charset="0"/>
              </a:rPr>
              <a:t>"The </a:t>
            </a:r>
            <a:r>
              <a:rPr lang="en-US" altLang="en-US" sz="1200" b="1">
                <a:solidFill>
                  <a:srgbClr val="FF0000"/>
                </a:solidFill>
                <a:latin typeface="Helvetica" panose="020B0604020202020204" pitchFamily="34" charset="0"/>
                <a:cs typeface="Helvetica" panose="020B0604020202020204" pitchFamily="34" charset="0"/>
              </a:rPr>
              <a:t>include</a:t>
            </a:r>
            <a:r>
              <a:rPr lang="en-US" altLang="en-US" sz="1200" b="1">
                <a:latin typeface="Helvetica" panose="020B0604020202020204" pitchFamily="34" charset="0"/>
                <a:cs typeface="Helvetica" panose="020B0604020202020204" pitchFamily="34" charset="0"/>
              </a:rPr>
              <a:t> relationship is intended for reusing behavior modeled by another use case, whereas the </a:t>
            </a:r>
            <a:r>
              <a:rPr lang="en-US" altLang="en-US" sz="1200" b="1">
                <a:solidFill>
                  <a:srgbClr val="FF0000"/>
                </a:solidFill>
                <a:latin typeface="Helvetica" panose="020B0604020202020204" pitchFamily="34" charset="0"/>
                <a:cs typeface="Helvetica" panose="020B0604020202020204" pitchFamily="34" charset="0"/>
              </a:rPr>
              <a:t>extend</a:t>
            </a:r>
            <a:r>
              <a:rPr lang="en-US" altLang="en-US" sz="1200" b="1">
                <a:latin typeface="Helvetica" panose="020B0604020202020204" pitchFamily="34" charset="0"/>
                <a:cs typeface="Helvetica" panose="020B0604020202020204" pitchFamily="34" charset="0"/>
              </a:rPr>
              <a:t> relationship is intended for adding parts to existing use cases as well as for modeling optional system services"</a:t>
            </a: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759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pPr eaLnBrk="1" hangingPunct="1"/>
            <a:r>
              <a:rPr lang="en-US" altLang="en-US" smtClean="0"/>
              <a:t>Include and Extend Relationships</a:t>
            </a:r>
          </a:p>
        </p:txBody>
      </p:sp>
      <p:pic>
        <p:nvPicPr>
          <p:cNvPr id="66563" name="Content Placeholder 3" descr="Screen Clipp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476"/>
          <a:stretch>
            <a:fillRect/>
          </a:stretch>
        </p:blipFill>
        <p:spPr>
          <a:xfrm>
            <a:off x="1016000" y="2035175"/>
            <a:ext cx="6799263" cy="2867025"/>
          </a:xfr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object 2"/>
          <p:cNvSpPr txBox="1">
            <a:spLocks noChangeArrowheads="1"/>
          </p:cNvSpPr>
          <p:nvPr/>
        </p:nvSpPr>
        <p:spPr bwMode="auto">
          <a:xfrm>
            <a:off x="446088" y="1749425"/>
            <a:ext cx="8096250" cy="1347788"/>
          </a:xfrm>
          <a:prstGeom prst="rect">
            <a:avLst/>
          </a:prstGeom>
          <a:noFill/>
          <a:ln>
            <a:noFill/>
          </a:ln>
        </p:spPr>
        <p:txBody>
          <a:bodyPr lIns="0" tIns="72390" rIns="0" bIns="0">
            <a:spAutoFit/>
          </a:bodyPr>
          <a:lstStyle>
            <a:lvl1pPr marL="298450" indent="-2857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ts val="625"/>
              </a:spcBef>
              <a:defRPr/>
            </a:pPr>
            <a:r>
              <a:rPr lang="en-US" altLang="en-US" sz="1600" dirty="0">
                <a:latin typeface="Helvetica" panose="020B0604020202020204" pitchFamily="34" charset="0"/>
                <a:ea typeface="Verdana" panose="020B0604030504040204" pitchFamily="34" charset="0"/>
                <a:cs typeface="Helvetica" panose="020B0604020202020204" pitchFamily="34" charset="0"/>
              </a:rPr>
              <a:t>The use of include and extend is </a:t>
            </a:r>
            <a:r>
              <a:rPr lang="en-US" altLang="en-US" sz="1600" dirty="0">
                <a:solidFill>
                  <a:srgbClr val="FF0000"/>
                </a:solidFill>
                <a:latin typeface="Helvetica" panose="020B0604020202020204" pitchFamily="34" charset="0"/>
                <a:ea typeface="Verdana" panose="020B0604030504040204" pitchFamily="34" charset="0"/>
                <a:cs typeface="Helvetica" panose="020B0604020202020204" pitchFamily="34" charset="0"/>
              </a:rPr>
              <a:t>discouraged</a:t>
            </a:r>
            <a:r>
              <a:rPr lang="en-US" altLang="en-US" sz="1600" dirty="0">
                <a:latin typeface="Helvetica" panose="020B0604020202020204" pitchFamily="34" charset="0"/>
                <a:ea typeface="Verdana" panose="020B0604030504040204" pitchFamily="34" charset="0"/>
                <a:cs typeface="Helvetica" panose="020B0604020202020204" pitchFamily="34" charset="0"/>
              </a:rPr>
              <a:t> simply because  they add unnecessary complexity to a Use Case diagram.</a:t>
            </a:r>
          </a:p>
          <a:p>
            <a:pPr marL="12700" indent="0" eaLnBrk="1" hangingPunct="1">
              <a:spcBef>
                <a:spcPts val="50"/>
              </a:spcBef>
              <a:buFont typeface="Arial" panose="020B0604020202020204" pitchFamily="34" charset="0"/>
              <a:buNone/>
              <a:defRPr/>
            </a:pPr>
            <a:endParaRPr lang="en-US" altLang="en-US" sz="1800" dirty="0">
              <a:latin typeface="Helvetica" panose="020B0604020202020204" pitchFamily="34" charset="0"/>
              <a:ea typeface="Verdana" panose="020B0604030504040204" pitchFamily="34" charset="0"/>
              <a:cs typeface="Helvetica" panose="020B0604020202020204" pitchFamily="34" charset="0"/>
            </a:endParaRPr>
          </a:p>
          <a:p>
            <a:pPr algn="just" eaLnBrk="1" hangingPunct="1">
              <a:spcBef>
                <a:spcPct val="0"/>
              </a:spcBef>
              <a:defRPr/>
            </a:pPr>
            <a:r>
              <a:rPr lang="en-US" altLang="en-US" sz="1600" dirty="0">
                <a:latin typeface="Helvetica" panose="020B0604020202020204" pitchFamily="34" charset="0"/>
                <a:ea typeface="Verdana" panose="020B0604030504040204" pitchFamily="34" charset="0"/>
                <a:cs typeface="Helvetica" panose="020B0604020202020204" pitchFamily="34" charset="0"/>
              </a:rPr>
              <a:t>Since the primary purpose of use cases is to show user centered functionality, the precedence of use cases takes  little importance.</a:t>
            </a:r>
          </a:p>
        </p:txBody>
      </p:sp>
      <p:sp>
        <p:nvSpPr>
          <p:cNvPr id="3" name="object 3"/>
          <p:cNvSpPr txBox="1">
            <a:spLocks noGrp="1"/>
          </p:cNvSpPr>
          <p:nvPr>
            <p:ph type="title"/>
          </p:nvPr>
        </p:nvSpPr>
        <p:spPr>
          <a:xfrm>
            <a:off x="1104900" y="569913"/>
            <a:ext cx="6592888" cy="688975"/>
          </a:xfrm>
        </p:spPr>
        <p:txBody>
          <a:bodyPr lIns="0" tIns="12700" rIns="0" bIns="0" rtlCol="0">
            <a:spAutoFit/>
          </a:bodyPr>
          <a:lstStyle/>
          <a:p>
            <a:pPr marL="12700" eaLnBrk="1" fontAlgn="auto" hangingPunct="1">
              <a:spcBef>
                <a:spcPts val="100"/>
              </a:spcBef>
              <a:spcAft>
                <a:spcPts val="0"/>
              </a:spcAft>
              <a:defRPr/>
            </a:pPr>
            <a:r>
              <a:rPr spc="-5" dirty="0">
                <a:latin typeface="Helvetica" panose="020B0604020202020204" pitchFamily="34" charset="0"/>
                <a:ea typeface="Verdana" panose="020B0604030504040204" pitchFamily="34" charset="0"/>
                <a:cs typeface="Helvetica" panose="020B0604020202020204" pitchFamily="34" charset="0"/>
              </a:rPr>
              <a:t>Include and</a:t>
            </a:r>
            <a:r>
              <a:rPr spc="-25" dirty="0">
                <a:latin typeface="Helvetica" panose="020B0604020202020204" pitchFamily="34" charset="0"/>
                <a:ea typeface="Verdana" panose="020B0604030504040204" pitchFamily="34" charset="0"/>
                <a:cs typeface="Helvetica" panose="020B0604020202020204" pitchFamily="34" charset="0"/>
              </a:rPr>
              <a:t> </a:t>
            </a:r>
            <a:r>
              <a:rPr spc="-5" dirty="0">
                <a:latin typeface="Helvetica" panose="020B0604020202020204" pitchFamily="34" charset="0"/>
                <a:ea typeface="Verdana" panose="020B0604030504040204" pitchFamily="34" charset="0"/>
                <a:cs typeface="Helvetica" panose="020B0604020202020204" pitchFamily="34" charset="0"/>
              </a:rPr>
              <a:t>Extend</a:t>
            </a:r>
          </a:p>
        </p:txBody>
      </p:sp>
      <p:sp>
        <p:nvSpPr>
          <p:cNvPr id="6" name="object 6"/>
          <p:cNvSpPr txBox="1"/>
          <p:nvPr/>
        </p:nvSpPr>
        <p:spPr>
          <a:xfrm>
            <a:off x="8369300" y="6742113"/>
            <a:ext cx="622300" cy="111125"/>
          </a:xfrm>
          <a:prstGeom prst="rect">
            <a:avLst/>
          </a:prstGeom>
        </p:spPr>
        <p:txBody>
          <a:bodyPr lIns="0" tIns="3810" rIns="0" bIns="0">
            <a:spAutoFit/>
          </a:bodyPr>
          <a:lstStyle/>
          <a:p>
            <a:pPr marL="12700" eaLnBrk="1" fontAlgn="auto" hangingPunct="1">
              <a:spcBef>
                <a:spcPts val="30"/>
              </a:spcBef>
              <a:spcAft>
                <a:spcPts val="0"/>
              </a:spcAft>
              <a:defRPr/>
            </a:pPr>
            <a:r>
              <a:rPr sz="700" spc="-5" dirty="0">
                <a:solidFill>
                  <a:srgbClr val="FFFFFF"/>
                </a:solidFill>
                <a:latin typeface="Helvetica" panose="020B0604020202020204" pitchFamily="34" charset="0"/>
                <a:cs typeface="Helvetica" panose="020B0604020202020204" pitchFamily="34" charset="0"/>
              </a:rPr>
              <a:t>Slide </a:t>
            </a:r>
            <a:r>
              <a:rPr sz="700" dirty="0">
                <a:solidFill>
                  <a:srgbClr val="FFFFFF"/>
                </a:solidFill>
                <a:latin typeface="Helvetica" panose="020B0604020202020204" pitchFamily="34" charset="0"/>
                <a:cs typeface="Helvetica" panose="020B0604020202020204" pitchFamily="34" charset="0"/>
              </a:rPr>
              <a:t>2 </a:t>
            </a:r>
            <a:r>
              <a:rPr sz="700" spc="-5" dirty="0">
                <a:solidFill>
                  <a:srgbClr val="FFFFFF"/>
                </a:solidFill>
                <a:latin typeface="Helvetica" panose="020B0604020202020204" pitchFamily="34" charset="0"/>
                <a:cs typeface="Helvetica" panose="020B0604020202020204" pitchFamily="34" charset="0"/>
              </a:rPr>
              <a:t>(of</a:t>
            </a:r>
            <a:r>
              <a:rPr sz="700" spc="100" dirty="0">
                <a:solidFill>
                  <a:srgbClr val="FFFFFF"/>
                </a:solidFill>
                <a:latin typeface="Helvetica" panose="020B0604020202020204" pitchFamily="34" charset="0"/>
                <a:cs typeface="Helvetica" panose="020B0604020202020204" pitchFamily="34" charset="0"/>
              </a:rPr>
              <a:t> </a:t>
            </a:r>
            <a:r>
              <a:rPr sz="700" spc="-5" dirty="0">
                <a:solidFill>
                  <a:srgbClr val="FFFFFF"/>
                </a:solidFill>
                <a:latin typeface="Helvetica" panose="020B0604020202020204" pitchFamily="34" charset="0"/>
                <a:cs typeface="Helvetica" panose="020B0604020202020204" pitchFamily="34" charset="0"/>
              </a:rPr>
              <a:t>48)</a:t>
            </a:r>
            <a:endParaRPr sz="700">
              <a:latin typeface="Helvetica" panose="020B0604020202020204" pitchFamily="34" charset="0"/>
              <a:cs typeface="Helvetica" panose="020B0604020202020204" pitchFamily="34" charset="0"/>
            </a:endParaRPr>
          </a:p>
        </p:txBody>
      </p:sp>
    </p:spTree>
  </p:cSld>
  <p:clrMapOvr>
    <a:masterClrMapping/>
  </p:clrMapOvr>
  <p:transition>
    <p:wipe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01613"/>
            <a:ext cx="11725275" cy="1246187"/>
          </a:xfrm>
        </p:spPr>
        <p:txBody>
          <a:bodyPr rtlCol="0">
            <a:normAutofit/>
          </a:bodyPr>
          <a:lstStyle/>
          <a:p>
            <a:pPr marL="1915795" eaLnBrk="1" fontAlgn="auto" hangingPunct="1">
              <a:spcBef>
                <a:spcPts val="100"/>
              </a:spcBef>
              <a:spcAft>
                <a:spcPts val="0"/>
              </a:spcAft>
              <a:defRPr/>
            </a:pPr>
            <a:r>
              <a:rPr lang="en-US" sz="3200" dirty="0">
                <a:latin typeface="Helvetica" panose="020B0604020202020204" pitchFamily="34" charset="0"/>
                <a:cs typeface="Helvetica" panose="020B0604020202020204" pitchFamily="34" charset="0"/>
              </a:rPr>
              <a:t>Use Case Diagram– </a:t>
            </a:r>
            <a:r>
              <a:rPr lang="en-US" sz="3200" spc="-5" dirty="0">
                <a:latin typeface="Helvetica" panose="020B0604020202020204" pitchFamily="34" charset="0"/>
                <a:cs typeface="Helvetica" panose="020B0604020202020204" pitchFamily="34" charset="0"/>
              </a:rPr>
              <a:t>Guidelines </a:t>
            </a:r>
            <a:r>
              <a:rPr lang="en-US" sz="3200" dirty="0">
                <a:latin typeface="Helvetica" panose="020B0604020202020204" pitchFamily="34" charset="0"/>
                <a:cs typeface="Helvetica" panose="020B0604020202020204" pitchFamily="34" charset="0"/>
              </a:rPr>
              <a:t>&amp;</a:t>
            </a:r>
            <a:r>
              <a:rPr lang="en-US" sz="3200" spc="-15" dirty="0">
                <a:latin typeface="Helvetica" panose="020B0604020202020204" pitchFamily="34" charset="0"/>
                <a:cs typeface="Helvetica" panose="020B0604020202020204" pitchFamily="34" charset="0"/>
              </a:rPr>
              <a:t> </a:t>
            </a:r>
            <a:r>
              <a:rPr lang="en-US" sz="3200" spc="-5" dirty="0">
                <a:latin typeface="Helvetica" panose="020B0604020202020204" pitchFamily="34" charset="0"/>
                <a:cs typeface="Helvetica" panose="020B0604020202020204" pitchFamily="34" charset="0"/>
              </a:rPr>
              <a:t>Caution</a:t>
            </a:r>
            <a:endParaRPr lang="en-US" sz="3200" dirty="0">
              <a:latin typeface="Helvetica" panose="020B0604020202020204" pitchFamily="34" charset="0"/>
              <a:cs typeface="Helvetica" panose="020B0604020202020204" pitchFamily="34" charset="0"/>
            </a:endParaRPr>
          </a:p>
        </p:txBody>
      </p:sp>
      <p:sp>
        <p:nvSpPr>
          <p:cNvPr id="3" name="Content Placeholder 2"/>
          <p:cNvSpPr>
            <a:spLocks noGrp="1"/>
          </p:cNvSpPr>
          <p:nvPr>
            <p:ph idx="1"/>
          </p:nvPr>
        </p:nvSpPr>
        <p:spPr>
          <a:xfrm>
            <a:off x="347663" y="1570038"/>
            <a:ext cx="8178800" cy="4724400"/>
          </a:xfrm>
        </p:spPr>
        <p:txBody>
          <a:bodyPr rtlCol="0">
            <a:normAutofit/>
          </a:bodyPr>
          <a:lstStyle/>
          <a:p>
            <a:pPr algn="just" eaLnBrk="1" fontAlgn="auto" hangingPunct="1">
              <a:spcAft>
                <a:spcPts val="0"/>
              </a:spcAft>
              <a:defRPr/>
            </a:pPr>
            <a:r>
              <a:rPr lang="en-US" sz="1600" spc="-5" dirty="0">
                <a:latin typeface="Helvetica" panose="020B0604020202020204" pitchFamily="34" charset="0"/>
                <a:ea typeface="Verdana" panose="020B0604030504040204" pitchFamily="34" charset="0"/>
                <a:cs typeface="Helvetica" panose="020B0604020202020204" pitchFamily="34" charset="0"/>
              </a:rPr>
              <a:t>Actors should </a:t>
            </a:r>
            <a:r>
              <a:rPr lang="en-US" sz="1600" dirty="0">
                <a:latin typeface="Helvetica" panose="020B0604020202020204" pitchFamily="34" charset="0"/>
                <a:ea typeface="Verdana" panose="020B0604030504040204" pitchFamily="34" charset="0"/>
                <a:cs typeface="Helvetica" panose="020B0604020202020204" pitchFamily="34" charset="0"/>
              </a:rPr>
              <a:t>be </a:t>
            </a:r>
            <a:r>
              <a:rPr lang="en-US" sz="1600" spc="-5" dirty="0">
                <a:latin typeface="Helvetica" panose="020B0604020202020204" pitchFamily="34" charset="0"/>
                <a:ea typeface="Verdana" panose="020B0604030504040204" pitchFamily="34" charset="0"/>
                <a:cs typeface="Helvetica" panose="020B0604020202020204" pitchFamily="34" charset="0"/>
              </a:rPr>
              <a:t>Use cases should ideally </a:t>
            </a:r>
            <a:r>
              <a:rPr lang="en-US" sz="1600" b="1" spc="-5" dirty="0">
                <a:solidFill>
                  <a:srgbClr val="0070C0"/>
                </a:solidFill>
                <a:latin typeface="Helvetica" panose="020B0604020202020204" pitchFamily="34" charset="0"/>
                <a:ea typeface="Verdana" panose="020B0604030504040204" pitchFamily="34" charset="0"/>
                <a:cs typeface="Helvetica" panose="020B0604020202020204" pitchFamily="34" charset="0"/>
              </a:rPr>
              <a:t>begin with a verb</a:t>
            </a:r>
            <a:r>
              <a:rPr lang="en-US" sz="1600" spc="-5" dirty="0">
                <a:latin typeface="Helvetica" panose="020B0604020202020204" pitchFamily="34" charset="0"/>
                <a:ea typeface="Verdana" panose="020B0604030504040204" pitchFamily="34" charset="0"/>
                <a:cs typeface="Helvetica" panose="020B0604020202020204" pitchFamily="34" charset="0"/>
              </a:rPr>
              <a:t> – </a:t>
            </a:r>
            <a:r>
              <a:rPr lang="en-US" sz="1600" spc="-5" dirty="0" err="1">
                <a:latin typeface="Helvetica" panose="020B0604020202020204" pitchFamily="34" charset="0"/>
                <a:ea typeface="Verdana" panose="020B0604030504040204" pitchFamily="34" charset="0"/>
                <a:cs typeface="Helvetica" panose="020B0604020202020204" pitchFamily="34" charset="0"/>
              </a:rPr>
              <a:t>i.e</a:t>
            </a:r>
            <a:r>
              <a:rPr lang="en-US" sz="1600" spc="-5" dirty="0">
                <a:latin typeface="Helvetica" panose="020B0604020202020204" pitchFamily="34" charset="0"/>
                <a:ea typeface="Verdana" panose="020B0604030504040204" pitchFamily="34" charset="0"/>
                <a:cs typeface="Helvetica" panose="020B0604020202020204" pitchFamily="34" charset="0"/>
              </a:rPr>
              <a:t> generate  report.</a:t>
            </a:r>
          </a:p>
          <a:p>
            <a:pPr algn="just" eaLnBrk="1" fontAlgn="auto" hangingPunct="1">
              <a:spcAft>
                <a:spcPts val="0"/>
              </a:spcAft>
              <a:defRPr/>
            </a:pPr>
            <a:r>
              <a:rPr lang="en-US" sz="1600" spc="-5" dirty="0">
                <a:latin typeface="Helvetica" panose="020B0604020202020204" pitchFamily="34" charset="0"/>
                <a:ea typeface="Verdana" panose="020B0604030504040204" pitchFamily="34" charset="0"/>
                <a:cs typeface="Helvetica" panose="020B0604020202020204" pitchFamily="34" charset="0"/>
              </a:rPr>
              <a:t>Use cases </a:t>
            </a:r>
            <a:r>
              <a:rPr lang="en-US" sz="1600" b="1" spc="-5" dirty="0">
                <a:solidFill>
                  <a:srgbClr val="0070C0"/>
                </a:solidFill>
                <a:latin typeface="Helvetica" panose="020B0604020202020204" pitchFamily="34" charset="0"/>
                <a:ea typeface="Verdana" panose="020B0604030504040204" pitchFamily="34" charset="0"/>
                <a:cs typeface="Helvetica" panose="020B0604020202020204" pitchFamily="34" charset="0"/>
              </a:rPr>
              <a:t>should NOT be open ended</a:t>
            </a:r>
            <a:r>
              <a:rPr lang="en-US" sz="1600" spc="-5" dirty="0">
                <a:latin typeface="Helvetica" panose="020B0604020202020204" pitchFamily="34" charset="0"/>
                <a:ea typeface="Verdana" panose="020B0604030504040204" pitchFamily="34" charset="0"/>
                <a:cs typeface="Helvetica" panose="020B0604020202020204" pitchFamily="34" charset="0"/>
              </a:rPr>
              <a:t> – </a:t>
            </a:r>
            <a:r>
              <a:rPr lang="en-US" sz="1600" spc="-5" dirty="0" err="1">
                <a:latin typeface="Helvetica" panose="020B0604020202020204" pitchFamily="34" charset="0"/>
                <a:ea typeface="Verdana" panose="020B0604030504040204" pitchFamily="34" charset="0"/>
                <a:cs typeface="Helvetica" panose="020B0604020202020204" pitchFamily="34" charset="0"/>
              </a:rPr>
              <a:t>i.e</a:t>
            </a:r>
            <a:r>
              <a:rPr lang="en-US" sz="1600" spc="-5" dirty="0">
                <a:latin typeface="Helvetica" panose="020B0604020202020204" pitchFamily="34" charset="0"/>
                <a:ea typeface="Verdana" panose="020B0604030504040204" pitchFamily="34" charset="0"/>
                <a:cs typeface="Helvetica" panose="020B0604020202020204" pitchFamily="34" charset="0"/>
              </a:rPr>
              <a:t> Register (instead should be named as Register New User)</a:t>
            </a:r>
          </a:p>
          <a:p>
            <a:pPr algn="just" eaLnBrk="1" fontAlgn="auto" hangingPunct="1">
              <a:spcAft>
                <a:spcPts val="0"/>
              </a:spcAft>
              <a:defRPr/>
            </a:pPr>
            <a:endParaRPr lang="en-US" sz="1600" spc="-5" dirty="0">
              <a:latin typeface="Helvetica" panose="020B0604020202020204" pitchFamily="34" charset="0"/>
              <a:ea typeface="Verdana" panose="020B0604030504040204" pitchFamily="34" charset="0"/>
              <a:cs typeface="Helvetica" panose="020B0604020202020204" pitchFamily="34" charset="0"/>
            </a:endParaRPr>
          </a:p>
          <a:p>
            <a:pPr marL="12700" eaLnBrk="1" fontAlgn="auto" hangingPunct="1">
              <a:spcBef>
                <a:spcPts val="720"/>
              </a:spcBef>
              <a:spcAft>
                <a:spcPts val="0"/>
              </a:spcAft>
              <a:tabLst>
                <a:tab pos="437515" algn="l"/>
              </a:tabLst>
              <a:defRPr/>
            </a:pPr>
            <a:r>
              <a:rPr lang="en-US" sz="1600" spc="-5" dirty="0">
                <a:latin typeface="Helvetica" panose="020B0604020202020204" pitchFamily="34" charset="0"/>
                <a:ea typeface="Verdana" panose="020B0604030504040204" pitchFamily="34" charset="0"/>
                <a:cs typeface="Helvetica" panose="020B0604020202020204" pitchFamily="34" charset="0"/>
              </a:rPr>
              <a:t>Avoid showing communication between actors.</a:t>
            </a:r>
          </a:p>
          <a:p>
            <a:pPr marL="473518" lvl="2" indent="-285750" algn="just" eaLnBrk="1" fontAlgn="auto" hangingPunct="1">
              <a:spcBef>
                <a:spcPts val="720"/>
              </a:spcBef>
              <a:spcAft>
                <a:spcPts val="0"/>
              </a:spcAft>
              <a:buFont typeface="Wingdings" pitchFamily="2" charset="2"/>
              <a:buChar char="§"/>
              <a:tabLst>
                <a:tab pos="437515" algn="l"/>
              </a:tabLst>
              <a:defRPr/>
            </a:pPr>
            <a:r>
              <a:rPr lang="en-US" sz="1600" spc="-5" dirty="0">
                <a:latin typeface="Helvetica" panose="020B0604020202020204" pitchFamily="34" charset="0"/>
                <a:ea typeface="Verdana" panose="020B0604030504040204" pitchFamily="34" charset="0"/>
                <a:cs typeface="Helvetica" panose="020B0604020202020204" pitchFamily="34" charset="0"/>
              </a:rPr>
              <a:t>named as singular. i.e., student </a:t>
            </a:r>
            <a:r>
              <a:rPr lang="en-US" sz="1600" spc="-10" dirty="0">
                <a:latin typeface="Helvetica" panose="020B0604020202020204" pitchFamily="34" charset="0"/>
                <a:ea typeface="Verdana" panose="020B0604030504040204" pitchFamily="34" charset="0"/>
                <a:cs typeface="Helvetica" panose="020B0604020202020204" pitchFamily="34" charset="0"/>
              </a:rPr>
              <a:t>and </a:t>
            </a:r>
            <a:r>
              <a:rPr lang="en-US" sz="1600" spc="-5" dirty="0">
                <a:latin typeface="Helvetica" panose="020B0604020202020204" pitchFamily="34" charset="0"/>
                <a:ea typeface="Verdana" panose="020B0604030504040204" pitchFamily="34" charset="0"/>
                <a:cs typeface="Helvetica" panose="020B0604020202020204" pitchFamily="34" charset="0"/>
              </a:rPr>
              <a:t>NOT students. </a:t>
            </a:r>
            <a:r>
              <a:rPr lang="en-US" sz="1600" spc="-10" dirty="0">
                <a:latin typeface="Helvetica" panose="020B0604020202020204" pitchFamily="34" charset="0"/>
                <a:ea typeface="Verdana" panose="020B0604030504040204" pitchFamily="34" charset="0"/>
                <a:cs typeface="Helvetica" panose="020B0604020202020204" pitchFamily="34" charset="0"/>
              </a:rPr>
              <a:t>NO </a:t>
            </a:r>
            <a:r>
              <a:rPr lang="en-US" sz="1600" spc="-5" dirty="0">
                <a:latin typeface="Helvetica" panose="020B0604020202020204" pitchFamily="34" charset="0"/>
                <a:ea typeface="Verdana" panose="020B0604030504040204" pitchFamily="34" charset="0"/>
                <a:cs typeface="Helvetica" panose="020B0604020202020204" pitchFamily="34" charset="0"/>
              </a:rPr>
              <a:t>names should be used </a:t>
            </a:r>
            <a:r>
              <a:rPr lang="en-US" sz="1600" dirty="0">
                <a:latin typeface="Helvetica" panose="020B0604020202020204" pitchFamily="34" charset="0"/>
                <a:ea typeface="Verdana" panose="020B0604030504040204" pitchFamily="34" charset="0"/>
                <a:cs typeface="Helvetica" panose="020B0604020202020204" pitchFamily="34" charset="0"/>
              </a:rPr>
              <a:t>– </a:t>
            </a:r>
            <a:r>
              <a:rPr lang="en-US" sz="1600" spc="-5" dirty="0" err="1">
                <a:latin typeface="Helvetica" panose="020B0604020202020204" pitchFamily="34" charset="0"/>
                <a:ea typeface="Verdana" panose="020B0604030504040204" pitchFamily="34" charset="0"/>
                <a:cs typeface="Helvetica" panose="020B0604020202020204" pitchFamily="34" charset="0"/>
              </a:rPr>
              <a:t>i.e</a:t>
            </a:r>
            <a:r>
              <a:rPr lang="en-US" sz="1600" spc="-5" dirty="0">
                <a:latin typeface="Helvetica" panose="020B0604020202020204" pitchFamily="34" charset="0"/>
                <a:ea typeface="Verdana" panose="020B0604030504040204" pitchFamily="34" charset="0"/>
                <a:cs typeface="Helvetica" panose="020B0604020202020204" pitchFamily="34" charset="0"/>
              </a:rPr>
              <a:t> John, Sam,</a:t>
            </a:r>
            <a:r>
              <a:rPr lang="en-US" sz="1600" spc="45" dirty="0">
                <a:latin typeface="Helvetica" panose="020B0604020202020204" pitchFamily="34" charset="0"/>
                <a:ea typeface="Verdana" panose="020B0604030504040204" pitchFamily="34" charset="0"/>
                <a:cs typeface="Helvetica" panose="020B0604020202020204" pitchFamily="34" charset="0"/>
              </a:rPr>
              <a:t> </a:t>
            </a:r>
            <a:r>
              <a:rPr lang="en-US" sz="1600" dirty="0">
                <a:latin typeface="Helvetica" panose="020B0604020202020204" pitchFamily="34" charset="0"/>
                <a:ea typeface="Verdana" panose="020B0604030504040204" pitchFamily="34" charset="0"/>
                <a:cs typeface="Helvetica" panose="020B0604020202020204" pitchFamily="34" charset="0"/>
              </a:rPr>
              <a:t>etc.</a:t>
            </a:r>
          </a:p>
          <a:p>
            <a:pPr marL="473518" lvl="2" indent="-285750" algn="just" eaLnBrk="1" fontAlgn="auto" hangingPunct="1">
              <a:spcBef>
                <a:spcPts val="720"/>
              </a:spcBef>
              <a:spcAft>
                <a:spcPts val="0"/>
              </a:spcAft>
              <a:buFont typeface="Wingdings" pitchFamily="2" charset="2"/>
              <a:buChar char="§"/>
              <a:tabLst>
                <a:tab pos="437515" algn="l"/>
              </a:tabLst>
              <a:defRPr/>
            </a:pPr>
            <a:r>
              <a:rPr lang="en-US" sz="1600" spc="-5" dirty="0">
                <a:latin typeface="Helvetica" panose="020B0604020202020204" pitchFamily="34" charset="0"/>
                <a:ea typeface="Verdana" panose="020B0604030504040204" pitchFamily="34" charset="0"/>
                <a:cs typeface="Helvetica" panose="020B0604020202020204" pitchFamily="34" charset="0"/>
              </a:rPr>
              <a:t>Do NOT show </a:t>
            </a:r>
            <a:r>
              <a:rPr lang="en-US" sz="1600" spc="-10" dirty="0">
                <a:latin typeface="Helvetica" panose="020B0604020202020204" pitchFamily="34" charset="0"/>
                <a:ea typeface="Verdana" panose="020B0604030504040204" pitchFamily="34" charset="0"/>
                <a:cs typeface="Helvetica" panose="020B0604020202020204" pitchFamily="34" charset="0"/>
              </a:rPr>
              <a:t>behavior in </a:t>
            </a:r>
            <a:r>
              <a:rPr lang="en-US" sz="1600" dirty="0">
                <a:latin typeface="Helvetica" panose="020B0604020202020204" pitchFamily="34" charset="0"/>
                <a:ea typeface="Verdana" panose="020B0604030504040204" pitchFamily="34" charset="0"/>
                <a:cs typeface="Helvetica" panose="020B0604020202020204" pitchFamily="34" charset="0"/>
              </a:rPr>
              <a:t>a </a:t>
            </a:r>
            <a:r>
              <a:rPr lang="en-US" sz="1600" spc="-5" dirty="0">
                <a:latin typeface="Helvetica" panose="020B0604020202020204" pitchFamily="34" charset="0"/>
                <a:ea typeface="Verdana" panose="020B0604030504040204" pitchFamily="34" charset="0"/>
                <a:cs typeface="Helvetica" panose="020B0604020202020204" pitchFamily="34" charset="0"/>
              </a:rPr>
              <a:t>use case diagram; instead  </a:t>
            </a:r>
            <a:r>
              <a:rPr lang="en-US" sz="1600" spc="-10" dirty="0">
                <a:latin typeface="Helvetica" panose="020B0604020202020204" pitchFamily="34" charset="0"/>
                <a:ea typeface="Verdana" panose="020B0604030504040204" pitchFamily="34" charset="0"/>
                <a:cs typeface="Helvetica" panose="020B0604020202020204" pitchFamily="34" charset="0"/>
              </a:rPr>
              <a:t>only </a:t>
            </a:r>
            <a:r>
              <a:rPr lang="en-US" sz="1600" spc="-5" dirty="0">
                <a:latin typeface="Helvetica" panose="020B0604020202020204" pitchFamily="34" charset="0"/>
                <a:ea typeface="Verdana" panose="020B0604030504040204" pitchFamily="34" charset="0"/>
                <a:cs typeface="Helvetica" panose="020B0604020202020204" pitchFamily="34" charset="0"/>
              </a:rPr>
              <a:t>depict </a:t>
            </a:r>
            <a:r>
              <a:rPr lang="en-US" sz="1600" spc="-10" dirty="0">
                <a:latin typeface="Helvetica" panose="020B0604020202020204" pitchFamily="34" charset="0"/>
                <a:ea typeface="Verdana" panose="020B0604030504040204" pitchFamily="34" charset="0"/>
                <a:cs typeface="Helvetica" panose="020B0604020202020204" pitchFamily="34" charset="0"/>
              </a:rPr>
              <a:t>only </a:t>
            </a:r>
            <a:r>
              <a:rPr lang="en-US" sz="1600" spc="-5" dirty="0">
                <a:latin typeface="Helvetica" panose="020B0604020202020204" pitchFamily="34" charset="0"/>
                <a:ea typeface="Verdana" panose="020B0604030504040204" pitchFamily="34" charset="0"/>
                <a:cs typeface="Helvetica" panose="020B0604020202020204" pitchFamily="34" charset="0"/>
              </a:rPr>
              <a:t>system</a:t>
            </a:r>
            <a:r>
              <a:rPr lang="en-US" sz="1600" spc="25" dirty="0">
                <a:latin typeface="Helvetica" panose="020B0604020202020204" pitchFamily="34" charset="0"/>
                <a:ea typeface="Verdana" panose="020B0604030504040204" pitchFamily="34" charset="0"/>
                <a:cs typeface="Helvetica" panose="020B0604020202020204" pitchFamily="34" charset="0"/>
              </a:rPr>
              <a:t> </a:t>
            </a:r>
            <a:r>
              <a:rPr lang="en-US" sz="1600" spc="-5" dirty="0">
                <a:latin typeface="Helvetica" panose="020B0604020202020204" pitchFamily="34" charset="0"/>
                <a:ea typeface="Verdana" panose="020B0604030504040204" pitchFamily="34" charset="0"/>
                <a:cs typeface="Helvetica" panose="020B0604020202020204" pitchFamily="34" charset="0"/>
              </a:rPr>
              <a:t>functionality.</a:t>
            </a:r>
          </a:p>
          <a:p>
            <a:pPr marL="473518" lvl="2" indent="-285750" eaLnBrk="1" fontAlgn="auto" hangingPunct="1">
              <a:spcBef>
                <a:spcPts val="720"/>
              </a:spcBef>
              <a:spcAft>
                <a:spcPts val="0"/>
              </a:spcAft>
              <a:buFont typeface="Wingdings" pitchFamily="2" charset="2"/>
              <a:buChar char="§"/>
              <a:tabLst>
                <a:tab pos="437515" algn="l"/>
              </a:tabLst>
              <a:defRPr/>
            </a:pPr>
            <a:r>
              <a:rPr lang="en-US" sz="1600" spc="-5" dirty="0">
                <a:latin typeface="Helvetica" panose="020B0604020202020204" pitchFamily="34" charset="0"/>
                <a:ea typeface="Verdana" panose="020B0604030504040204" pitchFamily="34" charset="0"/>
                <a:cs typeface="Helvetica" panose="020B0604020202020204" pitchFamily="34" charset="0"/>
              </a:rPr>
              <a:t>Use case </a:t>
            </a:r>
            <a:r>
              <a:rPr lang="en-US" sz="1600" spc="-10" dirty="0">
                <a:latin typeface="Helvetica" panose="020B0604020202020204" pitchFamily="34" charset="0"/>
                <a:ea typeface="Verdana" panose="020B0604030504040204" pitchFamily="34" charset="0"/>
                <a:cs typeface="Helvetica" panose="020B0604020202020204" pitchFamily="34" charset="0"/>
              </a:rPr>
              <a:t>diagram </a:t>
            </a:r>
            <a:r>
              <a:rPr lang="en-US" sz="1600" spc="-5" dirty="0">
                <a:latin typeface="Helvetica" panose="020B0604020202020204" pitchFamily="34" charset="0"/>
                <a:ea typeface="Verdana" panose="020B0604030504040204" pitchFamily="34" charset="0"/>
                <a:cs typeface="Helvetica" panose="020B0604020202020204" pitchFamily="34" charset="0"/>
              </a:rPr>
              <a:t>does </a:t>
            </a:r>
            <a:r>
              <a:rPr lang="en-US" sz="1600" spc="-10" dirty="0">
                <a:latin typeface="Helvetica" panose="020B0604020202020204" pitchFamily="34" charset="0"/>
                <a:ea typeface="Verdana" panose="020B0604030504040204" pitchFamily="34" charset="0"/>
                <a:cs typeface="Helvetica" panose="020B0604020202020204" pitchFamily="34" charset="0"/>
              </a:rPr>
              <a:t>not </a:t>
            </a:r>
            <a:r>
              <a:rPr lang="en-US" sz="1600" spc="-5" dirty="0">
                <a:latin typeface="Helvetica" panose="020B0604020202020204" pitchFamily="34" charset="0"/>
                <a:ea typeface="Verdana" panose="020B0604030504040204" pitchFamily="34" charset="0"/>
                <a:cs typeface="Helvetica" panose="020B0604020202020204" pitchFamily="34" charset="0"/>
              </a:rPr>
              <a:t>show sequence </a:t>
            </a:r>
            <a:r>
              <a:rPr lang="en-US" sz="1600" dirty="0">
                <a:latin typeface="Helvetica" panose="020B0604020202020204" pitchFamily="34" charset="0"/>
                <a:ea typeface="Verdana" panose="020B0604030504040204" pitchFamily="34" charset="0"/>
                <a:cs typeface="Helvetica" panose="020B0604020202020204" pitchFamily="34" charset="0"/>
              </a:rPr>
              <a:t>–  </a:t>
            </a:r>
            <a:r>
              <a:rPr lang="en-US" sz="1600" spc="-5" dirty="0">
                <a:latin typeface="Helvetica" panose="020B0604020202020204" pitchFamily="34" charset="0"/>
                <a:ea typeface="Verdana" panose="020B0604030504040204" pitchFamily="34" charset="0"/>
                <a:cs typeface="Helvetica" panose="020B0604020202020204" pitchFamily="34" charset="0"/>
              </a:rPr>
              <a:t>unlike</a:t>
            </a:r>
            <a:r>
              <a:rPr lang="en-US" sz="1600" spc="-10" dirty="0">
                <a:latin typeface="Helvetica" panose="020B0604020202020204" pitchFamily="34" charset="0"/>
                <a:ea typeface="Verdana" panose="020B0604030504040204" pitchFamily="34" charset="0"/>
                <a:cs typeface="Helvetica" panose="020B0604020202020204" pitchFamily="34" charset="0"/>
              </a:rPr>
              <a:t> </a:t>
            </a:r>
            <a:r>
              <a:rPr lang="en-US" sz="1600" spc="-5" dirty="0">
                <a:latin typeface="Helvetica" panose="020B0604020202020204" pitchFamily="34" charset="0"/>
                <a:ea typeface="Verdana" panose="020B0604030504040204" pitchFamily="34" charset="0"/>
                <a:cs typeface="Helvetica" panose="020B0604020202020204" pitchFamily="34" charset="0"/>
              </a:rPr>
              <a:t>DFDs.</a:t>
            </a:r>
            <a:endParaRPr lang="en-US" sz="1600" dirty="0">
              <a:latin typeface="Helvetica" panose="020B0604020202020204" pitchFamily="34" charset="0"/>
              <a:ea typeface="Verdana" panose="020B0604030504040204" pitchFamily="34" charset="0"/>
              <a:cs typeface="Helvetica" panose="020B0604020202020204" pitchFamily="34" charset="0"/>
            </a:endParaRPr>
          </a:p>
          <a:p>
            <a:pPr marL="473518" lvl="2" indent="-285750" eaLnBrk="1" fontAlgn="auto" hangingPunct="1">
              <a:spcBef>
                <a:spcPts val="720"/>
              </a:spcBef>
              <a:spcAft>
                <a:spcPts val="0"/>
              </a:spcAft>
              <a:buFont typeface="Wingdings" pitchFamily="2" charset="2"/>
              <a:buChar char="§"/>
              <a:tabLst>
                <a:tab pos="437515" algn="l"/>
              </a:tabLst>
              <a:defRPr/>
            </a:pPr>
            <a:endParaRPr lang="en-US" sz="1600" dirty="0">
              <a:latin typeface="Helvetica" panose="020B0604020202020204" pitchFamily="34" charset="0"/>
              <a:cs typeface="Helvetica" panose="020B0604020202020204" pitchFamily="34" charset="0"/>
            </a:endParaRPr>
          </a:p>
          <a:p>
            <a:pPr marL="473518" lvl="2" indent="-285750" eaLnBrk="1" fontAlgn="auto" hangingPunct="1">
              <a:spcBef>
                <a:spcPts val="720"/>
              </a:spcBef>
              <a:spcAft>
                <a:spcPts val="0"/>
              </a:spcAft>
              <a:buFont typeface="Wingdings" pitchFamily="2" charset="2"/>
              <a:buChar char="§"/>
              <a:tabLst>
                <a:tab pos="437515" algn="l"/>
              </a:tabLst>
              <a:defRPr/>
            </a:pPr>
            <a:endParaRPr lang="en-US" sz="1600" dirty="0">
              <a:latin typeface="Helvetica" panose="020B0604020202020204" pitchFamily="34" charset="0"/>
              <a:cs typeface="Helvetica" panose="020B0604020202020204" pitchFamily="34" charset="0"/>
            </a:endParaRPr>
          </a:p>
          <a:p>
            <a:pPr marL="12700" eaLnBrk="1" fontAlgn="auto" hangingPunct="1">
              <a:spcBef>
                <a:spcPts val="720"/>
              </a:spcBef>
              <a:spcAft>
                <a:spcPts val="0"/>
              </a:spcAft>
              <a:tabLst>
                <a:tab pos="437515" algn="l"/>
              </a:tabLst>
              <a:defRPr/>
            </a:pPr>
            <a:endParaRPr lang="en-US" sz="1600" dirty="0">
              <a:latin typeface="Helvetica" panose="020B0604020202020204" pitchFamily="34" charset="0"/>
              <a:cs typeface="Helvetica" panose="020B0604020202020204" pitchFamily="34" charset="0"/>
            </a:endParaRPr>
          </a:p>
          <a:p>
            <a:pPr eaLnBrk="1" fontAlgn="auto" hangingPunct="1">
              <a:spcAft>
                <a:spcPts val="0"/>
              </a:spcAft>
              <a:defRPr/>
            </a:pPr>
            <a:endParaRPr lang="en-US" sz="2000" dirty="0">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endParaRPr lang="en-US"/>
          </a:p>
        </p:txBody>
      </p:sp>
      <p:sp>
        <p:nvSpPr>
          <p:cNvPr id="5" name="object 148"/>
          <p:cNvSpPr txBox="1">
            <a:spLocks/>
          </p:cNvSpPr>
          <p:nvPr/>
        </p:nvSpPr>
        <p:spPr>
          <a:xfrm>
            <a:off x="-1022350" y="0"/>
            <a:ext cx="9451975" cy="839788"/>
          </a:xfrm>
          <a:prstGeom prst="rect">
            <a:avLst/>
          </a:prstGeom>
        </p:spPr>
        <p:txBody>
          <a:bodyPr lIns="0" tIns="337820" rIns="0" bIns="0" anchor="ctr">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1814195" fontAlgn="auto">
              <a:spcBef>
                <a:spcPts val="100"/>
              </a:spcBef>
              <a:spcAft>
                <a:spcPts val="0"/>
              </a:spcAft>
              <a:tabLst>
                <a:tab pos="9156065" algn="l"/>
              </a:tabLst>
              <a:defRPr/>
            </a:pPr>
            <a:r>
              <a:rPr lang="en-US" sz="2800" spc="-5" dirty="0"/>
              <a:t>Granularity </a:t>
            </a:r>
            <a:r>
              <a:rPr lang="en-US" sz="2800" spc="-10" dirty="0"/>
              <a:t>of </a:t>
            </a:r>
            <a:r>
              <a:rPr lang="en-US" sz="2800" dirty="0"/>
              <a:t>Use</a:t>
            </a:r>
            <a:r>
              <a:rPr lang="en-US" sz="2800" spc="-50" dirty="0"/>
              <a:t> </a:t>
            </a:r>
            <a:r>
              <a:rPr lang="en-US" sz="2800" spc="-5" dirty="0"/>
              <a:t>Cases</a:t>
            </a:r>
            <a:r>
              <a:rPr lang="en-US" sz="3600" spc="-5" dirty="0"/>
              <a:t>	</a:t>
            </a:r>
            <a:endParaRPr lang="en-US" sz="3600" dirty="0"/>
          </a:p>
        </p:txBody>
      </p:sp>
      <p:grpSp>
        <p:nvGrpSpPr>
          <p:cNvPr id="69636" name="object 145"/>
          <p:cNvGrpSpPr>
            <a:grpSpLocks/>
          </p:cNvGrpSpPr>
          <p:nvPr/>
        </p:nvGrpSpPr>
        <p:grpSpPr bwMode="auto">
          <a:xfrm>
            <a:off x="4926013" y="1249363"/>
            <a:ext cx="1600200" cy="838200"/>
            <a:chOff x="6153150" y="1676400"/>
            <a:chExt cx="1600200" cy="838200"/>
          </a:xfrm>
        </p:grpSpPr>
        <p:sp>
          <p:nvSpPr>
            <p:cNvPr id="69652" name="object 146"/>
            <p:cNvSpPr>
              <a:spLocks/>
            </p:cNvSpPr>
            <p:nvPr/>
          </p:nvSpPr>
          <p:spPr bwMode="auto">
            <a:xfrm>
              <a:off x="6153150" y="1676400"/>
              <a:ext cx="1600200" cy="838200"/>
            </a:xfrm>
            <a:custGeom>
              <a:avLst/>
              <a:gdLst>
                <a:gd name="T0" fmla="*/ 737562 w 1600200"/>
                <a:gd name="T1" fmla="*/ 1263 h 838200"/>
                <a:gd name="T2" fmla="*/ 616620 w 1600200"/>
                <a:gd name="T3" fmla="*/ 11085 h 838200"/>
                <a:gd name="T4" fmla="*/ 502372 w 1600200"/>
                <a:gd name="T5" fmla="*/ 30011 h 838200"/>
                <a:gd name="T6" fmla="*/ 396239 w 1600200"/>
                <a:gd name="T7" fmla="*/ 57291 h 838200"/>
                <a:gd name="T8" fmla="*/ 299645 w 1600200"/>
                <a:gd name="T9" fmla="*/ 92173 h 838200"/>
                <a:gd name="T10" fmla="*/ 214011 w 1600200"/>
                <a:gd name="T11" fmla="*/ 133907 h 838200"/>
                <a:gd name="T12" fmla="*/ 140758 w 1600200"/>
                <a:gd name="T13" fmla="*/ 181743 h 838200"/>
                <a:gd name="T14" fmla="*/ 81309 w 1600200"/>
                <a:gd name="T15" fmla="*/ 234931 h 838200"/>
                <a:gd name="T16" fmla="*/ 9508 w 1600200"/>
                <a:gd name="T17" fmla="*/ 354360 h 838200"/>
                <a:gd name="T18" fmla="*/ 2406 w 1600200"/>
                <a:gd name="T19" fmla="*/ 451810 h 838200"/>
                <a:gd name="T20" fmla="*/ 57205 w 1600200"/>
                <a:gd name="T21" fmla="*/ 574902 h 838200"/>
                <a:gd name="T22" fmla="*/ 140758 w 1600200"/>
                <a:gd name="T23" fmla="*/ 656456 h 838200"/>
                <a:gd name="T24" fmla="*/ 214011 w 1600200"/>
                <a:gd name="T25" fmla="*/ 704292 h 838200"/>
                <a:gd name="T26" fmla="*/ 299645 w 1600200"/>
                <a:gd name="T27" fmla="*/ 746026 h 838200"/>
                <a:gd name="T28" fmla="*/ 396240 w 1600200"/>
                <a:gd name="T29" fmla="*/ 780908 h 838200"/>
                <a:gd name="T30" fmla="*/ 502372 w 1600200"/>
                <a:gd name="T31" fmla="*/ 808188 h 838200"/>
                <a:gd name="T32" fmla="*/ 616620 w 1600200"/>
                <a:gd name="T33" fmla="*/ 827114 h 838200"/>
                <a:gd name="T34" fmla="*/ 737562 w 1600200"/>
                <a:gd name="T35" fmla="*/ 836936 h 838200"/>
                <a:gd name="T36" fmla="*/ 862637 w 1600200"/>
                <a:gd name="T37" fmla="*/ 836936 h 838200"/>
                <a:gd name="T38" fmla="*/ 983579 w 1600200"/>
                <a:gd name="T39" fmla="*/ 827114 h 838200"/>
                <a:gd name="T40" fmla="*/ 1097827 w 1600200"/>
                <a:gd name="T41" fmla="*/ 808188 h 838200"/>
                <a:gd name="T42" fmla="*/ 1203959 w 1600200"/>
                <a:gd name="T43" fmla="*/ 780908 h 838200"/>
                <a:gd name="T44" fmla="*/ 1300554 w 1600200"/>
                <a:gd name="T45" fmla="*/ 746026 h 838200"/>
                <a:gd name="T46" fmla="*/ 1386188 w 1600200"/>
                <a:gd name="T47" fmla="*/ 704292 h 838200"/>
                <a:gd name="T48" fmla="*/ 1459441 w 1600200"/>
                <a:gd name="T49" fmla="*/ 656456 h 838200"/>
                <a:gd name="T50" fmla="*/ 1518890 w 1600200"/>
                <a:gd name="T51" fmla="*/ 603268 h 838200"/>
                <a:gd name="T52" fmla="*/ 1590691 w 1600200"/>
                <a:gd name="T53" fmla="*/ 483839 h 838200"/>
                <a:gd name="T54" fmla="*/ 1597793 w 1600200"/>
                <a:gd name="T55" fmla="*/ 386389 h 838200"/>
                <a:gd name="T56" fmla="*/ 1542994 w 1600200"/>
                <a:gd name="T57" fmla="*/ 263297 h 838200"/>
                <a:gd name="T58" fmla="*/ 1459441 w 1600200"/>
                <a:gd name="T59" fmla="*/ 181743 h 838200"/>
                <a:gd name="T60" fmla="*/ 1386188 w 1600200"/>
                <a:gd name="T61" fmla="*/ 133907 h 838200"/>
                <a:gd name="T62" fmla="*/ 1300554 w 1600200"/>
                <a:gd name="T63" fmla="*/ 92173 h 838200"/>
                <a:gd name="T64" fmla="*/ 1203959 w 1600200"/>
                <a:gd name="T65" fmla="*/ 57291 h 838200"/>
                <a:gd name="T66" fmla="*/ 1097827 w 1600200"/>
                <a:gd name="T67" fmla="*/ 30011 h 838200"/>
                <a:gd name="T68" fmla="*/ 983579 w 1600200"/>
                <a:gd name="T69" fmla="*/ 11085 h 838200"/>
                <a:gd name="T70" fmla="*/ 862637 w 1600200"/>
                <a:gd name="T71" fmla="*/ 1263 h 8382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600200" h="838200">
                  <a:moveTo>
                    <a:pt x="800100" y="0"/>
                  </a:moveTo>
                  <a:lnTo>
                    <a:pt x="737562" y="1263"/>
                  </a:lnTo>
                  <a:lnTo>
                    <a:pt x="676343" y="4989"/>
                  </a:lnTo>
                  <a:lnTo>
                    <a:pt x="616620" y="11085"/>
                  </a:lnTo>
                  <a:lnTo>
                    <a:pt x="558570" y="19457"/>
                  </a:lnTo>
                  <a:lnTo>
                    <a:pt x="502372" y="30011"/>
                  </a:lnTo>
                  <a:lnTo>
                    <a:pt x="448202" y="42654"/>
                  </a:lnTo>
                  <a:lnTo>
                    <a:pt x="396239" y="57291"/>
                  </a:lnTo>
                  <a:lnTo>
                    <a:pt x="346661" y="73828"/>
                  </a:lnTo>
                  <a:lnTo>
                    <a:pt x="299645" y="92173"/>
                  </a:lnTo>
                  <a:lnTo>
                    <a:pt x="255369" y="112230"/>
                  </a:lnTo>
                  <a:lnTo>
                    <a:pt x="214011" y="133907"/>
                  </a:lnTo>
                  <a:lnTo>
                    <a:pt x="175748" y="157109"/>
                  </a:lnTo>
                  <a:lnTo>
                    <a:pt x="140758" y="181743"/>
                  </a:lnTo>
                  <a:lnTo>
                    <a:pt x="109219" y="207715"/>
                  </a:lnTo>
                  <a:lnTo>
                    <a:pt x="81309" y="234931"/>
                  </a:lnTo>
                  <a:lnTo>
                    <a:pt x="37085" y="292720"/>
                  </a:lnTo>
                  <a:lnTo>
                    <a:pt x="9508" y="354360"/>
                  </a:lnTo>
                  <a:lnTo>
                    <a:pt x="0" y="419100"/>
                  </a:lnTo>
                  <a:lnTo>
                    <a:pt x="2406" y="451810"/>
                  </a:lnTo>
                  <a:lnTo>
                    <a:pt x="21127" y="515094"/>
                  </a:lnTo>
                  <a:lnTo>
                    <a:pt x="57205" y="574902"/>
                  </a:lnTo>
                  <a:lnTo>
                    <a:pt x="109220" y="630484"/>
                  </a:lnTo>
                  <a:lnTo>
                    <a:pt x="140758" y="656456"/>
                  </a:lnTo>
                  <a:lnTo>
                    <a:pt x="175748" y="681090"/>
                  </a:lnTo>
                  <a:lnTo>
                    <a:pt x="214011" y="704292"/>
                  </a:lnTo>
                  <a:lnTo>
                    <a:pt x="255369" y="725969"/>
                  </a:lnTo>
                  <a:lnTo>
                    <a:pt x="299645" y="746026"/>
                  </a:lnTo>
                  <a:lnTo>
                    <a:pt x="346661" y="764371"/>
                  </a:lnTo>
                  <a:lnTo>
                    <a:pt x="396240" y="780908"/>
                  </a:lnTo>
                  <a:lnTo>
                    <a:pt x="448202" y="795545"/>
                  </a:lnTo>
                  <a:lnTo>
                    <a:pt x="502372" y="808188"/>
                  </a:lnTo>
                  <a:lnTo>
                    <a:pt x="558570" y="818742"/>
                  </a:lnTo>
                  <a:lnTo>
                    <a:pt x="616620" y="827114"/>
                  </a:lnTo>
                  <a:lnTo>
                    <a:pt x="676343" y="833210"/>
                  </a:lnTo>
                  <a:lnTo>
                    <a:pt x="737562" y="836936"/>
                  </a:lnTo>
                  <a:lnTo>
                    <a:pt x="800100" y="838200"/>
                  </a:lnTo>
                  <a:lnTo>
                    <a:pt x="862637" y="836936"/>
                  </a:lnTo>
                  <a:lnTo>
                    <a:pt x="923856" y="833210"/>
                  </a:lnTo>
                  <a:lnTo>
                    <a:pt x="983579" y="827114"/>
                  </a:lnTo>
                  <a:lnTo>
                    <a:pt x="1041629" y="818742"/>
                  </a:lnTo>
                  <a:lnTo>
                    <a:pt x="1097827" y="808188"/>
                  </a:lnTo>
                  <a:lnTo>
                    <a:pt x="1151997" y="795545"/>
                  </a:lnTo>
                  <a:lnTo>
                    <a:pt x="1203959" y="780908"/>
                  </a:lnTo>
                  <a:lnTo>
                    <a:pt x="1253538" y="764371"/>
                  </a:lnTo>
                  <a:lnTo>
                    <a:pt x="1300554" y="746026"/>
                  </a:lnTo>
                  <a:lnTo>
                    <a:pt x="1344830" y="725969"/>
                  </a:lnTo>
                  <a:lnTo>
                    <a:pt x="1386188" y="704292"/>
                  </a:lnTo>
                  <a:lnTo>
                    <a:pt x="1424451" y="681090"/>
                  </a:lnTo>
                  <a:lnTo>
                    <a:pt x="1459441" y="656456"/>
                  </a:lnTo>
                  <a:lnTo>
                    <a:pt x="1490979" y="630484"/>
                  </a:lnTo>
                  <a:lnTo>
                    <a:pt x="1518890" y="603268"/>
                  </a:lnTo>
                  <a:lnTo>
                    <a:pt x="1563114" y="545479"/>
                  </a:lnTo>
                  <a:lnTo>
                    <a:pt x="1590691" y="483839"/>
                  </a:lnTo>
                  <a:lnTo>
                    <a:pt x="1600200" y="419100"/>
                  </a:lnTo>
                  <a:lnTo>
                    <a:pt x="1597793" y="386389"/>
                  </a:lnTo>
                  <a:lnTo>
                    <a:pt x="1579072" y="323105"/>
                  </a:lnTo>
                  <a:lnTo>
                    <a:pt x="1542994" y="263297"/>
                  </a:lnTo>
                  <a:lnTo>
                    <a:pt x="1490980" y="207715"/>
                  </a:lnTo>
                  <a:lnTo>
                    <a:pt x="1459441" y="181743"/>
                  </a:lnTo>
                  <a:lnTo>
                    <a:pt x="1424451" y="157109"/>
                  </a:lnTo>
                  <a:lnTo>
                    <a:pt x="1386188" y="133907"/>
                  </a:lnTo>
                  <a:lnTo>
                    <a:pt x="1344830" y="112230"/>
                  </a:lnTo>
                  <a:lnTo>
                    <a:pt x="1300554" y="92173"/>
                  </a:lnTo>
                  <a:lnTo>
                    <a:pt x="1253538" y="73828"/>
                  </a:lnTo>
                  <a:lnTo>
                    <a:pt x="1203959" y="57291"/>
                  </a:lnTo>
                  <a:lnTo>
                    <a:pt x="1151997" y="42654"/>
                  </a:lnTo>
                  <a:lnTo>
                    <a:pt x="1097827" y="30011"/>
                  </a:lnTo>
                  <a:lnTo>
                    <a:pt x="1041629" y="19457"/>
                  </a:lnTo>
                  <a:lnTo>
                    <a:pt x="983579" y="11085"/>
                  </a:lnTo>
                  <a:lnTo>
                    <a:pt x="923856" y="4989"/>
                  </a:lnTo>
                  <a:lnTo>
                    <a:pt x="862637" y="1263"/>
                  </a:lnTo>
                  <a:lnTo>
                    <a:pt x="8001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GB"/>
            </a:p>
          </p:txBody>
        </p:sp>
        <p:sp>
          <p:nvSpPr>
            <p:cNvPr id="69653" name="object 147"/>
            <p:cNvSpPr>
              <a:spLocks/>
            </p:cNvSpPr>
            <p:nvPr/>
          </p:nvSpPr>
          <p:spPr bwMode="auto">
            <a:xfrm>
              <a:off x="6153150" y="1676400"/>
              <a:ext cx="1600200" cy="838200"/>
            </a:xfrm>
            <a:custGeom>
              <a:avLst/>
              <a:gdLst>
                <a:gd name="T0" fmla="*/ 737562 w 1600200"/>
                <a:gd name="T1" fmla="*/ 836936 h 838200"/>
                <a:gd name="T2" fmla="*/ 616620 w 1600200"/>
                <a:gd name="T3" fmla="*/ 827114 h 838200"/>
                <a:gd name="T4" fmla="*/ 502372 w 1600200"/>
                <a:gd name="T5" fmla="*/ 808188 h 838200"/>
                <a:gd name="T6" fmla="*/ 396240 w 1600200"/>
                <a:gd name="T7" fmla="*/ 780908 h 838200"/>
                <a:gd name="T8" fmla="*/ 299645 w 1600200"/>
                <a:gd name="T9" fmla="*/ 746026 h 838200"/>
                <a:gd name="T10" fmla="*/ 214011 w 1600200"/>
                <a:gd name="T11" fmla="*/ 704292 h 838200"/>
                <a:gd name="T12" fmla="*/ 140758 w 1600200"/>
                <a:gd name="T13" fmla="*/ 656456 h 838200"/>
                <a:gd name="T14" fmla="*/ 81309 w 1600200"/>
                <a:gd name="T15" fmla="*/ 603268 h 838200"/>
                <a:gd name="T16" fmla="*/ 9508 w 1600200"/>
                <a:gd name="T17" fmla="*/ 483839 h 838200"/>
                <a:gd name="T18" fmla="*/ 2406 w 1600200"/>
                <a:gd name="T19" fmla="*/ 386389 h 838200"/>
                <a:gd name="T20" fmla="*/ 57205 w 1600200"/>
                <a:gd name="T21" fmla="*/ 263297 h 838200"/>
                <a:gd name="T22" fmla="*/ 140758 w 1600200"/>
                <a:gd name="T23" fmla="*/ 181743 h 838200"/>
                <a:gd name="T24" fmla="*/ 214011 w 1600200"/>
                <a:gd name="T25" fmla="*/ 133907 h 838200"/>
                <a:gd name="T26" fmla="*/ 299645 w 1600200"/>
                <a:gd name="T27" fmla="*/ 92173 h 838200"/>
                <a:gd name="T28" fmla="*/ 396239 w 1600200"/>
                <a:gd name="T29" fmla="*/ 57291 h 838200"/>
                <a:gd name="T30" fmla="*/ 502372 w 1600200"/>
                <a:gd name="T31" fmla="*/ 30011 h 838200"/>
                <a:gd name="T32" fmla="*/ 616620 w 1600200"/>
                <a:gd name="T33" fmla="*/ 11085 h 838200"/>
                <a:gd name="T34" fmla="*/ 737562 w 1600200"/>
                <a:gd name="T35" fmla="*/ 1263 h 838200"/>
                <a:gd name="T36" fmla="*/ 862637 w 1600200"/>
                <a:gd name="T37" fmla="*/ 1263 h 838200"/>
                <a:gd name="T38" fmla="*/ 983579 w 1600200"/>
                <a:gd name="T39" fmla="*/ 11085 h 838200"/>
                <a:gd name="T40" fmla="*/ 1097827 w 1600200"/>
                <a:gd name="T41" fmla="*/ 30011 h 838200"/>
                <a:gd name="T42" fmla="*/ 1203959 w 1600200"/>
                <a:gd name="T43" fmla="*/ 57291 h 838200"/>
                <a:gd name="T44" fmla="*/ 1300554 w 1600200"/>
                <a:gd name="T45" fmla="*/ 92173 h 838200"/>
                <a:gd name="T46" fmla="*/ 1386188 w 1600200"/>
                <a:gd name="T47" fmla="*/ 133907 h 838200"/>
                <a:gd name="T48" fmla="*/ 1459441 w 1600200"/>
                <a:gd name="T49" fmla="*/ 181743 h 838200"/>
                <a:gd name="T50" fmla="*/ 1518890 w 1600200"/>
                <a:gd name="T51" fmla="*/ 234931 h 838200"/>
                <a:gd name="T52" fmla="*/ 1590691 w 1600200"/>
                <a:gd name="T53" fmla="*/ 354360 h 838200"/>
                <a:gd name="T54" fmla="*/ 1597793 w 1600200"/>
                <a:gd name="T55" fmla="*/ 451810 h 838200"/>
                <a:gd name="T56" fmla="*/ 1542994 w 1600200"/>
                <a:gd name="T57" fmla="*/ 574902 h 838200"/>
                <a:gd name="T58" fmla="*/ 1459441 w 1600200"/>
                <a:gd name="T59" fmla="*/ 656456 h 838200"/>
                <a:gd name="T60" fmla="*/ 1386188 w 1600200"/>
                <a:gd name="T61" fmla="*/ 704292 h 838200"/>
                <a:gd name="T62" fmla="*/ 1300554 w 1600200"/>
                <a:gd name="T63" fmla="*/ 746026 h 838200"/>
                <a:gd name="T64" fmla="*/ 1203959 w 1600200"/>
                <a:gd name="T65" fmla="*/ 780908 h 838200"/>
                <a:gd name="T66" fmla="*/ 1097827 w 1600200"/>
                <a:gd name="T67" fmla="*/ 808188 h 838200"/>
                <a:gd name="T68" fmla="*/ 983579 w 1600200"/>
                <a:gd name="T69" fmla="*/ 827114 h 838200"/>
                <a:gd name="T70" fmla="*/ 862637 w 1600200"/>
                <a:gd name="T71" fmla="*/ 836936 h 8382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600200" h="838200">
                  <a:moveTo>
                    <a:pt x="800100" y="838200"/>
                  </a:moveTo>
                  <a:lnTo>
                    <a:pt x="737562" y="836936"/>
                  </a:lnTo>
                  <a:lnTo>
                    <a:pt x="676343" y="833210"/>
                  </a:lnTo>
                  <a:lnTo>
                    <a:pt x="616620" y="827114"/>
                  </a:lnTo>
                  <a:lnTo>
                    <a:pt x="558570" y="818742"/>
                  </a:lnTo>
                  <a:lnTo>
                    <a:pt x="502372" y="808188"/>
                  </a:lnTo>
                  <a:lnTo>
                    <a:pt x="448202" y="795545"/>
                  </a:lnTo>
                  <a:lnTo>
                    <a:pt x="396240" y="780908"/>
                  </a:lnTo>
                  <a:lnTo>
                    <a:pt x="346661" y="764371"/>
                  </a:lnTo>
                  <a:lnTo>
                    <a:pt x="299645" y="746026"/>
                  </a:lnTo>
                  <a:lnTo>
                    <a:pt x="255369" y="725969"/>
                  </a:lnTo>
                  <a:lnTo>
                    <a:pt x="214011" y="704292"/>
                  </a:lnTo>
                  <a:lnTo>
                    <a:pt x="175748" y="681090"/>
                  </a:lnTo>
                  <a:lnTo>
                    <a:pt x="140758" y="656456"/>
                  </a:lnTo>
                  <a:lnTo>
                    <a:pt x="109220" y="630484"/>
                  </a:lnTo>
                  <a:lnTo>
                    <a:pt x="81309" y="603268"/>
                  </a:lnTo>
                  <a:lnTo>
                    <a:pt x="37085" y="545479"/>
                  </a:lnTo>
                  <a:lnTo>
                    <a:pt x="9508" y="483839"/>
                  </a:lnTo>
                  <a:lnTo>
                    <a:pt x="0" y="419100"/>
                  </a:lnTo>
                  <a:lnTo>
                    <a:pt x="2406" y="386389"/>
                  </a:lnTo>
                  <a:lnTo>
                    <a:pt x="21127" y="323105"/>
                  </a:lnTo>
                  <a:lnTo>
                    <a:pt x="57205" y="263297"/>
                  </a:lnTo>
                  <a:lnTo>
                    <a:pt x="109219" y="207715"/>
                  </a:lnTo>
                  <a:lnTo>
                    <a:pt x="140758" y="181743"/>
                  </a:lnTo>
                  <a:lnTo>
                    <a:pt x="175748" y="157109"/>
                  </a:lnTo>
                  <a:lnTo>
                    <a:pt x="214011" y="133907"/>
                  </a:lnTo>
                  <a:lnTo>
                    <a:pt x="255369" y="112230"/>
                  </a:lnTo>
                  <a:lnTo>
                    <a:pt x="299645" y="92173"/>
                  </a:lnTo>
                  <a:lnTo>
                    <a:pt x="346661" y="73828"/>
                  </a:lnTo>
                  <a:lnTo>
                    <a:pt x="396239" y="57291"/>
                  </a:lnTo>
                  <a:lnTo>
                    <a:pt x="448202" y="42654"/>
                  </a:lnTo>
                  <a:lnTo>
                    <a:pt x="502372" y="30011"/>
                  </a:lnTo>
                  <a:lnTo>
                    <a:pt x="558570" y="19457"/>
                  </a:lnTo>
                  <a:lnTo>
                    <a:pt x="616620" y="11085"/>
                  </a:lnTo>
                  <a:lnTo>
                    <a:pt x="676343" y="4989"/>
                  </a:lnTo>
                  <a:lnTo>
                    <a:pt x="737562" y="1263"/>
                  </a:lnTo>
                  <a:lnTo>
                    <a:pt x="800100" y="0"/>
                  </a:lnTo>
                  <a:lnTo>
                    <a:pt x="862637" y="1263"/>
                  </a:lnTo>
                  <a:lnTo>
                    <a:pt x="923856" y="4989"/>
                  </a:lnTo>
                  <a:lnTo>
                    <a:pt x="983579" y="11085"/>
                  </a:lnTo>
                  <a:lnTo>
                    <a:pt x="1041629" y="19457"/>
                  </a:lnTo>
                  <a:lnTo>
                    <a:pt x="1097827" y="30011"/>
                  </a:lnTo>
                  <a:lnTo>
                    <a:pt x="1151997" y="42654"/>
                  </a:lnTo>
                  <a:lnTo>
                    <a:pt x="1203959" y="57291"/>
                  </a:lnTo>
                  <a:lnTo>
                    <a:pt x="1253538" y="73828"/>
                  </a:lnTo>
                  <a:lnTo>
                    <a:pt x="1300554" y="92173"/>
                  </a:lnTo>
                  <a:lnTo>
                    <a:pt x="1344830" y="112230"/>
                  </a:lnTo>
                  <a:lnTo>
                    <a:pt x="1386188" y="133907"/>
                  </a:lnTo>
                  <a:lnTo>
                    <a:pt x="1424451" y="157109"/>
                  </a:lnTo>
                  <a:lnTo>
                    <a:pt x="1459441" y="181743"/>
                  </a:lnTo>
                  <a:lnTo>
                    <a:pt x="1490980" y="207715"/>
                  </a:lnTo>
                  <a:lnTo>
                    <a:pt x="1518890" y="234931"/>
                  </a:lnTo>
                  <a:lnTo>
                    <a:pt x="1563114" y="292720"/>
                  </a:lnTo>
                  <a:lnTo>
                    <a:pt x="1590691" y="354360"/>
                  </a:lnTo>
                  <a:lnTo>
                    <a:pt x="1600200" y="419100"/>
                  </a:lnTo>
                  <a:lnTo>
                    <a:pt x="1597793" y="451810"/>
                  </a:lnTo>
                  <a:lnTo>
                    <a:pt x="1579072" y="515094"/>
                  </a:lnTo>
                  <a:lnTo>
                    <a:pt x="1542994" y="574902"/>
                  </a:lnTo>
                  <a:lnTo>
                    <a:pt x="1490979" y="630484"/>
                  </a:lnTo>
                  <a:lnTo>
                    <a:pt x="1459441" y="656456"/>
                  </a:lnTo>
                  <a:lnTo>
                    <a:pt x="1424451" y="681090"/>
                  </a:lnTo>
                  <a:lnTo>
                    <a:pt x="1386188" y="704292"/>
                  </a:lnTo>
                  <a:lnTo>
                    <a:pt x="1344830" y="725969"/>
                  </a:lnTo>
                  <a:lnTo>
                    <a:pt x="1300554" y="746026"/>
                  </a:lnTo>
                  <a:lnTo>
                    <a:pt x="1253538" y="764371"/>
                  </a:lnTo>
                  <a:lnTo>
                    <a:pt x="1203959" y="780908"/>
                  </a:lnTo>
                  <a:lnTo>
                    <a:pt x="1151997" y="795545"/>
                  </a:lnTo>
                  <a:lnTo>
                    <a:pt x="1097827" y="808188"/>
                  </a:lnTo>
                  <a:lnTo>
                    <a:pt x="1041629" y="818742"/>
                  </a:lnTo>
                  <a:lnTo>
                    <a:pt x="983579" y="827114"/>
                  </a:lnTo>
                  <a:lnTo>
                    <a:pt x="923856" y="833210"/>
                  </a:lnTo>
                  <a:lnTo>
                    <a:pt x="862637" y="836936"/>
                  </a:lnTo>
                  <a:lnTo>
                    <a:pt x="800100" y="8382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grpSp>
      <p:sp>
        <p:nvSpPr>
          <p:cNvPr id="69637" name="object 149"/>
          <p:cNvSpPr txBox="1">
            <a:spLocks noChangeArrowheads="1"/>
          </p:cNvSpPr>
          <p:nvPr/>
        </p:nvSpPr>
        <p:spPr bwMode="auto">
          <a:xfrm>
            <a:off x="5080000" y="1398588"/>
            <a:ext cx="1317625"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ts val="100"/>
              </a:spcBef>
              <a:buFontTx/>
              <a:buNone/>
            </a:pPr>
            <a:r>
              <a:rPr lang="en-US" altLang="en-US" sz="1800">
                <a:latin typeface="Arial" panose="020B0604020202020204" pitchFamily="34" charset="0"/>
                <a:cs typeface="Arial" panose="020B0604020202020204" pitchFamily="34" charset="0"/>
              </a:rPr>
              <a:t>Add  reference</a:t>
            </a:r>
          </a:p>
        </p:txBody>
      </p:sp>
      <p:grpSp>
        <p:nvGrpSpPr>
          <p:cNvPr id="69638" name="object 150"/>
          <p:cNvGrpSpPr>
            <a:grpSpLocks/>
          </p:cNvGrpSpPr>
          <p:nvPr/>
        </p:nvGrpSpPr>
        <p:grpSpPr bwMode="auto">
          <a:xfrm>
            <a:off x="4926013" y="2316163"/>
            <a:ext cx="1892300" cy="762000"/>
            <a:chOff x="6153150" y="2743200"/>
            <a:chExt cx="1892300" cy="762000"/>
          </a:xfrm>
        </p:grpSpPr>
        <p:sp>
          <p:nvSpPr>
            <p:cNvPr id="69650" name="object 151"/>
            <p:cNvSpPr>
              <a:spLocks/>
            </p:cNvSpPr>
            <p:nvPr/>
          </p:nvSpPr>
          <p:spPr bwMode="auto">
            <a:xfrm>
              <a:off x="6153150" y="2743200"/>
              <a:ext cx="1892300" cy="762000"/>
            </a:xfrm>
            <a:custGeom>
              <a:avLst/>
              <a:gdLst>
                <a:gd name="T0" fmla="*/ 878648 w 1892300"/>
                <a:gd name="T1" fmla="*/ 954 h 762000"/>
                <a:gd name="T2" fmla="*/ 747616 w 1892300"/>
                <a:gd name="T3" fmla="*/ 8398 h 762000"/>
                <a:gd name="T4" fmla="*/ 622952 w 1892300"/>
                <a:gd name="T5" fmla="*/ 22796 h 762000"/>
                <a:gd name="T6" fmla="*/ 505944 w 1892300"/>
                <a:gd name="T7" fmla="*/ 43638 h 762000"/>
                <a:gd name="T8" fmla="*/ 397879 w 1892300"/>
                <a:gd name="T9" fmla="*/ 70411 h 762000"/>
                <a:gd name="T10" fmla="*/ 300045 w 1892300"/>
                <a:gd name="T11" fmla="*/ 102606 h 762000"/>
                <a:gd name="T12" fmla="*/ 213729 w 1892300"/>
                <a:gd name="T13" fmla="*/ 139711 h 762000"/>
                <a:gd name="T14" fmla="*/ 140220 w 1892300"/>
                <a:gd name="T15" fmla="*/ 181215 h 762000"/>
                <a:gd name="T16" fmla="*/ 56785 w 1892300"/>
                <a:gd name="T17" fmla="*/ 250601 h 762000"/>
                <a:gd name="T18" fmla="*/ 2378 w 1892300"/>
                <a:gd name="T19" fmla="*/ 353742 h 762000"/>
                <a:gd name="T20" fmla="*/ 2378 w 1892300"/>
                <a:gd name="T21" fmla="*/ 408105 h 762000"/>
                <a:gd name="T22" fmla="*/ 56785 w 1892300"/>
                <a:gd name="T23" fmla="*/ 510891 h 762000"/>
                <a:gd name="T24" fmla="*/ 140220 w 1892300"/>
                <a:gd name="T25" fmla="*/ 580221 h 762000"/>
                <a:gd name="T26" fmla="*/ 213729 w 1892300"/>
                <a:gd name="T27" fmla="*/ 621759 h 762000"/>
                <a:gd name="T28" fmla="*/ 300045 w 1892300"/>
                <a:gd name="T29" fmla="*/ 658938 h 762000"/>
                <a:gd name="T30" fmla="*/ 397879 w 1892300"/>
                <a:gd name="T31" fmla="*/ 691233 h 762000"/>
                <a:gd name="T32" fmla="*/ 505944 w 1892300"/>
                <a:gd name="T33" fmla="*/ 718116 h 762000"/>
                <a:gd name="T34" fmla="*/ 622952 w 1892300"/>
                <a:gd name="T35" fmla="*/ 739062 h 762000"/>
                <a:gd name="T36" fmla="*/ 747616 w 1892300"/>
                <a:gd name="T37" fmla="*/ 753545 h 762000"/>
                <a:gd name="T38" fmla="*/ 878648 w 1892300"/>
                <a:gd name="T39" fmla="*/ 761038 h 762000"/>
                <a:gd name="T40" fmla="*/ 1013651 w 1892300"/>
                <a:gd name="T41" fmla="*/ 761038 h 762000"/>
                <a:gd name="T42" fmla="*/ 1144683 w 1892300"/>
                <a:gd name="T43" fmla="*/ 753545 h 762000"/>
                <a:gd name="T44" fmla="*/ 1269347 w 1892300"/>
                <a:gd name="T45" fmla="*/ 739062 h 762000"/>
                <a:gd name="T46" fmla="*/ 1386355 w 1892300"/>
                <a:gd name="T47" fmla="*/ 718116 h 762000"/>
                <a:gd name="T48" fmla="*/ 1494420 w 1892300"/>
                <a:gd name="T49" fmla="*/ 691233 h 762000"/>
                <a:gd name="T50" fmla="*/ 1592254 w 1892300"/>
                <a:gd name="T51" fmla="*/ 658938 h 762000"/>
                <a:gd name="T52" fmla="*/ 1678570 w 1892300"/>
                <a:gd name="T53" fmla="*/ 621759 h 762000"/>
                <a:gd name="T54" fmla="*/ 1752079 w 1892300"/>
                <a:gd name="T55" fmla="*/ 580221 h 762000"/>
                <a:gd name="T56" fmla="*/ 1835514 w 1892300"/>
                <a:gd name="T57" fmla="*/ 510891 h 762000"/>
                <a:gd name="T58" fmla="*/ 1889921 w 1892300"/>
                <a:gd name="T59" fmla="*/ 408105 h 762000"/>
                <a:gd name="T60" fmla="*/ 1889921 w 1892300"/>
                <a:gd name="T61" fmla="*/ 353742 h 762000"/>
                <a:gd name="T62" fmla="*/ 1835514 w 1892300"/>
                <a:gd name="T63" fmla="*/ 250601 h 762000"/>
                <a:gd name="T64" fmla="*/ 1752079 w 1892300"/>
                <a:gd name="T65" fmla="*/ 181215 h 762000"/>
                <a:gd name="T66" fmla="*/ 1678570 w 1892300"/>
                <a:gd name="T67" fmla="*/ 139711 h 762000"/>
                <a:gd name="T68" fmla="*/ 1592254 w 1892300"/>
                <a:gd name="T69" fmla="*/ 102606 h 762000"/>
                <a:gd name="T70" fmla="*/ 1494420 w 1892300"/>
                <a:gd name="T71" fmla="*/ 70411 h 762000"/>
                <a:gd name="T72" fmla="*/ 1386355 w 1892300"/>
                <a:gd name="T73" fmla="*/ 43638 h 762000"/>
                <a:gd name="T74" fmla="*/ 1269347 w 1892300"/>
                <a:gd name="T75" fmla="*/ 22796 h 762000"/>
                <a:gd name="T76" fmla="*/ 1144683 w 1892300"/>
                <a:gd name="T77" fmla="*/ 8398 h 762000"/>
                <a:gd name="T78" fmla="*/ 1013651 w 1892300"/>
                <a:gd name="T79" fmla="*/ 954 h 7620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92300" h="762000">
                  <a:moveTo>
                    <a:pt x="946150" y="0"/>
                  </a:moveTo>
                  <a:lnTo>
                    <a:pt x="878648" y="954"/>
                  </a:lnTo>
                  <a:lnTo>
                    <a:pt x="812416" y="3775"/>
                  </a:lnTo>
                  <a:lnTo>
                    <a:pt x="747616" y="8398"/>
                  </a:lnTo>
                  <a:lnTo>
                    <a:pt x="684407" y="14760"/>
                  </a:lnTo>
                  <a:lnTo>
                    <a:pt x="622952" y="22796"/>
                  </a:lnTo>
                  <a:lnTo>
                    <a:pt x="563410" y="32444"/>
                  </a:lnTo>
                  <a:lnTo>
                    <a:pt x="505944" y="43638"/>
                  </a:lnTo>
                  <a:lnTo>
                    <a:pt x="450713" y="56315"/>
                  </a:lnTo>
                  <a:lnTo>
                    <a:pt x="397879" y="70411"/>
                  </a:lnTo>
                  <a:lnTo>
                    <a:pt x="347602" y="85863"/>
                  </a:lnTo>
                  <a:lnTo>
                    <a:pt x="300045" y="102606"/>
                  </a:lnTo>
                  <a:lnTo>
                    <a:pt x="255367" y="120577"/>
                  </a:lnTo>
                  <a:lnTo>
                    <a:pt x="213729" y="139711"/>
                  </a:lnTo>
                  <a:lnTo>
                    <a:pt x="175294" y="159945"/>
                  </a:lnTo>
                  <a:lnTo>
                    <a:pt x="140220" y="181215"/>
                  </a:lnTo>
                  <a:lnTo>
                    <a:pt x="108671" y="203457"/>
                  </a:lnTo>
                  <a:lnTo>
                    <a:pt x="56785" y="250601"/>
                  </a:lnTo>
                  <a:lnTo>
                    <a:pt x="20925" y="300866"/>
                  </a:lnTo>
                  <a:lnTo>
                    <a:pt x="2378" y="353742"/>
                  </a:lnTo>
                  <a:lnTo>
                    <a:pt x="0" y="381000"/>
                  </a:lnTo>
                  <a:lnTo>
                    <a:pt x="2378" y="408105"/>
                  </a:lnTo>
                  <a:lnTo>
                    <a:pt x="20925" y="460757"/>
                  </a:lnTo>
                  <a:lnTo>
                    <a:pt x="56785" y="510891"/>
                  </a:lnTo>
                  <a:lnTo>
                    <a:pt x="108671" y="557981"/>
                  </a:lnTo>
                  <a:lnTo>
                    <a:pt x="140220" y="580221"/>
                  </a:lnTo>
                  <a:lnTo>
                    <a:pt x="175294" y="601502"/>
                  </a:lnTo>
                  <a:lnTo>
                    <a:pt x="213729" y="621759"/>
                  </a:lnTo>
                  <a:lnTo>
                    <a:pt x="255367" y="640926"/>
                  </a:lnTo>
                  <a:lnTo>
                    <a:pt x="300045" y="658938"/>
                  </a:lnTo>
                  <a:lnTo>
                    <a:pt x="347602" y="675729"/>
                  </a:lnTo>
                  <a:lnTo>
                    <a:pt x="397879" y="691233"/>
                  </a:lnTo>
                  <a:lnTo>
                    <a:pt x="450713" y="705383"/>
                  </a:lnTo>
                  <a:lnTo>
                    <a:pt x="505944" y="718116"/>
                  </a:lnTo>
                  <a:lnTo>
                    <a:pt x="563410" y="729364"/>
                  </a:lnTo>
                  <a:lnTo>
                    <a:pt x="622952" y="739062"/>
                  </a:lnTo>
                  <a:lnTo>
                    <a:pt x="684407" y="747144"/>
                  </a:lnTo>
                  <a:lnTo>
                    <a:pt x="747616" y="753545"/>
                  </a:lnTo>
                  <a:lnTo>
                    <a:pt x="812416" y="758198"/>
                  </a:lnTo>
                  <a:lnTo>
                    <a:pt x="878648" y="761038"/>
                  </a:lnTo>
                  <a:lnTo>
                    <a:pt x="946150" y="762000"/>
                  </a:lnTo>
                  <a:lnTo>
                    <a:pt x="1013651" y="761038"/>
                  </a:lnTo>
                  <a:lnTo>
                    <a:pt x="1079883" y="758198"/>
                  </a:lnTo>
                  <a:lnTo>
                    <a:pt x="1144683" y="753545"/>
                  </a:lnTo>
                  <a:lnTo>
                    <a:pt x="1207892" y="747144"/>
                  </a:lnTo>
                  <a:lnTo>
                    <a:pt x="1269347" y="739062"/>
                  </a:lnTo>
                  <a:lnTo>
                    <a:pt x="1328889" y="729364"/>
                  </a:lnTo>
                  <a:lnTo>
                    <a:pt x="1386355" y="718116"/>
                  </a:lnTo>
                  <a:lnTo>
                    <a:pt x="1441586" y="705383"/>
                  </a:lnTo>
                  <a:lnTo>
                    <a:pt x="1494420" y="691233"/>
                  </a:lnTo>
                  <a:lnTo>
                    <a:pt x="1544697" y="675729"/>
                  </a:lnTo>
                  <a:lnTo>
                    <a:pt x="1592254" y="658938"/>
                  </a:lnTo>
                  <a:lnTo>
                    <a:pt x="1636932" y="640926"/>
                  </a:lnTo>
                  <a:lnTo>
                    <a:pt x="1678570" y="621759"/>
                  </a:lnTo>
                  <a:lnTo>
                    <a:pt x="1717005" y="601502"/>
                  </a:lnTo>
                  <a:lnTo>
                    <a:pt x="1752079" y="580221"/>
                  </a:lnTo>
                  <a:lnTo>
                    <a:pt x="1783628" y="557981"/>
                  </a:lnTo>
                  <a:lnTo>
                    <a:pt x="1835514" y="510891"/>
                  </a:lnTo>
                  <a:lnTo>
                    <a:pt x="1871374" y="460757"/>
                  </a:lnTo>
                  <a:lnTo>
                    <a:pt x="1889921" y="408105"/>
                  </a:lnTo>
                  <a:lnTo>
                    <a:pt x="1892300" y="381000"/>
                  </a:lnTo>
                  <a:lnTo>
                    <a:pt x="1889921" y="353742"/>
                  </a:lnTo>
                  <a:lnTo>
                    <a:pt x="1871374" y="300866"/>
                  </a:lnTo>
                  <a:lnTo>
                    <a:pt x="1835514" y="250601"/>
                  </a:lnTo>
                  <a:lnTo>
                    <a:pt x="1783628" y="203457"/>
                  </a:lnTo>
                  <a:lnTo>
                    <a:pt x="1752079" y="181215"/>
                  </a:lnTo>
                  <a:lnTo>
                    <a:pt x="1717005" y="159945"/>
                  </a:lnTo>
                  <a:lnTo>
                    <a:pt x="1678570" y="139711"/>
                  </a:lnTo>
                  <a:lnTo>
                    <a:pt x="1636932" y="120577"/>
                  </a:lnTo>
                  <a:lnTo>
                    <a:pt x="1592254" y="102606"/>
                  </a:lnTo>
                  <a:lnTo>
                    <a:pt x="1544697" y="85863"/>
                  </a:lnTo>
                  <a:lnTo>
                    <a:pt x="1494420" y="70411"/>
                  </a:lnTo>
                  <a:lnTo>
                    <a:pt x="1441586" y="56315"/>
                  </a:lnTo>
                  <a:lnTo>
                    <a:pt x="1386355" y="43638"/>
                  </a:lnTo>
                  <a:lnTo>
                    <a:pt x="1328889" y="32444"/>
                  </a:lnTo>
                  <a:lnTo>
                    <a:pt x="1269347" y="22796"/>
                  </a:lnTo>
                  <a:lnTo>
                    <a:pt x="1207892" y="14760"/>
                  </a:lnTo>
                  <a:lnTo>
                    <a:pt x="1144683" y="8398"/>
                  </a:lnTo>
                  <a:lnTo>
                    <a:pt x="1079883" y="3775"/>
                  </a:lnTo>
                  <a:lnTo>
                    <a:pt x="1013651" y="954"/>
                  </a:lnTo>
                  <a:lnTo>
                    <a:pt x="9461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GB"/>
            </a:p>
          </p:txBody>
        </p:sp>
        <p:sp>
          <p:nvSpPr>
            <p:cNvPr id="69651" name="object 152"/>
            <p:cNvSpPr>
              <a:spLocks/>
            </p:cNvSpPr>
            <p:nvPr/>
          </p:nvSpPr>
          <p:spPr bwMode="auto">
            <a:xfrm>
              <a:off x="6153150" y="2743200"/>
              <a:ext cx="1892300" cy="762000"/>
            </a:xfrm>
            <a:custGeom>
              <a:avLst/>
              <a:gdLst>
                <a:gd name="T0" fmla="*/ 878648 w 1892300"/>
                <a:gd name="T1" fmla="*/ 761038 h 762000"/>
                <a:gd name="T2" fmla="*/ 747616 w 1892300"/>
                <a:gd name="T3" fmla="*/ 753545 h 762000"/>
                <a:gd name="T4" fmla="*/ 622952 w 1892300"/>
                <a:gd name="T5" fmla="*/ 739062 h 762000"/>
                <a:gd name="T6" fmla="*/ 505944 w 1892300"/>
                <a:gd name="T7" fmla="*/ 718116 h 762000"/>
                <a:gd name="T8" fmla="*/ 397879 w 1892300"/>
                <a:gd name="T9" fmla="*/ 691233 h 762000"/>
                <a:gd name="T10" fmla="*/ 300045 w 1892300"/>
                <a:gd name="T11" fmla="*/ 658938 h 762000"/>
                <a:gd name="T12" fmla="*/ 213729 w 1892300"/>
                <a:gd name="T13" fmla="*/ 621759 h 762000"/>
                <a:gd name="T14" fmla="*/ 140220 w 1892300"/>
                <a:gd name="T15" fmla="*/ 580221 h 762000"/>
                <a:gd name="T16" fmla="*/ 56785 w 1892300"/>
                <a:gd name="T17" fmla="*/ 510891 h 762000"/>
                <a:gd name="T18" fmla="*/ 2378 w 1892300"/>
                <a:gd name="T19" fmla="*/ 408105 h 762000"/>
                <a:gd name="T20" fmla="*/ 2378 w 1892300"/>
                <a:gd name="T21" fmla="*/ 353742 h 762000"/>
                <a:gd name="T22" fmla="*/ 56785 w 1892300"/>
                <a:gd name="T23" fmla="*/ 250601 h 762000"/>
                <a:gd name="T24" fmla="*/ 140220 w 1892300"/>
                <a:gd name="T25" fmla="*/ 181215 h 762000"/>
                <a:gd name="T26" fmla="*/ 213729 w 1892300"/>
                <a:gd name="T27" fmla="*/ 139711 h 762000"/>
                <a:gd name="T28" fmla="*/ 300045 w 1892300"/>
                <a:gd name="T29" fmla="*/ 102606 h 762000"/>
                <a:gd name="T30" fmla="*/ 397879 w 1892300"/>
                <a:gd name="T31" fmla="*/ 70411 h 762000"/>
                <a:gd name="T32" fmla="*/ 505944 w 1892300"/>
                <a:gd name="T33" fmla="*/ 43638 h 762000"/>
                <a:gd name="T34" fmla="*/ 622952 w 1892300"/>
                <a:gd name="T35" fmla="*/ 22796 h 762000"/>
                <a:gd name="T36" fmla="*/ 747616 w 1892300"/>
                <a:gd name="T37" fmla="*/ 8398 h 762000"/>
                <a:gd name="T38" fmla="*/ 878648 w 1892300"/>
                <a:gd name="T39" fmla="*/ 954 h 762000"/>
                <a:gd name="T40" fmla="*/ 1013651 w 1892300"/>
                <a:gd name="T41" fmla="*/ 954 h 762000"/>
                <a:gd name="T42" fmla="*/ 1144683 w 1892300"/>
                <a:gd name="T43" fmla="*/ 8398 h 762000"/>
                <a:gd name="T44" fmla="*/ 1269347 w 1892300"/>
                <a:gd name="T45" fmla="*/ 22796 h 762000"/>
                <a:gd name="T46" fmla="*/ 1386355 w 1892300"/>
                <a:gd name="T47" fmla="*/ 43638 h 762000"/>
                <a:gd name="T48" fmla="*/ 1494420 w 1892300"/>
                <a:gd name="T49" fmla="*/ 70411 h 762000"/>
                <a:gd name="T50" fmla="*/ 1592254 w 1892300"/>
                <a:gd name="T51" fmla="*/ 102606 h 762000"/>
                <a:gd name="T52" fmla="*/ 1678570 w 1892300"/>
                <a:gd name="T53" fmla="*/ 139711 h 762000"/>
                <a:gd name="T54" fmla="*/ 1752079 w 1892300"/>
                <a:gd name="T55" fmla="*/ 181215 h 762000"/>
                <a:gd name="T56" fmla="*/ 1835514 w 1892300"/>
                <a:gd name="T57" fmla="*/ 250601 h 762000"/>
                <a:gd name="T58" fmla="*/ 1889921 w 1892300"/>
                <a:gd name="T59" fmla="*/ 353742 h 762000"/>
                <a:gd name="T60" fmla="*/ 1889921 w 1892300"/>
                <a:gd name="T61" fmla="*/ 408105 h 762000"/>
                <a:gd name="T62" fmla="*/ 1835514 w 1892300"/>
                <a:gd name="T63" fmla="*/ 510891 h 762000"/>
                <a:gd name="T64" fmla="*/ 1752079 w 1892300"/>
                <a:gd name="T65" fmla="*/ 580221 h 762000"/>
                <a:gd name="T66" fmla="*/ 1678570 w 1892300"/>
                <a:gd name="T67" fmla="*/ 621759 h 762000"/>
                <a:gd name="T68" fmla="*/ 1592254 w 1892300"/>
                <a:gd name="T69" fmla="*/ 658938 h 762000"/>
                <a:gd name="T70" fmla="*/ 1494420 w 1892300"/>
                <a:gd name="T71" fmla="*/ 691233 h 762000"/>
                <a:gd name="T72" fmla="*/ 1386355 w 1892300"/>
                <a:gd name="T73" fmla="*/ 718116 h 762000"/>
                <a:gd name="T74" fmla="*/ 1269347 w 1892300"/>
                <a:gd name="T75" fmla="*/ 739062 h 762000"/>
                <a:gd name="T76" fmla="*/ 1144683 w 1892300"/>
                <a:gd name="T77" fmla="*/ 753545 h 762000"/>
                <a:gd name="T78" fmla="*/ 1013651 w 1892300"/>
                <a:gd name="T79" fmla="*/ 761038 h 7620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92300" h="762000">
                  <a:moveTo>
                    <a:pt x="946150" y="762000"/>
                  </a:moveTo>
                  <a:lnTo>
                    <a:pt x="878648" y="761038"/>
                  </a:lnTo>
                  <a:lnTo>
                    <a:pt x="812416" y="758198"/>
                  </a:lnTo>
                  <a:lnTo>
                    <a:pt x="747616" y="753545"/>
                  </a:lnTo>
                  <a:lnTo>
                    <a:pt x="684407" y="747144"/>
                  </a:lnTo>
                  <a:lnTo>
                    <a:pt x="622952" y="739062"/>
                  </a:lnTo>
                  <a:lnTo>
                    <a:pt x="563410" y="729364"/>
                  </a:lnTo>
                  <a:lnTo>
                    <a:pt x="505944" y="718116"/>
                  </a:lnTo>
                  <a:lnTo>
                    <a:pt x="450713" y="705383"/>
                  </a:lnTo>
                  <a:lnTo>
                    <a:pt x="397879" y="691233"/>
                  </a:lnTo>
                  <a:lnTo>
                    <a:pt x="347602" y="675729"/>
                  </a:lnTo>
                  <a:lnTo>
                    <a:pt x="300045" y="658938"/>
                  </a:lnTo>
                  <a:lnTo>
                    <a:pt x="255367" y="640926"/>
                  </a:lnTo>
                  <a:lnTo>
                    <a:pt x="213729" y="621759"/>
                  </a:lnTo>
                  <a:lnTo>
                    <a:pt x="175294" y="601502"/>
                  </a:lnTo>
                  <a:lnTo>
                    <a:pt x="140220" y="580221"/>
                  </a:lnTo>
                  <a:lnTo>
                    <a:pt x="108671" y="557981"/>
                  </a:lnTo>
                  <a:lnTo>
                    <a:pt x="56785" y="510891"/>
                  </a:lnTo>
                  <a:lnTo>
                    <a:pt x="20925" y="460757"/>
                  </a:lnTo>
                  <a:lnTo>
                    <a:pt x="2378" y="408105"/>
                  </a:lnTo>
                  <a:lnTo>
                    <a:pt x="0" y="381000"/>
                  </a:lnTo>
                  <a:lnTo>
                    <a:pt x="2378" y="353742"/>
                  </a:lnTo>
                  <a:lnTo>
                    <a:pt x="20925" y="300866"/>
                  </a:lnTo>
                  <a:lnTo>
                    <a:pt x="56785" y="250601"/>
                  </a:lnTo>
                  <a:lnTo>
                    <a:pt x="108671" y="203457"/>
                  </a:lnTo>
                  <a:lnTo>
                    <a:pt x="140220" y="181215"/>
                  </a:lnTo>
                  <a:lnTo>
                    <a:pt x="175294" y="159945"/>
                  </a:lnTo>
                  <a:lnTo>
                    <a:pt x="213729" y="139711"/>
                  </a:lnTo>
                  <a:lnTo>
                    <a:pt x="255367" y="120577"/>
                  </a:lnTo>
                  <a:lnTo>
                    <a:pt x="300045" y="102606"/>
                  </a:lnTo>
                  <a:lnTo>
                    <a:pt x="347602" y="85863"/>
                  </a:lnTo>
                  <a:lnTo>
                    <a:pt x="397879" y="70411"/>
                  </a:lnTo>
                  <a:lnTo>
                    <a:pt x="450713" y="56315"/>
                  </a:lnTo>
                  <a:lnTo>
                    <a:pt x="505944" y="43638"/>
                  </a:lnTo>
                  <a:lnTo>
                    <a:pt x="563410" y="32444"/>
                  </a:lnTo>
                  <a:lnTo>
                    <a:pt x="622952" y="22796"/>
                  </a:lnTo>
                  <a:lnTo>
                    <a:pt x="684407" y="14760"/>
                  </a:lnTo>
                  <a:lnTo>
                    <a:pt x="747616" y="8398"/>
                  </a:lnTo>
                  <a:lnTo>
                    <a:pt x="812416" y="3775"/>
                  </a:lnTo>
                  <a:lnTo>
                    <a:pt x="878648" y="954"/>
                  </a:lnTo>
                  <a:lnTo>
                    <a:pt x="946150" y="0"/>
                  </a:lnTo>
                  <a:lnTo>
                    <a:pt x="1013651" y="954"/>
                  </a:lnTo>
                  <a:lnTo>
                    <a:pt x="1079883" y="3775"/>
                  </a:lnTo>
                  <a:lnTo>
                    <a:pt x="1144683" y="8398"/>
                  </a:lnTo>
                  <a:lnTo>
                    <a:pt x="1207892" y="14760"/>
                  </a:lnTo>
                  <a:lnTo>
                    <a:pt x="1269347" y="22796"/>
                  </a:lnTo>
                  <a:lnTo>
                    <a:pt x="1328889" y="32444"/>
                  </a:lnTo>
                  <a:lnTo>
                    <a:pt x="1386355" y="43638"/>
                  </a:lnTo>
                  <a:lnTo>
                    <a:pt x="1441586" y="56315"/>
                  </a:lnTo>
                  <a:lnTo>
                    <a:pt x="1494420" y="70411"/>
                  </a:lnTo>
                  <a:lnTo>
                    <a:pt x="1544697" y="85863"/>
                  </a:lnTo>
                  <a:lnTo>
                    <a:pt x="1592254" y="102606"/>
                  </a:lnTo>
                  <a:lnTo>
                    <a:pt x="1636932" y="120577"/>
                  </a:lnTo>
                  <a:lnTo>
                    <a:pt x="1678570" y="139711"/>
                  </a:lnTo>
                  <a:lnTo>
                    <a:pt x="1717005" y="159945"/>
                  </a:lnTo>
                  <a:lnTo>
                    <a:pt x="1752079" y="181215"/>
                  </a:lnTo>
                  <a:lnTo>
                    <a:pt x="1783628" y="203457"/>
                  </a:lnTo>
                  <a:lnTo>
                    <a:pt x="1835514" y="250601"/>
                  </a:lnTo>
                  <a:lnTo>
                    <a:pt x="1871374" y="300866"/>
                  </a:lnTo>
                  <a:lnTo>
                    <a:pt x="1889921" y="353742"/>
                  </a:lnTo>
                  <a:lnTo>
                    <a:pt x="1892300" y="381000"/>
                  </a:lnTo>
                  <a:lnTo>
                    <a:pt x="1889921" y="408105"/>
                  </a:lnTo>
                  <a:lnTo>
                    <a:pt x="1871374" y="460757"/>
                  </a:lnTo>
                  <a:lnTo>
                    <a:pt x="1835514" y="510891"/>
                  </a:lnTo>
                  <a:lnTo>
                    <a:pt x="1783628" y="557981"/>
                  </a:lnTo>
                  <a:lnTo>
                    <a:pt x="1752079" y="580221"/>
                  </a:lnTo>
                  <a:lnTo>
                    <a:pt x="1717005" y="601502"/>
                  </a:lnTo>
                  <a:lnTo>
                    <a:pt x="1678570" y="621759"/>
                  </a:lnTo>
                  <a:lnTo>
                    <a:pt x="1636932" y="640926"/>
                  </a:lnTo>
                  <a:lnTo>
                    <a:pt x="1592254" y="658938"/>
                  </a:lnTo>
                  <a:lnTo>
                    <a:pt x="1544697" y="675729"/>
                  </a:lnTo>
                  <a:lnTo>
                    <a:pt x="1494420" y="691233"/>
                  </a:lnTo>
                  <a:lnTo>
                    <a:pt x="1441586" y="705383"/>
                  </a:lnTo>
                  <a:lnTo>
                    <a:pt x="1386355" y="718116"/>
                  </a:lnTo>
                  <a:lnTo>
                    <a:pt x="1328889" y="729364"/>
                  </a:lnTo>
                  <a:lnTo>
                    <a:pt x="1269347" y="739062"/>
                  </a:lnTo>
                  <a:lnTo>
                    <a:pt x="1207892" y="747144"/>
                  </a:lnTo>
                  <a:lnTo>
                    <a:pt x="1144683" y="753545"/>
                  </a:lnTo>
                  <a:lnTo>
                    <a:pt x="1079883" y="758198"/>
                  </a:lnTo>
                  <a:lnTo>
                    <a:pt x="1013651" y="761038"/>
                  </a:lnTo>
                  <a:lnTo>
                    <a:pt x="946150" y="7620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grpSp>
      <p:sp>
        <p:nvSpPr>
          <p:cNvPr id="69639" name="object 153"/>
          <p:cNvSpPr txBox="1">
            <a:spLocks noChangeArrowheads="1"/>
          </p:cNvSpPr>
          <p:nvPr/>
        </p:nvSpPr>
        <p:spPr bwMode="auto">
          <a:xfrm>
            <a:off x="5378450" y="2462213"/>
            <a:ext cx="989013"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indent="55563">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ts val="100"/>
              </a:spcBef>
              <a:buFontTx/>
              <a:buNone/>
            </a:pPr>
            <a:r>
              <a:rPr lang="en-US" altLang="en-US" sz="1800">
                <a:latin typeface="Arial" panose="020B0604020202020204" pitchFamily="34" charset="0"/>
                <a:cs typeface="Arial" panose="020B0604020202020204" pitchFamily="34" charset="0"/>
              </a:rPr>
              <a:t>Remove  reference</a:t>
            </a:r>
          </a:p>
        </p:txBody>
      </p:sp>
      <p:grpSp>
        <p:nvGrpSpPr>
          <p:cNvPr id="69640" name="object 154"/>
          <p:cNvGrpSpPr>
            <a:grpSpLocks/>
          </p:cNvGrpSpPr>
          <p:nvPr/>
        </p:nvGrpSpPr>
        <p:grpSpPr bwMode="auto">
          <a:xfrm>
            <a:off x="1670050" y="1760538"/>
            <a:ext cx="5067300" cy="3683000"/>
            <a:chOff x="2914650" y="2184400"/>
            <a:chExt cx="5067300" cy="3683000"/>
          </a:xfrm>
        </p:grpSpPr>
        <p:sp>
          <p:nvSpPr>
            <p:cNvPr id="69644" name="object 155"/>
            <p:cNvSpPr>
              <a:spLocks/>
            </p:cNvSpPr>
            <p:nvPr/>
          </p:nvSpPr>
          <p:spPr bwMode="auto">
            <a:xfrm>
              <a:off x="6000750" y="3886200"/>
              <a:ext cx="1981200" cy="727710"/>
            </a:xfrm>
            <a:custGeom>
              <a:avLst/>
              <a:gdLst>
                <a:gd name="T0" fmla="*/ 922745 w 1981200"/>
                <a:gd name="T1" fmla="*/ 837 h 727710"/>
                <a:gd name="T2" fmla="*/ 790880 w 1981200"/>
                <a:gd name="T3" fmla="*/ 7376 h 727710"/>
                <a:gd name="T4" fmla="*/ 665119 w 1981200"/>
                <a:gd name="T5" fmla="*/ 20041 h 727710"/>
                <a:gd name="T6" fmla="*/ 546642 w 1981200"/>
                <a:gd name="T7" fmla="*/ 38398 h 727710"/>
                <a:gd name="T8" fmla="*/ 436624 w 1981200"/>
                <a:gd name="T9" fmla="*/ 62016 h 727710"/>
                <a:gd name="T10" fmla="*/ 336244 w 1981200"/>
                <a:gd name="T11" fmla="*/ 90463 h 727710"/>
                <a:gd name="T12" fmla="*/ 246679 w 1981200"/>
                <a:gd name="T13" fmla="*/ 123306 h 727710"/>
                <a:gd name="T14" fmla="*/ 169105 w 1981200"/>
                <a:gd name="T15" fmla="*/ 160114 h 727710"/>
                <a:gd name="T16" fmla="*/ 77807 w 1981200"/>
                <a:gd name="T17" fmla="*/ 221813 h 727710"/>
                <a:gd name="T18" fmla="*/ 9037 w 1981200"/>
                <a:gd name="T19" fmla="*/ 313920 h 727710"/>
                <a:gd name="T20" fmla="*/ 2283 w 1981200"/>
                <a:gd name="T21" fmla="*/ 388101 h 727710"/>
                <a:gd name="T22" fmla="*/ 54646 w 1981200"/>
                <a:gd name="T23" fmla="*/ 482688 h 727710"/>
                <a:gd name="T24" fmla="*/ 169105 w 1981200"/>
                <a:gd name="T25" fmla="*/ 566727 h 727710"/>
                <a:gd name="T26" fmla="*/ 246679 w 1981200"/>
                <a:gd name="T27" fmla="*/ 603689 h 727710"/>
                <a:gd name="T28" fmla="*/ 336244 w 1981200"/>
                <a:gd name="T29" fmla="*/ 636690 h 727710"/>
                <a:gd name="T30" fmla="*/ 436624 w 1981200"/>
                <a:gd name="T31" fmla="*/ 665291 h 727710"/>
                <a:gd name="T32" fmla="*/ 546642 w 1981200"/>
                <a:gd name="T33" fmla="*/ 689050 h 727710"/>
                <a:gd name="T34" fmla="*/ 665119 w 1981200"/>
                <a:gd name="T35" fmla="*/ 707526 h 727710"/>
                <a:gd name="T36" fmla="*/ 790880 w 1981200"/>
                <a:gd name="T37" fmla="*/ 720278 h 727710"/>
                <a:gd name="T38" fmla="*/ 922745 w 1981200"/>
                <a:gd name="T39" fmla="*/ 726865 h 727710"/>
                <a:gd name="T40" fmla="*/ 1058308 w 1981200"/>
                <a:gd name="T41" fmla="*/ 726865 h 727710"/>
                <a:gd name="T42" fmla="*/ 1189955 w 1981200"/>
                <a:gd name="T43" fmla="*/ 720278 h 727710"/>
                <a:gd name="T44" fmla="*/ 1315582 w 1981200"/>
                <a:gd name="T45" fmla="*/ 707526 h 727710"/>
                <a:gd name="T46" fmla="*/ 1434000 w 1981200"/>
                <a:gd name="T47" fmla="*/ 689050 h 727710"/>
                <a:gd name="T48" fmla="*/ 1544017 w 1981200"/>
                <a:gd name="T49" fmla="*/ 665291 h 727710"/>
                <a:gd name="T50" fmla="*/ 1644443 w 1981200"/>
                <a:gd name="T51" fmla="*/ 636690 h 727710"/>
                <a:gd name="T52" fmla="*/ 1734087 w 1981200"/>
                <a:gd name="T53" fmla="*/ 603689 h 727710"/>
                <a:gd name="T54" fmla="*/ 1811759 w 1981200"/>
                <a:gd name="T55" fmla="*/ 566727 h 727710"/>
                <a:gd name="T56" fmla="*/ 1903214 w 1981200"/>
                <a:gd name="T57" fmla="*/ 504824 h 727710"/>
                <a:gd name="T58" fmla="*/ 1972138 w 1981200"/>
                <a:gd name="T59" fmla="*/ 412544 h 727710"/>
                <a:gd name="T60" fmla="*/ 1978909 w 1981200"/>
                <a:gd name="T61" fmla="*/ 338344 h 727710"/>
                <a:gd name="T62" fmla="*/ 1926422 w 1981200"/>
                <a:gd name="T63" fmla="*/ 243893 h 727710"/>
                <a:gd name="T64" fmla="*/ 1811759 w 1981200"/>
                <a:gd name="T65" fmla="*/ 160114 h 727710"/>
                <a:gd name="T66" fmla="*/ 1734087 w 1981200"/>
                <a:gd name="T67" fmla="*/ 123306 h 727710"/>
                <a:gd name="T68" fmla="*/ 1644443 w 1981200"/>
                <a:gd name="T69" fmla="*/ 90463 h 727710"/>
                <a:gd name="T70" fmla="*/ 1544017 w 1981200"/>
                <a:gd name="T71" fmla="*/ 62016 h 727710"/>
                <a:gd name="T72" fmla="*/ 1434000 w 1981200"/>
                <a:gd name="T73" fmla="*/ 38398 h 727710"/>
                <a:gd name="T74" fmla="*/ 1315582 w 1981200"/>
                <a:gd name="T75" fmla="*/ 20041 h 727710"/>
                <a:gd name="T76" fmla="*/ 1189955 w 1981200"/>
                <a:gd name="T77" fmla="*/ 7376 h 727710"/>
                <a:gd name="T78" fmla="*/ 1058308 w 1981200"/>
                <a:gd name="T79" fmla="*/ 837 h 72771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981200" h="727710">
                  <a:moveTo>
                    <a:pt x="990600" y="0"/>
                  </a:moveTo>
                  <a:lnTo>
                    <a:pt x="922745" y="837"/>
                  </a:lnTo>
                  <a:lnTo>
                    <a:pt x="856123" y="3314"/>
                  </a:lnTo>
                  <a:lnTo>
                    <a:pt x="790880" y="7376"/>
                  </a:lnTo>
                  <a:lnTo>
                    <a:pt x="727163" y="12970"/>
                  </a:lnTo>
                  <a:lnTo>
                    <a:pt x="665119" y="20041"/>
                  </a:lnTo>
                  <a:lnTo>
                    <a:pt x="604897" y="28535"/>
                  </a:lnTo>
                  <a:lnTo>
                    <a:pt x="546642" y="38398"/>
                  </a:lnTo>
                  <a:lnTo>
                    <a:pt x="490502" y="49577"/>
                  </a:lnTo>
                  <a:lnTo>
                    <a:pt x="436624" y="62016"/>
                  </a:lnTo>
                  <a:lnTo>
                    <a:pt x="385156" y="75663"/>
                  </a:lnTo>
                  <a:lnTo>
                    <a:pt x="336244" y="90463"/>
                  </a:lnTo>
                  <a:lnTo>
                    <a:pt x="290036" y="106362"/>
                  </a:lnTo>
                  <a:lnTo>
                    <a:pt x="246679" y="123306"/>
                  </a:lnTo>
                  <a:lnTo>
                    <a:pt x="206319" y="141241"/>
                  </a:lnTo>
                  <a:lnTo>
                    <a:pt x="169105" y="160114"/>
                  </a:lnTo>
                  <a:lnTo>
                    <a:pt x="135184" y="179869"/>
                  </a:lnTo>
                  <a:lnTo>
                    <a:pt x="77807" y="221813"/>
                  </a:lnTo>
                  <a:lnTo>
                    <a:pt x="35365" y="266641"/>
                  </a:lnTo>
                  <a:lnTo>
                    <a:pt x="9037" y="313920"/>
                  </a:lnTo>
                  <a:lnTo>
                    <a:pt x="0" y="363219"/>
                  </a:lnTo>
                  <a:lnTo>
                    <a:pt x="2283" y="388101"/>
                  </a:lnTo>
                  <a:lnTo>
                    <a:pt x="20114" y="436493"/>
                  </a:lnTo>
                  <a:lnTo>
                    <a:pt x="54646" y="482688"/>
                  </a:lnTo>
                  <a:lnTo>
                    <a:pt x="104702" y="526247"/>
                  </a:lnTo>
                  <a:lnTo>
                    <a:pt x="169105" y="566727"/>
                  </a:lnTo>
                  <a:lnTo>
                    <a:pt x="206319" y="585675"/>
                  </a:lnTo>
                  <a:lnTo>
                    <a:pt x="246679" y="603689"/>
                  </a:lnTo>
                  <a:lnTo>
                    <a:pt x="290036" y="620712"/>
                  </a:lnTo>
                  <a:lnTo>
                    <a:pt x="336244" y="636690"/>
                  </a:lnTo>
                  <a:lnTo>
                    <a:pt x="385156" y="651568"/>
                  </a:lnTo>
                  <a:lnTo>
                    <a:pt x="436624" y="665291"/>
                  </a:lnTo>
                  <a:lnTo>
                    <a:pt x="490502" y="677803"/>
                  </a:lnTo>
                  <a:lnTo>
                    <a:pt x="546642" y="689050"/>
                  </a:lnTo>
                  <a:lnTo>
                    <a:pt x="604897" y="698976"/>
                  </a:lnTo>
                  <a:lnTo>
                    <a:pt x="665119" y="707526"/>
                  </a:lnTo>
                  <a:lnTo>
                    <a:pt x="727163" y="714645"/>
                  </a:lnTo>
                  <a:lnTo>
                    <a:pt x="790880" y="720278"/>
                  </a:lnTo>
                  <a:lnTo>
                    <a:pt x="856123" y="724370"/>
                  </a:lnTo>
                  <a:lnTo>
                    <a:pt x="922745" y="726865"/>
                  </a:lnTo>
                  <a:lnTo>
                    <a:pt x="990600" y="727710"/>
                  </a:lnTo>
                  <a:lnTo>
                    <a:pt x="1058308" y="726865"/>
                  </a:lnTo>
                  <a:lnTo>
                    <a:pt x="1124809" y="724370"/>
                  </a:lnTo>
                  <a:lnTo>
                    <a:pt x="1189955" y="720278"/>
                  </a:lnTo>
                  <a:lnTo>
                    <a:pt x="1253595" y="714645"/>
                  </a:lnTo>
                  <a:lnTo>
                    <a:pt x="1315582" y="707526"/>
                  </a:lnTo>
                  <a:lnTo>
                    <a:pt x="1375767" y="698976"/>
                  </a:lnTo>
                  <a:lnTo>
                    <a:pt x="1434000" y="689050"/>
                  </a:lnTo>
                  <a:lnTo>
                    <a:pt x="1490133" y="677803"/>
                  </a:lnTo>
                  <a:lnTo>
                    <a:pt x="1544017" y="665291"/>
                  </a:lnTo>
                  <a:lnTo>
                    <a:pt x="1595503" y="651568"/>
                  </a:lnTo>
                  <a:lnTo>
                    <a:pt x="1644443" y="636690"/>
                  </a:lnTo>
                  <a:lnTo>
                    <a:pt x="1690687" y="620712"/>
                  </a:lnTo>
                  <a:lnTo>
                    <a:pt x="1734087" y="603689"/>
                  </a:lnTo>
                  <a:lnTo>
                    <a:pt x="1774494" y="585675"/>
                  </a:lnTo>
                  <a:lnTo>
                    <a:pt x="1811759" y="566727"/>
                  </a:lnTo>
                  <a:lnTo>
                    <a:pt x="1845733" y="546899"/>
                  </a:lnTo>
                  <a:lnTo>
                    <a:pt x="1903214" y="504824"/>
                  </a:lnTo>
                  <a:lnTo>
                    <a:pt x="1945745" y="459892"/>
                  </a:lnTo>
                  <a:lnTo>
                    <a:pt x="1972138" y="412544"/>
                  </a:lnTo>
                  <a:lnTo>
                    <a:pt x="1981200" y="363219"/>
                  </a:lnTo>
                  <a:lnTo>
                    <a:pt x="1978909" y="338344"/>
                  </a:lnTo>
                  <a:lnTo>
                    <a:pt x="1961033" y="290001"/>
                  </a:lnTo>
                  <a:lnTo>
                    <a:pt x="1926422" y="243893"/>
                  </a:lnTo>
                  <a:lnTo>
                    <a:pt x="1876267" y="200454"/>
                  </a:lnTo>
                  <a:lnTo>
                    <a:pt x="1811759" y="160114"/>
                  </a:lnTo>
                  <a:lnTo>
                    <a:pt x="1774494" y="141241"/>
                  </a:lnTo>
                  <a:lnTo>
                    <a:pt x="1734087" y="123306"/>
                  </a:lnTo>
                  <a:lnTo>
                    <a:pt x="1690687" y="106362"/>
                  </a:lnTo>
                  <a:lnTo>
                    <a:pt x="1644443" y="90463"/>
                  </a:lnTo>
                  <a:lnTo>
                    <a:pt x="1595503" y="75663"/>
                  </a:lnTo>
                  <a:lnTo>
                    <a:pt x="1544017" y="62016"/>
                  </a:lnTo>
                  <a:lnTo>
                    <a:pt x="1490133" y="49577"/>
                  </a:lnTo>
                  <a:lnTo>
                    <a:pt x="1434000" y="38398"/>
                  </a:lnTo>
                  <a:lnTo>
                    <a:pt x="1375767" y="28535"/>
                  </a:lnTo>
                  <a:lnTo>
                    <a:pt x="1315582" y="20041"/>
                  </a:lnTo>
                  <a:lnTo>
                    <a:pt x="1253595" y="12970"/>
                  </a:lnTo>
                  <a:lnTo>
                    <a:pt x="1189955" y="7376"/>
                  </a:lnTo>
                  <a:lnTo>
                    <a:pt x="1124809" y="3314"/>
                  </a:lnTo>
                  <a:lnTo>
                    <a:pt x="1058308" y="837"/>
                  </a:lnTo>
                  <a:lnTo>
                    <a:pt x="990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GB"/>
            </a:p>
          </p:txBody>
        </p:sp>
        <p:sp>
          <p:nvSpPr>
            <p:cNvPr id="69645" name="object 156"/>
            <p:cNvSpPr>
              <a:spLocks/>
            </p:cNvSpPr>
            <p:nvPr/>
          </p:nvSpPr>
          <p:spPr bwMode="auto">
            <a:xfrm>
              <a:off x="3003550" y="2184400"/>
              <a:ext cx="4978400" cy="2429510"/>
            </a:xfrm>
            <a:custGeom>
              <a:avLst/>
              <a:gdLst>
                <a:gd name="T0" fmla="*/ 3919945 w 4978400"/>
                <a:gd name="T1" fmla="*/ 2428665 h 2429510"/>
                <a:gd name="T2" fmla="*/ 3788080 w 4978400"/>
                <a:gd name="T3" fmla="*/ 2422078 h 2429510"/>
                <a:gd name="T4" fmla="*/ 3662319 w 4978400"/>
                <a:gd name="T5" fmla="*/ 2409326 h 2429510"/>
                <a:gd name="T6" fmla="*/ 3543842 w 4978400"/>
                <a:gd name="T7" fmla="*/ 2390850 h 2429510"/>
                <a:gd name="T8" fmla="*/ 3433824 w 4978400"/>
                <a:gd name="T9" fmla="*/ 2367091 h 2429510"/>
                <a:gd name="T10" fmla="*/ 3333444 w 4978400"/>
                <a:gd name="T11" fmla="*/ 2338490 h 2429510"/>
                <a:gd name="T12" fmla="*/ 3243879 w 4978400"/>
                <a:gd name="T13" fmla="*/ 2305489 h 2429510"/>
                <a:gd name="T14" fmla="*/ 3166305 w 4978400"/>
                <a:gd name="T15" fmla="*/ 2268527 h 2429510"/>
                <a:gd name="T16" fmla="*/ 3075007 w 4978400"/>
                <a:gd name="T17" fmla="*/ 2206625 h 2429510"/>
                <a:gd name="T18" fmla="*/ 3006237 w 4978400"/>
                <a:gd name="T19" fmla="*/ 2114344 h 2429510"/>
                <a:gd name="T20" fmla="*/ 2999483 w 4978400"/>
                <a:gd name="T21" fmla="*/ 2040144 h 2429510"/>
                <a:gd name="T22" fmla="*/ 3051846 w 4978400"/>
                <a:gd name="T23" fmla="*/ 1945693 h 2429510"/>
                <a:gd name="T24" fmla="*/ 3166305 w 4978400"/>
                <a:gd name="T25" fmla="*/ 1861914 h 2429510"/>
                <a:gd name="T26" fmla="*/ 3243879 w 4978400"/>
                <a:gd name="T27" fmla="*/ 1825106 h 2429510"/>
                <a:gd name="T28" fmla="*/ 3333444 w 4978400"/>
                <a:gd name="T29" fmla="*/ 1792263 h 2429510"/>
                <a:gd name="T30" fmla="*/ 3433824 w 4978400"/>
                <a:gd name="T31" fmla="*/ 1763816 h 2429510"/>
                <a:gd name="T32" fmla="*/ 3543842 w 4978400"/>
                <a:gd name="T33" fmla="*/ 1740198 h 2429510"/>
                <a:gd name="T34" fmla="*/ 3662319 w 4978400"/>
                <a:gd name="T35" fmla="*/ 1721841 h 2429510"/>
                <a:gd name="T36" fmla="*/ 3788080 w 4978400"/>
                <a:gd name="T37" fmla="*/ 1709176 h 2429510"/>
                <a:gd name="T38" fmla="*/ 3919945 w 4978400"/>
                <a:gd name="T39" fmla="*/ 1702637 h 2429510"/>
                <a:gd name="T40" fmla="*/ 4055508 w 4978400"/>
                <a:gd name="T41" fmla="*/ 1702637 h 2429510"/>
                <a:gd name="T42" fmla="*/ 4187155 w 4978400"/>
                <a:gd name="T43" fmla="*/ 1709176 h 2429510"/>
                <a:gd name="T44" fmla="*/ 4312782 w 4978400"/>
                <a:gd name="T45" fmla="*/ 1721841 h 2429510"/>
                <a:gd name="T46" fmla="*/ 4431200 w 4978400"/>
                <a:gd name="T47" fmla="*/ 1740198 h 2429510"/>
                <a:gd name="T48" fmla="*/ 4541217 w 4978400"/>
                <a:gd name="T49" fmla="*/ 1763816 h 2429510"/>
                <a:gd name="T50" fmla="*/ 4641643 w 4978400"/>
                <a:gd name="T51" fmla="*/ 1792263 h 2429510"/>
                <a:gd name="T52" fmla="*/ 4731287 w 4978400"/>
                <a:gd name="T53" fmla="*/ 1825106 h 2429510"/>
                <a:gd name="T54" fmla="*/ 4808959 w 4978400"/>
                <a:gd name="T55" fmla="*/ 1861914 h 2429510"/>
                <a:gd name="T56" fmla="*/ 4900414 w 4978400"/>
                <a:gd name="T57" fmla="*/ 1923613 h 2429510"/>
                <a:gd name="T58" fmla="*/ 4969338 w 4978400"/>
                <a:gd name="T59" fmla="*/ 2015720 h 2429510"/>
                <a:gd name="T60" fmla="*/ 4976109 w 4978400"/>
                <a:gd name="T61" fmla="*/ 2089901 h 2429510"/>
                <a:gd name="T62" fmla="*/ 4923622 w 4978400"/>
                <a:gd name="T63" fmla="*/ 2184488 h 2429510"/>
                <a:gd name="T64" fmla="*/ 4808959 w 4978400"/>
                <a:gd name="T65" fmla="*/ 2268527 h 2429510"/>
                <a:gd name="T66" fmla="*/ 4731287 w 4978400"/>
                <a:gd name="T67" fmla="*/ 2305489 h 2429510"/>
                <a:gd name="T68" fmla="*/ 4641643 w 4978400"/>
                <a:gd name="T69" fmla="*/ 2338490 h 2429510"/>
                <a:gd name="T70" fmla="*/ 4541217 w 4978400"/>
                <a:gd name="T71" fmla="*/ 2367091 h 2429510"/>
                <a:gd name="T72" fmla="*/ 4431200 w 4978400"/>
                <a:gd name="T73" fmla="*/ 2390850 h 2429510"/>
                <a:gd name="T74" fmla="*/ 4312782 w 4978400"/>
                <a:gd name="T75" fmla="*/ 2409326 h 2429510"/>
                <a:gd name="T76" fmla="*/ 4187155 w 4978400"/>
                <a:gd name="T77" fmla="*/ 2422078 h 2429510"/>
                <a:gd name="T78" fmla="*/ 4055508 w 4978400"/>
                <a:gd name="T79" fmla="*/ 2428665 h 2429510"/>
                <a:gd name="T80" fmla="*/ 1797050 w 4978400"/>
                <a:gd name="T81" fmla="*/ 561339 h 2429510"/>
                <a:gd name="T82" fmla="*/ 248920 w 4978400"/>
                <a:gd name="T83" fmla="*/ 1229360 h 2429510"/>
                <a:gd name="T84" fmla="*/ 135572 w 4978400"/>
                <a:gd name="T85" fmla="*/ 1201896 h 2429510"/>
                <a:gd name="T86" fmla="*/ 88900 w 4978400"/>
                <a:gd name="T87" fmla="*/ 1135379 h 2429510"/>
                <a:gd name="T88" fmla="*/ 135572 w 4978400"/>
                <a:gd name="T89" fmla="*/ 1068863 h 2429510"/>
                <a:gd name="T90" fmla="*/ 248920 w 4978400"/>
                <a:gd name="T91" fmla="*/ 1041400 h 2429510"/>
                <a:gd name="T92" fmla="*/ 362267 w 4978400"/>
                <a:gd name="T93" fmla="*/ 1068863 h 2429510"/>
                <a:gd name="T94" fmla="*/ 408939 w 4978400"/>
                <a:gd name="T95" fmla="*/ 1135379 h 2429510"/>
                <a:gd name="T96" fmla="*/ 362267 w 4978400"/>
                <a:gd name="T97" fmla="*/ 1201896 h 2429510"/>
                <a:gd name="T98" fmla="*/ 248920 w 4978400"/>
                <a:gd name="T99" fmla="*/ 1229360 h 2429510"/>
                <a:gd name="T100" fmla="*/ 234950 w 4978400"/>
                <a:gd name="T101" fmla="*/ 1375410 h 2429510"/>
                <a:gd name="T102" fmla="*/ 481329 w 4978400"/>
                <a:gd name="T103" fmla="*/ 1262379 h 242951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78400" h="2429510">
                  <a:moveTo>
                    <a:pt x="3987800" y="2429510"/>
                  </a:moveTo>
                  <a:lnTo>
                    <a:pt x="3919945" y="2428665"/>
                  </a:lnTo>
                  <a:lnTo>
                    <a:pt x="3853323" y="2426170"/>
                  </a:lnTo>
                  <a:lnTo>
                    <a:pt x="3788080" y="2422078"/>
                  </a:lnTo>
                  <a:lnTo>
                    <a:pt x="3724363" y="2416445"/>
                  </a:lnTo>
                  <a:lnTo>
                    <a:pt x="3662319" y="2409326"/>
                  </a:lnTo>
                  <a:lnTo>
                    <a:pt x="3602097" y="2400776"/>
                  </a:lnTo>
                  <a:lnTo>
                    <a:pt x="3543842" y="2390850"/>
                  </a:lnTo>
                  <a:lnTo>
                    <a:pt x="3487702" y="2379603"/>
                  </a:lnTo>
                  <a:lnTo>
                    <a:pt x="3433824" y="2367091"/>
                  </a:lnTo>
                  <a:lnTo>
                    <a:pt x="3382356" y="2353368"/>
                  </a:lnTo>
                  <a:lnTo>
                    <a:pt x="3333444" y="2338490"/>
                  </a:lnTo>
                  <a:lnTo>
                    <a:pt x="3287236" y="2322512"/>
                  </a:lnTo>
                  <a:lnTo>
                    <a:pt x="3243879" y="2305489"/>
                  </a:lnTo>
                  <a:lnTo>
                    <a:pt x="3203519" y="2287475"/>
                  </a:lnTo>
                  <a:lnTo>
                    <a:pt x="3166305" y="2268527"/>
                  </a:lnTo>
                  <a:lnTo>
                    <a:pt x="3132384" y="2248699"/>
                  </a:lnTo>
                  <a:lnTo>
                    <a:pt x="3075007" y="2206625"/>
                  </a:lnTo>
                  <a:lnTo>
                    <a:pt x="3032565" y="2161692"/>
                  </a:lnTo>
                  <a:lnTo>
                    <a:pt x="3006237" y="2114344"/>
                  </a:lnTo>
                  <a:lnTo>
                    <a:pt x="2997200" y="2065020"/>
                  </a:lnTo>
                  <a:lnTo>
                    <a:pt x="2999483" y="2040144"/>
                  </a:lnTo>
                  <a:lnTo>
                    <a:pt x="3017314" y="1991801"/>
                  </a:lnTo>
                  <a:lnTo>
                    <a:pt x="3051846" y="1945693"/>
                  </a:lnTo>
                  <a:lnTo>
                    <a:pt x="3101902" y="1902254"/>
                  </a:lnTo>
                  <a:lnTo>
                    <a:pt x="3166305" y="1861914"/>
                  </a:lnTo>
                  <a:lnTo>
                    <a:pt x="3203519" y="1843041"/>
                  </a:lnTo>
                  <a:lnTo>
                    <a:pt x="3243879" y="1825106"/>
                  </a:lnTo>
                  <a:lnTo>
                    <a:pt x="3287236" y="1808162"/>
                  </a:lnTo>
                  <a:lnTo>
                    <a:pt x="3333444" y="1792263"/>
                  </a:lnTo>
                  <a:lnTo>
                    <a:pt x="3382356" y="1777463"/>
                  </a:lnTo>
                  <a:lnTo>
                    <a:pt x="3433824" y="1763816"/>
                  </a:lnTo>
                  <a:lnTo>
                    <a:pt x="3487702" y="1751377"/>
                  </a:lnTo>
                  <a:lnTo>
                    <a:pt x="3543842" y="1740198"/>
                  </a:lnTo>
                  <a:lnTo>
                    <a:pt x="3602097" y="1730335"/>
                  </a:lnTo>
                  <a:lnTo>
                    <a:pt x="3662319" y="1721841"/>
                  </a:lnTo>
                  <a:lnTo>
                    <a:pt x="3724363" y="1714770"/>
                  </a:lnTo>
                  <a:lnTo>
                    <a:pt x="3788080" y="1709176"/>
                  </a:lnTo>
                  <a:lnTo>
                    <a:pt x="3853323" y="1705114"/>
                  </a:lnTo>
                  <a:lnTo>
                    <a:pt x="3919945" y="1702637"/>
                  </a:lnTo>
                  <a:lnTo>
                    <a:pt x="3987800" y="1701800"/>
                  </a:lnTo>
                  <a:lnTo>
                    <a:pt x="4055508" y="1702637"/>
                  </a:lnTo>
                  <a:lnTo>
                    <a:pt x="4122009" y="1705114"/>
                  </a:lnTo>
                  <a:lnTo>
                    <a:pt x="4187155" y="1709176"/>
                  </a:lnTo>
                  <a:lnTo>
                    <a:pt x="4250795" y="1714770"/>
                  </a:lnTo>
                  <a:lnTo>
                    <a:pt x="4312782" y="1721841"/>
                  </a:lnTo>
                  <a:lnTo>
                    <a:pt x="4372967" y="1730335"/>
                  </a:lnTo>
                  <a:lnTo>
                    <a:pt x="4431200" y="1740198"/>
                  </a:lnTo>
                  <a:lnTo>
                    <a:pt x="4487333" y="1751377"/>
                  </a:lnTo>
                  <a:lnTo>
                    <a:pt x="4541217" y="1763816"/>
                  </a:lnTo>
                  <a:lnTo>
                    <a:pt x="4592703" y="1777463"/>
                  </a:lnTo>
                  <a:lnTo>
                    <a:pt x="4641643" y="1792263"/>
                  </a:lnTo>
                  <a:lnTo>
                    <a:pt x="4687887" y="1808162"/>
                  </a:lnTo>
                  <a:lnTo>
                    <a:pt x="4731287" y="1825106"/>
                  </a:lnTo>
                  <a:lnTo>
                    <a:pt x="4771694" y="1843041"/>
                  </a:lnTo>
                  <a:lnTo>
                    <a:pt x="4808959" y="1861914"/>
                  </a:lnTo>
                  <a:lnTo>
                    <a:pt x="4842933" y="1881669"/>
                  </a:lnTo>
                  <a:lnTo>
                    <a:pt x="4900414" y="1923613"/>
                  </a:lnTo>
                  <a:lnTo>
                    <a:pt x="4942945" y="1968441"/>
                  </a:lnTo>
                  <a:lnTo>
                    <a:pt x="4969338" y="2015720"/>
                  </a:lnTo>
                  <a:lnTo>
                    <a:pt x="4978400" y="2065020"/>
                  </a:lnTo>
                  <a:lnTo>
                    <a:pt x="4976109" y="2089901"/>
                  </a:lnTo>
                  <a:lnTo>
                    <a:pt x="4958233" y="2138293"/>
                  </a:lnTo>
                  <a:lnTo>
                    <a:pt x="4923622" y="2184488"/>
                  </a:lnTo>
                  <a:lnTo>
                    <a:pt x="4873467" y="2228047"/>
                  </a:lnTo>
                  <a:lnTo>
                    <a:pt x="4808959" y="2268527"/>
                  </a:lnTo>
                  <a:lnTo>
                    <a:pt x="4771694" y="2287475"/>
                  </a:lnTo>
                  <a:lnTo>
                    <a:pt x="4731287" y="2305489"/>
                  </a:lnTo>
                  <a:lnTo>
                    <a:pt x="4687887" y="2322512"/>
                  </a:lnTo>
                  <a:lnTo>
                    <a:pt x="4641643" y="2338490"/>
                  </a:lnTo>
                  <a:lnTo>
                    <a:pt x="4592703" y="2353368"/>
                  </a:lnTo>
                  <a:lnTo>
                    <a:pt x="4541217" y="2367091"/>
                  </a:lnTo>
                  <a:lnTo>
                    <a:pt x="4487333" y="2379603"/>
                  </a:lnTo>
                  <a:lnTo>
                    <a:pt x="4431200" y="2390850"/>
                  </a:lnTo>
                  <a:lnTo>
                    <a:pt x="4372967" y="2400776"/>
                  </a:lnTo>
                  <a:lnTo>
                    <a:pt x="4312782" y="2409326"/>
                  </a:lnTo>
                  <a:lnTo>
                    <a:pt x="4250795" y="2416445"/>
                  </a:lnTo>
                  <a:lnTo>
                    <a:pt x="4187155" y="2422078"/>
                  </a:lnTo>
                  <a:lnTo>
                    <a:pt x="4122009" y="2426170"/>
                  </a:lnTo>
                  <a:lnTo>
                    <a:pt x="4055508" y="2428665"/>
                  </a:lnTo>
                  <a:lnTo>
                    <a:pt x="3987800" y="2429510"/>
                  </a:lnTo>
                  <a:close/>
                </a:path>
                <a:path w="4978400" h="2429510">
                  <a:moveTo>
                    <a:pt x="1797050" y="561339"/>
                  </a:moveTo>
                  <a:lnTo>
                    <a:pt x="3037840" y="0"/>
                  </a:lnTo>
                </a:path>
                <a:path w="4978400" h="2429510">
                  <a:moveTo>
                    <a:pt x="248920" y="1229360"/>
                  </a:moveTo>
                  <a:lnTo>
                    <a:pt x="186412" y="1221997"/>
                  </a:lnTo>
                  <a:lnTo>
                    <a:pt x="135572" y="1201896"/>
                  </a:lnTo>
                  <a:lnTo>
                    <a:pt x="101401" y="1172031"/>
                  </a:lnTo>
                  <a:lnTo>
                    <a:pt x="88900" y="1135379"/>
                  </a:lnTo>
                  <a:lnTo>
                    <a:pt x="101401" y="1098728"/>
                  </a:lnTo>
                  <a:lnTo>
                    <a:pt x="135572" y="1068863"/>
                  </a:lnTo>
                  <a:lnTo>
                    <a:pt x="186412" y="1048762"/>
                  </a:lnTo>
                  <a:lnTo>
                    <a:pt x="248920" y="1041400"/>
                  </a:lnTo>
                  <a:lnTo>
                    <a:pt x="311427" y="1048762"/>
                  </a:lnTo>
                  <a:lnTo>
                    <a:pt x="362267" y="1068863"/>
                  </a:lnTo>
                  <a:lnTo>
                    <a:pt x="396438" y="1098728"/>
                  </a:lnTo>
                  <a:lnTo>
                    <a:pt x="408939" y="1135379"/>
                  </a:lnTo>
                  <a:lnTo>
                    <a:pt x="396438" y="1172031"/>
                  </a:lnTo>
                  <a:lnTo>
                    <a:pt x="362267" y="1201896"/>
                  </a:lnTo>
                  <a:lnTo>
                    <a:pt x="311427" y="1221997"/>
                  </a:lnTo>
                  <a:lnTo>
                    <a:pt x="248920" y="1229360"/>
                  </a:lnTo>
                  <a:close/>
                </a:path>
                <a:path w="4978400" h="2429510">
                  <a:moveTo>
                    <a:pt x="231139" y="1217929"/>
                  </a:moveTo>
                  <a:lnTo>
                    <a:pt x="234950" y="1375410"/>
                  </a:lnTo>
                </a:path>
                <a:path w="4978400" h="2429510">
                  <a:moveTo>
                    <a:pt x="0" y="1259839"/>
                  </a:moveTo>
                  <a:lnTo>
                    <a:pt x="481329" y="1262379"/>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sp>
          <p:nvSpPr>
            <p:cNvPr id="69646" name="object 157"/>
            <p:cNvSpPr>
              <a:spLocks/>
            </p:cNvSpPr>
            <p:nvPr/>
          </p:nvSpPr>
          <p:spPr bwMode="auto">
            <a:xfrm>
              <a:off x="2914650" y="3558539"/>
              <a:ext cx="659130" cy="199390"/>
            </a:xfrm>
            <a:custGeom>
              <a:avLst/>
              <a:gdLst>
                <a:gd name="T0" fmla="*/ 0 w 659129"/>
                <a:gd name="T1" fmla="*/ 199406 h 199389"/>
                <a:gd name="T2" fmla="*/ 320039 w 659129"/>
                <a:gd name="T3" fmla="*/ 0 h 199389"/>
                <a:gd name="T4" fmla="*/ 659145 w 659129"/>
                <a:gd name="T5" fmla="*/ 199406 h 199389"/>
                <a:gd name="T6" fmla="*/ 0 60000 65536"/>
                <a:gd name="T7" fmla="*/ 0 60000 65536"/>
                <a:gd name="T8" fmla="*/ 0 60000 65536"/>
              </a:gdLst>
              <a:ahLst/>
              <a:cxnLst>
                <a:cxn ang="T6">
                  <a:pos x="T0" y="T1"/>
                </a:cxn>
                <a:cxn ang="T7">
                  <a:pos x="T2" y="T3"/>
                </a:cxn>
                <a:cxn ang="T8">
                  <a:pos x="T4" y="T5"/>
                </a:cxn>
              </a:cxnLst>
              <a:rect l="0" t="0" r="r" b="b"/>
              <a:pathLst>
                <a:path w="659129" h="199389">
                  <a:moveTo>
                    <a:pt x="0" y="199390"/>
                  </a:moveTo>
                  <a:lnTo>
                    <a:pt x="320039" y="0"/>
                  </a:lnTo>
                  <a:lnTo>
                    <a:pt x="659129" y="19939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sp>
          <p:nvSpPr>
            <p:cNvPr id="69647" name="object 158"/>
            <p:cNvSpPr>
              <a:spLocks/>
            </p:cNvSpPr>
            <p:nvPr/>
          </p:nvSpPr>
          <p:spPr bwMode="auto">
            <a:xfrm>
              <a:off x="3572509" y="2747009"/>
              <a:ext cx="2593340" cy="1301750"/>
            </a:xfrm>
            <a:custGeom>
              <a:avLst/>
              <a:gdLst>
                <a:gd name="T0" fmla="*/ 1228089 w 2593340"/>
                <a:gd name="T1" fmla="*/ 0 h 1301750"/>
                <a:gd name="T2" fmla="*/ 0 w 2593340"/>
                <a:gd name="T3" fmla="*/ 572769 h 1301750"/>
                <a:gd name="T4" fmla="*/ 1280160 w 2593340"/>
                <a:gd name="T5" fmla="*/ 519429 h 1301750"/>
                <a:gd name="T6" fmla="*/ 2593340 w 2593340"/>
                <a:gd name="T7" fmla="*/ 341629 h 1301750"/>
                <a:gd name="T8" fmla="*/ 1280160 w 2593340"/>
                <a:gd name="T9" fmla="*/ 519429 h 1301750"/>
                <a:gd name="T10" fmla="*/ 0 w 2593340"/>
                <a:gd name="T11" fmla="*/ 687069 h 1301750"/>
                <a:gd name="T12" fmla="*/ 1245869 w 2593340"/>
                <a:gd name="T13" fmla="*/ 1041400 h 1301750"/>
                <a:gd name="T14" fmla="*/ 2486660 w 2593340"/>
                <a:gd name="T15" fmla="*/ 1301750 h 1301750"/>
                <a:gd name="T16" fmla="*/ 1245869 w 2593340"/>
                <a:gd name="T17" fmla="*/ 1041400 h 1301750"/>
                <a:gd name="T18" fmla="*/ 1269 w 2593340"/>
                <a:gd name="T19" fmla="*/ 801369 h 13017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93340" h="1301750">
                  <a:moveTo>
                    <a:pt x="1228089" y="0"/>
                  </a:moveTo>
                  <a:lnTo>
                    <a:pt x="0" y="572769"/>
                  </a:lnTo>
                </a:path>
                <a:path w="2593340" h="1301750">
                  <a:moveTo>
                    <a:pt x="1280160" y="519429"/>
                  </a:moveTo>
                  <a:lnTo>
                    <a:pt x="2593340" y="341629"/>
                  </a:lnTo>
                </a:path>
                <a:path w="2593340" h="1301750">
                  <a:moveTo>
                    <a:pt x="1280160" y="519429"/>
                  </a:moveTo>
                  <a:lnTo>
                    <a:pt x="0" y="687069"/>
                  </a:lnTo>
                </a:path>
                <a:path w="2593340" h="1301750">
                  <a:moveTo>
                    <a:pt x="1245869" y="1041400"/>
                  </a:moveTo>
                  <a:lnTo>
                    <a:pt x="2486660" y="1301750"/>
                  </a:lnTo>
                </a:path>
                <a:path w="2593340" h="1301750">
                  <a:moveTo>
                    <a:pt x="1245869" y="1041400"/>
                  </a:moveTo>
                  <a:lnTo>
                    <a:pt x="1269" y="801369"/>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sp>
          <p:nvSpPr>
            <p:cNvPr id="69648" name="object 159"/>
            <p:cNvSpPr>
              <a:spLocks/>
            </p:cNvSpPr>
            <p:nvPr/>
          </p:nvSpPr>
          <p:spPr bwMode="auto">
            <a:xfrm>
              <a:off x="6000750" y="4953000"/>
              <a:ext cx="1837689" cy="914400"/>
            </a:xfrm>
            <a:custGeom>
              <a:avLst/>
              <a:gdLst>
                <a:gd name="T0" fmla="*/ 856505 w 1837690"/>
                <a:gd name="T1" fmla="*/ 1053 h 914400"/>
                <a:gd name="T2" fmla="*/ 734119 w 1837690"/>
                <a:gd name="T3" fmla="*/ 9279 h 914400"/>
                <a:gd name="T4" fmla="*/ 617395 w 1837690"/>
                <a:gd name="T5" fmla="*/ 25211 h 914400"/>
                <a:gd name="T6" fmla="*/ 507427 w 1837690"/>
                <a:gd name="T7" fmla="*/ 48306 h 914400"/>
                <a:gd name="T8" fmla="*/ 405308 w 1837690"/>
                <a:gd name="T9" fmla="*/ 78023 h 914400"/>
                <a:gd name="T10" fmla="*/ 312132 w 1837690"/>
                <a:gd name="T11" fmla="*/ 113818 h 914400"/>
                <a:gd name="T12" fmla="*/ 228993 w 1837690"/>
                <a:gd name="T13" fmla="*/ 155150 h 914400"/>
                <a:gd name="T14" fmla="*/ 156983 w 1837690"/>
                <a:gd name="T15" fmla="*/ 201476 h 914400"/>
                <a:gd name="T16" fmla="*/ 97198 w 1837690"/>
                <a:gd name="T17" fmla="*/ 252253 h 914400"/>
                <a:gd name="T18" fmla="*/ 18672 w 1837690"/>
                <a:gd name="T19" fmla="*/ 364993 h 914400"/>
                <a:gd name="T20" fmla="*/ 0 w 1837690"/>
                <a:gd name="T21" fmla="*/ 457200 h 914400"/>
                <a:gd name="T22" fmla="*/ 18672 w 1837690"/>
                <a:gd name="T23" fmla="*/ 549406 h 914400"/>
                <a:gd name="T24" fmla="*/ 97198 w 1837690"/>
                <a:gd name="T25" fmla="*/ 662146 h 914400"/>
                <a:gd name="T26" fmla="*/ 156983 w 1837690"/>
                <a:gd name="T27" fmla="*/ 712923 h 914400"/>
                <a:gd name="T28" fmla="*/ 228993 w 1837690"/>
                <a:gd name="T29" fmla="*/ 759249 h 914400"/>
                <a:gd name="T30" fmla="*/ 312132 w 1837690"/>
                <a:gd name="T31" fmla="*/ 800581 h 914400"/>
                <a:gd name="T32" fmla="*/ 405308 w 1837690"/>
                <a:gd name="T33" fmla="*/ 836376 h 914400"/>
                <a:gd name="T34" fmla="*/ 507427 w 1837690"/>
                <a:gd name="T35" fmla="*/ 866093 h 914400"/>
                <a:gd name="T36" fmla="*/ 617395 w 1837690"/>
                <a:gd name="T37" fmla="*/ 889188 h 914400"/>
                <a:gd name="T38" fmla="*/ 734119 w 1837690"/>
                <a:gd name="T39" fmla="*/ 905120 h 914400"/>
                <a:gd name="T40" fmla="*/ 856505 w 1837690"/>
                <a:gd name="T41" fmla="*/ 913346 h 914400"/>
                <a:gd name="T42" fmla="*/ 982286 w 1837690"/>
                <a:gd name="T43" fmla="*/ 913346 h 914400"/>
                <a:gd name="T44" fmla="*/ 1104405 w 1837690"/>
                <a:gd name="T45" fmla="*/ 905120 h 914400"/>
                <a:gd name="T46" fmla="*/ 1220908 w 1837690"/>
                <a:gd name="T47" fmla="*/ 889188 h 914400"/>
                <a:gd name="T48" fmla="*/ 1330697 w 1837690"/>
                <a:gd name="T49" fmla="*/ 866093 h 914400"/>
                <a:gd name="T50" fmla="*/ 1432675 w 1837690"/>
                <a:gd name="T51" fmla="*/ 836376 h 914400"/>
                <a:gd name="T52" fmla="*/ 1525743 w 1837690"/>
                <a:gd name="T53" fmla="*/ 800581 h 914400"/>
                <a:gd name="T54" fmla="*/ 1608803 w 1837690"/>
                <a:gd name="T55" fmla="*/ 759249 h 914400"/>
                <a:gd name="T56" fmla="*/ 1680757 w 1837690"/>
                <a:gd name="T57" fmla="*/ 712923 h 914400"/>
                <a:gd name="T58" fmla="*/ 1740507 w 1837690"/>
                <a:gd name="T59" fmla="*/ 662146 h 914400"/>
                <a:gd name="T60" fmla="*/ 1819003 w 1837690"/>
                <a:gd name="T61" fmla="*/ 549406 h 914400"/>
                <a:gd name="T62" fmla="*/ 1837674 w 1837690"/>
                <a:gd name="T63" fmla="*/ 457200 h 914400"/>
                <a:gd name="T64" fmla="*/ 1819003 w 1837690"/>
                <a:gd name="T65" fmla="*/ 364993 h 914400"/>
                <a:gd name="T66" fmla="*/ 1740507 w 1837690"/>
                <a:gd name="T67" fmla="*/ 252253 h 914400"/>
                <a:gd name="T68" fmla="*/ 1680757 w 1837690"/>
                <a:gd name="T69" fmla="*/ 201476 h 914400"/>
                <a:gd name="T70" fmla="*/ 1608803 w 1837690"/>
                <a:gd name="T71" fmla="*/ 155150 h 914400"/>
                <a:gd name="T72" fmla="*/ 1525743 w 1837690"/>
                <a:gd name="T73" fmla="*/ 113818 h 914400"/>
                <a:gd name="T74" fmla="*/ 1432675 w 1837690"/>
                <a:gd name="T75" fmla="*/ 78023 h 914400"/>
                <a:gd name="T76" fmla="*/ 1330697 w 1837690"/>
                <a:gd name="T77" fmla="*/ 48306 h 914400"/>
                <a:gd name="T78" fmla="*/ 1220908 w 1837690"/>
                <a:gd name="T79" fmla="*/ 25211 h 914400"/>
                <a:gd name="T80" fmla="*/ 1104405 w 1837690"/>
                <a:gd name="T81" fmla="*/ 9279 h 914400"/>
                <a:gd name="T82" fmla="*/ 982286 w 1837690"/>
                <a:gd name="T83" fmla="*/ 1053 h 9144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837690" h="914400">
                  <a:moveTo>
                    <a:pt x="919479" y="0"/>
                  </a:moveTo>
                  <a:lnTo>
                    <a:pt x="856505" y="1053"/>
                  </a:lnTo>
                  <a:lnTo>
                    <a:pt x="794673" y="4169"/>
                  </a:lnTo>
                  <a:lnTo>
                    <a:pt x="734119" y="9279"/>
                  </a:lnTo>
                  <a:lnTo>
                    <a:pt x="674981" y="16315"/>
                  </a:lnTo>
                  <a:lnTo>
                    <a:pt x="617395" y="25211"/>
                  </a:lnTo>
                  <a:lnTo>
                    <a:pt x="561498" y="35897"/>
                  </a:lnTo>
                  <a:lnTo>
                    <a:pt x="507427" y="48306"/>
                  </a:lnTo>
                  <a:lnTo>
                    <a:pt x="455318" y="62371"/>
                  </a:lnTo>
                  <a:lnTo>
                    <a:pt x="405308" y="78023"/>
                  </a:lnTo>
                  <a:lnTo>
                    <a:pt x="357534" y="95194"/>
                  </a:lnTo>
                  <a:lnTo>
                    <a:pt x="312132" y="113818"/>
                  </a:lnTo>
                  <a:lnTo>
                    <a:pt x="269239" y="133826"/>
                  </a:lnTo>
                  <a:lnTo>
                    <a:pt x="228993" y="155150"/>
                  </a:lnTo>
                  <a:lnTo>
                    <a:pt x="191528" y="177722"/>
                  </a:lnTo>
                  <a:lnTo>
                    <a:pt x="156983" y="201476"/>
                  </a:lnTo>
                  <a:lnTo>
                    <a:pt x="125494" y="226342"/>
                  </a:lnTo>
                  <a:lnTo>
                    <a:pt x="97198" y="252253"/>
                  </a:lnTo>
                  <a:lnTo>
                    <a:pt x="50730" y="306940"/>
                  </a:lnTo>
                  <a:lnTo>
                    <a:pt x="18672" y="364993"/>
                  </a:lnTo>
                  <a:lnTo>
                    <a:pt x="2120" y="425871"/>
                  </a:lnTo>
                  <a:lnTo>
                    <a:pt x="0" y="457200"/>
                  </a:lnTo>
                  <a:lnTo>
                    <a:pt x="2120" y="488528"/>
                  </a:lnTo>
                  <a:lnTo>
                    <a:pt x="18672" y="549406"/>
                  </a:lnTo>
                  <a:lnTo>
                    <a:pt x="50730" y="607459"/>
                  </a:lnTo>
                  <a:lnTo>
                    <a:pt x="97198" y="662146"/>
                  </a:lnTo>
                  <a:lnTo>
                    <a:pt x="125494" y="688057"/>
                  </a:lnTo>
                  <a:lnTo>
                    <a:pt x="156983" y="712923"/>
                  </a:lnTo>
                  <a:lnTo>
                    <a:pt x="191528" y="736677"/>
                  </a:lnTo>
                  <a:lnTo>
                    <a:pt x="228993" y="759249"/>
                  </a:lnTo>
                  <a:lnTo>
                    <a:pt x="269240" y="780573"/>
                  </a:lnTo>
                  <a:lnTo>
                    <a:pt x="312132" y="800581"/>
                  </a:lnTo>
                  <a:lnTo>
                    <a:pt x="357534" y="819205"/>
                  </a:lnTo>
                  <a:lnTo>
                    <a:pt x="405308" y="836376"/>
                  </a:lnTo>
                  <a:lnTo>
                    <a:pt x="455318" y="852028"/>
                  </a:lnTo>
                  <a:lnTo>
                    <a:pt x="507427" y="866093"/>
                  </a:lnTo>
                  <a:lnTo>
                    <a:pt x="561498" y="878502"/>
                  </a:lnTo>
                  <a:lnTo>
                    <a:pt x="617395" y="889188"/>
                  </a:lnTo>
                  <a:lnTo>
                    <a:pt x="674981" y="898084"/>
                  </a:lnTo>
                  <a:lnTo>
                    <a:pt x="734119" y="905120"/>
                  </a:lnTo>
                  <a:lnTo>
                    <a:pt x="794673" y="910230"/>
                  </a:lnTo>
                  <a:lnTo>
                    <a:pt x="856505" y="913346"/>
                  </a:lnTo>
                  <a:lnTo>
                    <a:pt x="919479" y="914400"/>
                  </a:lnTo>
                  <a:lnTo>
                    <a:pt x="982302" y="913346"/>
                  </a:lnTo>
                  <a:lnTo>
                    <a:pt x="1043995" y="910230"/>
                  </a:lnTo>
                  <a:lnTo>
                    <a:pt x="1104421" y="905120"/>
                  </a:lnTo>
                  <a:lnTo>
                    <a:pt x="1163443" y="898084"/>
                  </a:lnTo>
                  <a:lnTo>
                    <a:pt x="1220924" y="889188"/>
                  </a:lnTo>
                  <a:lnTo>
                    <a:pt x="1276727" y="878502"/>
                  </a:lnTo>
                  <a:lnTo>
                    <a:pt x="1330713" y="866093"/>
                  </a:lnTo>
                  <a:lnTo>
                    <a:pt x="1382747" y="852028"/>
                  </a:lnTo>
                  <a:lnTo>
                    <a:pt x="1432691" y="836376"/>
                  </a:lnTo>
                  <a:lnTo>
                    <a:pt x="1480407" y="819205"/>
                  </a:lnTo>
                  <a:lnTo>
                    <a:pt x="1525759" y="800581"/>
                  </a:lnTo>
                  <a:lnTo>
                    <a:pt x="1568608" y="780573"/>
                  </a:lnTo>
                  <a:lnTo>
                    <a:pt x="1608819" y="759249"/>
                  </a:lnTo>
                  <a:lnTo>
                    <a:pt x="1646252" y="736677"/>
                  </a:lnTo>
                  <a:lnTo>
                    <a:pt x="1680773" y="712923"/>
                  </a:lnTo>
                  <a:lnTo>
                    <a:pt x="1712242" y="688057"/>
                  </a:lnTo>
                  <a:lnTo>
                    <a:pt x="1740523" y="662146"/>
                  </a:lnTo>
                  <a:lnTo>
                    <a:pt x="1786971" y="607459"/>
                  </a:lnTo>
                  <a:lnTo>
                    <a:pt x="1819019" y="549406"/>
                  </a:lnTo>
                  <a:lnTo>
                    <a:pt x="1835569" y="488528"/>
                  </a:lnTo>
                  <a:lnTo>
                    <a:pt x="1837690" y="457200"/>
                  </a:lnTo>
                  <a:lnTo>
                    <a:pt x="1835569" y="425871"/>
                  </a:lnTo>
                  <a:lnTo>
                    <a:pt x="1819019" y="364993"/>
                  </a:lnTo>
                  <a:lnTo>
                    <a:pt x="1786971" y="306940"/>
                  </a:lnTo>
                  <a:lnTo>
                    <a:pt x="1740523" y="252253"/>
                  </a:lnTo>
                  <a:lnTo>
                    <a:pt x="1712242" y="226342"/>
                  </a:lnTo>
                  <a:lnTo>
                    <a:pt x="1680773" y="201476"/>
                  </a:lnTo>
                  <a:lnTo>
                    <a:pt x="1646252" y="177722"/>
                  </a:lnTo>
                  <a:lnTo>
                    <a:pt x="1608819" y="155150"/>
                  </a:lnTo>
                  <a:lnTo>
                    <a:pt x="1568608" y="133826"/>
                  </a:lnTo>
                  <a:lnTo>
                    <a:pt x="1525759" y="113818"/>
                  </a:lnTo>
                  <a:lnTo>
                    <a:pt x="1480407" y="95194"/>
                  </a:lnTo>
                  <a:lnTo>
                    <a:pt x="1432691" y="78023"/>
                  </a:lnTo>
                  <a:lnTo>
                    <a:pt x="1382747" y="62371"/>
                  </a:lnTo>
                  <a:lnTo>
                    <a:pt x="1330713" y="48306"/>
                  </a:lnTo>
                  <a:lnTo>
                    <a:pt x="1276727" y="35897"/>
                  </a:lnTo>
                  <a:lnTo>
                    <a:pt x="1220924" y="25211"/>
                  </a:lnTo>
                  <a:lnTo>
                    <a:pt x="1163443" y="16315"/>
                  </a:lnTo>
                  <a:lnTo>
                    <a:pt x="1104421" y="9279"/>
                  </a:lnTo>
                  <a:lnTo>
                    <a:pt x="1043995" y="4169"/>
                  </a:lnTo>
                  <a:lnTo>
                    <a:pt x="982302" y="1053"/>
                  </a:lnTo>
                  <a:lnTo>
                    <a:pt x="91947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GB"/>
            </a:p>
          </p:txBody>
        </p:sp>
        <p:sp>
          <p:nvSpPr>
            <p:cNvPr id="69649" name="object 160"/>
            <p:cNvSpPr>
              <a:spLocks/>
            </p:cNvSpPr>
            <p:nvPr/>
          </p:nvSpPr>
          <p:spPr bwMode="auto">
            <a:xfrm>
              <a:off x="6000750" y="4953000"/>
              <a:ext cx="1837689" cy="914400"/>
            </a:xfrm>
            <a:custGeom>
              <a:avLst/>
              <a:gdLst>
                <a:gd name="T0" fmla="*/ 856505 w 1837690"/>
                <a:gd name="T1" fmla="*/ 913346 h 914400"/>
                <a:gd name="T2" fmla="*/ 734119 w 1837690"/>
                <a:gd name="T3" fmla="*/ 905120 h 914400"/>
                <a:gd name="T4" fmla="*/ 617395 w 1837690"/>
                <a:gd name="T5" fmla="*/ 889188 h 914400"/>
                <a:gd name="T6" fmla="*/ 507427 w 1837690"/>
                <a:gd name="T7" fmla="*/ 866093 h 914400"/>
                <a:gd name="T8" fmla="*/ 405308 w 1837690"/>
                <a:gd name="T9" fmla="*/ 836376 h 914400"/>
                <a:gd name="T10" fmla="*/ 312132 w 1837690"/>
                <a:gd name="T11" fmla="*/ 800581 h 914400"/>
                <a:gd name="T12" fmla="*/ 228993 w 1837690"/>
                <a:gd name="T13" fmla="*/ 759249 h 914400"/>
                <a:gd name="T14" fmla="*/ 156983 w 1837690"/>
                <a:gd name="T15" fmla="*/ 712923 h 914400"/>
                <a:gd name="T16" fmla="*/ 97198 w 1837690"/>
                <a:gd name="T17" fmla="*/ 662146 h 914400"/>
                <a:gd name="T18" fmla="*/ 18672 w 1837690"/>
                <a:gd name="T19" fmla="*/ 549406 h 914400"/>
                <a:gd name="T20" fmla="*/ 0 w 1837690"/>
                <a:gd name="T21" fmla="*/ 457200 h 914400"/>
                <a:gd name="T22" fmla="*/ 18672 w 1837690"/>
                <a:gd name="T23" fmla="*/ 364993 h 914400"/>
                <a:gd name="T24" fmla="*/ 97198 w 1837690"/>
                <a:gd name="T25" fmla="*/ 252253 h 914400"/>
                <a:gd name="T26" fmla="*/ 156983 w 1837690"/>
                <a:gd name="T27" fmla="*/ 201476 h 914400"/>
                <a:gd name="T28" fmla="*/ 228993 w 1837690"/>
                <a:gd name="T29" fmla="*/ 155150 h 914400"/>
                <a:gd name="T30" fmla="*/ 312132 w 1837690"/>
                <a:gd name="T31" fmla="*/ 113818 h 914400"/>
                <a:gd name="T32" fmla="*/ 405308 w 1837690"/>
                <a:gd name="T33" fmla="*/ 78023 h 914400"/>
                <a:gd name="T34" fmla="*/ 507427 w 1837690"/>
                <a:gd name="T35" fmla="*/ 48306 h 914400"/>
                <a:gd name="T36" fmla="*/ 617395 w 1837690"/>
                <a:gd name="T37" fmla="*/ 25211 h 914400"/>
                <a:gd name="T38" fmla="*/ 734119 w 1837690"/>
                <a:gd name="T39" fmla="*/ 9279 h 914400"/>
                <a:gd name="T40" fmla="*/ 856505 w 1837690"/>
                <a:gd name="T41" fmla="*/ 1053 h 914400"/>
                <a:gd name="T42" fmla="*/ 982286 w 1837690"/>
                <a:gd name="T43" fmla="*/ 1053 h 914400"/>
                <a:gd name="T44" fmla="*/ 1104405 w 1837690"/>
                <a:gd name="T45" fmla="*/ 9279 h 914400"/>
                <a:gd name="T46" fmla="*/ 1220908 w 1837690"/>
                <a:gd name="T47" fmla="*/ 25211 h 914400"/>
                <a:gd name="T48" fmla="*/ 1330697 w 1837690"/>
                <a:gd name="T49" fmla="*/ 48306 h 914400"/>
                <a:gd name="T50" fmla="*/ 1432675 w 1837690"/>
                <a:gd name="T51" fmla="*/ 78023 h 914400"/>
                <a:gd name="T52" fmla="*/ 1525743 w 1837690"/>
                <a:gd name="T53" fmla="*/ 113818 h 914400"/>
                <a:gd name="T54" fmla="*/ 1608803 w 1837690"/>
                <a:gd name="T55" fmla="*/ 155150 h 914400"/>
                <a:gd name="T56" fmla="*/ 1680757 w 1837690"/>
                <a:gd name="T57" fmla="*/ 201476 h 914400"/>
                <a:gd name="T58" fmla="*/ 1740507 w 1837690"/>
                <a:gd name="T59" fmla="*/ 252253 h 914400"/>
                <a:gd name="T60" fmla="*/ 1819003 w 1837690"/>
                <a:gd name="T61" fmla="*/ 364993 h 914400"/>
                <a:gd name="T62" fmla="*/ 1837674 w 1837690"/>
                <a:gd name="T63" fmla="*/ 457200 h 914400"/>
                <a:gd name="T64" fmla="*/ 1819003 w 1837690"/>
                <a:gd name="T65" fmla="*/ 549406 h 914400"/>
                <a:gd name="T66" fmla="*/ 1740507 w 1837690"/>
                <a:gd name="T67" fmla="*/ 662146 h 914400"/>
                <a:gd name="T68" fmla="*/ 1680757 w 1837690"/>
                <a:gd name="T69" fmla="*/ 712923 h 914400"/>
                <a:gd name="T70" fmla="*/ 1608803 w 1837690"/>
                <a:gd name="T71" fmla="*/ 759249 h 914400"/>
                <a:gd name="T72" fmla="*/ 1525743 w 1837690"/>
                <a:gd name="T73" fmla="*/ 800581 h 914400"/>
                <a:gd name="T74" fmla="*/ 1432675 w 1837690"/>
                <a:gd name="T75" fmla="*/ 836376 h 914400"/>
                <a:gd name="T76" fmla="*/ 1330697 w 1837690"/>
                <a:gd name="T77" fmla="*/ 866093 h 914400"/>
                <a:gd name="T78" fmla="*/ 1220908 w 1837690"/>
                <a:gd name="T79" fmla="*/ 889188 h 914400"/>
                <a:gd name="T80" fmla="*/ 1104405 w 1837690"/>
                <a:gd name="T81" fmla="*/ 905120 h 914400"/>
                <a:gd name="T82" fmla="*/ 982286 w 1837690"/>
                <a:gd name="T83" fmla="*/ 913346 h 9144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837690" h="914400">
                  <a:moveTo>
                    <a:pt x="919479" y="914400"/>
                  </a:moveTo>
                  <a:lnTo>
                    <a:pt x="856505" y="913346"/>
                  </a:lnTo>
                  <a:lnTo>
                    <a:pt x="794673" y="910230"/>
                  </a:lnTo>
                  <a:lnTo>
                    <a:pt x="734119" y="905120"/>
                  </a:lnTo>
                  <a:lnTo>
                    <a:pt x="674981" y="898084"/>
                  </a:lnTo>
                  <a:lnTo>
                    <a:pt x="617395" y="889188"/>
                  </a:lnTo>
                  <a:lnTo>
                    <a:pt x="561498" y="878502"/>
                  </a:lnTo>
                  <a:lnTo>
                    <a:pt x="507427" y="866093"/>
                  </a:lnTo>
                  <a:lnTo>
                    <a:pt x="455318" y="852028"/>
                  </a:lnTo>
                  <a:lnTo>
                    <a:pt x="405308" y="836376"/>
                  </a:lnTo>
                  <a:lnTo>
                    <a:pt x="357534" y="819205"/>
                  </a:lnTo>
                  <a:lnTo>
                    <a:pt x="312132" y="800581"/>
                  </a:lnTo>
                  <a:lnTo>
                    <a:pt x="269240" y="780573"/>
                  </a:lnTo>
                  <a:lnTo>
                    <a:pt x="228993" y="759249"/>
                  </a:lnTo>
                  <a:lnTo>
                    <a:pt x="191528" y="736677"/>
                  </a:lnTo>
                  <a:lnTo>
                    <a:pt x="156983" y="712923"/>
                  </a:lnTo>
                  <a:lnTo>
                    <a:pt x="125494" y="688057"/>
                  </a:lnTo>
                  <a:lnTo>
                    <a:pt x="97198" y="662146"/>
                  </a:lnTo>
                  <a:lnTo>
                    <a:pt x="50730" y="607459"/>
                  </a:lnTo>
                  <a:lnTo>
                    <a:pt x="18672" y="549406"/>
                  </a:lnTo>
                  <a:lnTo>
                    <a:pt x="2120" y="488528"/>
                  </a:lnTo>
                  <a:lnTo>
                    <a:pt x="0" y="457200"/>
                  </a:lnTo>
                  <a:lnTo>
                    <a:pt x="2120" y="425871"/>
                  </a:lnTo>
                  <a:lnTo>
                    <a:pt x="18672" y="364993"/>
                  </a:lnTo>
                  <a:lnTo>
                    <a:pt x="50730" y="306940"/>
                  </a:lnTo>
                  <a:lnTo>
                    <a:pt x="97198" y="252253"/>
                  </a:lnTo>
                  <a:lnTo>
                    <a:pt x="125494" y="226342"/>
                  </a:lnTo>
                  <a:lnTo>
                    <a:pt x="156983" y="201476"/>
                  </a:lnTo>
                  <a:lnTo>
                    <a:pt x="191528" y="177722"/>
                  </a:lnTo>
                  <a:lnTo>
                    <a:pt x="228993" y="155150"/>
                  </a:lnTo>
                  <a:lnTo>
                    <a:pt x="269239" y="133826"/>
                  </a:lnTo>
                  <a:lnTo>
                    <a:pt x="312132" y="113818"/>
                  </a:lnTo>
                  <a:lnTo>
                    <a:pt x="357534" y="95194"/>
                  </a:lnTo>
                  <a:lnTo>
                    <a:pt x="405308" y="78023"/>
                  </a:lnTo>
                  <a:lnTo>
                    <a:pt x="455318" y="62371"/>
                  </a:lnTo>
                  <a:lnTo>
                    <a:pt x="507427" y="48306"/>
                  </a:lnTo>
                  <a:lnTo>
                    <a:pt x="561498" y="35897"/>
                  </a:lnTo>
                  <a:lnTo>
                    <a:pt x="617395" y="25211"/>
                  </a:lnTo>
                  <a:lnTo>
                    <a:pt x="674981" y="16315"/>
                  </a:lnTo>
                  <a:lnTo>
                    <a:pt x="734119" y="9279"/>
                  </a:lnTo>
                  <a:lnTo>
                    <a:pt x="794673" y="4169"/>
                  </a:lnTo>
                  <a:lnTo>
                    <a:pt x="856505" y="1053"/>
                  </a:lnTo>
                  <a:lnTo>
                    <a:pt x="919479" y="0"/>
                  </a:lnTo>
                  <a:lnTo>
                    <a:pt x="982302" y="1053"/>
                  </a:lnTo>
                  <a:lnTo>
                    <a:pt x="1043995" y="4169"/>
                  </a:lnTo>
                  <a:lnTo>
                    <a:pt x="1104421" y="9279"/>
                  </a:lnTo>
                  <a:lnTo>
                    <a:pt x="1163443" y="16315"/>
                  </a:lnTo>
                  <a:lnTo>
                    <a:pt x="1220924" y="25211"/>
                  </a:lnTo>
                  <a:lnTo>
                    <a:pt x="1276727" y="35897"/>
                  </a:lnTo>
                  <a:lnTo>
                    <a:pt x="1330713" y="48306"/>
                  </a:lnTo>
                  <a:lnTo>
                    <a:pt x="1382747" y="62371"/>
                  </a:lnTo>
                  <a:lnTo>
                    <a:pt x="1432691" y="78023"/>
                  </a:lnTo>
                  <a:lnTo>
                    <a:pt x="1480407" y="95194"/>
                  </a:lnTo>
                  <a:lnTo>
                    <a:pt x="1525759" y="113818"/>
                  </a:lnTo>
                  <a:lnTo>
                    <a:pt x="1568608" y="133826"/>
                  </a:lnTo>
                  <a:lnTo>
                    <a:pt x="1608819" y="155150"/>
                  </a:lnTo>
                  <a:lnTo>
                    <a:pt x="1646252" y="177722"/>
                  </a:lnTo>
                  <a:lnTo>
                    <a:pt x="1680773" y="201476"/>
                  </a:lnTo>
                  <a:lnTo>
                    <a:pt x="1712242" y="226342"/>
                  </a:lnTo>
                  <a:lnTo>
                    <a:pt x="1740523" y="252253"/>
                  </a:lnTo>
                  <a:lnTo>
                    <a:pt x="1786971" y="306940"/>
                  </a:lnTo>
                  <a:lnTo>
                    <a:pt x="1819019" y="364993"/>
                  </a:lnTo>
                  <a:lnTo>
                    <a:pt x="1835569" y="425871"/>
                  </a:lnTo>
                  <a:lnTo>
                    <a:pt x="1837690" y="457200"/>
                  </a:lnTo>
                  <a:lnTo>
                    <a:pt x="1835569" y="488528"/>
                  </a:lnTo>
                  <a:lnTo>
                    <a:pt x="1819019" y="549406"/>
                  </a:lnTo>
                  <a:lnTo>
                    <a:pt x="1786971" y="607459"/>
                  </a:lnTo>
                  <a:lnTo>
                    <a:pt x="1740523" y="662146"/>
                  </a:lnTo>
                  <a:lnTo>
                    <a:pt x="1712242" y="688057"/>
                  </a:lnTo>
                  <a:lnTo>
                    <a:pt x="1680773" y="712923"/>
                  </a:lnTo>
                  <a:lnTo>
                    <a:pt x="1646252" y="736677"/>
                  </a:lnTo>
                  <a:lnTo>
                    <a:pt x="1608819" y="759249"/>
                  </a:lnTo>
                  <a:lnTo>
                    <a:pt x="1568608" y="780573"/>
                  </a:lnTo>
                  <a:lnTo>
                    <a:pt x="1525759" y="800581"/>
                  </a:lnTo>
                  <a:lnTo>
                    <a:pt x="1480407" y="819205"/>
                  </a:lnTo>
                  <a:lnTo>
                    <a:pt x="1432691" y="836376"/>
                  </a:lnTo>
                  <a:lnTo>
                    <a:pt x="1382747" y="852028"/>
                  </a:lnTo>
                  <a:lnTo>
                    <a:pt x="1330713" y="866093"/>
                  </a:lnTo>
                  <a:lnTo>
                    <a:pt x="1276727" y="878502"/>
                  </a:lnTo>
                  <a:lnTo>
                    <a:pt x="1220924" y="889188"/>
                  </a:lnTo>
                  <a:lnTo>
                    <a:pt x="1163443" y="898084"/>
                  </a:lnTo>
                  <a:lnTo>
                    <a:pt x="1104421" y="905120"/>
                  </a:lnTo>
                  <a:lnTo>
                    <a:pt x="1043995" y="910230"/>
                  </a:lnTo>
                  <a:lnTo>
                    <a:pt x="982302" y="913346"/>
                  </a:lnTo>
                  <a:lnTo>
                    <a:pt x="919479" y="9144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grpSp>
      <p:sp>
        <p:nvSpPr>
          <p:cNvPr id="21" name="object 161"/>
          <p:cNvSpPr txBox="1"/>
          <p:nvPr/>
        </p:nvSpPr>
        <p:spPr>
          <a:xfrm>
            <a:off x="1789113" y="3370263"/>
            <a:ext cx="506412" cy="300037"/>
          </a:xfrm>
          <a:prstGeom prst="rect">
            <a:avLst/>
          </a:prstGeom>
        </p:spPr>
        <p:txBody>
          <a:bodyPr lIns="0" tIns="12700" rIns="0" bIns="0">
            <a:spAutoFit/>
          </a:bodyPr>
          <a:lstStyle/>
          <a:p>
            <a:pPr marL="12700" eaLnBrk="1" fontAlgn="auto" hangingPunct="1">
              <a:spcBef>
                <a:spcPts val="100"/>
              </a:spcBef>
              <a:spcAft>
                <a:spcPts val="0"/>
              </a:spcAft>
              <a:defRPr/>
            </a:pPr>
            <a:r>
              <a:rPr spc="-5" dirty="0">
                <a:latin typeface="Arial"/>
                <a:cs typeface="Arial"/>
              </a:rPr>
              <a:t>Us</a:t>
            </a:r>
            <a:r>
              <a:rPr spc="-15" dirty="0">
                <a:latin typeface="Arial"/>
                <a:cs typeface="Arial"/>
              </a:rPr>
              <a:t>e</a:t>
            </a:r>
            <a:r>
              <a:rPr dirty="0">
                <a:latin typeface="Arial"/>
                <a:cs typeface="Arial"/>
              </a:rPr>
              <a:t>r</a:t>
            </a:r>
          </a:p>
        </p:txBody>
      </p:sp>
      <p:sp>
        <p:nvSpPr>
          <p:cNvPr id="69642" name="object 162"/>
          <p:cNvSpPr txBox="1">
            <a:spLocks noChangeArrowheads="1"/>
          </p:cNvSpPr>
          <p:nvPr/>
        </p:nvSpPr>
        <p:spPr bwMode="auto">
          <a:xfrm>
            <a:off x="5140325" y="3602038"/>
            <a:ext cx="1452563" cy="169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41288" indent="-444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ts val="100"/>
              </a:spcBef>
              <a:buFontTx/>
              <a:buNone/>
            </a:pPr>
            <a:r>
              <a:rPr lang="en-US" altLang="en-US" sz="1800">
                <a:latin typeface="Arial" panose="020B0604020202020204" pitchFamily="34" charset="0"/>
                <a:cs typeface="Arial" panose="020B0604020202020204" pitchFamily="34" charset="0"/>
              </a:rPr>
              <a:t>Search for  reference</a:t>
            </a:r>
          </a:p>
          <a:p>
            <a:pPr eaLnBrk="1" hangingPunct="1">
              <a:spcBef>
                <a:spcPct val="0"/>
              </a:spcBef>
              <a:buFontTx/>
              <a:buNone/>
            </a:pPr>
            <a:endParaRPr lang="en-US" altLang="en-US" sz="2000">
              <a:latin typeface="Arial" panose="020B0604020202020204" pitchFamily="34" charset="0"/>
              <a:cs typeface="Arial" panose="020B0604020202020204" pitchFamily="34" charset="0"/>
            </a:endParaRPr>
          </a:p>
          <a:p>
            <a:pPr eaLnBrk="1" hangingPunct="1">
              <a:spcBef>
                <a:spcPts val="38"/>
              </a:spcBef>
              <a:buFontTx/>
              <a:buNone/>
            </a:pPr>
            <a:endParaRPr lang="en-US" altLang="en-US" sz="1700">
              <a:latin typeface="Arial" panose="020B0604020202020204" pitchFamily="34" charset="0"/>
              <a:cs typeface="Arial" panose="020B0604020202020204" pitchFamily="34" charset="0"/>
            </a:endParaRPr>
          </a:p>
          <a:p>
            <a:pPr eaLnBrk="1" hangingPunct="1">
              <a:spcBef>
                <a:spcPct val="0"/>
              </a:spcBef>
              <a:buFontTx/>
              <a:buNone/>
            </a:pPr>
            <a:r>
              <a:rPr lang="en-US" altLang="en-US" sz="1800">
                <a:latin typeface="Arial" panose="020B0604020202020204" pitchFamily="34" charset="0"/>
                <a:cs typeface="Arial" panose="020B0604020202020204" pitchFamily="34" charset="0"/>
              </a:rPr>
              <a:t>List  references</a:t>
            </a:r>
          </a:p>
        </p:txBody>
      </p:sp>
      <p:cxnSp>
        <p:nvCxnSpPr>
          <p:cNvPr id="24" name="Straight Connector 23"/>
          <p:cNvCxnSpPr>
            <a:endCxn id="69649" idx="11"/>
          </p:cNvCxnSpPr>
          <p:nvPr/>
        </p:nvCxnSpPr>
        <p:spPr>
          <a:xfrm>
            <a:off x="2438400" y="3535363"/>
            <a:ext cx="2335213" cy="135890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pPr eaLnBrk="1" hangingPunct="1">
              <a:defRPr/>
            </a:pPr>
            <a:r>
              <a:rPr lang="en-US" spc="-5" dirty="0">
                <a:latin typeface="Helvetica" panose="020B0604020202020204" pitchFamily="34" charset="0"/>
                <a:cs typeface="Helvetica" panose="020B0604020202020204" pitchFamily="34" charset="0"/>
              </a:rPr>
              <a:t/>
            </a:r>
            <a:br>
              <a:rPr lang="en-US" spc="-5" dirty="0">
                <a:latin typeface="Helvetica" panose="020B0604020202020204" pitchFamily="34" charset="0"/>
                <a:cs typeface="Helvetica" panose="020B0604020202020204" pitchFamily="34" charset="0"/>
              </a:rPr>
            </a:br>
            <a:r>
              <a:rPr lang="en-US" spc="-5" dirty="0">
                <a:latin typeface="Helvetica" panose="020B0604020202020204" pitchFamily="34" charset="0"/>
                <a:cs typeface="Helvetica" panose="020B0604020202020204" pitchFamily="34" charset="0"/>
              </a:rPr>
              <a:t>Granularity </a:t>
            </a:r>
            <a:r>
              <a:rPr lang="en-US" spc="-10" dirty="0">
                <a:latin typeface="Helvetica" panose="020B0604020202020204" pitchFamily="34" charset="0"/>
                <a:cs typeface="Helvetica" panose="020B0604020202020204" pitchFamily="34" charset="0"/>
              </a:rPr>
              <a:t>of </a:t>
            </a:r>
            <a:r>
              <a:rPr lang="en-US" dirty="0">
                <a:latin typeface="Helvetica" panose="020B0604020202020204" pitchFamily="34" charset="0"/>
                <a:cs typeface="Helvetica" panose="020B0604020202020204" pitchFamily="34" charset="0"/>
              </a:rPr>
              <a:t>Use</a:t>
            </a:r>
            <a:r>
              <a:rPr lang="en-US" spc="-50" dirty="0">
                <a:latin typeface="Helvetica" panose="020B0604020202020204" pitchFamily="34" charset="0"/>
                <a:cs typeface="Helvetica" panose="020B0604020202020204" pitchFamily="34" charset="0"/>
              </a:rPr>
              <a:t> </a:t>
            </a:r>
            <a:r>
              <a:rPr lang="en-US" spc="-5" dirty="0">
                <a:latin typeface="Helvetica" panose="020B0604020202020204" pitchFamily="34" charset="0"/>
                <a:cs typeface="Helvetica" panose="020B0604020202020204" pitchFamily="34" charset="0"/>
              </a:rPr>
              <a:t>Cases</a:t>
            </a:r>
            <a:r>
              <a:rPr lang="en-US" sz="5400" spc="-5" dirty="0">
                <a:latin typeface="Helvetica" panose="020B0604020202020204" pitchFamily="34" charset="0"/>
                <a:cs typeface="Helvetica" panose="020B0604020202020204" pitchFamily="34" charset="0"/>
              </a:rPr>
              <a:t>	</a:t>
            </a:r>
            <a:r>
              <a:rPr lang="en-US" sz="5400" dirty="0">
                <a:latin typeface="Helvetica" panose="020B0604020202020204" pitchFamily="34" charset="0"/>
                <a:cs typeface="Helvetica" panose="020B0604020202020204" pitchFamily="34" charset="0"/>
              </a:rPr>
              <a:t/>
            </a:r>
            <a:br>
              <a:rPr lang="en-US" sz="5400" dirty="0">
                <a:latin typeface="Helvetica" panose="020B0604020202020204" pitchFamily="34" charset="0"/>
                <a:cs typeface="Helvetica" panose="020B0604020202020204" pitchFamily="34" charset="0"/>
              </a:rPr>
            </a:br>
            <a:endParaRPr lang="en-US" altLang="en-US" dirty="0">
              <a:latin typeface="Helvetica" panose="020B0604020202020204" pitchFamily="34" charset="0"/>
              <a:cs typeface="Helvetica" panose="020B0604020202020204" pitchFamily="34" charset="0"/>
            </a:endParaRPr>
          </a:p>
        </p:txBody>
      </p:sp>
      <p:sp>
        <p:nvSpPr>
          <p:cNvPr id="4" name="Footer Placeholder 3"/>
          <p:cNvSpPr>
            <a:spLocks noGrp="1"/>
          </p:cNvSpPr>
          <p:nvPr>
            <p:ph type="ftr" sz="quarter" idx="11"/>
          </p:nvPr>
        </p:nvSpPr>
        <p:spPr/>
        <p:txBody>
          <a:bodyPr/>
          <a:lstStyle/>
          <a:p>
            <a:pPr>
              <a:defRPr/>
            </a:pPr>
            <a:endParaRPr lang="en-US">
              <a:latin typeface="Helvetica" panose="020B0604020202020204" pitchFamily="34" charset="0"/>
              <a:cs typeface="Helvetica" panose="020B0604020202020204" pitchFamily="34" charset="0"/>
            </a:endParaRPr>
          </a:p>
        </p:txBody>
      </p:sp>
      <p:sp>
        <p:nvSpPr>
          <p:cNvPr id="70660" name="object 145"/>
          <p:cNvSpPr>
            <a:spLocks/>
          </p:cNvSpPr>
          <p:nvPr/>
        </p:nvSpPr>
        <p:spPr bwMode="auto">
          <a:xfrm>
            <a:off x="4395788" y="1938338"/>
            <a:ext cx="1892300" cy="762000"/>
          </a:xfrm>
          <a:custGeom>
            <a:avLst/>
            <a:gdLst>
              <a:gd name="T0" fmla="*/ 878648 w 1892300"/>
              <a:gd name="T1" fmla="*/ 761045 h 762000"/>
              <a:gd name="T2" fmla="*/ 747616 w 1892300"/>
              <a:gd name="T3" fmla="*/ 753601 h 762000"/>
              <a:gd name="T4" fmla="*/ 622952 w 1892300"/>
              <a:gd name="T5" fmla="*/ 739203 h 762000"/>
              <a:gd name="T6" fmla="*/ 505944 w 1892300"/>
              <a:gd name="T7" fmla="*/ 718361 h 762000"/>
              <a:gd name="T8" fmla="*/ 397879 w 1892300"/>
              <a:gd name="T9" fmla="*/ 691588 h 762000"/>
              <a:gd name="T10" fmla="*/ 300045 w 1892300"/>
              <a:gd name="T11" fmla="*/ 659393 h 762000"/>
              <a:gd name="T12" fmla="*/ 213729 w 1892300"/>
              <a:gd name="T13" fmla="*/ 622288 h 762000"/>
              <a:gd name="T14" fmla="*/ 140220 w 1892300"/>
              <a:gd name="T15" fmla="*/ 580784 h 762000"/>
              <a:gd name="T16" fmla="*/ 56785 w 1892300"/>
              <a:gd name="T17" fmla="*/ 511398 h 762000"/>
              <a:gd name="T18" fmla="*/ 2378 w 1892300"/>
              <a:gd name="T19" fmla="*/ 408257 h 762000"/>
              <a:gd name="T20" fmla="*/ 2378 w 1892300"/>
              <a:gd name="T21" fmla="*/ 353742 h 762000"/>
              <a:gd name="T22" fmla="*/ 56785 w 1892300"/>
              <a:gd name="T23" fmla="*/ 250601 h 762000"/>
              <a:gd name="T24" fmla="*/ 140220 w 1892300"/>
              <a:gd name="T25" fmla="*/ 181215 h 762000"/>
              <a:gd name="T26" fmla="*/ 213729 w 1892300"/>
              <a:gd name="T27" fmla="*/ 139711 h 762000"/>
              <a:gd name="T28" fmla="*/ 300045 w 1892300"/>
              <a:gd name="T29" fmla="*/ 102606 h 762000"/>
              <a:gd name="T30" fmla="*/ 397879 w 1892300"/>
              <a:gd name="T31" fmla="*/ 70411 h 762000"/>
              <a:gd name="T32" fmla="*/ 505944 w 1892300"/>
              <a:gd name="T33" fmla="*/ 43638 h 762000"/>
              <a:gd name="T34" fmla="*/ 622952 w 1892300"/>
              <a:gd name="T35" fmla="*/ 22796 h 762000"/>
              <a:gd name="T36" fmla="*/ 747616 w 1892300"/>
              <a:gd name="T37" fmla="*/ 8398 h 762000"/>
              <a:gd name="T38" fmla="*/ 878648 w 1892300"/>
              <a:gd name="T39" fmla="*/ 954 h 762000"/>
              <a:gd name="T40" fmla="*/ 1013803 w 1892300"/>
              <a:gd name="T41" fmla="*/ 954 h 762000"/>
              <a:gd name="T42" fmla="*/ 1145059 w 1892300"/>
              <a:gd name="T43" fmla="*/ 8398 h 762000"/>
              <a:gd name="T44" fmla="*/ 1269854 w 1892300"/>
              <a:gd name="T45" fmla="*/ 22796 h 762000"/>
              <a:gd name="T46" fmla="*/ 1386917 w 1892300"/>
              <a:gd name="T47" fmla="*/ 43638 h 762000"/>
              <a:gd name="T48" fmla="*/ 1494973 w 1892300"/>
              <a:gd name="T49" fmla="*/ 70411 h 762000"/>
              <a:gd name="T50" fmla="*/ 1592750 w 1892300"/>
              <a:gd name="T51" fmla="*/ 102606 h 762000"/>
              <a:gd name="T52" fmla="*/ 1678977 w 1892300"/>
              <a:gd name="T53" fmla="*/ 139711 h 762000"/>
              <a:gd name="T54" fmla="*/ 1752379 w 1892300"/>
              <a:gd name="T55" fmla="*/ 181215 h 762000"/>
              <a:gd name="T56" fmla="*/ 1835655 w 1892300"/>
              <a:gd name="T57" fmla="*/ 250601 h 762000"/>
              <a:gd name="T58" fmla="*/ 1889928 w 1892300"/>
              <a:gd name="T59" fmla="*/ 353742 h 762000"/>
              <a:gd name="T60" fmla="*/ 1889928 w 1892300"/>
              <a:gd name="T61" fmla="*/ 408257 h 762000"/>
              <a:gd name="T62" fmla="*/ 1835655 w 1892300"/>
              <a:gd name="T63" fmla="*/ 511398 h 762000"/>
              <a:gd name="T64" fmla="*/ 1752379 w 1892300"/>
              <a:gd name="T65" fmla="*/ 580784 h 762000"/>
              <a:gd name="T66" fmla="*/ 1678977 w 1892300"/>
              <a:gd name="T67" fmla="*/ 622288 h 762000"/>
              <a:gd name="T68" fmla="*/ 1592750 w 1892300"/>
              <a:gd name="T69" fmla="*/ 659393 h 762000"/>
              <a:gd name="T70" fmla="*/ 1494973 w 1892300"/>
              <a:gd name="T71" fmla="*/ 691588 h 762000"/>
              <a:gd name="T72" fmla="*/ 1386917 w 1892300"/>
              <a:gd name="T73" fmla="*/ 718361 h 762000"/>
              <a:gd name="T74" fmla="*/ 1269854 w 1892300"/>
              <a:gd name="T75" fmla="*/ 739203 h 762000"/>
              <a:gd name="T76" fmla="*/ 1145059 w 1892300"/>
              <a:gd name="T77" fmla="*/ 753601 h 762000"/>
              <a:gd name="T78" fmla="*/ 1013803 w 1892300"/>
              <a:gd name="T79" fmla="*/ 761045 h 7620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92300" h="762000">
                <a:moveTo>
                  <a:pt x="946150" y="762000"/>
                </a:moveTo>
                <a:lnTo>
                  <a:pt x="878648" y="761045"/>
                </a:lnTo>
                <a:lnTo>
                  <a:pt x="812416" y="758224"/>
                </a:lnTo>
                <a:lnTo>
                  <a:pt x="747616" y="753601"/>
                </a:lnTo>
                <a:lnTo>
                  <a:pt x="684407" y="747239"/>
                </a:lnTo>
                <a:lnTo>
                  <a:pt x="622952" y="739203"/>
                </a:lnTo>
                <a:lnTo>
                  <a:pt x="563410" y="729555"/>
                </a:lnTo>
                <a:lnTo>
                  <a:pt x="505944" y="718361"/>
                </a:lnTo>
                <a:lnTo>
                  <a:pt x="450713" y="705684"/>
                </a:lnTo>
                <a:lnTo>
                  <a:pt x="397879" y="691588"/>
                </a:lnTo>
                <a:lnTo>
                  <a:pt x="347602" y="676136"/>
                </a:lnTo>
                <a:lnTo>
                  <a:pt x="300045" y="659393"/>
                </a:lnTo>
                <a:lnTo>
                  <a:pt x="255367" y="641422"/>
                </a:lnTo>
                <a:lnTo>
                  <a:pt x="213729" y="622288"/>
                </a:lnTo>
                <a:lnTo>
                  <a:pt x="175294" y="602054"/>
                </a:lnTo>
                <a:lnTo>
                  <a:pt x="140220" y="580784"/>
                </a:lnTo>
                <a:lnTo>
                  <a:pt x="108671" y="558542"/>
                </a:lnTo>
                <a:lnTo>
                  <a:pt x="56785" y="511398"/>
                </a:lnTo>
                <a:lnTo>
                  <a:pt x="20925" y="461133"/>
                </a:lnTo>
                <a:lnTo>
                  <a:pt x="2378" y="408257"/>
                </a:lnTo>
                <a:lnTo>
                  <a:pt x="0" y="381000"/>
                </a:lnTo>
                <a:lnTo>
                  <a:pt x="2378" y="353742"/>
                </a:lnTo>
                <a:lnTo>
                  <a:pt x="20925" y="300866"/>
                </a:lnTo>
                <a:lnTo>
                  <a:pt x="56785" y="250601"/>
                </a:lnTo>
                <a:lnTo>
                  <a:pt x="108671" y="203457"/>
                </a:lnTo>
                <a:lnTo>
                  <a:pt x="140220" y="181215"/>
                </a:lnTo>
                <a:lnTo>
                  <a:pt x="175294" y="159945"/>
                </a:lnTo>
                <a:lnTo>
                  <a:pt x="213729" y="139711"/>
                </a:lnTo>
                <a:lnTo>
                  <a:pt x="255367" y="120577"/>
                </a:lnTo>
                <a:lnTo>
                  <a:pt x="300045" y="102606"/>
                </a:lnTo>
                <a:lnTo>
                  <a:pt x="347602" y="85863"/>
                </a:lnTo>
                <a:lnTo>
                  <a:pt x="397879" y="70411"/>
                </a:lnTo>
                <a:lnTo>
                  <a:pt x="450713" y="56315"/>
                </a:lnTo>
                <a:lnTo>
                  <a:pt x="505944" y="43638"/>
                </a:lnTo>
                <a:lnTo>
                  <a:pt x="563410" y="32444"/>
                </a:lnTo>
                <a:lnTo>
                  <a:pt x="622952" y="22796"/>
                </a:lnTo>
                <a:lnTo>
                  <a:pt x="684407" y="14760"/>
                </a:lnTo>
                <a:lnTo>
                  <a:pt x="747616" y="8398"/>
                </a:lnTo>
                <a:lnTo>
                  <a:pt x="812416" y="3775"/>
                </a:lnTo>
                <a:lnTo>
                  <a:pt x="878648" y="954"/>
                </a:lnTo>
                <a:lnTo>
                  <a:pt x="946150" y="0"/>
                </a:lnTo>
                <a:lnTo>
                  <a:pt x="1013803" y="954"/>
                </a:lnTo>
                <a:lnTo>
                  <a:pt x="1080159" y="3775"/>
                </a:lnTo>
                <a:lnTo>
                  <a:pt x="1145059" y="8398"/>
                </a:lnTo>
                <a:lnTo>
                  <a:pt x="1208344" y="14760"/>
                </a:lnTo>
                <a:lnTo>
                  <a:pt x="1269854" y="22796"/>
                </a:lnTo>
                <a:lnTo>
                  <a:pt x="1329432" y="32444"/>
                </a:lnTo>
                <a:lnTo>
                  <a:pt x="1386917" y="43638"/>
                </a:lnTo>
                <a:lnTo>
                  <a:pt x="1442150" y="56315"/>
                </a:lnTo>
                <a:lnTo>
                  <a:pt x="1494973" y="70411"/>
                </a:lnTo>
                <a:lnTo>
                  <a:pt x="1545226" y="85863"/>
                </a:lnTo>
                <a:lnTo>
                  <a:pt x="1592750" y="102606"/>
                </a:lnTo>
                <a:lnTo>
                  <a:pt x="1637387" y="120577"/>
                </a:lnTo>
                <a:lnTo>
                  <a:pt x="1678977" y="139711"/>
                </a:lnTo>
                <a:lnTo>
                  <a:pt x="1717360" y="159945"/>
                </a:lnTo>
                <a:lnTo>
                  <a:pt x="1752379" y="181215"/>
                </a:lnTo>
                <a:lnTo>
                  <a:pt x="1783874" y="203457"/>
                </a:lnTo>
                <a:lnTo>
                  <a:pt x="1835655" y="250601"/>
                </a:lnTo>
                <a:lnTo>
                  <a:pt x="1871430" y="300866"/>
                </a:lnTo>
                <a:lnTo>
                  <a:pt x="1889928" y="353742"/>
                </a:lnTo>
                <a:lnTo>
                  <a:pt x="1892300" y="381000"/>
                </a:lnTo>
                <a:lnTo>
                  <a:pt x="1889928" y="408257"/>
                </a:lnTo>
                <a:lnTo>
                  <a:pt x="1871430" y="461133"/>
                </a:lnTo>
                <a:lnTo>
                  <a:pt x="1835655" y="511398"/>
                </a:lnTo>
                <a:lnTo>
                  <a:pt x="1783874" y="558542"/>
                </a:lnTo>
                <a:lnTo>
                  <a:pt x="1752379" y="580784"/>
                </a:lnTo>
                <a:lnTo>
                  <a:pt x="1717360" y="602054"/>
                </a:lnTo>
                <a:lnTo>
                  <a:pt x="1678977" y="622288"/>
                </a:lnTo>
                <a:lnTo>
                  <a:pt x="1637387" y="641422"/>
                </a:lnTo>
                <a:lnTo>
                  <a:pt x="1592750" y="659393"/>
                </a:lnTo>
                <a:lnTo>
                  <a:pt x="1545226" y="676136"/>
                </a:lnTo>
                <a:lnTo>
                  <a:pt x="1494973" y="691588"/>
                </a:lnTo>
                <a:lnTo>
                  <a:pt x="1442150" y="705684"/>
                </a:lnTo>
                <a:lnTo>
                  <a:pt x="1386917" y="718361"/>
                </a:lnTo>
                <a:lnTo>
                  <a:pt x="1329432" y="729555"/>
                </a:lnTo>
                <a:lnTo>
                  <a:pt x="1269854" y="739203"/>
                </a:lnTo>
                <a:lnTo>
                  <a:pt x="1208344" y="747239"/>
                </a:lnTo>
                <a:lnTo>
                  <a:pt x="1145059" y="753601"/>
                </a:lnTo>
                <a:lnTo>
                  <a:pt x="1080159" y="758224"/>
                </a:lnTo>
                <a:lnTo>
                  <a:pt x="1013803" y="761045"/>
                </a:lnTo>
                <a:lnTo>
                  <a:pt x="946150" y="7620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sp>
        <p:nvSpPr>
          <p:cNvPr id="70661" name="object 147"/>
          <p:cNvSpPr txBox="1">
            <a:spLocks noChangeArrowheads="1"/>
          </p:cNvSpPr>
          <p:nvPr/>
        </p:nvSpPr>
        <p:spPr bwMode="auto">
          <a:xfrm>
            <a:off x="4778375" y="2084388"/>
            <a:ext cx="112871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indent="125413">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ts val="100"/>
              </a:spcBef>
              <a:buFontTx/>
              <a:buNone/>
            </a:pPr>
            <a:r>
              <a:rPr lang="en-US" altLang="en-US" sz="1800" b="1">
                <a:latin typeface="Helvetica" panose="020B0604020202020204" pitchFamily="34" charset="0"/>
                <a:cs typeface="Helvetica" panose="020B0604020202020204" pitchFamily="34" charset="0"/>
              </a:rPr>
              <a:t>Manage  Reference</a:t>
            </a:r>
            <a:endParaRPr lang="en-US" altLang="en-US" sz="1800">
              <a:latin typeface="Helvetica" panose="020B0604020202020204" pitchFamily="34" charset="0"/>
              <a:cs typeface="Helvetica" panose="020B0604020202020204" pitchFamily="34" charset="0"/>
            </a:endParaRPr>
          </a:p>
        </p:txBody>
      </p:sp>
      <p:grpSp>
        <p:nvGrpSpPr>
          <p:cNvPr id="70662" name="object 148"/>
          <p:cNvGrpSpPr>
            <a:grpSpLocks/>
          </p:cNvGrpSpPr>
          <p:nvPr/>
        </p:nvGrpSpPr>
        <p:grpSpPr bwMode="auto">
          <a:xfrm>
            <a:off x="2457450" y="2392363"/>
            <a:ext cx="1938338" cy="530225"/>
            <a:chOff x="2457450" y="2367279"/>
            <a:chExt cx="1938020" cy="530860"/>
          </a:xfrm>
        </p:grpSpPr>
        <p:sp>
          <p:nvSpPr>
            <p:cNvPr id="70665" name="object 149"/>
            <p:cNvSpPr>
              <a:spLocks/>
            </p:cNvSpPr>
            <p:nvPr/>
          </p:nvSpPr>
          <p:spPr bwMode="auto">
            <a:xfrm>
              <a:off x="2546350" y="2367279"/>
              <a:ext cx="481330" cy="332740"/>
            </a:xfrm>
            <a:custGeom>
              <a:avLst/>
              <a:gdLst>
                <a:gd name="T0" fmla="*/ 248919 w 481330"/>
                <a:gd name="T1" fmla="*/ 186706 h 332739"/>
                <a:gd name="T2" fmla="*/ 186412 w 481330"/>
                <a:gd name="T3" fmla="*/ 179343 h 332739"/>
                <a:gd name="T4" fmla="*/ 135572 w 481330"/>
                <a:gd name="T5" fmla="*/ 159226 h 332739"/>
                <a:gd name="T6" fmla="*/ 101401 w 481330"/>
                <a:gd name="T7" fmla="*/ 129361 h 332739"/>
                <a:gd name="T8" fmla="*/ 88900 w 481330"/>
                <a:gd name="T9" fmla="*/ 92710 h 332739"/>
                <a:gd name="T10" fmla="*/ 101401 w 481330"/>
                <a:gd name="T11" fmla="*/ 56792 h 332739"/>
                <a:gd name="T12" fmla="*/ 135572 w 481330"/>
                <a:gd name="T13" fmla="*/ 27305 h 332739"/>
                <a:gd name="T14" fmla="*/ 186412 w 481330"/>
                <a:gd name="T15" fmla="*/ 7342 h 332739"/>
                <a:gd name="T16" fmla="*/ 248919 w 481330"/>
                <a:gd name="T17" fmla="*/ 0 h 332739"/>
                <a:gd name="T18" fmla="*/ 311427 w 481330"/>
                <a:gd name="T19" fmla="*/ 7342 h 332739"/>
                <a:gd name="T20" fmla="*/ 362267 w 481330"/>
                <a:gd name="T21" fmla="*/ 27304 h 332739"/>
                <a:gd name="T22" fmla="*/ 396438 w 481330"/>
                <a:gd name="T23" fmla="*/ 56792 h 332739"/>
                <a:gd name="T24" fmla="*/ 408939 w 481330"/>
                <a:gd name="T25" fmla="*/ 92710 h 332739"/>
                <a:gd name="T26" fmla="*/ 396438 w 481330"/>
                <a:gd name="T27" fmla="*/ 129361 h 332739"/>
                <a:gd name="T28" fmla="*/ 362267 w 481330"/>
                <a:gd name="T29" fmla="*/ 159226 h 332739"/>
                <a:gd name="T30" fmla="*/ 311427 w 481330"/>
                <a:gd name="T31" fmla="*/ 179343 h 332739"/>
                <a:gd name="T32" fmla="*/ 248919 w 481330"/>
                <a:gd name="T33" fmla="*/ 186706 h 332739"/>
                <a:gd name="T34" fmla="*/ 231139 w 481330"/>
                <a:gd name="T35" fmla="*/ 175276 h 332739"/>
                <a:gd name="T36" fmla="*/ 234950 w 481330"/>
                <a:gd name="T37" fmla="*/ 332756 h 332739"/>
                <a:gd name="T38" fmla="*/ 0 w 481330"/>
                <a:gd name="T39" fmla="*/ 218456 h 332739"/>
                <a:gd name="T40" fmla="*/ 481330 w 481330"/>
                <a:gd name="T41" fmla="*/ 220996 h 33273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81330" h="332739">
                  <a:moveTo>
                    <a:pt x="248919" y="186690"/>
                  </a:moveTo>
                  <a:lnTo>
                    <a:pt x="186412" y="179327"/>
                  </a:lnTo>
                  <a:lnTo>
                    <a:pt x="135572" y="159226"/>
                  </a:lnTo>
                  <a:lnTo>
                    <a:pt x="101401" y="129361"/>
                  </a:lnTo>
                  <a:lnTo>
                    <a:pt x="88900" y="92710"/>
                  </a:lnTo>
                  <a:lnTo>
                    <a:pt x="101401" y="56792"/>
                  </a:lnTo>
                  <a:lnTo>
                    <a:pt x="135572" y="27305"/>
                  </a:lnTo>
                  <a:lnTo>
                    <a:pt x="186412" y="7342"/>
                  </a:lnTo>
                  <a:lnTo>
                    <a:pt x="248919" y="0"/>
                  </a:lnTo>
                  <a:lnTo>
                    <a:pt x="311427" y="7342"/>
                  </a:lnTo>
                  <a:lnTo>
                    <a:pt x="362267" y="27304"/>
                  </a:lnTo>
                  <a:lnTo>
                    <a:pt x="396438" y="56792"/>
                  </a:lnTo>
                  <a:lnTo>
                    <a:pt x="408939" y="92710"/>
                  </a:lnTo>
                  <a:lnTo>
                    <a:pt x="396438" y="129361"/>
                  </a:lnTo>
                  <a:lnTo>
                    <a:pt x="362267" y="159226"/>
                  </a:lnTo>
                  <a:lnTo>
                    <a:pt x="311427" y="179327"/>
                  </a:lnTo>
                  <a:lnTo>
                    <a:pt x="248919" y="186690"/>
                  </a:lnTo>
                  <a:close/>
                </a:path>
                <a:path w="481330" h="332739">
                  <a:moveTo>
                    <a:pt x="231139" y="175260"/>
                  </a:moveTo>
                  <a:lnTo>
                    <a:pt x="234950" y="332740"/>
                  </a:lnTo>
                </a:path>
                <a:path w="481330" h="332739">
                  <a:moveTo>
                    <a:pt x="0" y="218440"/>
                  </a:moveTo>
                  <a:lnTo>
                    <a:pt x="481330" y="22098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sp>
          <p:nvSpPr>
            <p:cNvPr id="70666" name="object 150"/>
            <p:cNvSpPr>
              <a:spLocks/>
            </p:cNvSpPr>
            <p:nvPr/>
          </p:nvSpPr>
          <p:spPr bwMode="auto">
            <a:xfrm>
              <a:off x="2457450" y="2700019"/>
              <a:ext cx="659130" cy="198120"/>
            </a:xfrm>
            <a:custGeom>
              <a:avLst/>
              <a:gdLst>
                <a:gd name="T0" fmla="*/ 0 w 659130"/>
                <a:gd name="T1" fmla="*/ 198135 h 198119"/>
                <a:gd name="T2" fmla="*/ 320039 w 659130"/>
                <a:gd name="T3" fmla="*/ 0 h 198119"/>
                <a:gd name="T4" fmla="*/ 659130 w 659130"/>
                <a:gd name="T5" fmla="*/ 198135 h 198119"/>
                <a:gd name="T6" fmla="*/ 0 60000 65536"/>
                <a:gd name="T7" fmla="*/ 0 60000 65536"/>
                <a:gd name="T8" fmla="*/ 0 60000 65536"/>
              </a:gdLst>
              <a:ahLst/>
              <a:cxnLst>
                <a:cxn ang="T6">
                  <a:pos x="T0" y="T1"/>
                </a:cxn>
                <a:cxn ang="T7">
                  <a:pos x="T2" y="T3"/>
                </a:cxn>
                <a:cxn ang="T8">
                  <a:pos x="T4" y="T5"/>
                </a:cxn>
              </a:cxnLst>
              <a:rect l="0" t="0" r="r" b="b"/>
              <a:pathLst>
                <a:path w="659130" h="198119">
                  <a:moveTo>
                    <a:pt x="0" y="198119"/>
                  </a:moveTo>
                  <a:lnTo>
                    <a:pt x="320039" y="0"/>
                  </a:lnTo>
                  <a:lnTo>
                    <a:pt x="659130" y="198119"/>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sp>
          <p:nvSpPr>
            <p:cNvPr id="70667" name="object 151"/>
            <p:cNvSpPr>
              <a:spLocks/>
            </p:cNvSpPr>
            <p:nvPr/>
          </p:nvSpPr>
          <p:spPr bwMode="auto">
            <a:xfrm>
              <a:off x="3115309" y="2407919"/>
              <a:ext cx="1280160" cy="167640"/>
            </a:xfrm>
            <a:custGeom>
              <a:avLst/>
              <a:gdLst>
                <a:gd name="T0" fmla="*/ 1280160 w 1280160"/>
                <a:gd name="T1" fmla="*/ 0 h 167639"/>
                <a:gd name="T2" fmla="*/ 0 w 1280160"/>
                <a:gd name="T3" fmla="*/ 167655 h 167639"/>
                <a:gd name="T4" fmla="*/ 0 60000 65536"/>
                <a:gd name="T5" fmla="*/ 0 60000 65536"/>
              </a:gdLst>
              <a:ahLst/>
              <a:cxnLst>
                <a:cxn ang="T4">
                  <a:pos x="T0" y="T1"/>
                </a:cxn>
                <a:cxn ang="T5">
                  <a:pos x="T2" y="T3"/>
                </a:cxn>
              </a:cxnLst>
              <a:rect l="0" t="0" r="r" b="b"/>
              <a:pathLst>
                <a:path w="1280160" h="167639">
                  <a:moveTo>
                    <a:pt x="1280160" y="0"/>
                  </a:moveTo>
                  <a:lnTo>
                    <a:pt x="0" y="167639"/>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grpSp>
      <p:sp>
        <p:nvSpPr>
          <p:cNvPr id="11" name="object 152"/>
          <p:cNvSpPr txBox="1"/>
          <p:nvPr/>
        </p:nvSpPr>
        <p:spPr>
          <a:xfrm>
            <a:off x="2559050" y="2938463"/>
            <a:ext cx="533400" cy="300037"/>
          </a:xfrm>
          <a:prstGeom prst="rect">
            <a:avLst/>
          </a:prstGeom>
        </p:spPr>
        <p:txBody>
          <a:bodyPr lIns="0" tIns="12700" rIns="0" bIns="0">
            <a:spAutoFit/>
          </a:bodyPr>
          <a:lstStyle/>
          <a:p>
            <a:pPr marL="12700" eaLnBrk="1" fontAlgn="auto" hangingPunct="1">
              <a:spcBef>
                <a:spcPts val="100"/>
              </a:spcBef>
              <a:spcAft>
                <a:spcPts val="0"/>
              </a:spcAft>
              <a:defRPr/>
            </a:pPr>
            <a:r>
              <a:rPr b="1" spc="-5" dirty="0">
                <a:latin typeface="Helvetica" panose="020B0604020202020204" pitchFamily="34" charset="0"/>
                <a:cs typeface="Helvetica" panose="020B0604020202020204" pitchFamily="34" charset="0"/>
              </a:rPr>
              <a:t>U</a:t>
            </a:r>
            <a:r>
              <a:rPr b="1" spc="-15" dirty="0">
                <a:latin typeface="Helvetica" panose="020B0604020202020204" pitchFamily="34" charset="0"/>
                <a:cs typeface="Helvetica" panose="020B0604020202020204" pitchFamily="34" charset="0"/>
              </a:rPr>
              <a:t>s</a:t>
            </a:r>
            <a:r>
              <a:rPr b="1" spc="-5" dirty="0">
                <a:latin typeface="Helvetica" panose="020B0604020202020204" pitchFamily="34" charset="0"/>
                <a:cs typeface="Helvetica" panose="020B0604020202020204" pitchFamily="34" charset="0"/>
              </a:rPr>
              <a:t>er</a:t>
            </a:r>
            <a:endParaRPr>
              <a:latin typeface="Helvetica" panose="020B0604020202020204" pitchFamily="34" charset="0"/>
              <a:cs typeface="Helvetica" panose="020B0604020202020204" pitchFamily="34" charset="0"/>
            </a:endParaRPr>
          </a:p>
        </p:txBody>
      </p:sp>
      <p:sp>
        <p:nvSpPr>
          <p:cNvPr id="70664" name="object 153"/>
          <p:cNvSpPr txBox="1">
            <a:spLocks noChangeArrowheads="1"/>
          </p:cNvSpPr>
          <p:nvPr/>
        </p:nvSpPr>
        <p:spPr bwMode="auto">
          <a:xfrm>
            <a:off x="935038" y="4344988"/>
            <a:ext cx="7272337"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ts val="100"/>
              </a:spcBef>
              <a:buFontTx/>
              <a:buNone/>
            </a:pPr>
            <a:r>
              <a:rPr lang="en-US" altLang="en-US" sz="2000">
                <a:latin typeface="Helvetica" panose="020B0604020202020204" pitchFamily="34" charset="0"/>
                <a:cs typeface="Helvetica" panose="020B0604020202020204" pitchFamily="34" charset="0"/>
              </a:rPr>
              <a:t>Generally, a use case should embody sufficient levels  of granularity without which the use case may not be  rendered as useful.</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pPr eaLnBrk="1" hangingPunct="1"/>
            <a:r>
              <a:rPr lang="en-US" altLang="en-US" smtClean="0">
                <a:latin typeface="Helvetica" panose="020B0604020202020204" pitchFamily="34" charset="0"/>
                <a:cs typeface="Helvetica" panose="020B0604020202020204" pitchFamily="34" charset="0"/>
              </a:rPr>
              <a:t>Pizza Ordering System</a:t>
            </a:r>
          </a:p>
        </p:txBody>
      </p:sp>
      <p:pic>
        <p:nvPicPr>
          <p:cNvPr id="71683" name="Content Placeholder 4" descr="Screen Clipp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95338" y="1881188"/>
            <a:ext cx="7553325" cy="3543300"/>
          </a:xfrm>
        </p:spPr>
      </p:pic>
      <p:sp>
        <p:nvSpPr>
          <p:cNvPr id="4" name="Footer Placeholder 3"/>
          <p:cNvSpPr>
            <a:spLocks noGrp="1"/>
          </p:cNvSpPr>
          <p:nvPr>
            <p:ph type="ftr" sz="quarter" idx="11"/>
          </p:nvPr>
        </p:nvSpPr>
        <p:spPr/>
        <p:txBody>
          <a:bodyPr/>
          <a:lstStyle/>
          <a:p>
            <a:pPr>
              <a:defRPr/>
            </a:pPr>
            <a:endParaRPr lang="en-US">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endParaRPr lang="en-US"/>
          </a:p>
        </p:txBody>
      </p:sp>
      <p:pic>
        <p:nvPicPr>
          <p:cNvPr id="72707" name="Picture 5"/>
          <p:cNvPicPr>
            <a:picLocks noChangeAspect="1"/>
          </p:cNvPicPr>
          <p:nvPr/>
        </p:nvPicPr>
        <p:blipFill>
          <a:blip r:embed="rId2">
            <a:extLst>
              <a:ext uri="{28A0092B-C50C-407E-A947-70E740481C1C}">
                <a14:useLocalDpi xmlns:a14="http://schemas.microsoft.com/office/drawing/2010/main" val="0"/>
              </a:ext>
            </a:extLst>
          </a:blip>
          <a:srcRect t="3070" b="-2"/>
          <a:stretch>
            <a:fillRect/>
          </a:stretch>
        </p:blipFill>
        <p:spPr bwMode="auto">
          <a:xfrm>
            <a:off x="1557338" y="312738"/>
            <a:ext cx="6189662" cy="640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4351338" y="819150"/>
            <a:ext cx="822325" cy="288925"/>
          </a:xfrm>
          <a:prstGeom prst="rect">
            <a:avLst/>
          </a:prstGeom>
          <a:ln>
            <a:no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1050" dirty="0">
                <a:solidFill>
                  <a:srgbClr val="0070C0"/>
                </a:solidFill>
              </a:rPr>
              <a:t>Place Order</a:t>
            </a:r>
          </a:p>
        </p:txBody>
      </p:sp>
      <p:sp>
        <p:nvSpPr>
          <p:cNvPr id="10" name="Rectangle 9"/>
          <p:cNvSpPr/>
          <p:nvPr/>
        </p:nvSpPr>
        <p:spPr>
          <a:xfrm>
            <a:off x="4351338" y="5976938"/>
            <a:ext cx="822325" cy="269875"/>
          </a:xfrm>
          <a:prstGeom prst="rect">
            <a:avLst/>
          </a:prstGeom>
          <a:ln>
            <a:no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1000" dirty="0" err="1">
                <a:solidFill>
                  <a:srgbClr val="0070C0"/>
                </a:solidFill>
              </a:rPr>
              <a:t>PaybyCredit</a:t>
            </a:r>
            <a:endParaRPr lang="en-US" sz="1000" dirty="0">
              <a:solidFill>
                <a:srgbClr val="0070C0"/>
              </a:solidFill>
            </a:endParaRPr>
          </a:p>
        </p:txBody>
      </p:sp>
      <p:sp>
        <p:nvSpPr>
          <p:cNvPr id="12" name="Rectangle 11"/>
          <p:cNvSpPr/>
          <p:nvPr/>
        </p:nvSpPr>
        <p:spPr>
          <a:xfrm>
            <a:off x="4046538" y="398463"/>
            <a:ext cx="1685925" cy="228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0070C0"/>
                </a:solidFill>
              </a:rPr>
              <a:t>Pizza Ordering System</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685800" y="1828800"/>
            <a:ext cx="7543800" cy="3276600"/>
          </a:xfrm>
        </p:spPr>
        <p:style>
          <a:lnRef idx="1">
            <a:schemeClr val="dk1"/>
          </a:lnRef>
          <a:fillRef idx="2">
            <a:schemeClr val="dk1"/>
          </a:fillRef>
          <a:effectRef idx="1">
            <a:schemeClr val="dk1"/>
          </a:effectRef>
          <a:fontRef idx="minor">
            <a:schemeClr val="dk1"/>
          </a:fontRef>
        </p:style>
        <p:txBody>
          <a:bodyPr>
            <a:normAutofit/>
          </a:bodyPr>
          <a:lstStyle/>
          <a:p>
            <a:pPr algn="just" eaLnBrk="1" hangingPunct="1">
              <a:defRPr/>
            </a:pPr>
            <a:r>
              <a:rPr lang="en-US" sz="2400" dirty="0">
                <a:latin typeface="Helvetica" panose="020B0604020202020204" pitchFamily="34" charset="0"/>
                <a:cs typeface="Helvetica" panose="020B0604020202020204" pitchFamily="34" charset="0"/>
              </a:rPr>
              <a:t>How to find Use Cases</a:t>
            </a:r>
          </a:p>
          <a:p>
            <a:pPr lvl="1" algn="just" eaLnBrk="1" hangingPunct="1">
              <a:defRPr/>
            </a:pPr>
            <a:r>
              <a:rPr lang="en-US" sz="2000" b="1" dirty="0">
                <a:solidFill>
                  <a:schemeClr val="tx2">
                    <a:lumMod val="75000"/>
                  </a:schemeClr>
                </a:solidFill>
                <a:latin typeface="Helvetica" panose="020B0604020202020204" pitchFamily="34" charset="0"/>
                <a:cs typeface="Helvetica" panose="020B0604020202020204" pitchFamily="34" charset="0"/>
              </a:rPr>
              <a:t>Choose a system boundary </a:t>
            </a:r>
            <a:r>
              <a:rPr lang="en-US" sz="2000" dirty="0">
                <a:solidFill>
                  <a:schemeClr val="tx2">
                    <a:lumMod val="75000"/>
                  </a:schemeClr>
                </a:solidFill>
                <a:latin typeface="Helvetica" panose="020B0604020202020204" pitchFamily="34" charset="0"/>
                <a:cs typeface="Helvetica" panose="020B0604020202020204" pitchFamily="34" charset="0"/>
              </a:rPr>
              <a:t>: Everything outside </a:t>
            </a:r>
            <a:r>
              <a:rPr lang="en-US" sz="2000" dirty="0" err="1">
                <a:solidFill>
                  <a:schemeClr val="tx2">
                    <a:lumMod val="75000"/>
                  </a:schemeClr>
                </a:solidFill>
                <a:latin typeface="Helvetica" panose="020B0604020202020204" pitchFamily="34" charset="0"/>
                <a:cs typeface="Helvetica" panose="020B0604020202020204" pitchFamily="34" charset="0"/>
              </a:rPr>
              <a:t>SuD</a:t>
            </a:r>
            <a:r>
              <a:rPr lang="en-US" sz="2000" dirty="0">
                <a:solidFill>
                  <a:schemeClr val="tx2">
                    <a:lumMod val="75000"/>
                  </a:schemeClr>
                </a:solidFill>
                <a:latin typeface="Helvetica" panose="020B0604020202020204" pitchFamily="34" charset="0"/>
                <a:cs typeface="Helvetica" panose="020B0604020202020204" pitchFamily="34" charset="0"/>
              </a:rPr>
              <a:t>, easy to find once external actors are identifies</a:t>
            </a:r>
          </a:p>
          <a:p>
            <a:pPr lvl="1" algn="just" eaLnBrk="1" hangingPunct="1">
              <a:defRPr/>
            </a:pPr>
            <a:r>
              <a:rPr lang="en-US" sz="2000" b="1" dirty="0">
                <a:solidFill>
                  <a:schemeClr val="tx2">
                    <a:lumMod val="75000"/>
                  </a:schemeClr>
                </a:solidFill>
                <a:latin typeface="Helvetica" panose="020B0604020202020204" pitchFamily="34" charset="0"/>
                <a:cs typeface="Helvetica" panose="020B0604020202020204" pitchFamily="34" charset="0"/>
              </a:rPr>
              <a:t>Identify Actors: </a:t>
            </a:r>
            <a:r>
              <a:rPr lang="en-US" sz="2000" dirty="0">
                <a:solidFill>
                  <a:schemeClr val="tx2">
                    <a:lumMod val="75000"/>
                  </a:schemeClr>
                </a:solidFill>
                <a:latin typeface="Helvetica" panose="020B0604020202020204" pitchFamily="34" charset="0"/>
                <a:cs typeface="Helvetica" panose="020B0604020202020204" pitchFamily="34" charset="0"/>
              </a:rPr>
              <a:t>Actual Person, Something you cannot change in a </a:t>
            </a:r>
            <a:r>
              <a:rPr lang="en-US" sz="2000" dirty="0" err="1">
                <a:solidFill>
                  <a:schemeClr val="tx2">
                    <a:lumMod val="75000"/>
                  </a:schemeClr>
                </a:solidFill>
                <a:latin typeface="Helvetica" panose="020B0604020202020204" pitchFamily="34" charset="0"/>
                <a:cs typeface="Helvetica" panose="020B0604020202020204" pitchFamily="34" charset="0"/>
              </a:rPr>
              <a:t>SuD</a:t>
            </a:r>
            <a:endParaRPr lang="en-US" sz="2000" dirty="0">
              <a:solidFill>
                <a:schemeClr val="tx2">
                  <a:lumMod val="75000"/>
                </a:schemeClr>
              </a:solidFill>
              <a:latin typeface="Helvetica" panose="020B0604020202020204" pitchFamily="34" charset="0"/>
              <a:cs typeface="Helvetica" panose="020B0604020202020204" pitchFamily="34" charset="0"/>
            </a:endParaRPr>
          </a:p>
          <a:p>
            <a:pPr lvl="1" algn="just" eaLnBrk="1" hangingPunct="1">
              <a:defRPr/>
            </a:pPr>
            <a:r>
              <a:rPr lang="en-US" sz="2000" b="1" dirty="0">
                <a:solidFill>
                  <a:schemeClr val="tx2">
                    <a:lumMod val="75000"/>
                  </a:schemeClr>
                </a:solidFill>
                <a:latin typeface="Helvetica" panose="020B0604020202020204" pitchFamily="34" charset="0"/>
                <a:cs typeface="Helvetica" panose="020B0604020202020204" pitchFamily="34" charset="0"/>
              </a:rPr>
              <a:t>Identify User Goals</a:t>
            </a:r>
          </a:p>
          <a:p>
            <a:pPr lvl="1" algn="just" eaLnBrk="1" hangingPunct="1">
              <a:defRPr/>
            </a:pPr>
            <a:r>
              <a:rPr lang="en-US" sz="2000" b="1" dirty="0">
                <a:solidFill>
                  <a:schemeClr val="tx2">
                    <a:lumMod val="75000"/>
                  </a:schemeClr>
                </a:solidFill>
                <a:latin typeface="Helvetica" panose="020B0604020202020204" pitchFamily="34" charset="0"/>
                <a:cs typeface="Helvetica" panose="020B0604020202020204" pitchFamily="34" charset="0"/>
              </a:rPr>
              <a:t>Define Use Cases</a:t>
            </a:r>
          </a:p>
          <a:p>
            <a:pPr lvl="1" algn="just" eaLnBrk="1" hangingPunct="1">
              <a:defRPr/>
            </a:pPr>
            <a:endParaRPr lang="en-US" sz="1400" b="1" dirty="0">
              <a:solidFill>
                <a:schemeClr val="tx2">
                  <a:lumMod val="75000"/>
                </a:schemeClr>
              </a:solidFill>
              <a:latin typeface="Helvetica" panose="020B0604020202020204" pitchFamily="34" charset="0"/>
              <a:cs typeface="Helvetica" panose="020B0604020202020204" pitchFamily="34" charset="0"/>
            </a:endParaRPr>
          </a:p>
          <a:p>
            <a:pPr lvl="1" algn="just" eaLnBrk="1" hangingPunct="1">
              <a:defRPr/>
            </a:pPr>
            <a:endParaRPr lang="en-US" sz="1400" dirty="0">
              <a:solidFill>
                <a:schemeClr val="tx2">
                  <a:lumMod val="75000"/>
                </a:schemeClr>
              </a:solidFill>
              <a:latin typeface="Helvetica" panose="020B0604020202020204" pitchFamily="34" charset="0"/>
              <a:cs typeface="Helvetica" panose="020B0604020202020204" pitchFamily="34" charset="0"/>
            </a:endParaRPr>
          </a:p>
          <a:p>
            <a:pPr lvl="1" algn="just" eaLnBrk="1" hangingPunct="1">
              <a:defRPr/>
            </a:pPr>
            <a:endParaRPr lang="en-US" sz="1800" dirty="0">
              <a:solidFill>
                <a:schemeClr val="tx2">
                  <a:lumMod val="75000"/>
                </a:schemeClr>
              </a:solidFill>
              <a:latin typeface="Helvetica" panose="020B0604020202020204" pitchFamily="34" charset="0"/>
              <a:cs typeface="Helvetica" panose="020B0604020202020204" pitchFamily="34" charset="0"/>
            </a:endParaRPr>
          </a:p>
          <a:p>
            <a:pPr lvl="1" algn="just" eaLnBrk="1" hangingPunct="1">
              <a:defRPr/>
            </a:pPr>
            <a:endParaRPr lang="en-US" sz="1400" dirty="0">
              <a:latin typeface="Helvetica" panose="020B0604020202020204" pitchFamily="34" charset="0"/>
              <a:cs typeface="Helvetica" panose="020B0604020202020204" pitchFamily="34" charset="0"/>
            </a:endParaRPr>
          </a:p>
        </p:txBody>
      </p:sp>
      <p:sp>
        <p:nvSpPr>
          <p:cNvPr id="73731" name="Title 1"/>
          <p:cNvSpPr>
            <a:spLocks noGrp="1"/>
          </p:cNvSpPr>
          <p:nvPr>
            <p:ph type="title"/>
          </p:nvPr>
        </p:nvSpPr>
        <p:spPr/>
        <p:txBody>
          <a:bodyPr/>
          <a:lstStyle/>
          <a:p>
            <a:pPr eaLnBrk="1" hangingPunct="1"/>
            <a:r>
              <a:rPr lang="en-US" altLang="en-US" smtClean="0">
                <a:latin typeface="Helvetica" panose="020B0604020202020204" pitchFamily="34" charset="0"/>
                <a:cs typeface="Helvetica" panose="020B0604020202020204" pitchFamily="34" charset="0"/>
              </a:rPr>
              <a:t>Revision</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pPr eaLnBrk="1" hangingPunct="1"/>
            <a:r>
              <a:rPr lang="en-US" altLang="en-US" smtClean="0">
                <a:latin typeface="Helvetica" panose="020B0604020202020204" pitchFamily="34" charset="0"/>
                <a:cs typeface="Helvetica" panose="020B0604020202020204" pitchFamily="34" charset="0"/>
              </a:rPr>
              <a:t>Library Management System </a:t>
            </a:r>
          </a:p>
        </p:txBody>
      </p:sp>
      <p:sp>
        <p:nvSpPr>
          <p:cNvPr id="3" name="Content Placeholder 2"/>
          <p:cNvSpPr>
            <a:spLocks noGrp="1"/>
          </p:cNvSpPr>
          <p:nvPr>
            <p:ph idx="1"/>
          </p:nvPr>
        </p:nvSpPr>
        <p:spPr>
          <a:xfrm>
            <a:off x="261938" y="1711325"/>
            <a:ext cx="8526462" cy="3441700"/>
          </a:xfrm>
        </p:spPr>
        <p:txBody>
          <a:bodyPr>
            <a:normAutofit fontScale="47500" lnSpcReduction="20000"/>
          </a:bodyPr>
          <a:lstStyle/>
          <a:p>
            <a:pPr algn="just" eaLnBrk="1" hangingPunct="1">
              <a:defRPr/>
            </a:pPr>
            <a:r>
              <a:rPr lang="en-US" dirty="0">
                <a:latin typeface="Helvetica" panose="020B0604020202020204" pitchFamily="34" charset="0"/>
                <a:cs typeface="Helvetica" panose="020B0604020202020204" pitchFamily="34" charset="0"/>
              </a:rPr>
              <a:t>Any library member should be able to search books by their title, author, subject category as well by the publication date. Each book will have a unique identification number and other details including a rack number which will help to physically locate the book. There could be more than one copy of a book, and library members should be able to check-out and reserve any copy. We will call each copy of a book, a book item. The system should be able to retrieve information like who took a particular book or what are the books checked-out by a specific library member. There should be a maximum limit (5) on how many books a member can check-out. There should be a maximum limit (10) on how many days a member can keep a book. The system should be able to collect fines for books returned after the due date. Members should be able to reserve books that are not currently available. The system should be able to send notifications whenever the reserved books become available, as well as when the book is not returned within the due date. Each book and member card will have a unique barcode. The system will be able to read barcodes from books and members’ library cards.</a:t>
            </a:r>
          </a:p>
          <a:p>
            <a:pPr eaLnBrk="1" hangingPunct="1">
              <a:defRPr/>
            </a:pPr>
            <a:endParaRPr lang="en-US" dirty="0">
              <a:latin typeface="Helvetica" panose="020B0604020202020204" pitchFamily="34" charset="0"/>
              <a:cs typeface="Helvetica" panose="020B0604020202020204" pitchFamily="34" charset="0"/>
            </a:endParaRPr>
          </a:p>
        </p:txBody>
      </p:sp>
      <p:sp>
        <p:nvSpPr>
          <p:cNvPr id="74756" name="Slide Number Placeholder 3"/>
          <p:cNvSpPr>
            <a:spLocks noGrp="1" noChangeArrowheads="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DF08EB66-CC48-451A-BC32-FC77C49C7BC5}" type="slidenum">
              <a:rPr lang="en-US" altLang="en-US" sz="1200">
                <a:solidFill>
                  <a:srgbClr val="898989"/>
                </a:solidFill>
                <a:latin typeface="Helvetica" panose="020B0604020202020204" pitchFamily="34" charset="0"/>
                <a:cs typeface="Helvetica" panose="020B0604020202020204" pitchFamily="34" charset="0"/>
              </a:rPr>
              <a:pPr algn="ctr">
                <a:spcBef>
                  <a:spcPct val="0"/>
                </a:spcBef>
                <a:buFontTx/>
                <a:buNone/>
              </a:pPr>
              <a:t>38</a:t>
            </a:fld>
            <a:endParaRPr lang="en-US" altLang="en-US" sz="1200">
              <a:solidFill>
                <a:srgbClr val="898989"/>
              </a:solidFill>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p:txBody>
          <a:bodyPr/>
          <a:lstStyle/>
          <a:p>
            <a:pPr eaLnBrk="1" hangingPunct="1"/>
            <a:r>
              <a:rPr lang="en-US" altLang="en-US" smtClean="0">
                <a:latin typeface="Helvetica" panose="020B0604020202020204" pitchFamily="34" charset="0"/>
                <a:cs typeface="Helvetica" panose="020B0604020202020204" pitchFamily="34" charset="0"/>
              </a:rPr>
              <a:t>Requirements</a:t>
            </a:r>
          </a:p>
        </p:txBody>
      </p:sp>
      <p:sp>
        <p:nvSpPr>
          <p:cNvPr id="3" name="Content Placeholder 2"/>
          <p:cNvSpPr>
            <a:spLocks noGrp="1"/>
          </p:cNvSpPr>
          <p:nvPr>
            <p:ph idx="1"/>
          </p:nvPr>
        </p:nvSpPr>
        <p:spPr/>
        <p:txBody>
          <a:bodyPr>
            <a:normAutofit fontScale="62500" lnSpcReduction="20000"/>
          </a:bodyPr>
          <a:lstStyle/>
          <a:p>
            <a:pPr marL="514350" indent="-514350" algn="just" eaLnBrk="1" hangingPunct="1">
              <a:buFont typeface="+mj-lt"/>
              <a:buAutoNum type="arabicPeriod"/>
              <a:defRPr/>
            </a:pPr>
            <a:r>
              <a:rPr lang="en-US" sz="1900" dirty="0">
                <a:latin typeface="Helvetica" panose="020B0604020202020204" pitchFamily="34" charset="0"/>
                <a:ea typeface="Verdana" panose="020B0604030504040204" pitchFamily="34" charset="0"/>
                <a:cs typeface="Helvetica" panose="020B0604020202020204" pitchFamily="34" charset="0"/>
              </a:rPr>
              <a:t>Any library member should be able to search books by their title, author, subject category as well by the publication date. </a:t>
            </a:r>
          </a:p>
          <a:p>
            <a:pPr marL="514350" indent="-514350" algn="just" eaLnBrk="1" hangingPunct="1">
              <a:buFont typeface="+mj-lt"/>
              <a:buAutoNum type="arabicPeriod"/>
              <a:defRPr/>
            </a:pPr>
            <a:endParaRPr lang="en-US" sz="1900" dirty="0">
              <a:latin typeface="Helvetica" panose="020B0604020202020204" pitchFamily="34" charset="0"/>
              <a:ea typeface="Verdana" panose="020B0604030504040204" pitchFamily="34" charset="0"/>
              <a:cs typeface="Helvetica" panose="020B0604020202020204" pitchFamily="34" charset="0"/>
            </a:endParaRPr>
          </a:p>
          <a:p>
            <a:pPr marL="514350" indent="-514350" algn="just" eaLnBrk="1" hangingPunct="1">
              <a:buFont typeface="+mj-lt"/>
              <a:buAutoNum type="arabicPeriod"/>
              <a:defRPr/>
            </a:pPr>
            <a:r>
              <a:rPr lang="en-US" sz="1900" dirty="0">
                <a:latin typeface="Helvetica" panose="020B0604020202020204" pitchFamily="34" charset="0"/>
                <a:ea typeface="Verdana" panose="020B0604030504040204" pitchFamily="34" charset="0"/>
                <a:cs typeface="Helvetica" panose="020B0604020202020204" pitchFamily="34" charset="0"/>
              </a:rPr>
              <a:t>Each book will have a unique identification number and other details including a rack number which will help to physically locate the book. </a:t>
            </a:r>
          </a:p>
          <a:p>
            <a:pPr marL="514350" indent="-514350" algn="just" eaLnBrk="1" hangingPunct="1">
              <a:buFont typeface="+mj-lt"/>
              <a:buAutoNum type="arabicPeriod"/>
              <a:defRPr/>
            </a:pPr>
            <a:endParaRPr lang="en-US" sz="1900" dirty="0">
              <a:latin typeface="Helvetica" panose="020B0604020202020204" pitchFamily="34" charset="0"/>
              <a:ea typeface="Verdana" panose="020B0604030504040204" pitchFamily="34" charset="0"/>
              <a:cs typeface="Helvetica" panose="020B0604020202020204" pitchFamily="34" charset="0"/>
            </a:endParaRPr>
          </a:p>
          <a:p>
            <a:pPr marL="514350" indent="-514350" algn="just" eaLnBrk="1" hangingPunct="1">
              <a:buFont typeface="+mj-lt"/>
              <a:buAutoNum type="arabicPeriod"/>
              <a:defRPr/>
            </a:pPr>
            <a:r>
              <a:rPr lang="en-US" sz="1900" dirty="0">
                <a:latin typeface="Helvetica" panose="020B0604020202020204" pitchFamily="34" charset="0"/>
                <a:ea typeface="Verdana" panose="020B0604030504040204" pitchFamily="34" charset="0"/>
                <a:cs typeface="Helvetica" panose="020B0604020202020204" pitchFamily="34" charset="0"/>
              </a:rPr>
              <a:t>There could be more than one copy of a book, and library members should be able to check-out and reserve any copy. We will call each copy of a book, a book item. </a:t>
            </a:r>
          </a:p>
          <a:p>
            <a:pPr marL="514350" indent="-514350" algn="just" eaLnBrk="1" hangingPunct="1">
              <a:buFont typeface="+mj-lt"/>
              <a:buAutoNum type="arabicPeriod"/>
              <a:defRPr/>
            </a:pPr>
            <a:endParaRPr lang="en-US" sz="1900" dirty="0">
              <a:latin typeface="Helvetica" panose="020B0604020202020204" pitchFamily="34" charset="0"/>
              <a:ea typeface="Verdana" panose="020B0604030504040204" pitchFamily="34" charset="0"/>
              <a:cs typeface="Helvetica" panose="020B0604020202020204" pitchFamily="34" charset="0"/>
            </a:endParaRPr>
          </a:p>
          <a:p>
            <a:pPr marL="514350" indent="-514350" algn="just" eaLnBrk="1" hangingPunct="1">
              <a:buFont typeface="+mj-lt"/>
              <a:buAutoNum type="arabicPeriod"/>
              <a:defRPr/>
            </a:pPr>
            <a:r>
              <a:rPr lang="en-US" sz="1900" dirty="0">
                <a:latin typeface="Helvetica" panose="020B0604020202020204" pitchFamily="34" charset="0"/>
                <a:ea typeface="Verdana" panose="020B0604030504040204" pitchFamily="34" charset="0"/>
                <a:cs typeface="Helvetica" panose="020B0604020202020204" pitchFamily="34" charset="0"/>
              </a:rPr>
              <a:t>The system should be able to retrieve information like who took a particular book or what are the books checked-out by a specific library member. </a:t>
            </a:r>
          </a:p>
          <a:p>
            <a:pPr marL="514350" indent="-514350" algn="just" eaLnBrk="1" hangingPunct="1">
              <a:buFont typeface="+mj-lt"/>
              <a:buAutoNum type="arabicPeriod"/>
              <a:defRPr/>
            </a:pPr>
            <a:endParaRPr lang="en-US" sz="1900" dirty="0">
              <a:latin typeface="Helvetica" panose="020B0604020202020204" pitchFamily="34" charset="0"/>
              <a:ea typeface="Verdana" panose="020B0604030504040204" pitchFamily="34" charset="0"/>
              <a:cs typeface="Helvetica" panose="020B0604020202020204" pitchFamily="34" charset="0"/>
            </a:endParaRPr>
          </a:p>
          <a:p>
            <a:pPr marL="514350" indent="-514350" algn="just" eaLnBrk="1" hangingPunct="1">
              <a:buFont typeface="+mj-lt"/>
              <a:buAutoNum type="arabicPeriod"/>
              <a:defRPr/>
            </a:pPr>
            <a:r>
              <a:rPr lang="en-US" sz="1900" dirty="0">
                <a:latin typeface="Helvetica" panose="020B0604020202020204" pitchFamily="34" charset="0"/>
                <a:ea typeface="Verdana" panose="020B0604030504040204" pitchFamily="34" charset="0"/>
                <a:cs typeface="Helvetica" panose="020B0604020202020204" pitchFamily="34" charset="0"/>
              </a:rPr>
              <a:t>There should be a maximum limit (5) on how many books a member can check-out. </a:t>
            </a:r>
          </a:p>
          <a:p>
            <a:pPr marL="514350" indent="-514350" algn="just" eaLnBrk="1" hangingPunct="1">
              <a:buFont typeface="+mj-lt"/>
              <a:buAutoNum type="arabicPeriod"/>
              <a:defRPr/>
            </a:pPr>
            <a:endParaRPr lang="en-US" sz="1900" dirty="0">
              <a:latin typeface="Helvetica" panose="020B0604020202020204" pitchFamily="34" charset="0"/>
              <a:ea typeface="Verdana" panose="020B0604030504040204" pitchFamily="34" charset="0"/>
              <a:cs typeface="Helvetica" panose="020B0604020202020204" pitchFamily="34" charset="0"/>
            </a:endParaRPr>
          </a:p>
          <a:p>
            <a:pPr marL="514350" indent="-514350" algn="just" eaLnBrk="1" hangingPunct="1">
              <a:buFont typeface="+mj-lt"/>
              <a:buAutoNum type="arabicPeriod"/>
              <a:defRPr/>
            </a:pPr>
            <a:r>
              <a:rPr lang="en-US" sz="1900" dirty="0">
                <a:latin typeface="Helvetica" panose="020B0604020202020204" pitchFamily="34" charset="0"/>
                <a:ea typeface="Verdana" panose="020B0604030504040204" pitchFamily="34" charset="0"/>
                <a:cs typeface="Helvetica" panose="020B0604020202020204" pitchFamily="34" charset="0"/>
              </a:rPr>
              <a:t>There should be a maximum limit (10) on how many days a member can keep a book. </a:t>
            </a:r>
          </a:p>
          <a:p>
            <a:pPr marL="514350" indent="-514350" algn="just" eaLnBrk="1" hangingPunct="1">
              <a:buFont typeface="+mj-lt"/>
              <a:buAutoNum type="arabicPeriod"/>
              <a:defRPr/>
            </a:pPr>
            <a:endParaRPr lang="en-US" sz="1900" dirty="0">
              <a:latin typeface="Helvetica" panose="020B0604020202020204" pitchFamily="34" charset="0"/>
              <a:ea typeface="Verdana" panose="020B0604030504040204" pitchFamily="34" charset="0"/>
              <a:cs typeface="Helvetica" panose="020B0604020202020204" pitchFamily="34" charset="0"/>
            </a:endParaRPr>
          </a:p>
          <a:p>
            <a:pPr marL="514350" indent="-514350" algn="just" eaLnBrk="1" hangingPunct="1">
              <a:buFont typeface="+mj-lt"/>
              <a:buAutoNum type="arabicPeriod"/>
              <a:defRPr/>
            </a:pPr>
            <a:r>
              <a:rPr lang="en-US" sz="1900" dirty="0">
                <a:latin typeface="Helvetica" panose="020B0604020202020204" pitchFamily="34" charset="0"/>
                <a:ea typeface="Verdana" panose="020B0604030504040204" pitchFamily="34" charset="0"/>
                <a:cs typeface="Helvetica" panose="020B0604020202020204" pitchFamily="34" charset="0"/>
              </a:rPr>
              <a:t>The system should be able to collect fines for books returned after the due date. </a:t>
            </a:r>
          </a:p>
          <a:p>
            <a:pPr marL="514350" indent="-514350" algn="just" eaLnBrk="1" hangingPunct="1">
              <a:buFont typeface="+mj-lt"/>
              <a:buAutoNum type="arabicPeriod"/>
              <a:defRPr/>
            </a:pPr>
            <a:endParaRPr lang="en-US" sz="1900" dirty="0">
              <a:latin typeface="Helvetica" panose="020B0604020202020204" pitchFamily="34" charset="0"/>
              <a:ea typeface="Verdana" panose="020B0604030504040204" pitchFamily="34" charset="0"/>
              <a:cs typeface="Helvetica" panose="020B0604020202020204" pitchFamily="34" charset="0"/>
            </a:endParaRPr>
          </a:p>
          <a:p>
            <a:pPr marL="514350" indent="-514350" algn="just" eaLnBrk="1" hangingPunct="1">
              <a:buFont typeface="+mj-lt"/>
              <a:buAutoNum type="arabicPeriod"/>
              <a:defRPr/>
            </a:pPr>
            <a:r>
              <a:rPr lang="en-US" sz="1900" dirty="0">
                <a:latin typeface="Helvetica" panose="020B0604020202020204" pitchFamily="34" charset="0"/>
                <a:ea typeface="Verdana" panose="020B0604030504040204" pitchFamily="34" charset="0"/>
                <a:cs typeface="Helvetica" panose="020B0604020202020204" pitchFamily="34" charset="0"/>
              </a:rPr>
              <a:t>Members should be able to reserve books that are not currently available.</a:t>
            </a:r>
          </a:p>
          <a:p>
            <a:pPr marL="514350" indent="-514350" algn="just" eaLnBrk="1" hangingPunct="1">
              <a:buFont typeface="+mj-lt"/>
              <a:buAutoNum type="arabicPeriod"/>
              <a:defRPr/>
            </a:pPr>
            <a:endParaRPr lang="en-US" sz="1900" dirty="0">
              <a:latin typeface="Helvetica" panose="020B0604020202020204" pitchFamily="34" charset="0"/>
              <a:ea typeface="Verdana" panose="020B0604030504040204" pitchFamily="34" charset="0"/>
              <a:cs typeface="Helvetica" panose="020B0604020202020204" pitchFamily="34" charset="0"/>
            </a:endParaRPr>
          </a:p>
          <a:p>
            <a:pPr marL="514350" indent="-514350" algn="just" eaLnBrk="1" hangingPunct="1">
              <a:buFont typeface="+mj-lt"/>
              <a:buAutoNum type="arabicPeriod"/>
              <a:defRPr/>
            </a:pPr>
            <a:r>
              <a:rPr lang="en-US" sz="1900" dirty="0">
                <a:latin typeface="Helvetica" panose="020B0604020202020204" pitchFamily="34" charset="0"/>
                <a:ea typeface="Verdana" panose="020B0604030504040204" pitchFamily="34" charset="0"/>
                <a:cs typeface="Helvetica" panose="020B0604020202020204" pitchFamily="34" charset="0"/>
              </a:rPr>
              <a:t>The system should be able to send notifications whenever the reserved books become available, as well as when the book is not returned within the due date.</a:t>
            </a:r>
          </a:p>
          <a:p>
            <a:pPr marL="514350" indent="-514350" algn="just" eaLnBrk="1" hangingPunct="1">
              <a:buFont typeface="+mj-lt"/>
              <a:buAutoNum type="arabicPeriod"/>
              <a:defRPr/>
            </a:pPr>
            <a:endParaRPr lang="en-US" sz="1900" dirty="0">
              <a:latin typeface="Helvetica" panose="020B0604020202020204" pitchFamily="34" charset="0"/>
              <a:ea typeface="Verdana" panose="020B0604030504040204" pitchFamily="34" charset="0"/>
              <a:cs typeface="Helvetica" panose="020B0604020202020204" pitchFamily="34" charset="0"/>
            </a:endParaRPr>
          </a:p>
          <a:p>
            <a:pPr marL="514350" indent="-514350" algn="just" eaLnBrk="1" hangingPunct="1">
              <a:buFont typeface="+mj-lt"/>
              <a:buAutoNum type="arabicPeriod"/>
              <a:defRPr/>
            </a:pPr>
            <a:r>
              <a:rPr lang="en-US" sz="1900" dirty="0">
                <a:latin typeface="Helvetica" panose="020B0604020202020204" pitchFamily="34" charset="0"/>
                <a:ea typeface="Verdana" panose="020B0604030504040204" pitchFamily="34" charset="0"/>
                <a:cs typeface="Helvetica" panose="020B0604020202020204" pitchFamily="34" charset="0"/>
              </a:rPr>
              <a:t>Each book and member card will have a unique barcode. The system will be able to read barcodes from books and members’ library cards.</a:t>
            </a:r>
          </a:p>
          <a:p>
            <a:pPr eaLnBrk="1" hangingPunct="1">
              <a:defRPr/>
            </a:pPr>
            <a:endParaRPr lang="en-US" sz="1600" dirty="0">
              <a:latin typeface="Helvetica" panose="020B0604020202020204" pitchFamily="34" charset="0"/>
              <a:cs typeface="Helvetica" panose="020B0604020202020204" pitchFamily="34" charset="0"/>
            </a:endParaRPr>
          </a:p>
          <a:p>
            <a:pPr eaLnBrk="1" hangingPunct="1">
              <a:defRPr/>
            </a:pPr>
            <a:endParaRPr lang="en-US" sz="1100" dirty="0">
              <a:latin typeface="Helvetica" panose="020B0604020202020204" pitchFamily="34" charset="0"/>
              <a:cs typeface="Helvetica" panose="020B0604020202020204" pitchFamily="34" charset="0"/>
            </a:endParaRPr>
          </a:p>
        </p:txBody>
      </p:sp>
      <p:sp>
        <p:nvSpPr>
          <p:cNvPr id="76804"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6096C45-8C97-4C66-BA96-CAF5AC870C0A}" type="slidenum">
              <a:rPr lang="en-US" altLang="en-US" sz="1200">
                <a:solidFill>
                  <a:srgbClr val="898989"/>
                </a:solidFill>
                <a:latin typeface="Helvetica" panose="020B0604020202020204" pitchFamily="34" charset="0"/>
                <a:cs typeface="Helvetica" panose="020B0604020202020204" pitchFamily="34" charset="0"/>
              </a:rPr>
              <a:pPr>
                <a:spcBef>
                  <a:spcPct val="0"/>
                </a:spcBef>
                <a:buFontTx/>
                <a:buNone/>
              </a:pPr>
              <a:t>39</a:t>
            </a:fld>
            <a:endParaRPr lang="en-US" altLang="en-US" sz="1200">
              <a:solidFill>
                <a:srgbClr val="898989"/>
              </a:solidFill>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p:txBody>
          <a:bodyPr/>
          <a:lstStyle/>
          <a:p>
            <a:pPr algn="just" eaLnBrk="1" hangingPunct="1"/>
            <a:r>
              <a:rPr lang="en-US" altLang="en-US" smtClean="0">
                <a:latin typeface="Helvetica" panose="020B0604020202020204" pitchFamily="34" charset="0"/>
                <a:cs typeface="Helvetica" panose="020B0604020202020204" pitchFamily="34" charset="0"/>
              </a:rPr>
              <a:t>Requirements</a:t>
            </a:r>
          </a:p>
        </p:txBody>
      </p:sp>
      <p:sp>
        <p:nvSpPr>
          <p:cNvPr id="3" name="Content Placeholder 2"/>
          <p:cNvSpPr>
            <a:spLocks noGrp="1"/>
          </p:cNvSpPr>
          <p:nvPr>
            <p:ph idx="1"/>
          </p:nvPr>
        </p:nvSpPr>
        <p:spPr/>
        <p:txBody>
          <a:bodyPr>
            <a:normAutofit fontScale="47500" lnSpcReduction="20000"/>
          </a:bodyPr>
          <a:lstStyle/>
          <a:p>
            <a:pPr marL="514350" indent="-514350" algn="just" eaLnBrk="1" hangingPunct="1">
              <a:buFont typeface="+mj-lt"/>
              <a:buAutoNum type="arabicPeriod"/>
              <a:defRPr/>
            </a:pPr>
            <a:r>
              <a:rPr lang="en-US" dirty="0">
                <a:latin typeface="Helvetica" panose="020B0604020202020204" pitchFamily="34" charset="0"/>
                <a:ea typeface="Verdana" panose="020B0604030504040204" pitchFamily="34" charset="0"/>
                <a:cs typeface="Helvetica" panose="020B0604020202020204" pitchFamily="34" charset="0"/>
              </a:rPr>
              <a:t>Any library member should be able to </a:t>
            </a:r>
            <a:r>
              <a:rPr lang="en-US" b="1" u="sng" dirty="0">
                <a:solidFill>
                  <a:srgbClr val="0070C0"/>
                </a:solidFill>
                <a:latin typeface="Helvetica" panose="020B0604020202020204" pitchFamily="34" charset="0"/>
                <a:ea typeface="Verdana" panose="020B0604030504040204" pitchFamily="34" charset="0"/>
                <a:cs typeface="Helvetica" panose="020B0604020202020204" pitchFamily="34" charset="0"/>
              </a:rPr>
              <a:t>search books </a:t>
            </a:r>
            <a:r>
              <a:rPr lang="en-US" dirty="0">
                <a:latin typeface="Helvetica" panose="020B0604020202020204" pitchFamily="34" charset="0"/>
                <a:ea typeface="Verdana" panose="020B0604030504040204" pitchFamily="34" charset="0"/>
                <a:cs typeface="Helvetica" panose="020B0604020202020204" pitchFamily="34" charset="0"/>
              </a:rPr>
              <a:t>by their title, author, subject category as well by the publication date. </a:t>
            </a:r>
          </a:p>
          <a:p>
            <a:pPr marL="514350" indent="-514350" algn="just" eaLnBrk="1" hangingPunct="1">
              <a:buFont typeface="+mj-lt"/>
              <a:buAutoNum type="arabicPeriod"/>
              <a:defRPr/>
            </a:pPr>
            <a:r>
              <a:rPr lang="en-US" dirty="0">
                <a:latin typeface="Helvetica" panose="020B0604020202020204" pitchFamily="34" charset="0"/>
                <a:ea typeface="Verdana" panose="020B0604030504040204" pitchFamily="34" charset="0"/>
                <a:cs typeface="Helvetica" panose="020B0604020202020204" pitchFamily="34" charset="0"/>
              </a:rPr>
              <a:t>Each book will have a unique identification number and other details including a rack number which will help to physically locate the book. </a:t>
            </a:r>
          </a:p>
          <a:p>
            <a:pPr marL="514350" indent="-514350" algn="just" eaLnBrk="1" hangingPunct="1">
              <a:buFont typeface="+mj-lt"/>
              <a:buAutoNum type="arabicPeriod"/>
              <a:defRPr/>
            </a:pPr>
            <a:r>
              <a:rPr lang="en-US" dirty="0">
                <a:latin typeface="Helvetica" panose="020B0604020202020204" pitchFamily="34" charset="0"/>
                <a:ea typeface="Verdana" panose="020B0604030504040204" pitchFamily="34" charset="0"/>
                <a:cs typeface="Helvetica" panose="020B0604020202020204" pitchFamily="34" charset="0"/>
              </a:rPr>
              <a:t>There could be more than one copy of a book, and library members should be able to </a:t>
            </a:r>
            <a:r>
              <a:rPr lang="en-US" b="1" u="sng" dirty="0">
                <a:solidFill>
                  <a:srgbClr val="0070C0"/>
                </a:solidFill>
                <a:latin typeface="Helvetica" panose="020B0604020202020204" pitchFamily="34" charset="0"/>
                <a:ea typeface="Verdana" panose="020B0604030504040204" pitchFamily="34" charset="0"/>
                <a:cs typeface="Helvetica" panose="020B0604020202020204" pitchFamily="34" charset="0"/>
              </a:rPr>
              <a:t>check-out</a:t>
            </a:r>
            <a:r>
              <a:rPr lang="en-US" dirty="0">
                <a:latin typeface="Helvetica" panose="020B0604020202020204" pitchFamily="34" charset="0"/>
                <a:ea typeface="Verdana" panose="020B0604030504040204" pitchFamily="34" charset="0"/>
                <a:cs typeface="Helvetica" panose="020B0604020202020204" pitchFamily="34" charset="0"/>
              </a:rPr>
              <a:t> and </a:t>
            </a:r>
            <a:r>
              <a:rPr lang="en-US" b="1" u="sng" dirty="0">
                <a:solidFill>
                  <a:srgbClr val="0070C0"/>
                </a:solidFill>
                <a:latin typeface="Helvetica" panose="020B0604020202020204" pitchFamily="34" charset="0"/>
                <a:ea typeface="Verdana" panose="020B0604030504040204" pitchFamily="34" charset="0"/>
                <a:cs typeface="Helvetica" panose="020B0604020202020204" pitchFamily="34" charset="0"/>
              </a:rPr>
              <a:t>reserve any copy</a:t>
            </a:r>
            <a:r>
              <a:rPr lang="en-US" dirty="0">
                <a:latin typeface="Helvetica" panose="020B0604020202020204" pitchFamily="34" charset="0"/>
                <a:ea typeface="Verdana" panose="020B0604030504040204" pitchFamily="34" charset="0"/>
                <a:cs typeface="Helvetica" panose="020B0604020202020204" pitchFamily="34" charset="0"/>
              </a:rPr>
              <a:t>. We will call each copy of a book, a book item. </a:t>
            </a:r>
          </a:p>
          <a:p>
            <a:pPr marL="514350" indent="-514350" algn="just" eaLnBrk="1" hangingPunct="1">
              <a:buFont typeface="+mj-lt"/>
              <a:buAutoNum type="arabicPeriod"/>
              <a:defRPr/>
            </a:pPr>
            <a:r>
              <a:rPr lang="en-US" dirty="0">
                <a:latin typeface="Helvetica" panose="020B0604020202020204" pitchFamily="34" charset="0"/>
                <a:ea typeface="Verdana" panose="020B0604030504040204" pitchFamily="34" charset="0"/>
                <a:cs typeface="Helvetica" panose="020B0604020202020204" pitchFamily="34" charset="0"/>
              </a:rPr>
              <a:t>The system should be able to </a:t>
            </a:r>
            <a:r>
              <a:rPr lang="en-US" b="1" u="sng" dirty="0">
                <a:solidFill>
                  <a:srgbClr val="0070C0"/>
                </a:solidFill>
                <a:latin typeface="Helvetica" panose="020B0604020202020204" pitchFamily="34" charset="0"/>
                <a:ea typeface="Verdana" panose="020B0604030504040204" pitchFamily="34" charset="0"/>
                <a:cs typeface="Helvetica" panose="020B0604020202020204" pitchFamily="34" charset="0"/>
              </a:rPr>
              <a:t>retrieve information</a:t>
            </a:r>
            <a:r>
              <a:rPr lang="en-US" u="sng" dirty="0">
                <a:latin typeface="Helvetica" panose="020B0604020202020204" pitchFamily="34" charset="0"/>
                <a:ea typeface="Verdana" panose="020B0604030504040204" pitchFamily="34" charset="0"/>
                <a:cs typeface="Helvetica" panose="020B0604020202020204" pitchFamily="34" charset="0"/>
              </a:rPr>
              <a:t> </a:t>
            </a:r>
            <a:r>
              <a:rPr lang="en-US" dirty="0">
                <a:latin typeface="Helvetica" panose="020B0604020202020204" pitchFamily="34" charset="0"/>
                <a:ea typeface="Verdana" panose="020B0604030504040204" pitchFamily="34" charset="0"/>
                <a:cs typeface="Helvetica" panose="020B0604020202020204" pitchFamily="34" charset="0"/>
              </a:rPr>
              <a:t>like who took a particular book or what are the books checked-out by a specific library member. </a:t>
            </a:r>
          </a:p>
          <a:p>
            <a:pPr marL="514350" indent="-514350" algn="just" eaLnBrk="1" hangingPunct="1">
              <a:buFont typeface="+mj-lt"/>
              <a:buAutoNum type="arabicPeriod"/>
              <a:defRPr/>
            </a:pPr>
            <a:r>
              <a:rPr lang="en-US" dirty="0">
                <a:latin typeface="Helvetica" panose="020B0604020202020204" pitchFamily="34" charset="0"/>
                <a:ea typeface="Verdana" panose="020B0604030504040204" pitchFamily="34" charset="0"/>
                <a:cs typeface="Helvetica" panose="020B0604020202020204" pitchFamily="34" charset="0"/>
              </a:rPr>
              <a:t>There should be a maximum limit (5) on how many books a member can check-out. </a:t>
            </a:r>
          </a:p>
          <a:p>
            <a:pPr marL="514350" indent="-514350" algn="just" eaLnBrk="1" hangingPunct="1">
              <a:buFont typeface="+mj-lt"/>
              <a:buAutoNum type="arabicPeriod"/>
              <a:defRPr/>
            </a:pPr>
            <a:r>
              <a:rPr lang="en-US" dirty="0">
                <a:latin typeface="Helvetica" panose="020B0604020202020204" pitchFamily="34" charset="0"/>
                <a:ea typeface="Verdana" panose="020B0604030504040204" pitchFamily="34" charset="0"/>
                <a:cs typeface="Helvetica" panose="020B0604020202020204" pitchFamily="34" charset="0"/>
              </a:rPr>
              <a:t>There should be a maximum limit (10) on how many days a member can keep a book. </a:t>
            </a:r>
          </a:p>
          <a:p>
            <a:pPr marL="514350" indent="-514350" algn="just" eaLnBrk="1" hangingPunct="1">
              <a:buFont typeface="+mj-lt"/>
              <a:buAutoNum type="arabicPeriod"/>
              <a:defRPr/>
            </a:pPr>
            <a:r>
              <a:rPr lang="en-US" dirty="0">
                <a:latin typeface="Helvetica" panose="020B0604020202020204" pitchFamily="34" charset="0"/>
                <a:ea typeface="Verdana" panose="020B0604030504040204" pitchFamily="34" charset="0"/>
                <a:cs typeface="Helvetica" panose="020B0604020202020204" pitchFamily="34" charset="0"/>
              </a:rPr>
              <a:t>The system should be able to </a:t>
            </a:r>
            <a:r>
              <a:rPr lang="en-US" b="1" u="sng" dirty="0">
                <a:solidFill>
                  <a:srgbClr val="0070C0"/>
                </a:solidFill>
                <a:latin typeface="Helvetica" panose="020B0604020202020204" pitchFamily="34" charset="0"/>
                <a:ea typeface="Verdana" panose="020B0604030504040204" pitchFamily="34" charset="0"/>
                <a:cs typeface="Helvetica" panose="020B0604020202020204" pitchFamily="34" charset="0"/>
              </a:rPr>
              <a:t>collect fines</a:t>
            </a:r>
            <a:r>
              <a:rPr lang="en-US" u="sng" dirty="0">
                <a:latin typeface="Helvetica" panose="020B0604020202020204" pitchFamily="34" charset="0"/>
                <a:ea typeface="Verdana" panose="020B0604030504040204" pitchFamily="34" charset="0"/>
                <a:cs typeface="Helvetica" panose="020B0604020202020204" pitchFamily="34" charset="0"/>
              </a:rPr>
              <a:t> </a:t>
            </a:r>
            <a:r>
              <a:rPr lang="en-US" dirty="0">
                <a:latin typeface="Helvetica" panose="020B0604020202020204" pitchFamily="34" charset="0"/>
                <a:ea typeface="Verdana" panose="020B0604030504040204" pitchFamily="34" charset="0"/>
                <a:cs typeface="Helvetica" panose="020B0604020202020204" pitchFamily="34" charset="0"/>
              </a:rPr>
              <a:t>for books returned after the due date. </a:t>
            </a:r>
          </a:p>
          <a:p>
            <a:pPr marL="514350" indent="-514350" algn="just" eaLnBrk="1" hangingPunct="1">
              <a:buFont typeface="+mj-lt"/>
              <a:buAutoNum type="arabicPeriod"/>
              <a:defRPr/>
            </a:pPr>
            <a:r>
              <a:rPr lang="en-US" dirty="0">
                <a:latin typeface="Helvetica" panose="020B0604020202020204" pitchFamily="34" charset="0"/>
                <a:ea typeface="Verdana" panose="020B0604030504040204" pitchFamily="34" charset="0"/>
                <a:cs typeface="Helvetica" panose="020B0604020202020204" pitchFamily="34" charset="0"/>
              </a:rPr>
              <a:t>Members should be able to </a:t>
            </a:r>
            <a:r>
              <a:rPr lang="en-US" b="1" u="sng" dirty="0">
                <a:solidFill>
                  <a:srgbClr val="0070C0"/>
                </a:solidFill>
                <a:latin typeface="Helvetica" panose="020B0604020202020204" pitchFamily="34" charset="0"/>
                <a:ea typeface="Verdana" panose="020B0604030504040204" pitchFamily="34" charset="0"/>
                <a:cs typeface="Helvetica" panose="020B0604020202020204" pitchFamily="34" charset="0"/>
              </a:rPr>
              <a:t>reserve books</a:t>
            </a:r>
            <a:r>
              <a:rPr lang="en-US" u="sng" dirty="0">
                <a:latin typeface="Helvetica" panose="020B0604020202020204" pitchFamily="34" charset="0"/>
                <a:ea typeface="Verdana" panose="020B0604030504040204" pitchFamily="34" charset="0"/>
                <a:cs typeface="Helvetica" panose="020B0604020202020204" pitchFamily="34" charset="0"/>
              </a:rPr>
              <a:t> </a:t>
            </a:r>
            <a:r>
              <a:rPr lang="en-US" dirty="0">
                <a:latin typeface="Helvetica" panose="020B0604020202020204" pitchFamily="34" charset="0"/>
                <a:ea typeface="Verdana" panose="020B0604030504040204" pitchFamily="34" charset="0"/>
                <a:cs typeface="Helvetica" panose="020B0604020202020204" pitchFamily="34" charset="0"/>
              </a:rPr>
              <a:t>that are not currently available.</a:t>
            </a:r>
          </a:p>
          <a:p>
            <a:pPr marL="514350" indent="-514350" algn="just" eaLnBrk="1" hangingPunct="1">
              <a:buFont typeface="+mj-lt"/>
              <a:buAutoNum type="arabicPeriod"/>
              <a:defRPr/>
            </a:pPr>
            <a:r>
              <a:rPr lang="en-US" dirty="0">
                <a:latin typeface="Helvetica" panose="020B0604020202020204" pitchFamily="34" charset="0"/>
                <a:ea typeface="Verdana" panose="020B0604030504040204" pitchFamily="34" charset="0"/>
                <a:cs typeface="Helvetica" panose="020B0604020202020204" pitchFamily="34" charset="0"/>
              </a:rPr>
              <a:t>The system should be able to </a:t>
            </a:r>
            <a:r>
              <a:rPr lang="en-US" b="1" u="sng" dirty="0">
                <a:solidFill>
                  <a:srgbClr val="0070C0"/>
                </a:solidFill>
                <a:latin typeface="Helvetica" panose="020B0604020202020204" pitchFamily="34" charset="0"/>
                <a:ea typeface="Verdana" panose="020B0604030504040204" pitchFamily="34" charset="0"/>
                <a:cs typeface="Helvetica" panose="020B0604020202020204" pitchFamily="34" charset="0"/>
              </a:rPr>
              <a:t>send notifications </a:t>
            </a:r>
            <a:r>
              <a:rPr lang="en-US" dirty="0">
                <a:latin typeface="Helvetica" panose="020B0604020202020204" pitchFamily="34" charset="0"/>
                <a:ea typeface="Verdana" panose="020B0604030504040204" pitchFamily="34" charset="0"/>
                <a:cs typeface="Helvetica" panose="020B0604020202020204" pitchFamily="34" charset="0"/>
              </a:rPr>
              <a:t>whenever the reserved books become available, as well as when the book is not returned within the due date.</a:t>
            </a:r>
          </a:p>
          <a:p>
            <a:pPr marL="514350" indent="-514350" algn="just" eaLnBrk="1" hangingPunct="1">
              <a:buFont typeface="+mj-lt"/>
              <a:buAutoNum type="arabicPeriod"/>
              <a:defRPr/>
            </a:pPr>
            <a:r>
              <a:rPr lang="en-US" dirty="0">
                <a:latin typeface="Helvetica" panose="020B0604020202020204" pitchFamily="34" charset="0"/>
                <a:ea typeface="Verdana" panose="020B0604030504040204" pitchFamily="34" charset="0"/>
                <a:cs typeface="Helvetica" panose="020B0604020202020204" pitchFamily="34" charset="0"/>
              </a:rPr>
              <a:t>Each book and member card will have a unique barcode. </a:t>
            </a:r>
          </a:p>
          <a:p>
            <a:pPr marL="514350" indent="-514350" algn="just" eaLnBrk="1" hangingPunct="1">
              <a:buFont typeface="+mj-lt"/>
              <a:buAutoNum type="arabicPeriod"/>
              <a:defRPr/>
            </a:pPr>
            <a:r>
              <a:rPr lang="en-US" dirty="0">
                <a:latin typeface="Helvetica" panose="020B0604020202020204" pitchFamily="34" charset="0"/>
                <a:ea typeface="Verdana" panose="020B0604030504040204" pitchFamily="34" charset="0"/>
                <a:cs typeface="Helvetica" panose="020B0604020202020204" pitchFamily="34" charset="0"/>
              </a:rPr>
              <a:t>The system will be able to </a:t>
            </a:r>
            <a:r>
              <a:rPr lang="en-US" b="1" u="sng" dirty="0">
                <a:solidFill>
                  <a:srgbClr val="0070C0"/>
                </a:solidFill>
                <a:latin typeface="Helvetica" panose="020B0604020202020204" pitchFamily="34" charset="0"/>
                <a:ea typeface="Verdana" panose="020B0604030504040204" pitchFamily="34" charset="0"/>
                <a:cs typeface="Helvetica" panose="020B0604020202020204" pitchFamily="34" charset="0"/>
              </a:rPr>
              <a:t>read barcodes </a:t>
            </a:r>
            <a:r>
              <a:rPr lang="en-US" dirty="0">
                <a:latin typeface="Helvetica" panose="020B0604020202020204" pitchFamily="34" charset="0"/>
                <a:ea typeface="Verdana" panose="020B0604030504040204" pitchFamily="34" charset="0"/>
                <a:cs typeface="Helvetica" panose="020B0604020202020204" pitchFamily="34" charset="0"/>
              </a:rPr>
              <a:t>from books and members’ library cards.</a:t>
            </a:r>
          </a:p>
          <a:p>
            <a:pPr algn="just" eaLnBrk="1" hangingPunct="1">
              <a:defRPr/>
            </a:pPr>
            <a:endParaRPr lang="en-US" dirty="0">
              <a:latin typeface="Helvetica" panose="020B0604020202020204" pitchFamily="34" charset="0"/>
              <a:cs typeface="Helvetica" panose="020B0604020202020204" pitchFamily="34" charset="0"/>
            </a:endParaRPr>
          </a:p>
          <a:p>
            <a:pPr algn="just" eaLnBrk="1" hangingPunct="1">
              <a:defRPr/>
            </a:pPr>
            <a:endParaRPr lang="en-US" dirty="0">
              <a:latin typeface="Helvetica" panose="020B0604020202020204" pitchFamily="34" charset="0"/>
              <a:cs typeface="Helvetica" panose="020B0604020202020204" pitchFamily="34" charset="0"/>
            </a:endParaRPr>
          </a:p>
        </p:txBody>
      </p:sp>
      <p:sp>
        <p:nvSpPr>
          <p:cNvPr id="77828"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fld id="{5F046D49-8F85-458F-BAC0-173F96B3141D}" type="slidenum">
              <a:rPr lang="en-US" altLang="en-US" sz="1200">
                <a:solidFill>
                  <a:srgbClr val="898989"/>
                </a:solidFill>
                <a:latin typeface="Helvetica" panose="020B0604020202020204" pitchFamily="34" charset="0"/>
                <a:cs typeface="Helvetica" panose="020B0604020202020204" pitchFamily="34" charset="0"/>
              </a:rPr>
              <a:pPr algn="just">
                <a:spcBef>
                  <a:spcPct val="0"/>
                </a:spcBef>
                <a:buFontTx/>
                <a:buNone/>
              </a:pPr>
              <a:t>40</a:t>
            </a:fld>
            <a:endParaRPr lang="en-US" altLang="en-US" sz="1200">
              <a:solidFill>
                <a:srgbClr val="898989"/>
              </a:solidFill>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pPr eaLnBrk="1" hangingPunct="1"/>
            <a:r>
              <a:rPr lang="en-US" altLang="en-US" sz="4000" smtClean="0">
                <a:latin typeface="Helvetica" panose="020B0604020202020204" pitchFamily="34" charset="0"/>
                <a:cs typeface="Helvetica" panose="020B0604020202020204" pitchFamily="34" charset="0"/>
              </a:rPr>
              <a:t>Actors</a:t>
            </a:r>
            <a:endParaRPr lang="en-US" altLang="en-US" smtClean="0">
              <a:latin typeface="Helvetica" panose="020B0604020202020204" pitchFamily="34" charset="0"/>
              <a:cs typeface="Helvetica" panose="020B0604020202020204" pitchFamily="34" charset="0"/>
            </a:endParaRPr>
          </a:p>
        </p:txBody>
      </p:sp>
      <p:sp>
        <p:nvSpPr>
          <p:cNvPr id="78851" name="Content Placeholder 2"/>
          <p:cNvSpPr>
            <a:spLocks noGrp="1"/>
          </p:cNvSpPr>
          <p:nvPr>
            <p:ph idx="1"/>
          </p:nvPr>
        </p:nvSpPr>
        <p:spPr/>
        <p:txBody>
          <a:bodyPr/>
          <a:lstStyle/>
          <a:p>
            <a:pPr algn="just" eaLnBrk="1" hangingPunct="1"/>
            <a:r>
              <a:rPr lang="en-US" altLang="en-US" sz="2000" b="1" smtClean="0">
                <a:latin typeface="Helvetica" panose="020B0604020202020204" pitchFamily="34" charset="0"/>
                <a:cs typeface="Helvetica" panose="020B0604020202020204" pitchFamily="34" charset="0"/>
              </a:rPr>
              <a:t>Librarian:</a:t>
            </a:r>
            <a:r>
              <a:rPr lang="en-US" altLang="en-US" sz="2000" smtClean="0">
                <a:latin typeface="Helvetica" panose="020B0604020202020204" pitchFamily="34" charset="0"/>
                <a:cs typeface="Helvetica" panose="020B0604020202020204" pitchFamily="34" charset="0"/>
              </a:rPr>
              <a:t> Mainly responsible for adding and modifying books, book items, and users. The Librarian can also issue, reserve, and return book items.</a:t>
            </a:r>
          </a:p>
          <a:p>
            <a:pPr algn="just" eaLnBrk="1" hangingPunct="1"/>
            <a:endParaRPr lang="en-US" altLang="en-US" sz="2000" smtClean="0">
              <a:latin typeface="Helvetica" panose="020B0604020202020204" pitchFamily="34" charset="0"/>
              <a:cs typeface="Helvetica" panose="020B0604020202020204" pitchFamily="34" charset="0"/>
            </a:endParaRPr>
          </a:p>
          <a:p>
            <a:pPr algn="just" eaLnBrk="1" hangingPunct="1"/>
            <a:r>
              <a:rPr lang="en-US" altLang="en-US" sz="2000" b="1" smtClean="0">
                <a:latin typeface="Helvetica" panose="020B0604020202020204" pitchFamily="34" charset="0"/>
                <a:cs typeface="Helvetica" panose="020B0604020202020204" pitchFamily="34" charset="0"/>
              </a:rPr>
              <a:t>Patron:</a:t>
            </a:r>
            <a:r>
              <a:rPr lang="en-US" altLang="en-US" sz="2000" smtClean="0">
                <a:latin typeface="Helvetica" panose="020B0604020202020204" pitchFamily="34" charset="0"/>
                <a:cs typeface="Helvetica" panose="020B0604020202020204" pitchFamily="34" charset="0"/>
              </a:rPr>
              <a:t> All members can search the catalog, as well as check-out, reserve, renew, and return a book.</a:t>
            </a:r>
          </a:p>
          <a:p>
            <a:pPr algn="just" eaLnBrk="1" hangingPunct="1"/>
            <a:endParaRPr lang="en-US" altLang="en-US" sz="2000" smtClean="0">
              <a:latin typeface="Helvetica" panose="020B0604020202020204" pitchFamily="34" charset="0"/>
              <a:cs typeface="Helvetica" panose="020B0604020202020204" pitchFamily="34" charset="0"/>
            </a:endParaRPr>
          </a:p>
          <a:p>
            <a:pPr algn="just" eaLnBrk="1" hangingPunct="1"/>
            <a:endParaRPr lang="en-US" altLang="en-US" sz="2000" smtClean="0">
              <a:latin typeface="Helvetica" panose="020B0604020202020204" pitchFamily="34" charset="0"/>
              <a:cs typeface="Helvetica" panose="020B0604020202020204" pitchFamily="34" charset="0"/>
            </a:endParaRPr>
          </a:p>
        </p:txBody>
      </p:sp>
      <p:sp>
        <p:nvSpPr>
          <p:cNvPr id="4" name="Footer Placeholder 3"/>
          <p:cNvSpPr>
            <a:spLocks noGrp="1"/>
          </p:cNvSpPr>
          <p:nvPr>
            <p:ph type="ftr" sz="quarter" idx="11"/>
          </p:nvPr>
        </p:nvSpPr>
        <p:spPr/>
        <p:txBody>
          <a:bodyPr/>
          <a:lstStyle/>
          <a:p>
            <a:pPr>
              <a:defRPr/>
            </a:pPr>
            <a:r>
              <a:rPr lang="en-US">
                <a:latin typeface="Helvetica" panose="020B0604020202020204" pitchFamily="34" charset="0"/>
                <a:cs typeface="Helvetica" panose="020B0604020202020204" pitchFamily="34" charset="0"/>
              </a:rPr>
              <a:t>Lecture 04 -OOAD</a:t>
            </a:r>
          </a:p>
        </p:txBody>
      </p:sp>
      <p:sp>
        <p:nvSpPr>
          <p:cNvPr id="78853"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57F1088-119C-49E0-9064-3DF44D5D079F}" type="slidenum">
              <a:rPr lang="en-US" altLang="en-US" sz="1200">
                <a:solidFill>
                  <a:srgbClr val="898989"/>
                </a:solidFill>
                <a:latin typeface="Helvetica" panose="020B0604020202020204" pitchFamily="34" charset="0"/>
                <a:cs typeface="Helvetica" panose="020B0604020202020204" pitchFamily="34" charset="0"/>
              </a:rPr>
              <a:pPr>
                <a:spcBef>
                  <a:spcPct val="0"/>
                </a:spcBef>
                <a:buFontTx/>
                <a:buNone/>
              </a:pPr>
              <a:t>41</a:t>
            </a:fld>
            <a:endParaRPr lang="en-US" altLang="en-US" sz="1200">
              <a:solidFill>
                <a:srgbClr val="898989"/>
              </a:solidFill>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p:txBody>
          <a:bodyPr/>
          <a:lstStyle/>
          <a:p>
            <a:pPr eaLnBrk="1" hangingPunct="1"/>
            <a:r>
              <a:rPr lang="en-US" altLang="en-US" sz="4000" smtClean="0">
                <a:latin typeface="Helvetica" panose="020B0604020202020204" pitchFamily="34" charset="0"/>
                <a:cs typeface="Helvetica" panose="020B0604020202020204" pitchFamily="34" charset="0"/>
              </a:rPr>
              <a:t>User Goals</a:t>
            </a:r>
          </a:p>
        </p:txBody>
      </p:sp>
      <p:sp>
        <p:nvSpPr>
          <p:cNvPr id="3" name="Content Placeholder 2"/>
          <p:cNvSpPr>
            <a:spLocks noGrp="1"/>
          </p:cNvSpPr>
          <p:nvPr>
            <p:ph idx="1"/>
          </p:nvPr>
        </p:nvSpPr>
        <p:spPr/>
        <p:txBody>
          <a:bodyPr>
            <a:normAutofit fontScale="47500" lnSpcReduction="20000"/>
          </a:bodyPr>
          <a:lstStyle/>
          <a:p>
            <a:pPr algn="just" eaLnBrk="1" hangingPunct="1">
              <a:defRPr/>
            </a:pPr>
            <a:r>
              <a:rPr lang="en-US" b="1" dirty="0">
                <a:latin typeface="Helvetica" panose="020B0604020202020204" pitchFamily="34" charset="0"/>
                <a:cs typeface="Helvetica" panose="020B0604020202020204" pitchFamily="34" charset="0"/>
              </a:rPr>
              <a:t>Add/Remove/Edit book:</a:t>
            </a:r>
            <a:r>
              <a:rPr lang="en-US" dirty="0">
                <a:latin typeface="Helvetica" panose="020B0604020202020204" pitchFamily="34" charset="0"/>
                <a:cs typeface="Helvetica" panose="020B0604020202020204" pitchFamily="34" charset="0"/>
              </a:rPr>
              <a:t> To add, remove or modify a book or book item.</a:t>
            </a:r>
          </a:p>
          <a:p>
            <a:pPr algn="just" eaLnBrk="1" hangingPunct="1">
              <a:defRPr/>
            </a:pPr>
            <a:endParaRPr lang="en-US" dirty="0">
              <a:latin typeface="Helvetica" panose="020B0604020202020204" pitchFamily="34" charset="0"/>
              <a:cs typeface="Helvetica" panose="020B0604020202020204" pitchFamily="34" charset="0"/>
            </a:endParaRPr>
          </a:p>
          <a:p>
            <a:pPr algn="just" eaLnBrk="1" hangingPunct="1">
              <a:defRPr/>
            </a:pPr>
            <a:r>
              <a:rPr lang="en-US" b="1" dirty="0">
                <a:latin typeface="Helvetica" panose="020B0604020202020204" pitchFamily="34" charset="0"/>
                <a:cs typeface="Helvetica" panose="020B0604020202020204" pitchFamily="34" charset="0"/>
              </a:rPr>
              <a:t>Search catalog:</a:t>
            </a:r>
            <a:r>
              <a:rPr lang="en-US" dirty="0">
                <a:latin typeface="Helvetica" panose="020B0604020202020204" pitchFamily="34" charset="0"/>
                <a:cs typeface="Helvetica" panose="020B0604020202020204" pitchFamily="34" charset="0"/>
              </a:rPr>
              <a:t> To search books by title, author, subject or publication date.</a:t>
            </a:r>
          </a:p>
          <a:p>
            <a:pPr algn="just" eaLnBrk="1" hangingPunct="1">
              <a:defRPr/>
            </a:pPr>
            <a:endParaRPr lang="en-US" dirty="0">
              <a:latin typeface="Helvetica" panose="020B0604020202020204" pitchFamily="34" charset="0"/>
              <a:cs typeface="Helvetica" panose="020B0604020202020204" pitchFamily="34" charset="0"/>
            </a:endParaRPr>
          </a:p>
          <a:p>
            <a:pPr algn="just" eaLnBrk="1" hangingPunct="1">
              <a:defRPr/>
            </a:pPr>
            <a:r>
              <a:rPr lang="en-US" b="1" dirty="0">
                <a:latin typeface="Helvetica" panose="020B0604020202020204" pitchFamily="34" charset="0"/>
                <a:cs typeface="Helvetica" panose="020B0604020202020204" pitchFamily="34" charset="0"/>
              </a:rPr>
              <a:t>Register new account/cancel membership:</a:t>
            </a:r>
            <a:r>
              <a:rPr lang="en-US" dirty="0">
                <a:latin typeface="Helvetica" panose="020B0604020202020204" pitchFamily="34" charset="0"/>
                <a:cs typeface="Helvetica" panose="020B0604020202020204" pitchFamily="34" charset="0"/>
              </a:rPr>
              <a:t> To add a new member or cancel the membership of an existing member.</a:t>
            </a:r>
          </a:p>
          <a:p>
            <a:pPr algn="just" eaLnBrk="1" hangingPunct="1">
              <a:defRPr/>
            </a:pPr>
            <a:endParaRPr lang="en-US" dirty="0">
              <a:latin typeface="Helvetica" panose="020B0604020202020204" pitchFamily="34" charset="0"/>
              <a:cs typeface="Helvetica" panose="020B0604020202020204" pitchFamily="34" charset="0"/>
            </a:endParaRPr>
          </a:p>
          <a:p>
            <a:pPr algn="just" eaLnBrk="1" hangingPunct="1">
              <a:defRPr/>
            </a:pPr>
            <a:r>
              <a:rPr lang="en-US" b="1" dirty="0">
                <a:latin typeface="Helvetica" panose="020B0604020202020204" pitchFamily="34" charset="0"/>
                <a:cs typeface="Helvetica" panose="020B0604020202020204" pitchFamily="34" charset="0"/>
              </a:rPr>
              <a:t>Check-out book:</a:t>
            </a:r>
            <a:r>
              <a:rPr lang="en-US" dirty="0">
                <a:latin typeface="Helvetica" panose="020B0604020202020204" pitchFamily="34" charset="0"/>
                <a:cs typeface="Helvetica" panose="020B0604020202020204" pitchFamily="34" charset="0"/>
              </a:rPr>
              <a:t> To borrow a book from the library.</a:t>
            </a:r>
          </a:p>
          <a:p>
            <a:pPr algn="just" eaLnBrk="1" hangingPunct="1">
              <a:defRPr/>
            </a:pPr>
            <a:endParaRPr lang="en-US" dirty="0">
              <a:latin typeface="Helvetica" panose="020B0604020202020204" pitchFamily="34" charset="0"/>
              <a:cs typeface="Helvetica" panose="020B0604020202020204" pitchFamily="34" charset="0"/>
            </a:endParaRPr>
          </a:p>
          <a:p>
            <a:pPr algn="just" eaLnBrk="1" hangingPunct="1">
              <a:defRPr/>
            </a:pPr>
            <a:r>
              <a:rPr lang="en-US" b="1" dirty="0">
                <a:latin typeface="Helvetica" panose="020B0604020202020204" pitchFamily="34" charset="0"/>
                <a:cs typeface="Helvetica" panose="020B0604020202020204" pitchFamily="34" charset="0"/>
              </a:rPr>
              <a:t>Reserve book:</a:t>
            </a:r>
            <a:r>
              <a:rPr lang="en-US" dirty="0">
                <a:latin typeface="Helvetica" panose="020B0604020202020204" pitchFamily="34" charset="0"/>
                <a:cs typeface="Helvetica" panose="020B0604020202020204" pitchFamily="34" charset="0"/>
              </a:rPr>
              <a:t> To reserve a book which is not currently available.</a:t>
            </a:r>
          </a:p>
          <a:p>
            <a:pPr algn="just" eaLnBrk="1" hangingPunct="1">
              <a:defRPr/>
            </a:pPr>
            <a:endParaRPr lang="en-US" dirty="0">
              <a:latin typeface="Helvetica" panose="020B0604020202020204" pitchFamily="34" charset="0"/>
              <a:cs typeface="Helvetica" panose="020B0604020202020204" pitchFamily="34" charset="0"/>
            </a:endParaRPr>
          </a:p>
          <a:p>
            <a:pPr algn="just" eaLnBrk="1" hangingPunct="1">
              <a:defRPr/>
            </a:pPr>
            <a:r>
              <a:rPr lang="en-US" b="1" dirty="0">
                <a:latin typeface="Helvetica" panose="020B0604020202020204" pitchFamily="34" charset="0"/>
                <a:cs typeface="Helvetica" panose="020B0604020202020204" pitchFamily="34" charset="0"/>
              </a:rPr>
              <a:t>Renew a book:</a:t>
            </a:r>
            <a:r>
              <a:rPr lang="en-US" dirty="0">
                <a:latin typeface="Helvetica" panose="020B0604020202020204" pitchFamily="34" charset="0"/>
                <a:cs typeface="Helvetica" panose="020B0604020202020204" pitchFamily="34" charset="0"/>
              </a:rPr>
              <a:t> To reborrow an already checked-out book.</a:t>
            </a:r>
          </a:p>
          <a:p>
            <a:pPr algn="just" eaLnBrk="1" hangingPunct="1">
              <a:defRPr/>
            </a:pPr>
            <a:endParaRPr lang="en-US" dirty="0">
              <a:latin typeface="Helvetica" panose="020B0604020202020204" pitchFamily="34" charset="0"/>
              <a:cs typeface="Helvetica" panose="020B0604020202020204" pitchFamily="34" charset="0"/>
            </a:endParaRPr>
          </a:p>
          <a:p>
            <a:pPr algn="just" eaLnBrk="1" hangingPunct="1">
              <a:defRPr/>
            </a:pPr>
            <a:r>
              <a:rPr lang="en-US" b="1" dirty="0">
                <a:latin typeface="Helvetica" panose="020B0604020202020204" pitchFamily="34" charset="0"/>
                <a:cs typeface="Helvetica" panose="020B0604020202020204" pitchFamily="34" charset="0"/>
              </a:rPr>
              <a:t>Return a book:</a:t>
            </a:r>
            <a:r>
              <a:rPr lang="en-US" dirty="0">
                <a:latin typeface="Helvetica" panose="020B0604020202020204" pitchFamily="34" charset="0"/>
                <a:cs typeface="Helvetica" panose="020B0604020202020204" pitchFamily="34" charset="0"/>
              </a:rPr>
              <a:t> To return a book to the library which was issued to a member.</a:t>
            </a:r>
          </a:p>
          <a:p>
            <a:pPr marL="0" indent="0" eaLnBrk="1" hangingPunct="1">
              <a:buFont typeface="Arial" panose="020B0604020202020204" pitchFamily="34" charset="0"/>
              <a:buNone/>
              <a:defRPr/>
            </a:pPr>
            <a:r>
              <a:rPr lang="en-US" dirty="0">
                <a:latin typeface="Helvetica" panose="020B0604020202020204" pitchFamily="34" charset="0"/>
                <a:cs typeface="Helvetica" panose="020B0604020202020204" pitchFamily="34" charset="0"/>
              </a:rPr>
              <a:t/>
            </a:r>
            <a:br>
              <a:rPr lang="en-US" dirty="0">
                <a:latin typeface="Helvetica" panose="020B0604020202020204" pitchFamily="34" charset="0"/>
                <a:cs typeface="Helvetica" panose="020B0604020202020204" pitchFamily="34" charset="0"/>
              </a:rPr>
            </a:br>
            <a:endParaRPr lang="en-US" dirty="0">
              <a:latin typeface="Helvetica" panose="020B0604020202020204" pitchFamily="34" charset="0"/>
              <a:cs typeface="Helvetica" panose="020B0604020202020204" pitchFamily="34" charset="0"/>
            </a:endParaRPr>
          </a:p>
          <a:p>
            <a:pPr eaLnBrk="1" hangingPunct="1">
              <a:defRPr/>
            </a:pPr>
            <a:endParaRPr lang="en-US" dirty="0">
              <a:latin typeface="Helvetica" panose="020B0604020202020204" pitchFamily="34" charset="0"/>
              <a:cs typeface="Helvetica" panose="020B0604020202020204" pitchFamily="34" charset="0"/>
            </a:endParaRPr>
          </a:p>
        </p:txBody>
      </p:sp>
      <p:sp>
        <p:nvSpPr>
          <p:cNvPr id="4" name="Footer Placeholder 3"/>
          <p:cNvSpPr>
            <a:spLocks noGrp="1"/>
          </p:cNvSpPr>
          <p:nvPr>
            <p:ph type="ftr" sz="quarter" idx="11"/>
          </p:nvPr>
        </p:nvSpPr>
        <p:spPr/>
        <p:txBody>
          <a:bodyPr/>
          <a:lstStyle/>
          <a:p>
            <a:pPr>
              <a:defRPr/>
            </a:pPr>
            <a:r>
              <a:rPr lang="en-US">
                <a:latin typeface="Helvetica" panose="020B0604020202020204" pitchFamily="34" charset="0"/>
                <a:cs typeface="Helvetica" panose="020B0604020202020204" pitchFamily="34" charset="0"/>
              </a:rPr>
              <a:t>Lecture 04 -OOAD</a:t>
            </a:r>
          </a:p>
        </p:txBody>
      </p:sp>
      <p:sp>
        <p:nvSpPr>
          <p:cNvPr id="79877"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E4C465E-65E7-4FCE-9E0D-8A131161A795}" type="slidenum">
              <a:rPr lang="en-US" altLang="en-US" sz="1200">
                <a:solidFill>
                  <a:srgbClr val="898989"/>
                </a:solidFill>
                <a:latin typeface="Helvetica" panose="020B0604020202020204" pitchFamily="34" charset="0"/>
                <a:cs typeface="Helvetica" panose="020B0604020202020204" pitchFamily="34" charset="0"/>
              </a:rPr>
              <a:pPr>
                <a:spcBef>
                  <a:spcPct val="0"/>
                </a:spcBef>
                <a:buFontTx/>
                <a:buNone/>
              </a:pPr>
              <a:t>42</a:t>
            </a:fld>
            <a:endParaRPr lang="en-US" altLang="en-US" sz="1200">
              <a:solidFill>
                <a:srgbClr val="898989"/>
              </a:solidFill>
              <a:latin typeface="Helvetica" panose="020B0604020202020204" pitchFamily="34" charset="0"/>
              <a:cs typeface="Helvetica" panose="020B0604020202020204"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Content Placeholder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00200" y="719138"/>
            <a:ext cx="5943600" cy="6002337"/>
          </a:xfrm>
        </p:spPr>
      </p:pic>
      <p:sp>
        <p:nvSpPr>
          <p:cNvPr id="80899" name="Slide Number Placeholder 3"/>
          <p:cNvSpPr>
            <a:spLocks noGrp="1" noChangeArrowheads="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336E1083-C2B0-49CA-A605-A1D12741AADB}" type="slidenum">
              <a:rPr lang="en-US" altLang="en-US" sz="1200">
                <a:solidFill>
                  <a:srgbClr val="898989"/>
                </a:solidFill>
              </a:rPr>
              <a:pPr algn="ctr">
                <a:spcBef>
                  <a:spcPct val="0"/>
                </a:spcBef>
                <a:buFontTx/>
                <a:buNone/>
              </a:pPr>
              <a:t>43</a:t>
            </a:fld>
            <a:endParaRPr lang="en-US" altLang="en-US" sz="1200">
              <a:solidFill>
                <a:srgbClr val="898989"/>
              </a:solidFill>
            </a:endParaRPr>
          </a:p>
        </p:txBody>
      </p:sp>
      <p:sp>
        <p:nvSpPr>
          <p:cNvPr id="80900" name="Title 1"/>
          <p:cNvSpPr>
            <a:spLocks noGrp="1"/>
          </p:cNvSpPr>
          <p:nvPr>
            <p:ph type="title"/>
          </p:nvPr>
        </p:nvSpPr>
        <p:spPr>
          <a:xfrm>
            <a:off x="742950" y="0"/>
            <a:ext cx="8115300" cy="857250"/>
          </a:xfrm>
        </p:spPr>
        <p:txBody>
          <a:bodyPr/>
          <a:lstStyle/>
          <a:p>
            <a:pPr eaLnBrk="1" hangingPunct="1"/>
            <a:r>
              <a:rPr lang="en-US" altLang="en-US" sz="2400" smtClean="0">
                <a:latin typeface="Helvetica" panose="020B0604020202020204" pitchFamily="34" charset="0"/>
                <a:cs typeface="Helvetica" panose="020B0604020202020204" pitchFamily="34" charset="0"/>
              </a:rPr>
              <a:t>Use Case Diagram for Library Management System </a:t>
            </a:r>
          </a:p>
        </p:txBody>
      </p:sp>
      <p:sp>
        <p:nvSpPr>
          <p:cNvPr id="80901" name="TextBox 1"/>
          <p:cNvSpPr txBox="1">
            <a:spLocks noChangeArrowheads="1"/>
          </p:cNvSpPr>
          <p:nvPr/>
        </p:nvSpPr>
        <p:spPr bwMode="auto">
          <a:xfrm>
            <a:off x="3886200" y="1295400"/>
            <a:ext cx="609600" cy="338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800"/>
              <a:t>Create Account</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a:lstStyle/>
          <a:p>
            <a:pPr eaLnBrk="1" hangingPunct="1"/>
            <a:r>
              <a:rPr lang="en-US" altLang="en-US" smtClean="0"/>
              <a:t>Case </a:t>
            </a:r>
          </a:p>
        </p:txBody>
      </p:sp>
      <p:sp>
        <p:nvSpPr>
          <p:cNvPr id="3" name="Content Placeholder 2"/>
          <p:cNvSpPr>
            <a:spLocks noGrp="1"/>
          </p:cNvSpPr>
          <p:nvPr>
            <p:ph idx="1"/>
          </p:nvPr>
        </p:nvSpPr>
        <p:spPr/>
        <p:style>
          <a:lnRef idx="1">
            <a:schemeClr val="dk1"/>
          </a:lnRef>
          <a:fillRef idx="2">
            <a:schemeClr val="dk1"/>
          </a:fillRef>
          <a:effectRef idx="1">
            <a:schemeClr val="dk1"/>
          </a:effectRef>
          <a:fontRef idx="minor">
            <a:schemeClr val="dk1"/>
          </a:fontRef>
        </p:style>
        <p:txBody>
          <a:bodyPr>
            <a:normAutofit fontScale="62500" lnSpcReduction="20000"/>
          </a:bodyPr>
          <a:lstStyle/>
          <a:p>
            <a:pPr marL="0" indent="0" algn="just" eaLnBrk="1" hangingPunct="1">
              <a:buFont typeface="Arial" panose="020B0604020202020204" pitchFamily="34" charset="0"/>
              <a:buNone/>
              <a:defRPr/>
            </a:pPr>
            <a:r>
              <a:rPr lang="en-US" dirty="0"/>
              <a:t>Consider an online reservation system for a bus company. The bus company includes several buses and manage trips to different cities. Each bus is identified by its plate number and a separately assigned bus number. The trips are based on a predefined schedule and stop at predefined bus stations. Each bus can have only one trip per day. Each bus includes a driver and one hostess. For long trips, the bus will have breaks at service and rest areas. There are two types of trips, normal trips and express trips. Express trips do not stop at intermediate stations and get faster at the destination. Seats can be reserved by customers on the web site of the bus company. The customer has the option to directly pay for the seat through the website. In that case, the seat cannot be cancelled (neither by the customer nor by the bus company). If the customer has not paid for the seat, the bus company can cancel the seat if the customer does not show up one hour before the trip. When the reservation is cancelled, the seat will become free and can be sold to another customer. Both the customer and the company staff must authenticate themselves for performing operations with the system.</a:t>
            </a:r>
          </a:p>
          <a:p>
            <a:pPr algn="just" eaLnBrk="1" hangingPunct="1">
              <a:defRPr/>
            </a:pPr>
            <a:endParaRPr lang="en-US" dirty="0"/>
          </a:p>
        </p:txBody>
      </p:sp>
      <p:sp>
        <p:nvSpPr>
          <p:cNvPr id="4" name="Footer Placeholder 3"/>
          <p:cNvSpPr>
            <a:spLocks noGrp="1"/>
          </p:cNvSpPr>
          <p:nvPr>
            <p:ph type="ftr" sz="quarter" idx="11"/>
          </p:nvPr>
        </p:nvSpPr>
        <p:spPr/>
        <p:txBody>
          <a:bodyPr/>
          <a:lstStyle/>
          <a:p>
            <a:pPr>
              <a:defRPr/>
            </a:pPr>
            <a:r>
              <a:rPr lang="en-US"/>
              <a:t>Lecture 08 -OOAD</a:t>
            </a:r>
          </a:p>
        </p:txBody>
      </p:sp>
      <p:sp>
        <p:nvSpPr>
          <p:cNvPr id="5" name="Rectangle 4"/>
          <p:cNvSpPr/>
          <p:nvPr/>
        </p:nvSpPr>
        <p:spPr>
          <a:xfrm>
            <a:off x="228600" y="152400"/>
            <a:ext cx="35814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Identify Actors</a:t>
            </a:r>
          </a:p>
        </p:txBody>
      </p:sp>
      <p:sp>
        <p:nvSpPr>
          <p:cNvPr id="6" name="Rectangle 5"/>
          <p:cNvSpPr/>
          <p:nvPr/>
        </p:nvSpPr>
        <p:spPr>
          <a:xfrm>
            <a:off x="228600" y="609600"/>
            <a:ext cx="3124200" cy="2286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Driver</a:t>
            </a:r>
          </a:p>
        </p:txBody>
      </p:sp>
      <p:sp>
        <p:nvSpPr>
          <p:cNvPr id="7" name="Rectangle 6"/>
          <p:cNvSpPr/>
          <p:nvPr/>
        </p:nvSpPr>
        <p:spPr>
          <a:xfrm>
            <a:off x="228600" y="838200"/>
            <a:ext cx="3124200" cy="2286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Hostess</a:t>
            </a:r>
          </a:p>
        </p:txBody>
      </p:sp>
      <p:sp>
        <p:nvSpPr>
          <p:cNvPr id="8" name="Rectangle 7"/>
          <p:cNvSpPr/>
          <p:nvPr/>
        </p:nvSpPr>
        <p:spPr>
          <a:xfrm>
            <a:off x="228600" y="1066800"/>
            <a:ext cx="3124200" cy="228600"/>
          </a:xfrm>
          <a:prstGeom prst="rect">
            <a:avLst/>
          </a:prstGeom>
          <a:solidFill>
            <a:srgbClr val="00B050"/>
          </a:solidFill>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dirty="0"/>
              <a:t>Customer</a:t>
            </a:r>
          </a:p>
        </p:txBody>
      </p:sp>
      <p:sp>
        <p:nvSpPr>
          <p:cNvPr id="9" name="Rectangle 8"/>
          <p:cNvSpPr/>
          <p:nvPr/>
        </p:nvSpPr>
        <p:spPr>
          <a:xfrm>
            <a:off x="228600" y="1295400"/>
            <a:ext cx="3124200" cy="228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Company Staff/ Administrator</a:t>
            </a:r>
          </a:p>
        </p:txBody>
      </p:sp>
      <p:sp>
        <p:nvSpPr>
          <p:cNvPr id="10" name="Rectangle 9"/>
          <p:cNvSpPr/>
          <p:nvPr/>
        </p:nvSpPr>
        <p:spPr>
          <a:xfrm>
            <a:off x="5943600" y="228600"/>
            <a:ext cx="2895600" cy="10668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Driver and hostess cannot be an Actor. Why?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a:lstStyle/>
          <a:p>
            <a:pPr eaLnBrk="1" hangingPunct="1"/>
            <a:r>
              <a:rPr lang="en-US" altLang="en-US" smtClean="0"/>
              <a:t>Case </a:t>
            </a:r>
          </a:p>
        </p:txBody>
      </p:sp>
      <p:sp>
        <p:nvSpPr>
          <p:cNvPr id="3" name="Content Placeholder 2"/>
          <p:cNvSpPr>
            <a:spLocks noGrp="1"/>
          </p:cNvSpPr>
          <p:nvPr>
            <p:ph idx="1"/>
          </p:nvPr>
        </p:nvSpPr>
        <p:spPr/>
        <p:style>
          <a:lnRef idx="1">
            <a:schemeClr val="dk1"/>
          </a:lnRef>
          <a:fillRef idx="2">
            <a:schemeClr val="dk1"/>
          </a:fillRef>
          <a:effectRef idx="1">
            <a:schemeClr val="dk1"/>
          </a:effectRef>
          <a:fontRef idx="minor">
            <a:schemeClr val="dk1"/>
          </a:fontRef>
        </p:style>
        <p:txBody>
          <a:bodyPr>
            <a:normAutofit fontScale="62500" lnSpcReduction="20000"/>
          </a:bodyPr>
          <a:lstStyle/>
          <a:p>
            <a:pPr marL="0" indent="0" algn="just" eaLnBrk="1" hangingPunct="1">
              <a:buFont typeface="Arial" panose="020B0604020202020204" pitchFamily="34" charset="0"/>
              <a:buNone/>
              <a:defRPr/>
            </a:pPr>
            <a:r>
              <a:rPr lang="en-US" dirty="0"/>
              <a:t>Consider an online reservation system for a bus company. The bus company includes several buses and realizes trips to different cities. Each bus is identified by its plate number and a separately assigned bus number. The trips are based on a predefined schedule and stop at predefined bus stations. Each bus can have only one trip per day. Each bus includes a driver and one hostess. For long trips, the bus will have breaks at service and rest areas. There are two types of trips, normal trips and express trips. Express trips do not stop at intermediate stations and get faster at the destination. Seats can be reserved by customers on the web site of the bus company. The customer has the option to directly pay for the seat through the website. In that case, the seat cannot be cancelled (neither by the customer nor by the bus company). If the customer has not paid for the seat, the bus company can cancel the seat if the customer does not show up one hour before the trip. When the reservation is cancelled, the seat will become free and can be sold to another customer. Both the customer and the company staff must authenticate themselves for performing operations with the system.</a:t>
            </a:r>
          </a:p>
          <a:p>
            <a:pPr algn="just" eaLnBrk="1" hangingPunct="1">
              <a:defRPr/>
            </a:pPr>
            <a:endParaRPr lang="en-US" dirty="0"/>
          </a:p>
        </p:txBody>
      </p:sp>
      <p:sp>
        <p:nvSpPr>
          <p:cNvPr id="4" name="Footer Placeholder 3"/>
          <p:cNvSpPr>
            <a:spLocks noGrp="1"/>
          </p:cNvSpPr>
          <p:nvPr>
            <p:ph type="ftr" sz="quarter" idx="11"/>
          </p:nvPr>
        </p:nvSpPr>
        <p:spPr/>
        <p:txBody>
          <a:bodyPr/>
          <a:lstStyle/>
          <a:p>
            <a:pPr>
              <a:defRPr/>
            </a:pPr>
            <a:r>
              <a:rPr lang="en-US"/>
              <a:t>Lecture 08 -OOAD</a:t>
            </a:r>
          </a:p>
        </p:txBody>
      </p:sp>
      <p:sp>
        <p:nvSpPr>
          <p:cNvPr id="5" name="Rectangle 4"/>
          <p:cNvSpPr/>
          <p:nvPr/>
        </p:nvSpPr>
        <p:spPr>
          <a:xfrm>
            <a:off x="228600" y="152400"/>
            <a:ext cx="35814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Identify Verb / Goal/Use Case</a:t>
            </a:r>
          </a:p>
        </p:txBody>
      </p:sp>
      <p:sp>
        <p:nvSpPr>
          <p:cNvPr id="6" name="Rectangle 5"/>
          <p:cNvSpPr/>
          <p:nvPr/>
        </p:nvSpPr>
        <p:spPr>
          <a:xfrm>
            <a:off x="228600" y="609600"/>
            <a:ext cx="3124200" cy="228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Reserve Seat</a:t>
            </a:r>
          </a:p>
        </p:txBody>
      </p:sp>
      <p:sp>
        <p:nvSpPr>
          <p:cNvPr id="7" name="Rectangle 6"/>
          <p:cNvSpPr/>
          <p:nvPr/>
        </p:nvSpPr>
        <p:spPr>
          <a:xfrm>
            <a:off x="228600" y="838200"/>
            <a:ext cx="3124200" cy="228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Pay for the Seat</a:t>
            </a:r>
          </a:p>
        </p:txBody>
      </p:sp>
      <p:sp>
        <p:nvSpPr>
          <p:cNvPr id="8" name="Rectangle 7"/>
          <p:cNvSpPr/>
          <p:nvPr/>
        </p:nvSpPr>
        <p:spPr>
          <a:xfrm>
            <a:off x="228600" y="1066800"/>
            <a:ext cx="3124200" cy="228600"/>
          </a:xfrm>
          <a:prstGeom prst="rect">
            <a:avLst/>
          </a:prstGeom>
          <a:solidFill>
            <a:srgbClr val="00B050"/>
          </a:solidFill>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dirty="0"/>
              <a:t>Cancel Seat</a:t>
            </a:r>
          </a:p>
        </p:txBody>
      </p:sp>
      <p:sp>
        <p:nvSpPr>
          <p:cNvPr id="9" name="Rectangle 8"/>
          <p:cNvSpPr/>
          <p:nvPr/>
        </p:nvSpPr>
        <p:spPr>
          <a:xfrm>
            <a:off x="228600" y="1295400"/>
            <a:ext cx="3124200" cy="228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Register</a:t>
            </a:r>
          </a:p>
        </p:txBody>
      </p:sp>
      <p:sp>
        <p:nvSpPr>
          <p:cNvPr id="11" name="Rectangle 10"/>
          <p:cNvSpPr/>
          <p:nvPr/>
        </p:nvSpPr>
        <p:spPr>
          <a:xfrm>
            <a:off x="228600" y="1524000"/>
            <a:ext cx="3124200" cy="228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ysClr val="windowText" lastClr="000000"/>
                </a:solidFill>
              </a:rPr>
              <a:t>View Seat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p:txBody>
          <a:bodyPr/>
          <a:lstStyle/>
          <a:p>
            <a:pPr eaLnBrk="1" hangingPunct="1"/>
            <a:r>
              <a:rPr lang="en-US" altLang="en-US" sz="4000" smtClean="0">
                <a:latin typeface="Helvetica" panose="020B0604020202020204" pitchFamily="34" charset="0"/>
                <a:cs typeface="Helvetica" panose="020B0604020202020204" pitchFamily="34" charset="0"/>
              </a:rPr>
              <a:t>So far what we have</a:t>
            </a:r>
          </a:p>
        </p:txBody>
      </p:sp>
      <p:sp>
        <p:nvSpPr>
          <p:cNvPr id="3" name="Content Placeholder 2"/>
          <p:cNvSpPr>
            <a:spLocks noGrp="1"/>
          </p:cNvSpPr>
          <p:nvPr>
            <p:ph idx="1"/>
          </p:nvPr>
        </p:nvSpPr>
        <p:spPr/>
        <p:txBody>
          <a:bodyPr>
            <a:normAutofit lnSpcReduction="10000"/>
          </a:bodyPr>
          <a:lstStyle/>
          <a:p>
            <a:pPr eaLnBrk="1" hangingPunct="1">
              <a:defRPr/>
            </a:pPr>
            <a:r>
              <a:rPr lang="en-US" sz="2800" dirty="0">
                <a:latin typeface="Helvetica" panose="020B0604020202020204" pitchFamily="34" charset="0"/>
                <a:cs typeface="Helvetica" panose="020B0604020202020204" pitchFamily="34" charset="0"/>
              </a:rPr>
              <a:t>Actors</a:t>
            </a:r>
          </a:p>
          <a:p>
            <a:pPr lvl="1" eaLnBrk="1" hangingPunct="1">
              <a:defRPr/>
            </a:pPr>
            <a:r>
              <a:rPr lang="en-US" sz="2400" dirty="0">
                <a:latin typeface="Helvetica" panose="020B0604020202020204" pitchFamily="34" charset="0"/>
                <a:cs typeface="Helvetica" panose="020B0604020202020204" pitchFamily="34" charset="0"/>
              </a:rPr>
              <a:t>Customer</a:t>
            </a:r>
          </a:p>
          <a:p>
            <a:pPr lvl="1" eaLnBrk="1" hangingPunct="1">
              <a:defRPr/>
            </a:pPr>
            <a:r>
              <a:rPr lang="en-US" sz="2400" dirty="0">
                <a:latin typeface="Helvetica" panose="020B0604020202020204" pitchFamily="34" charset="0"/>
                <a:cs typeface="Helvetica" panose="020B0604020202020204" pitchFamily="34" charset="0"/>
              </a:rPr>
              <a:t>Bus Company Administrator</a:t>
            </a:r>
          </a:p>
          <a:p>
            <a:pPr lvl="1" eaLnBrk="1" hangingPunct="1">
              <a:defRPr/>
            </a:pPr>
            <a:endParaRPr lang="en-US" sz="2400" dirty="0">
              <a:latin typeface="Helvetica" panose="020B0604020202020204" pitchFamily="34" charset="0"/>
              <a:cs typeface="Helvetica" panose="020B0604020202020204" pitchFamily="34" charset="0"/>
            </a:endParaRPr>
          </a:p>
          <a:p>
            <a:pPr eaLnBrk="1" hangingPunct="1">
              <a:defRPr/>
            </a:pPr>
            <a:r>
              <a:rPr lang="en-US" sz="2800" dirty="0">
                <a:latin typeface="Helvetica" panose="020B0604020202020204" pitchFamily="34" charset="0"/>
                <a:cs typeface="Helvetica" panose="020B0604020202020204" pitchFamily="34" charset="0"/>
              </a:rPr>
              <a:t>Use Cases</a:t>
            </a:r>
          </a:p>
          <a:p>
            <a:pPr lvl="1" eaLnBrk="1" hangingPunct="1">
              <a:defRPr/>
            </a:pPr>
            <a:r>
              <a:rPr lang="en-US" sz="2400" dirty="0">
                <a:latin typeface="Helvetica" panose="020B0604020202020204" pitchFamily="34" charset="0"/>
                <a:cs typeface="Helvetica" panose="020B0604020202020204" pitchFamily="34" charset="0"/>
              </a:rPr>
              <a:t>Reserve Seat</a:t>
            </a:r>
          </a:p>
          <a:p>
            <a:pPr lvl="1" eaLnBrk="1" hangingPunct="1">
              <a:defRPr/>
            </a:pPr>
            <a:r>
              <a:rPr lang="en-US" sz="2400" dirty="0">
                <a:latin typeface="Helvetica" panose="020B0604020202020204" pitchFamily="34" charset="0"/>
                <a:cs typeface="Helvetica" panose="020B0604020202020204" pitchFamily="34" charset="0"/>
              </a:rPr>
              <a:t>Pay for the Seat</a:t>
            </a:r>
          </a:p>
          <a:p>
            <a:pPr lvl="1" eaLnBrk="1" hangingPunct="1">
              <a:defRPr/>
            </a:pPr>
            <a:r>
              <a:rPr lang="en-US" sz="2400" dirty="0">
                <a:latin typeface="Helvetica" panose="020B0604020202020204" pitchFamily="34" charset="0"/>
                <a:cs typeface="Helvetica" panose="020B0604020202020204" pitchFamily="34" charset="0"/>
              </a:rPr>
              <a:t>Cancel Seat</a:t>
            </a:r>
          </a:p>
          <a:p>
            <a:pPr lvl="1" eaLnBrk="1" hangingPunct="1">
              <a:defRPr/>
            </a:pPr>
            <a:r>
              <a:rPr lang="en-US" sz="2400" dirty="0">
                <a:latin typeface="Helvetica" panose="020B0604020202020204" pitchFamily="34" charset="0"/>
                <a:cs typeface="Helvetica" panose="020B0604020202020204" pitchFamily="34" charset="0"/>
              </a:rPr>
              <a:t>Register</a:t>
            </a:r>
          </a:p>
          <a:p>
            <a:pPr lvl="1" eaLnBrk="1" hangingPunct="1">
              <a:defRPr/>
            </a:pPr>
            <a:r>
              <a:rPr lang="en-US" sz="2400" dirty="0">
                <a:latin typeface="Helvetica" panose="020B0604020202020204" pitchFamily="34" charset="0"/>
                <a:cs typeface="Helvetica" panose="020B0604020202020204" pitchFamily="34" charset="0"/>
              </a:rPr>
              <a:t>View Seat</a:t>
            </a:r>
          </a:p>
          <a:p>
            <a:pPr lvl="1" eaLnBrk="1" hangingPunct="1">
              <a:defRPr/>
            </a:pPr>
            <a:endParaRPr lang="en-US" sz="2400" dirty="0">
              <a:latin typeface="Helvetica" panose="020B0604020202020204" pitchFamily="34" charset="0"/>
              <a:cs typeface="Helvetica" panose="020B0604020202020204" pitchFamily="34" charset="0"/>
            </a:endParaRPr>
          </a:p>
          <a:p>
            <a:pPr lvl="1" eaLnBrk="1" hangingPunct="1">
              <a:defRPr/>
            </a:pPr>
            <a:endParaRPr lang="en-US" sz="2400" dirty="0">
              <a:latin typeface="Helvetica" panose="020B0604020202020204" pitchFamily="34" charset="0"/>
              <a:cs typeface="Helvetica" panose="020B0604020202020204" pitchFamily="34" charset="0"/>
            </a:endParaRPr>
          </a:p>
        </p:txBody>
      </p:sp>
      <p:sp>
        <p:nvSpPr>
          <p:cNvPr id="5" name="Rectangle 4"/>
          <p:cNvSpPr/>
          <p:nvPr/>
        </p:nvSpPr>
        <p:spPr>
          <a:xfrm>
            <a:off x="4495800" y="3243263"/>
            <a:ext cx="4002088"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Helvetica" panose="020B0604020202020204" pitchFamily="34" charset="0"/>
                <a:cs typeface="Helvetica" panose="020B0604020202020204" pitchFamily="34" charset="0"/>
              </a:rPr>
              <a:t>Start Making a Use Case Diagram with the identified information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p:txBody>
          <a:bodyPr/>
          <a:lstStyle/>
          <a:p>
            <a:pPr eaLnBrk="1" hangingPunct="1"/>
            <a:r>
              <a:rPr lang="en-US" altLang="en-US" smtClean="0"/>
              <a:t>Case </a:t>
            </a:r>
          </a:p>
        </p:txBody>
      </p:sp>
      <p:sp>
        <p:nvSpPr>
          <p:cNvPr id="3" name="Content Placeholder 2"/>
          <p:cNvSpPr>
            <a:spLocks noGrp="1"/>
          </p:cNvSpPr>
          <p:nvPr>
            <p:ph idx="1"/>
          </p:nvPr>
        </p:nvSpPr>
        <p:spPr/>
        <p:style>
          <a:lnRef idx="1">
            <a:schemeClr val="dk1"/>
          </a:lnRef>
          <a:fillRef idx="2">
            <a:schemeClr val="dk1"/>
          </a:fillRef>
          <a:effectRef idx="1">
            <a:schemeClr val="dk1"/>
          </a:effectRef>
          <a:fontRef idx="minor">
            <a:schemeClr val="dk1"/>
          </a:fontRef>
        </p:style>
        <p:txBody>
          <a:bodyPr>
            <a:normAutofit fontScale="62500" lnSpcReduction="20000"/>
          </a:bodyPr>
          <a:lstStyle/>
          <a:p>
            <a:pPr marL="0" indent="0" algn="just" eaLnBrk="1" hangingPunct="1">
              <a:buFont typeface="Arial" panose="020B0604020202020204" pitchFamily="34" charset="0"/>
              <a:buNone/>
              <a:defRPr/>
            </a:pPr>
            <a:r>
              <a:rPr lang="en-US" dirty="0"/>
              <a:t>Consider an online </a:t>
            </a:r>
            <a:r>
              <a:rPr lang="en-US" dirty="0">
                <a:solidFill>
                  <a:srgbClr val="FF0000"/>
                </a:solidFill>
              </a:rPr>
              <a:t>reservation</a:t>
            </a:r>
            <a:r>
              <a:rPr lang="en-US" dirty="0"/>
              <a:t> </a:t>
            </a:r>
            <a:r>
              <a:rPr lang="en-US" dirty="0">
                <a:solidFill>
                  <a:srgbClr val="FF0000"/>
                </a:solidFill>
              </a:rPr>
              <a:t>system</a:t>
            </a:r>
            <a:r>
              <a:rPr lang="en-US" dirty="0"/>
              <a:t> for a </a:t>
            </a:r>
            <a:r>
              <a:rPr lang="en-US" dirty="0">
                <a:solidFill>
                  <a:srgbClr val="FF0000"/>
                </a:solidFill>
              </a:rPr>
              <a:t>bus</a:t>
            </a:r>
            <a:r>
              <a:rPr lang="en-US" dirty="0"/>
              <a:t> </a:t>
            </a:r>
            <a:r>
              <a:rPr lang="en-US" dirty="0">
                <a:solidFill>
                  <a:srgbClr val="FF0000"/>
                </a:solidFill>
              </a:rPr>
              <a:t>company</a:t>
            </a:r>
            <a:r>
              <a:rPr lang="en-US" dirty="0"/>
              <a:t>. The bus company includes several buses and realizes trips to different cities. Each bus is identified by its plate number and a separately assigned bus number. The trips are based on a predefined schedule and stop at predefined bus stations. Each bus can have only one trip per day. Each bus includes a driver and one hostess. For long trips, the bus will have breaks at service and rest areas. There are two types of trips, normal trips and express trips. Express trips do not stop at intermediate stations and get faster at the destination</a:t>
            </a:r>
            <a:r>
              <a:rPr lang="en-US" dirty="0">
                <a:solidFill>
                  <a:schemeClr val="accent4"/>
                </a:solidFill>
              </a:rPr>
              <a:t>. </a:t>
            </a:r>
            <a:r>
              <a:rPr lang="en-US" u="sng" dirty="0">
                <a:solidFill>
                  <a:srgbClr val="0070C0"/>
                </a:solidFill>
              </a:rPr>
              <a:t>Seats</a:t>
            </a:r>
            <a:r>
              <a:rPr lang="en-US" u="sng" dirty="0">
                <a:solidFill>
                  <a:schemeClr val="accent4"/>
                </a:solidFill>
              </a:rPr>
              <a:t> </a:t>
            </a:r>
            <a:r>
              <a:rPr lang="en-US" u="sng" dirty="0">
                <a:solidFill>
                  <a:srgbClr val="0070C0"/>
                </a:solidFill>
              </a:rPr>
              <a:t>can</a:t>
            </a:r>
            <a:r>
              <a:rPr lang="en-US" u="sng" dirty="0">
                <a:solidFill>
                  <a:schemeClr val="accent4"/>
                </a:solidFill>
              </a:rPr>
              <a:t> </a:t>
            </a:r>
            <a:r>
              <a:rPr lang="en-US" u="sng" dirty="0">
                <a:solidFill>
                  <a:srgbClr val="0070C0"/>
                </a:solidFill>
              </a:rPr>
              <a:t>be</a:t>
            </a:r>
            <a:r>
              <a:rPr lang="en-US" u="sng" dirty="0">
                <a:solidFill>
                  <a:schemeClr val="accent4"/>
                </a:solidFill>
              </a:rPr>
              <a:t> </a:t>
            </a:r>
            <a:r>
              <a:rPr lang="en-US" u="sng" dirty="0">
                <a:solidFill>
                  <a:srgbClr val="0070C0"/>
                </a:solidFill>
              </a:rPr>
              <a:t>reserved</a:t>
            </a:r>
            <a:r>
              <a:rPr lang="en-US" u="sng" dirty="0">
                <a:solidFill>
                  <a:schemeClr val="accent4"/>
                </a:solidFill>
              </a:rPr>
              <a:t> </a:t>
            </a:r>
            <a:r>
              <a:rPr lang="en-US" u="sng" dirty="0">
                <a:solidFill>
                  <a:srgbClr val="0070C0"/>
                </a:solidFill>
              </a:rPr>
              <a:t>by</a:t>
            </a:r>
            <a:r>
              <a:rPr lang="en-US" u="sng" dirty="0">
                <a:solidFill>
                  <a:schemeClr val="accent4"/>
                </a:solidFill>
              </a:rPr>
              <a:t> </a:t>
            </a:r>
            <a:r>
              <a:rPr lang="en-US" u="sng" dirty="0">
                <a:solidFill>
                  <a:srgbClr val="0070C0"/>
                </a:solidFill>
              </a:rPr>
              <a:t>customers</a:t>
            </a:r>
            <a:r>
              <a:rPr lang="en-US" dirty="0">
                <a:solidFill>
                  <a:srgbClr val="0070C0"/>
                </a:solidFill>
              </a:rPr>
              <a:t> </a:t>
            </a:r>
            <a:r>
              <a:rPr lang="en-US" dirty="0"/>
              <a:t>on the web site of the bus company. The </a:t>
            </a:r>
            <a:r>
              <a:rPr lang="en-US" u="sng" dirty="0">
                <a:solidFill>
                  <a:schemeClr val="accent6"/>
                </a:solidFill>
              </a:rPr>
              <a:t>customer</a:t>
            </a:r>
            <a:r>
              <a:rPr lang="en-US" dirty="0">
                <a:solidFill>
                  <a:srgbClr val="FFC000"/>
                </a:solidFill>
              </a:rPr>
              <a:t> </a:t>
            </a:r>
            <a:r>
              <a:rPr lang="en-US" dirty="0"/>
              <a:t>has the option to directly </a:t>
            </a:r>
            <a:r>
              <a:rPr lang="en-US" u="sng" dirty="0">
                <a:solidFill>
                  <a:schemeClr val="accent6"/>
                </a:solidFill>
              </a:rPr>
              <a:t>pay for the seat </a:t>
            </a:r>
            <a:r>
              <a:rPr lang="en-US" dirty="0"/>
              <a:t>through the website. In that case, the </a:t>
            </a:r>
            <a:r>
              <a:rPr lang="en-US" u="sng" dirty="0">
                <a:solidFill>
                  <a:schemeClr val="accent4"/>
                </a:solidFill>
              </a:rPr>
              <a:t>seat</a:t>
            </a:r>
            <a:r>
              <a:rPr lang="en-US" dirty="0"/>
              <a:t> cannot be </a:t>
            </a:r>
            <a:r>
              <a:rPr lang="en-US" u="sng" dirty="0">
                <a:solidFill>
                  <a:schemeClr val="accent4"/>
                </a:solidFill>
              </a:rPr>
              <a:t>cancelled</a:t>
            </a:r>
            <a:r>
              <a:rPr lang="en-US" dirty="0"/>
              <a:t> (neither </a:t>
            </a:r>
            <a:r>
              <a:rPr lang="en-US" u="sng" dirty="0"/>
              <a:t>by</a:t>
            </a:r>
            <a:r>
              <a:rPr lang="en-US" dirty="0"/>
              <a:t> the </a:t>
            </a:r>
            <a:r>
              <a:rPr lang="en-US" u="sng" dirty="0">
                <a:solidFill>
                  <a:schemeClr val="accent4"/>
                </a:solidFill>
              </a:rPr>
              <a:t>customer</a:t>
            </a:r>
            <a:r>
              <a:rPr lang="en-US" dirty="0"/>
              <a:t> nor by the </a:t>
            </a:r>
            <a:r>
              <a:rPr lang="en-US" u="sng" dirty="0">
                <a:solidFill>
                  <a:schemeClr val="accent4"/>
                </a:solidFill>
              </a:rPr>
              <a:t>bus</a:t>
            </a:r>
            <a:r>
              <a:rPr lang="en-US" dirty="0"/>
              <a:t> </a:t>
            </a:r>
            <a:r>
              <a:rPr lang="en-US" u="sng" dirty="0">
                <a:solidFill>
                  <a:schemeClr val="accent4"/>
                </a:solidFill>
              </a:rPr>
              <a:t>company</a:t>
            </a:r>
            <a:r>
              <a:rPr lang="en-US" dirty="0"/>
              <a:t>). If the customer has not paid for the seat, the bus company can cancel the seat if the customer does not show up one hour before the trip. When the reservation is cancelled, the seat will become free and can be sold to another customer. Both the </a:t>
            </a:r>
            <a:r>
              <a:rPr lang="en-US" u="sng" dirty="0"/>
              <a:t>customer</a:t>
            </a:r>
            <a:r>
              <a:rPr lang="en-US" dirty="0"/>
              <a:t> and the </a:t>
            </a:r>
            <a:r>
              <a:rPr lang="en-US" u="sng" dirty="0"/>
              <a:t>company</a:t>
            </a:r>
            <a:r>
              <a:rPr lang="en-US" dirty="0"/>
              <a:t> </a:t>
            </a:r>
            <a:r>
              <a:rPr lang="en-US" u="sng" dirty="0"/>
              <a:t>staff</a:t>
            </a:r>
            <a:r>
              <a:rPr lang="en-US" dirty="0"/>
              <a:t> </a:t>
            </a:r>
            <a:r>
              <a:rPr lang="en-US" u="sng" dirty="0"/>
              <a:t>must</a:t>
            </a:r>
            <a:r>
              <a:rPr lang="en-US" dirty="0"/>
              <a:t> </a:t>
            </a:r>
            <a:r>
              <a:rPr lang="en-US" u="sng" dirty="0"/>
              <a:t>authenticate</a:t>
            </a:r>
            <a:r>
              <a:rPr lang="en-US" dirty="0"/>
              <a:t> themselves for performing operations with the system.</a:t>
            </a:r>
          </a:p>
          <a:p>
            <a:pPr algn="just" eaLnBrk="1" hangingPunct="1">
              <a:defRPr/>
            </a:pPr>
            <a:endParaRPr lang="en-US" dirty="0"/>
          </a:p>
        </p:txBody>
      </p:sp>
      <p:sp>
        <p:nvSpPr>
          <p:cNvPr id="4" name="Footer Placeholder 3"/>
          <p:cNvSpPr>
            <a:spLocks noGrp="1"/>
          </p:cNvSpPr>
          <p:nvPr>
            <p:ph type="ftr" sz="quarter" idx="11"/>
          </p:nvPr>
        </p:nvSpPr>
        <p:spPr/>
        <p:txBody>
          <a:bodyPr/>
          <a:lstStyle/>
          <a:p>
            <a:pPr>
              <a:defRPr/>
            </a:pPr>
            <a:r>
              <a:rPr lang="en-US"/>
              <a:t>Lecture 08 -OOAD</a:t>
            </a:r>
          </a:p>
        </p:txBody>
      </p:sp>
      <p:sp>
        <p:nvSpPr>
          <p:cNvPr id="5" name="Rectangle 4"/>
          <p:cNvSpPr/>
          <p:nvPr/>
        </p:nvSpPr>
        <p:spPr>
          <a:xfrm>
            <a:off x="228600" y="152400"/>
            <a:ext cx="3810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Actor Goals?</a:t>
            </a:r>
          </a:p>
        </p:txBody>
      </p:sp>
      <p:sp>
        <p:nvSpPr>
          <p:cNvPr id="6" name="Rectangle 5"/>
          <p:cNvSpPr/>
          <p:nvPr/>
        </p:nvSpPr>
        <p:spPr>
          <a:xfrm>
            <a:off x="228600" y="609600"/>
            <a:ext cx="3810000" cy="228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Customer Reserves the Seat</a:t>
            </a:r>
          </a:p>
        </p:txBody>
      </p:sp>
      <p:sp>
        <p:nvSpPr>
          <p:cNvPr id="7" name="Rectangle 6"/>
          <p:cNvSpPr/>
          <p:nvPr/>
        </p:nvSpPr>
        <p:spPr>
          <a:xfrm>
            <a:off x="228600" y="838200"/>
            <a:ext cx="3810000" cy="228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Customer Pays for the Seat</a:t>
            </a:r>
          </a:p>
        </p:txBody>
      </p:sp>
      <p:sp>
        <p:nvSpPr>
          <p:cNvPr id="8" name="Rectangle 7"/>
          <p:cNvSpPr/>
          <p:nvPr/>
        </p:nvSpPr>
        <p:spPr>
          <a:xfrm>
            <a:off x="228600" y="1066800"/>
            <a:ext cx="3810000" cy="228600"/>
          </a:xfrm>
          <a:prstGeom prst="rect">
            <a:avLst/>
          </a:prstGeom>
          <a:solidFill>
            <a:srgbClr val="00B050"/>
          </a:solidFill>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dirty="0"/>
              <a:t>Customer &amp; Admin Cancels the Seat</a:t>
            </a:r>
          </a:p>
        </p:txBody>
      </p:sp>
      <p:sp>
        <p:nvSpPr>
          <p:cNvPr id="9" name="Rectangle 8"/>
          <p:cNvSpPr/>
          <p:nvPr/>
        </p:nvSpPr>
        <p:spPr>
          <a:xfrm>
            <a:off x="228600" y="1295400"/>
            <a:ext cx="3810000" cy="228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Customer &amp; Admin must Register</a:t>
            </a:r>
          </a:p>
        </p:txBody>
      </p:sp>
      <p:sp>
        <p:nvSpPr>
          <p:cNvPr id="11" name="Rectangle 10"/>
          <p:cNvSpPr/>
          <p:nvPr/>
        </p:nvSpPr>
        <p:spPr>
          <a:xfrm>
            <a:off x="228600" y="1524000"/>
            <a:ext cx="3810000" cy="228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ysClr val="windowText" lastClr="000000"/>
                </a:solidFill>
              </a:rPr>
              <a:t>Customer &amp; Admin can View the Seat</a:t>
            </a:r>
          </a:p>
        </p:txBody>
      </p:sp>
      <p:sp>
        <p:nvSpPr>
          <p:cNvPr id="12" name="Rectangle 11"/>
          <p:cNvSpPr/>
          <p:nvPr/>
        </p:nvSpPr>
        <p:spPr>
          <a:xfrm>
            <a:off x="5334000" y="152400"/>
            <a:ext cx="3668713"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Complete the Use Case Diagram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eaLnBrk="1" hangingPunct="1">
              <a:defRPr/>
            </a:pPr>
            <a:r>
              <a:rPr lang="en-US" dirty="0"/>
              <a:t>One Possible Solution for the Case</a:t>
            </a:r>
          </a:p>
        </p:txBody>
      </p:sp>
      <p:sp>
        <p:nvSpPr>
          <p:cNvPr id="5" name="Rectangle 4"/>
          <p:cNvSpPr/>
          <p:nvPr/>
        </p:nvSpPr>
        <p:spPr>
          <a:xfrm>
            <a:off x="3657600" y="989013"/>
            <a:ext cx="3200400" cy="57753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87044" name="TextBox 5"/>
          <p:cNvSpPr txBox="1">
            <a:spLocks noChangeArrowheads="1"/>
          </p:cNvSpPr>
          <p:nvPr/>
        </p:nvSpPr>
        <p:spPr bwMode="auto">
          <a:xfrm>
            <a:off x="3657600" y="1687513"/>
            <a:ext cx="3200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solidFill>
                  <a:schemeClr val="bg1"/>
                </a:solidFill>
              </a:rPr>
              <a:t>Bus Reservation System</a:t>
            </a:r>
          </a:p>
        </p:txBody>
      </p:sp>
      <p:sp>
        <p:nvSpPr>
          <p:cNvPr id="7" name="Oval 6"/>
          <p:cNvSpPr/>
          <p:nvPr/>
        </p:nvSpPr>
        <p:spPr>
          <a:xfrm>
            <a:off x="5067300" y="4503738"/>
            <a:ext cx="1447800" cy="5984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t>View Seats</a:t>
            </a:r>
          </a:p>
        </p:txBody>
      </p:sp>
      <p:sp>
        <p:nvSpPr>
          <p:cNvPr id="8" name="Oval 7"/>
          <p:cNvSpPr/>
          <p:nvPr/>
        </p:nvSpPr>
        <p:spPr>
          <a:xfrm>
            <a:off x="4686300" y="3654425"/>
            <a:ext cx="1447800" cy="5984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t>Register</a:t>
            </a:r>
          </a:p>
        </p:txBody>
      </p:sp>
      <p:sp>
        <p:nvSpPr>
          <p:cNvPr id="9" name="Oval 8"/>
          <p:cNvSpPr/>
          <p:nvPr/>
        </p:nvSpPr>
        <p:spPr>
          <a:xfrm>
            <a:off x="5219700" y="3044825"/>
            <a:ext cx="1447800" cy="5984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t>Reserve Seat</a:t>
            </a:r>
          </a:p>
        </p:txBody>
      </p:sp>
      <p:sp>
        <p:nvSpPr>
          <p:cNvPr id="10" name="Oval 9"/>
          <p:cNvSpPr/>
          <p:nvPr/>
        </p:nvSpPr>
        <p:spPr>
          <a:xfrm>
            <a:off x="4914900" y="2217738"/>
            <a:ext cx="1447800" cy="5984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t>Cancel Seat</a:t>
            </a:r>
          </a:p>
        </p:txBody>
      </p:sp>
      <p:sp>
        <p:nvSpPr>
          <p:cNvPr id="11" name="Oval 10"/>
          <p:cNvSpPr/>
          <p:nvPr/>
        </p:nvSpPr>
        <p:spPr>
          <a:xfrm>
            <a:off x="4365625" y="1608138"/>
            <a:ext cx="1447800" cy="5984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t>Pay for Seat</a:t>
            </a:r>
          </a:p>
        </p:txBody>
      </p:sp>
      <p:pic>
        <p:nvPicPr>
          <p:cNvPr id="87050" name="Picture 2" descr="C:\Users\syed.fawad\AppData\Local\Microsoft\Windows\Temporary Internet Files\Content.IE5\20NFULYX\UML_Actor[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300" y="1760538"/>
            <a:ext cx="4762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51" name="Picture 2" descr="C:\Users\syed.fawad\AppData\Local\Microsoft\Windows\Temporary Internet Files\Content.IE5\20NFULYX\UML_Actor[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300" y="3116263"/>
            <a:ext cx="4762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52" name="TextBox 11"/>
          <p:cNvSpPr txBox="1">
            <a:spLocks noChangeArrowheads="1"/>
          </p:cNvSpPr>
          <p:nvPr/>
        </p:nvSpPr>
        <p:spPr bwMode="auto">
          <a:xfrm>
            <a:off x="2095500" y="2522538"/>
            <a:ext cx="129540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Customer</a:t>
            </a:r>
          </a:p>
        </p:txBody>
      </p:sp>
      <p:sp>
        <p:nvSpPr>
          <p:cNvPr id="87053" name="TextBox 14"/>
          <p:cNvSpPr txBox="1">
            <a:spLocks noChangeArrowheads="1"/>
          </p:cNvSpPr>
          <p:nvPr/>
        </p:nvSpPr>
        <p:spPr bwMode="auto">
          <a:xfrm>
            <a:off x="1257300" y="3878263"/>
            <a:ext cx="22860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Bus Company Admin</a:t>
            </a:r>
          </a:p>
        </p:txBody>
      </p:sp>
      <p:cxnSp>
        <p:nvCxnSpPr>
          <p:cNvPr id="16" name="Straight Connector 15"/>
          <p:cNvCxnSpPr>
            <a:stCxn id="87050" idx="3"/>
            <a:endCxn id="8" idx="2"/>
          </p:cNvCxnSpPr>
          <p:nvPr/>
        </p:nvCxnSpPr>
        <p:spPr>
          <a:xfrm>
            <a:off x="2876550" y="2293938"/>
            <a:ext cx="1809750" cy="1660525"/>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p:cNvCxnSpPr>
            <a:stCxn id="87051" idx="3"/>
            <a:endCxn id="8" idx="2"/>
          </p:cNvCxnSpPr>
          <p:nvPr/>
        </p:nvCxnSpPr>
        <p:spPr>
          <a:xfrm>
            <a:off x="2876550" y="3649663"/>
            <a:ext cx="1809750" cy="304800"/>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Straight Connector 22"/>
          <p:cNvCxnSpPr>
            <a:stCxn id="87050" idx="3"/>
            <a:endCxn id="7" idx="2"/>
          </p:cNvCxnSpPr>
          <p:nvPr/>
        </p:nvCxnSpPr>
        <p:spPr>
          <a:xfrm>
            <a:off x="2876550" y="2293938"/>
            <a:ext cx="2190750" cy="250825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87051" idx="3"/>
            <a:endCxn id="7" idx="2"/>
          </p:cNvCxnSpPr>
          <p:nvPr/>
        </p:nvCxnSpPr>
        <p:spPr>
          <a:xfrm>
            <a:off x="2876550" y="3649663"/>
            <a:ext cx="2190750" cy="115252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87050" idx="3"/>
            <a:endCxn id="9" idx="2"/>
          </p:cNvCxnSpPr>
          <p:nvPr/>
        </p:nvCxnSpPr>
        <p:spPr>
          <a:xfrm>
            <a:off x="2876550" y="2293938"/>
            <a:ext cx="2343150" cy="1050925"/>
          </a:xfrm>
          <a:prstGeom prst="line">
            <a:avLst/>
          </a:prstGeom>
          <a:ln w="19050"/>
        </p:spPr>
        <p:style>
          <a:lnRef idx="1">
            <a:schemeClr val="accent3"/>
          </a:lnRef>
          <a:fillRef idx="0">
            <a:schemeClr val="accent3"/>
          </a:fillRef>
          <a:effectRef idx="0">
            <a:schemeClr val="accent3"/>
          </a:effectRef>
          <a:fontRef idx="minor">
            <a:schemeClr val="tx1"/>
          </a:fontRef>
        </p:style>
      </p:cxnSp>
      <p:cxnSp>
        <p:nvCxnSpPr>
          <p:cNvPr id="29" name="Straight Connector 28"/>
          <p:cNvCxnSpPr>
            <a:stCxn id="87050" idx="3"/>
            <a:endCxn id="10" idx="2"/>
          </p:cNvCxnSpPr>
          <p:nvPr/>
        </p:nvCxnSpPr>
        <p:spPr>
          <a:xfrm>
            <a:off x="2876550" y="2293938"/>
            <a:ext cx="2038350" cy="222250"/>
          </a:xfrm>
          <a:prstGeom prst="line">
            <a:avLst/>
          </a:prstGeom>
          <a:ln w="19050"/>
        </p:spPr>
        <p:style>
          <a:lnRef idx="1">
            <a:schemeClr val="accent4"/>
          </a:lnRef>
          <a:fillRef idx="0">
            <a:schemeClr val="accent4"/>
          </a:fillRef>
          <a:effectRef idx="0">
            <a:schemeClr val="accent4"/>
          </a:effectRef>
          <a:fontRef idx="minor">
            <a:schemeClr val="tx1"/>
          </a:fontRef>
        </p:style>
      </p:cxnSp>
      <p:cxnSp>
        <p:nvCxnSpPr>
          <p:cNvPr id="31" name="Straight Connector 30"/>
          <p:cNvCxnSpPr>
            <a:stCxn id="87050" idx="3"/>
            <a:endCxn id="11" idx="2"/>
          </p:cNvCxnSpPr>
          <p:nvPr/>
        </p:nvCxnSpPr>
        <p:spPr>
          <a:xfrm flipV="1">
            <a:off x="2876550" y="1906588"/>
            <a:ext cx="1489075" cy="387350"/>
          </a:xfrm>
          <a:prstGeom prst="line">
            <a:avLst/>
          </a:prstGeom>
        </p:spPr>
        <p:style>
          <a:lnRef idx="2">
            <a:schemeClr val="accent2"/>
          </a:lnRef>
          <a:fillRef idx="0">
            <a:schemeClr val="accent2"/>
          </a:fillRef>
          <a:effectRef idx="1">
            <a:schemeClr val="accent2"/>
          </a:effectRef>
          <a:fontRef idx="minor">
            <a:schemeClr val="tx1"/>
          </a:fontRef>
        </p:style>
      </p:cxnSp>
      <p:sp>
        <p:nvSpPr>
          <p:cNvPr id="87061" name="TextBox 31"/>
          <p:cNvSpPr txBox="1">
            <a:spLocks noChangeArrowheads="1"/>
          </p:cNvSpPr>
          <p:nvPr/>
        </p:nvSpPr>
        <p:spPr bwMode="auto">
          <a:xfrm>
            <a:off x="4076700" y="1163638"/>
            <a:ext cx="2590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t>Bus Reservation System</a:t>
            </a:r>
          </a:p>
        </p:txBody>
      </p:sp>
      <p:sp>
        <p:nvSpPr>
          <p:cNvPr id="24" name="Oval 23"/>
          <p:cNvSpPr/>
          <p:nvPr/>
        </p:nvSpPr>
        <p:spPr>
          <a:xfrm>
            <a:off x="4878388" y="5334000"/>
            <a:ext cx="1447800" cy="5984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t>Manage Trips</a:t>
            </a:r>
          </a:p>
        </p:txBody>
      </p:sp>
      <p:cxnSp>
        <p:nvCxnSpPr>
          <p:cNvPr id="26" name="Straight Connector 25"/>
          <p:cNvCxnSpPr>
            <a:endCxn id="24" idx="2"/>
          </p:cNvCxnSpPr>
          <p:nvPr/>
        </p:nvCxnSpPr>
        <p:spPr>
          <a:xfrm>
            <a:off x="2860675" y="3665538"/>
            <a:ext cx="2017713" cy="1966912"/>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3988" y="1771650"/>
            <a:ext cx="4495801" cy="2411413"/>
          </a:xfrm>
          <a:prstGeom prst="rect">
            <a:avLst/>
          </a:prstGeom>
        </p:spPr>
        <p:txBody>
          <a:bodyPr>
            <a:spAutoFit/>
          </a:bodyPr>
          <a:lstStyle/>
          <a:p>
            <a:pPr marL="800100" lvl="1" indent="-342900">
              <a:lnSpc>
                <a:spcPct val="80000"/>
              </a:lnSpc>
              <a:defRPr/>
            </a:pPr>
            <a:r>
              <a:rPr lang="en-US" altLang="en-US" sz="2200" dirty="0">
                <a:solidFill>
                  <a:srgbClr val="0000FF"/>
                </a:solidFill>
                <a:ea typeface="ＭＳ Ｐゴシック" panose="020B0600070205080204" pitchFamily="34" charset="-128"/>
              </a:rPr>
              <a:t>Process Sale</a:t>
            </a:r>
            <a:r>
              <a:rPr lang="en-US" altLang="en-US" sz="2200" dirty="0">
                <a:ea typeface="ＭＳ Ｐゴシック" panose="020B0600070205080204" pitchFamily="34" charset="-128"/>
              </a:rPr>
              <a:t>: </a:t>
            </a:r>
          </a:p>
          <a:p>
            <a:pPr marL="800100" lvl="1" indent="-342900">
              <a:lnSpc>
                <a:spcPct val="80000"/>
              </a:lnSpc>
              <a:defRPr/>
            </a:pPr>
            <a:endParaRPr lang="en-US" altLang="en-US" sz="2200" dirty="0">
              <a:ea typeface="ＭＳ Ｐゴシック" panose="020B0600070205080204" pitchFamily="34" charset="-128"/>
            </a:endParaRPr>
          </a:p>
          <a:p>
            <a:pPr marL="444500" lvl="1" indent="12700" algn="just">
              <a:lnSpc>
                <a:spcPct val="80000"/>
              </a:lnSpc>
              <a:defRPr/>
            </a:pPr>
            <a:r>
              <a:rPr lang="en-US" altLang="en-US" sz="1600" dirty="0">
                <a:ea typeface="ＭＳ Ｐゴシック" panose="020B0600070205080204" pitchFamily="34" charset="-128"/>
              </a:rPr>
              <a:t>A customer arrives at a checkout with items to purchase. The cashier uses the POS system to record each purchased item. The system presents a running total and line-item details. The customer enters payment information, which the system validates and records. The system updates inventory. The customer receives a receipt from the system and then leaves with the items.</a:t>
            </a:r>
            <a:endParaRPr lang="en-US" altLang="en-US" sz="2200" dirty="0">
              <a:ea typeface="ＭＳ Ｐゴシック" panose="020B0600070205080204" pitchFamily="34" charset="-128"/>
            </a:endParaRPr>
          </a:p>
        </p:txBody>
      </p:sp>
      <p:pic>
        <p:nvPicPr>
          <p:cNvPr id="88067"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1562100"/>
            <a:ext cx="4535488" cy="302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8" name="Slide Number Placeholder 1"/>
          <p:cNvSpPr>
            <a:spLocks noGrp="1" noChangeArrowheads="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D7706C51-588F-40CE-AA5F-C98AEA6EE1E1}" type="slidenum">
              <a:rPr lang="en-US" altLang="en-US" sz="1200">
                <a:solidFill>
                  <a:srgbClr val="898989"/>
                </a:solidFill>
              </a:rPr>
              <a:pPr algn="ctr">
                <a:spcBef>
                  <a:spcPct val="0"/>
                </a:spcBef>
                <a:buFontTx/>
                <a:buNone/>
              </a:pPr>
              <a:t>49</a:t>
            </a:fld>
            <a:endParaRPr lang="en-US" altLang="en-US" sz="1200">
              <a:solidFill>
                <a:srgbClr val="898989"/>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838" y="441325"/>
            <a:ext cx="8526462" cy="587375"/>
          </a:xfrm>
        </p:spPr>
        <p:txBody>
          <a:bodyPr>
            <a:normAutofit fontScale="90000"/>
          </a:bodyPr>
          <a:lstStyle/>
          <a:p>
            <a:pPr eaLnBrk="1" hangingPunct="1">
              <a:defRPr/>
            </a:pPr>
            <a:r>
              <a:rPr lang="en-US" dirty="0">
                <a:latin typeface="Arial" panose="020B0604020202020204" pitchFamily="34" charset="0"/>
                <a:cs typeface="Arial" panose="020B0604020202020204" pitchFamily="34" charset="0"/>
              </a:rPr>
              <a:t>Actors and User Goals</a:t>
            </a:r>
          </a:p>
        </p:txBody>
      </p:sp>
      <p:sp>
        <p:nvSpPr>
          <p:cNvPr id="4" name="Rectangle 3"/>
          <p:cNvSpPr txBox="1">
            <a:spLocks noChangeArrowheads="1"/>
          </p:cNvSpPr>
          <p:nvPr/>
        </p:nvSpPr>
        <p:spPr bwMode="auto">
          <a:xfrm>
            <a:off x="309563" y="1597025"/>
            <a:ext cx="8524875"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defTabSz="685800">
              <a:spcBef>
                <a:spcPct val="20000"/>
              </a:spcBef>
              <a:buFont typeface="Arial" panose="020B0604020202020204" pitchFamily="34" charset="0"/>
              <a:buChar char="•"/>
              <a:defRPr sz="3200">
                <a:solidFill>
                  <a:schemeClr val="tx1"/>
                </a:solidFill>
                <a:latin typeface="Calibri" panose="020F0502020204030204" pitchFamily="34" charset="0"/>
              </a:defRPr>
            </a:lvl1pPr>
            <a:lvl2pPr marL="514350" indent="-171450" defTabSz="685800">
              <a:spcBef>
                <a:spcPct val="20000"/>
              </a:spcBef>
              <a:buFont typeface="Arial" panose="020B0604020202020204" pitchFamily="34" charset="0"/>
              <a:buChar char="–"/>
              <a:defRPr sz="2800">
                <a:solidFill>
                  <a:schemeClr val="tx1"/>
                </a:solidFill>
                <a:latin typeface="Calibri" panose="020F0502020204030204" pitchFamily="34" charset="0"/>
              </a:defRPr>
            </a:lvl2pPr>
            <a:lvl3pPr marL="857250" indent="-171450" defTabSz="6858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200150" indent="-171450" defTabSz="685800">
              <a:spcBef>
                <a:spcPct val="20000"/>
              </a:spcBef>
              <a:buFont typeface="Arial" panose="020B0604020202020204" pitchFamily="34" charset="0"/>
              <a:buChar char="–"/>
              <a:defRPr sz="2000">
                <a:solidFill>
                  <a:schemeClr val="tx1"/>
                </a:solidFill>
                <a:latin typeface="Calibri" panose="020F0502020204030204" pitchFamily="34" charset="0"/>
              </a:defRPr>
            </a:lvl4pPr>
            <a:lvl5pPr marL="1543050" indent="-171450" defTabSz="6858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000250" indent="-171450" defTabSz="685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457450" indent="-171450" defTabSz="685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2914650" indent="-171450" defTabSz="685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371850" indent="-171450" defTabSz="685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90000"/>
              </a:lnSpc>
              <a:spcBef>
                <a:spcPts val="750"/>
              </a:spcBef>
            </a:pPr>
            <a:endParaRPr lang="en-US" altLang="en-US" sz="1600">
              <a:latin typeface="Arial" panose="020B0604020202020204" pitchFamily="34" charset="0"/>
              <a:cs typeface="Arial" panose="020B0604020202020204" pitchFamily="34" charset="0"/>
            </a:endParaRPr>
          </a:p>
        </p:txBody>
      </p:sp>
      <p:graphicFrame>
        <p:nvGraphicFramePr>
          <p:cNvPr id="5" name="Group 4"/>
          <p:cNvGraphicFramePr>
            <a:graphicFrameLocks/>
          </p:cNvGraphicFramePr>
          <p:nvPr/>
        </p:nvGraphicFramePr>
        <p:xfrm>
          <a:off x="609600" y="1597121"/>
          <a:ext cx="7772400" cy="3663861"/>
        </p:xfrm>
        <a:graphic>
          <a:graphicData uri="http://schemas.openxmlformats.org/drawingml/2006/table">
            <a:tbl>
              <a:tblPr>
                <a:tableStyleId>{69C7853C-536D-4A76-A0AE-DD22124D55A5}</a:tableStyleId>
              </a:tblPr>
              <a:tblGrid>
                <a:gridCol w="1190932">
                  <a:extLst>
                    <a:ext uri="{9D8B030D-6E8A-4147-A177-3AD203B41FA5}">
                      <a16:colId xmlns:a16="http://schemas.microsoft.com/office/drawing/2014/main" val="20000"/>
                    </a:ext>
                  </a:extLst>
                </a:gridCol>
                <a:gridCol w="1688199">
                  <a:extLst>
                    <a:ext uri="{9D8B030D-6E8A-4147-A177-3AD203B41FA5}">
                      <a16:colId xmlns:a16="http://schemas.microsoft.com/office/drawing/2014/main" val="20001"/>
                    </a:ext>
                  </a:extLst>
                </a:gridCol>
                <a:gridCol w="2302470">
                  <a:extLst>
                    <a:ext uri="{9D8B030D-6E8A-4147-A177-3AD203B41FA5}">
                      <a16:colId xmlns:a16="http://schemas.microsoft.com/office/drawing/2014/main" val="20002"/>
                    </a:ext>
                  </a:extLst>
                </a:gridCol>
                <a:gridCol w="2590799">
                  <a:extLst>
                    <a:ext uri="{9D8B030D-6E8A-4147-A177-3AD203B41FA5}">
                      <a16:colId xmlns:a16="http://schemas.microsoft.com/office/drawing/2014/main" val="20003"/>
                    </a:ext>
                  </a:extLst>
                </a:gridCol>
              </a:tblGrid>
              <a:tr h="311447">
                <a:tc>
                  <a:txBody>
                    <a:bodyPr/>
                    <a:lstStyle>
                      <a:lvl1pPr marL="342900" indent="-34290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dirty="0">
                          <a:ln>
                            <a:noFill/>
                          </a:ln>
                          <a:effectLst/>
                        </a:rPr>
                        <a:t>Actor</a:t>
                      </a:r>
                      <a:endParaRPr kumimoji="0" lang="en-US" altLang="en-US" sz="1700" b="0" i="0" u="none" strike="noStrike" cap="none" normalizeH="0" baseline="0" dirty="0">
                        <a:ln>
                          <a:noFill/>
                        </a:ln>
                        <a:solidFill>
                          <a:srgbClr val="FF0000"/>
                        </a:solidFill>
                        <a:effectLst/>
                        <a:latin typeface="Arial" panose="020B0604020202020204" pitchFamily="34" charset="0"/>
                        <a:cs typeface="Arial" panose="020B0604020202020204" pitchFamily="34" charset="0"/>
                      </a:endParaRPr>
                    </a:p>
                  </a:txBody>
                  <a:tcPr marL="68580" marR="68580" marT="32829" marB="0" anchor="ctr" horzOverflow="overflow"/>
                </a:tc>
                <a:tc>
                  <a:txBody>
                    <a:bodyPr/>
                    <a:lstStyle>
                      <a:lvl1pPr marL="171450" indent="-17145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171450" marR="0" lvl="0" indent="-17145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dirty="0">
                          <a:ln>
                            <a:noFill/>
                          </a:ln>
                          <a:effectLst/>
                        </a:rPr>
                        <a:t>Goal</a:t>
                      </a:r>
                      <a:endParaRPr kumimoji="0" lang="en-US" altLang="en-US" sz="1700" b="0" i="0" u="none" strike="noStrike" cap="none" normalizeH="0" baseline="0" dirty="0">
                        <a:ln>
                          <a:noFill/>
                        </a:ln>
                        <a:solidFill>
                          <a:srgbClr val="FF0000"/>
                        </a:solidFill>
                        <a:effectLst/>
                        <a:latin typeface="Arial" panose="020B0604020202020204" pitchFamily="34" charset="0"/>
                        <a:cs typeface="Arial" panose="020B0604020202020204" pitchFamily="34" charset="0"/>
                      </a:endParaRPr>
                    </a:p>
                  </a:txBody>
                  <a:tcPr marL="68580" marR="68580" marT="32829" marB="0" anchor="ctr" horzOverflow="overflow"/>
                </a:tc>
                <a:tc>
                  <a:txBody>
                    <a:bodyPr/>
                    <a:lstStyle>
                      <a:lvl1pPr marL="342900" indent="-34290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dirty="0">
                          <a:ln>
                            <a:noFill/>
                          </a:ln>
                          <a:effectLst/>
                        </a:rPr>
                        <a:t>Actor</a:t>
                      </a:r>
                      <a:endParaRPr kumimoji="0" lang="en-US" altLang="en-US" sz="1700" b="0" i="0" u="none" strike="noStrike" cap="none" normalizeH="0" baseline="0" dirty="0">
                        <a:ln>
                          <a:noFill/>
                        </a:ln>
                        <a:solidFill>
                          <a:srgbClr val="FF0000"/>
                        </a:solidFill>
                        <a:effectLst/>
                        <a:latin typeface="Arial" panose="020B0604020202020204" pitchFamily="34" charset="0"/>
                        <a:cs typeface="Arial" panose="020B0604020202020204" pitchFamily="34" charset="0"/>
                      </a:endParaRPr>
                    </a:p>
                  </a:txBody>
                  <a:tcPr marL="68580" marR="68580" marT="32829" marB="0" anchor="ctr" horzOverflow="overflow"/>
                </a:tc>
                <a:tc>
                  <a:txBody>
                    <a:bodyPr/>
                    <a:lstStyle>
                      <a:lvl1pPr marL="342900" indent="-34290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dirty="0">
                          <a:ln>
                            <a:noFill/>
                          </a:ln>
                          <a:effectLst/>
                        </a:rPr>
                        <a:t>Goal</a:t>
                      </a:r>
                      <a:endParaRPr kumimoji="0" lang="en-US" altLang="en-US" sz="1700" b="0" i="0" u="none" strike="noStrike" cap="none" normalizeH="0" baseline="0" dirty="0">
                        <a:ln>
                          <a:noFill/>
                        </a:ln>
                        <a:solidFill>
                          <a:srgbClr val="FF0000"/>
                        </a:solidFill>
                        <a:effectLst/>
                        <a:latin typeface="Arial" panose="020B0604020202020204" pitchFamily="34" charset="0"/>
                        <a:cs typeface="Arial" panose="020B0604020202020204" pitchFamily="34" charset="0"/>
                      </a:endParaRPr>
                    </a:p>
                  </a:txBody>
                  <a:tcPr marL="68580" marR="68580" marT="32829" marB="0" anchor="ctr" horzOverflow="overflow"/>
                </a:tc>
                <a:extLst>
                  <a:ext uri="{0D108BD9-81ED-4DB2-BD59-A6C34878D82A}">
                    <a16:rowId xmlns:a16="http://schemas.microsoft.com/office/drawing/2014/main" val="10000"/>
                  </a:ext>
                </a:extLst>
              </a:tr>
              <a:tr h="2396297">
                <a:tc>
                  <a:txBody>
                    <a:bodyPr/>
                    <a:lstStyle>
                      <a:lvl1pPr marL="342900" indent="-34290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dirty="0">
                          <a:ln>
                            <a:noFill/>
                          </a:ln>
                          <a:effectLst/>
                        </a:rPr>
                        <a:t>Cashier</a:t>
                      </a:r>
                      <a:endParaRPr kumimoji="0" lang="en-US" altLang="en-US" sz="1700" b="0" i="0" u="none" strike="noStrike" cap="none" normalizeH="0" baseline="0" dirty="0">
                        <a:ln>
                          <a:noFill/>
                        </a:ln>
                        <a:solidFill>
                          <a:srgbClr val="FF0000"/>
                        </a:solidFill>
                        <a:effectLst/>
                        <a:latin typeface="Arial" panose="020B0604020202020204" pitchFamily="34" charset="0"/>
                        <a:cs typeface="Arial" panose="020B0604020202020204" pitchFamily="34" charset="0"/>
                      </a:endParaRPr>
                    </a:p>
                  </a:txBody>
                  <a:tcPr marL="68580" marR="68580" marT="32829" marB="0" horzOverflow="overflow"/>
                </a:tc>
                <a:tc>
                  <a:txBody>
                    <a:bodyPr/>
                    <a:lstStyle>
                      <a:lvl1pPr marL="228600" indent="-22860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228600" marR="0" lvl="0" indent="-228600" algn="l" defTabSz="914400" rtl="0" eaLnBrk="1" fontAlgn="base" latinLnBrk="0" hangingPunct="1">
                        <a:lnSpc>
                          <a:spcPct val="100000"/>
                        </a:lnSpc>
                        <a:spcBef>
                          <a:spcPct val="0"/>
                        </a:spcBef>
                        <a:spcAft>
                          <a:spcPct val="0"/>
                        </a:spcAft>
                        <a:buClrTx/>
                        <a:buSzTx/>
                        <a:buFont typeface="Tw Cen MT" panose="020B0602020104020603" pitchFamily="34" charset="77"/>
                        <a:buAutoNum type="arabicPeriod"/>
                        <a:tabLst/>
                      </a:pPr>
                      <a:r>
                        <a:rPr kumimoji="0" lang="en-US" altLang="en-US" sz="1700" u="none" strike="noStrike" cap="none" normalizeH="0" baseline="0" dirty="0">
                          <a:ln>
                            <a:noFill/>
                          </a:ln>
                          <a:effectLst/>
                        </a:rPr>
                        <a:t>Process sales </a:t>
                      </a:r>
                    </a:p>
                    <a:p>
                      <a:pPr marL="228600" marR="0" lvl="0" indent="-228600" algn="l" defTabSz="914400" rtl="0" eaLnBrk="0" fontAlgn="base" latinLnBrk="0" hangingPunct="0">
                        <a:lnSpc>
                          <a:spcPct val="100000"/>
                        </a:lnSpc>
                        <a:spcBef>
                          <a:spcPct val="0"/>
                        </a:spcBef>
                        <a:spcAft>
                          <a:spcPct val="0"/>
                        </a:spcAft>
                        <a:buClrTx/>
                        <a:buSzTx/>
                        <a:buFont typeface="Tw Cen MT" panose="020B0602020104020603" pitchFamily="34" charset="77"/>
                        <a:buAutoNum type="arabicPeriod"/>
                        <a:tabLst/>
                      </a:pPr>
                      <a:r>
                        <a:rPr kumimoji="0" lang="en-US" altLang="en-US" sz="1700" u="none" strike="noStrike" cap="none" normalizeH="0" baseline="0" dirty="0">
                          <a:ln>
                            <a:noFill/>
                          </a:ln>
                          <a:effectLst/>
                        </a:rPr>
                        <a:t>Process rentals</a:t>
                      </a:r>
                    </a:p>
                    <a:p>
                      <a:pPr marL="228600" marR="0" lvl="0" indent="-228600" algn="l" defTabSz="914400" rtl="0" eaLnBrk="0" fontAlgn="base" latinLnBrk="0" hangingPunct="0">
                        <a:lnSpc>
                          <a:spcPct val="100000"/>
                        </a:lnSpc>
                        <a:spcBef>
                          <a:spcPct val="0"/>
                        </a:spcBef>
                        <a:spcAft>
                          <a:spcPct val="0"/>
                        </a:spcAft>
                        <a:buClrTx/>
                        <a:buSzTx/>
                        <a:buFont typeface="Tw Cen MT" panose="020B0602020104020603" pitchFamily="34" charset="77"/>
                        <a:buAutoNum type="arabicPeriod"/>
                        <a:tabLst/>
                      </a:pPr>
                      <a:r>
                        <a:rPr kumimoji="0" lang="en-US" altLang="en-US" sz="1700" u="none" strike="noStrike" cap="none" normalizeH="0" baseline="0" dirty="0">
                          <a:ln>
                            <a:noFill/>
                          </a:ln>
                          <a:effectLst/>
                        </a:rPr>
                        <a:t>Handle returns</a:t>
                      </a:r>
                    </a:p>
                    <a:p>
                      <a:pPr marL="228600" marR="0" lvl="0" indent="-228600" algn="l" defTabSz="914400" rtl="0" eaLnBrk="0" fontAlgn="base" latinLnBrk="0" hangingPunct="0">
                        <a:lnSpc>
                          <a:spcPct val="100000"/>
                        </a:lnSpc>
                        <a:spcBef>
                          <a:spcPct val="0"/>
                        </a:spcBef>
                        <a:spcAft>
                          <a:spcPct val="0"/>
                        </a:spcAft>
                        <a:buClrTx/>
                        <a:buSzTx/>
                        <a:buFont typeface="Tw Cen MT" panose="020B0602020104020603" pitchFamily="34" charset="77"/>
                        <a:buAutoNum type="arabicPeriod"/>
                        <a:tabLst/>
                      </a:pPr>
                      <a:r>
                        <a:rPr kumimoji="0" lang="en-US" altLang="en-US" sz="1700" u="none" strike="noStrike" cap="none" normalizeH="0" baseline="0" dirty="0">
                          <a:ln>
                            <a:noFill/>
                          </a:ln>
                          <a:effectLst/>
                        </a:rPr>
                        <a:t>Cash in</a:t>
                      </a:r>
                    </a:p>
                    <a:p>
                      <a:pPr marL="228600" marR="0" lvl="0" indent="-228600" algn="l" defTabSz="914400" rtl="0" eaLnBrk="0" fontAlgn="base" latinLnBrk="0" hangingPunct="0">
                        <a:lnSpc>
                          <a:spcPct val="100000"/>
                        </a:lnSpc>
                        <a:spcBef>
                          <a:spcPct val="0"/>
                        </a:spcBef>
                        <a:spcAft>
                          <a:spcPct val="0"/>
                        </a:spcAft>
                        <a:buClrTx/>
                        <a:buSzTx/>
                        <a:buFont typeface="Tw Cen MT" panose="020B0602020104020603" pitchFamily="34" charset="77"/>
                        <a:buAutoNum type="arabicPeriod"/>
                        <a:tabLst/>
                      </a:pPr>
                      <a:r>
                        <a:rPr kumimoji="0" lang="en-US" altLang="en-US" sz="1700" u="none" strike="noStrike" cap="none" normalizeH="0" baseline="0" dirty="0">
                          <a:ln>
                            <a:noFill/>
                          </a:ln>
                          <a:effectLst/>
                        </a:rPr>
                        <a:t>Cash out</a:t>
                      </a:r>
                    </a:p>
                    <a:p>
                      <a:pPr marL="228600" marR="0" lvl="0" indent="-228600" algn="l" defTabSz="914400" rtl="0" eaLnBrk="0" fontAlgn="base" latinLnBrk="0" hangingPunct="0">
                        <a:lnSpc>
                          <a:spcPct val="100000"/>
                        </a:lnSpc>
                        <a:spcBef>
                          <a:spcPct val="0"/>
                        </a:spcBef>
                        <a:spcAft>
                          <a:spcPct val="0"/>
                        </a:spcAft>
                        <a:buClrTx/>
                        <a:buSzTx/>
                        <a:buFontTx/>
                        <a:buNone/>
                        <a:tabLst/>
                      </a:pPr>
                      <a:r>
                        <a:rPr kumimoji="0" lang="en-US" altLang="en-US" sz="1700" u="none" strike="noStrike" cap="none" normalizeH="0" baseline="0" dirty="0">
                          <a:ln>
                            <a:noFill/>
                          </a:ln>
                          <a:effectLst/>
                        </a:rPr>
                        <a:t>…</a:t>
                      </a:r>
                      <a:endParaRPr kumimoji="0" lang="en-US" altLang="en-US" sz="1700" b="0" i="0" u="none" strike="noStrike" cap="none" normalizeH="0" baseline="0" dirty="0">
                        <a:ln>
                          <a:noFill/>
                        </a:ln>
                        <a:solidFill>
                          <a:srgbClr val="C00000"/>
                        </a:solidFill>
                        <a:effectLst/>
                        <a:latin typeface="Arial" panose="020B0604020202020204" pitchFamily="34" charset="0"/>
                        <a:cs typeface="Arial" panose="020B0604020202020204" pitchFamily="34" charset="0"/>
                      </a:endParaRPr>
                    </a:p>
                  </a:txBody>
                  <a:tcPr marL="68580" marR="68580" marT="32829" marB="0" horzOverflow="overflow"/>
                </a:tc>
                <a:tc>
                  <a:txBody>
                    <a:bodyPr/>
                    <a:lstStyle>
                      <a:lvl1pPr marL="342900" indent="-34290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dirty="0">
                          <a:ln>
                            <a:noFill/>
                          </a:ln>
                          <a:effectLst/>
                        </a:rPr>
                        <a:t>System Administrator</a:t>
                      </a:r>
                      <a:endParaRPr kumimoji="0" lang="en-US" altLang="en-US" sz="1700" b="1" i="0" u="none" strike="noStrike" cap="none" normalizeH="0" baseline="0" dirty="0">
                        <a:ln>
                          <a:noFill/>
                        </a:ln>
                        <a:solidFill>
                          <a:srgbClr val="FF0000"/>
                        </a:solidFill>
                        <a:effectLst/>
                        <a:latin typeface="Arial" panose="020B0604020202020204" pitchFamily="34" charset="0"/>
                        <a:cs typeface="Arial" panose="020B0604020202020204" pitchFamily="34" charset="0"/>
                      </a:endParaRPr>
                    </a:p>
                  </a:txBody>
                  <a:tcPr marL="68580" marR="68580" marT="32829" marB="0" horzOverflow="overflow"/>
                </a:tc>
                <a:tc>
                  <a:txBody>
                    <a:bodyPr/>
                    <a:lstStyle>
                      <a:lvl1pPr marL="285750" indent="-28575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285750" marR="0" lvl="0" indent="-285750" algn="l" defTabSz="914400" rtl="0" eaLnBrk="1" fontAlgn="base" latinLnBrk="0" hangingPunct="1">
                        <a:lnSpc>
                          <a:spcPct val="100000"/>
                        </a:lnSpc>
                        <a:spcBef>
                          <a:spcPct val="0"/>
                        </a:spcBef>
                        <a:spcAft>
                          <a:spcPct val="0"/>
                        </a:spcAft>
                        <a:buClrTx/>
                        <a:buSzTx/>
                        <a:buFont typeface="Tw Cen MT" panose="020B0602020104020603" pitchFamily="34" charset="77"/>
                        <a:buAutoNum type="arabicPeriod"/>
                        <a:tabLst/>
                      </a:pPr>
                      <a:r>
                        <a:rPr kumimoji="0" lang="en-US" altLang="en-US" sz="1700" u="none" strike="noStrike" cap="none" normalizeH="0" baseline="0">
                          <a:ln>
                            <a:noFill/>
                          </a:ln>
                          <a:effectLst/>
                        </a:rPr>
                        <a:t>Add users</a:t>
                      </a:r>
                    </a:p>
                    <a:p>
                      <a:pPr marL="285750" marR="0" lvl="0" indent="-285750" algn="l" defTabSz="914400" rtl="0" eaLnBrk="0" fontAlgn="base" latinLnBrk="0" hangingPunct="0">
                        <a:lnSpc>
                          <a:spcPct val="100000"/>
                        </a:lnSpc>
                        <a:spcBef>
                          <a:spcPct val="0"/>
                        </a:spcBef>
                        <a:spcAft>
                          <a:spcPct val="0"/>
                        </a:spcAft>
                        <a:buClrTx/>
                        <a:buSzTx/>
                        <a:buFont typeface="Tw Cen MT" panose="020B0602020104020603" pitchFamily="34" charset="77"/>
                        <a:buAutoNum type="arabicPeriod"/>
                        <a:tabLst/>
                      </a:pPr>
                      <a:r>
                        <a:rPr kumimoji="0" lang="en-US" altLang="en-US" sz="1700" u="none" strike="noStrike" cap="none" normalizeH="0" baseline="0">
                          <a:ln>
                            <a:noFill/>
                          </a:ln>
                          <a:effectLst/>
                        </a:rPr>
                        <a:t>Modify users</a:t>
                      </a:r>
                    </a:p>
                    <a:p>
                      <a:pPr marL="285750" marR="0" lvl="0" indent="-285750" algn="l" defTabSz="914400" rtl="0" eaLnBrk="0" fontAlgn="base" latinLnBrk="0" hangingPunct="0">
                        <a:lnSpc>
                          <a:spcPct val="100000"/>
                        </a:lnSpc>
                        <a:spcBef>
                          <a:spcPct val="0"/>
                        </a:spcBef>
                        <a:spcAft>
                          <a:spcPct val="0"/>
                        </a:spcAft>
                        <a:buClrTx/>
                        <a:buSzTx/>
                        <a:buFont typeface="Tw Cen MT" panose="020B0602020104020603" pitchFamily="34" charset="77"/>
                        <a:buAutoNum type="arabicPeriod"/>
                        <a:tabLst/>
                      </a:pPr>
                      <a:r>
                        <a:rPr kumimoji="0" lang="en-US" altLang="en-US" sz="1700" u="none" strike="noStrike" cap="none" normalizeH="0" baseline="0">
                          <a:ln>
                            <a:noFill/>
                          </a:ln>
                          <a:effectLst/>
                        </a:rPr>
                        <a:t>Delete users</a:t>
                      </a:r>
                    </a:p>
                    <a:p>
                      <a:pPr marL="285750" marR="0" lvl="0" indent="-285750" algn="l" defTabSz="914400" rtl="0" eaLnBrk="0" fontAlgn="base" latinLnBrk="0" hangingPunct="0">
                        <a:lnSpc>
                          <a:spcPct val="100000"/>
                        </a:lnSpc>
                        <a:spcBef>
                          <a:spcPct val="0"/>
                        </a:spcBef>
                        <a:spcAft>
                          <a:spcPct val="0"/>
                        </a:spcAft>
                        <a:buClrTx/>
                        <a:buSzTx/>
                        <a:buFont typeface="Tw Cen MT" panose="020B0602020104020603" pitchFamily="34" charset="77"/>
                        <a:buAutoNum type="arabicPeriod"/>
                        <a:tabLst/>
                      </a:pPr>
                      <a:r>
                        <a:rPr kumimoji="0" lang="en-US" altLang="en-US" sz="1700" u="none" strike="noStrike" cap="none" normalizeH="0" baseline="0">
                          <a:ln>
                            <a:noFill/>
                          </a:ln>
                          <a:effectLst/>
                        </a:rPr>
                        <a:t>Manage security</a:t>
                      </a:r>
                    </a:p>
                    <a:p>
                      <a:pPr marL="285750" marR="0" lvl="0" indent="-285750" algn="l" defTabSz="914400" rtl="0" eaLnBrk="0" fontAlgn="base" latinLnBrk="0" hangingPunct="0">
                        <a:lnSpc>
                          <a:spcPct val="100000"/>
                        </a:lnSpc>
                        <a:spcBef>
                          <a:spcPct val="0"/>
                        </a:spcBef>
                        <a:spcAft>
                          <a:spcPct val="0"/>
                        </a:spcAft>
                        <a:buClrTx/>
                        <a:buSzTx/>
                        <a:buFont typeface="Tw Cen MT" panose="020B0602020104020603" pitchFamily="34" charset="77"/>
                        <a:buAutoNum type="arabicPeriod"/>
                        <a:tabLst/>
                      </a:pPr>
                      <a:r>
                        <a:rPr kumimoji="0" lang="en-US" altLang="en-US" sz="1700" u="none" strike="noStrike" cap="none" normalizeH="0" baseline="0">
                          <a:ln>
                            <a:noFill/>
                          </a:ln>
                          <a:effectLst/>
                        </a:rPr>
                        <a:t>Manage system tables</a:t>
                      </a:r>
                      <a:endParaRPr kumimoji="0" lang="en-US" altLang="en-US" sz="1700" b="0" i="0" u="none" strike="noStrike" cap="none" normalizeH="0" baseline="0">
                        <a:ln>
                          <a:noFill/>
                        </a:ln>
                        <a:solidFill>
                          <a:srgbClr val="C00000"/>
                        </a:solidFill>
                        <a:effectLst/>
                        <a:latin typeface="Arial" panose="020B0604020202020204" pitchFamily="34" charset="0"/>
                        <a:cs typeface="Arial" panose="020B0604020202020204" pitchFamily="34" charset="0"/>
                      </a:endParaRPr>
                    </a:p>
                  </a:txBody>
                  <a:tcPr marL="68580" marR="68580" marT="32829" marB="0" horzOverflow="overflow"/>
                </a:tc>
                <a:extLst>
                  <a:ext uri="{0D108BD9-81ED-4DB2-BD59-A6C34878D82A}">
                    <a16:rowId xmlns:a16="http://schemas.microsoft.com/office/drawing/2014/main" val="10001"/>
                  </a:ext>
                </a:extLst>
              </a:tr>
              <a:tr h="660680">
                <a:tc>
                  <a:txBody>
                    <a:bodyPr/>
                    <a:lstStyle>
                      <a:lvl1pPr marL="342900" indent="-34290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a:ln>
                            <a:noFill/>
                          </a:ln>
                          <a:effectLst/>
                        </a:rPr>
                        <a:t>Manager</a:t>
                      </a:r>
                      <a:endParaRPr kumimoji="0" lang="en-US" altLang="en-US" sz="1700" b="0" i="0" u="none" strike="noStrike" cap="none" normalizeH="0" baseline="0">
                        <a:ln>
                          <a:noFill/>
                        </a:ln>
                        <a:solidFill>
                          <a:srgbClr val="FF0000"/>
                        </a:solidFill>
                        <a:effectLst/>
                        <a:latin typeface="Arial" panose="020B0604020202020204" pitchFamily="34" charset="0"/>
                        <a:cs typeface="Arial" panose="020B0604020202020204" pitchFamily="34" charset="0"/>
                      </a:endParaRPr>
                    </a:p>
                  </a:txBody>
                  <a:tcPr marL="68580" marR="68580" marT="32829" marB="0" horzOverflow="overflow"/>
                </a:tc>
                <a:tc>
                  <a:txBody>
                    <a:bodyPr/>
                    <a:lstStyle>
                      <a:lvl1pPr marL="342900" indent="-34290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a:ln>
                            <a:noFill/>
                          </a:ln>
                          <a:effectLst/>
                        </a:rPr>
                        <a:t>1. Start up</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en-US" sz="1700" u="none" strike="noStrike" cap="none" normalizeH="0" baseline="0">
                          <a:ln>
                            <a:noFill/>
                          </a:ln>
                          <a:effectLst/>
                        </a:rPr>
                        <a:t>2. Shut down</a:t>
                      </a:r>
                      <a:endParaRPr kumimoji="0" lang="en-US" altLang="en-US" sz="1700" b="0" i="0" u="none" strike="noStrike" cap="none" normalizeH="0" baseline="0">
                        <a:ln>
                          <a:noFill/>
                        </a:ln>
                        <a:solidFill>
                          <a:srgbClr val="C00000"/>
                        </a:solidFill>
                        <a:effectLst/>
                        <a:latin typeface="Arial" panose="020B0604020202020204" pitchFamily="34" charset="0"/>
                        <a:cs typeface="Arial" panose="020B0604020202020204" pitchFamily="34" charset="0"/>
                      </a:endParaRPr>
                    </a:p>
                  </a:txBody>
                  <a:tcPr marL="68580" marR="68580" marT="32829" marB="0" horzOverflow="overflow"/>
                </a:tc>
                <a:tc>
                  <a:txBody>
                    <a:bodyPr/>
                    <a:lstStyle>
                      <a:lvl1pPr marL="342900" indent="-34290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a:ln>
                            <a:noFill/>
                          </a:ln>
                          <a:effectLst/>
                        </a:rPr>
                        <a:t>Sales Activity System</a:t>
                      </a:r>
                      <a:endParaRPr kumimoji="0" lang="en-US" altLang="en-US" sz="1700" b="1" i="0" u="none" strike="noStrike" cap="none" normalizeH="0" baseline="0">
                        <a:ln>
                          <a:noFill/>
                        </a:ln>
                        <a:solidFill>
                          <a:srgbClr val="FF0000"/>
                        </a:solidFill>
                        <a:effectLst/>
                        <a:latin typeface="Arial" panose="020B0604020202020204" pitchFamily="34" charset="0"/>
                        <a:cs typeface="Arial" panose="020B0604020202020204" pitchFamily="34" charset="0"/>
                      </a:endParaRPr>
                    </a:p>
                  </a:txBody>
                  <a:tcPr marL="68580" marR="68580" marT="32829" marB="0" horzOverflow="overflow"/>
                </a:tc>
                <a:tc>
                  <a:txBody>
                    <a:bodyPr/>
                    <a:lstStyle>
                      <a:lvl1pPr marL="342900" indent="-34290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a:ln>
                            <a:noFill/>
                          </a:ln>
                          <a:effectLst/>
                        </a:rPr>
                        <a:t>1. Analyze sales and</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a:ln>
                            <a:noFill/>
                          </a:ln>
                          <a:effectLst/>
                        </a:rPr>
                        <a:t>performance data</a:t>
                      </a:r>
                      <a:endParaRPr kumimoji="0" lang="en-US" altLang="en-US" sz="1700" b="0" i="0" u="none" strike="noStrike" cap="none" normalizeH="0" baseline="0">
                        <a:ln>
                          <a:noFill/>
                        </a:ln>
                        <a:solidFill>
                          <a:srgbClr val="C00000"/>
                        </a:solidFill>
                        <a:effectLst/>
                        <a:latin typeface="Arial" panose="020B0604020202020204" pitchFamily="34" charset="0"/>
                        <a:cs typeface="Arial" panose="020B0604020202020204" pitchFamily="34" charset="0"/>
                      </a:endParaRPr>
                    </a:p>
                  </a:txBody>
                  <a:tcPr marL="68580" marR="68580" marT="32829" marB="0" horzOverflow="overflow"/>
                </a:tc>
                <a:extLst>
                  <a:ext uri="{0D108BD9-81ED-4DB2-BD59-A6C34878D82A}">
                    <a16:rowId xmlns:a16="http://schemas.microsoft.com/office/drawing/2014/main" val="10002"/>
                  </a:ext>
                </a:extLst>
              </a:tr>
              <a:tr h="295436">
                <a:tc>
                  <a:txBody>
                    <a:bodyPr/>
                    <a:lstStyle>
                      <a:lvl1pPr marL="342900" indent="-34290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dirty="0">
                          <a:ln>
                            <a:noFill/>
                          </a:ln>
                          <a:effectLst/>
                        </a:rPr>
                        <a:t>…</a:t>
                      </a:r>
                      <a:endParaRPr kumimoji="0" lang="en-US" altLang="en-US" sz="17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68580" marR="68580" marT="32829" marB="0" horzOverflow="overflow"/>
                </a:tc>
                <a:tc>
                  <a:txBody>
                    <a:bodyPr/>
                    <a:lstStyle>
                      <a:lvl1pPr marL="342900" indent="-34290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a:ln>
                            <a:noFill/>
                          </a:ln>
                          <a:effectLst/>
                        </a:rPr>
                        <a:t>…</a:t>
                      </a:r>
                      <a:endParaRPr kumimoji="0" lang="en-US" altLang="en-US" sz="17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68580" marR="68580" marT="32829" marB="0" horzOverflow="overflow"/>
                </a:tc>
                <a:tc>
                  <a:txBody>
                    <a:bodyPr/>
                    <a:lstStyle>
                      <a:lvl1pPr marL="342900" indent="-34290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dirty="0">
                          <a:ln>
                            <a:noFill/>
                          </a:ln>
                          <a:effectLst/>
                        </a:rPr>
                        <a:t>…</a:t>
                      </a:r>
                      <a:endParaRPr kumimoji="0" lang="en-US" altLang="en-US" sz="17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68580" marR="68580" marT="32829" marB="0" horzOverflow="overflow"/>
                </a:tc>
                <a:tc>
                  <a:txBody>
                    <a:bodyPr/>
                    <a:lstStyle>
                      <a:lvl1pPr marL="342900" indent="-342900" eaLnBrk="0" hangingPunct="0">
                        <a:spcBef>
                          <a:spcPts val="700"/>
                        </a:spcBef>
                        <a:buClr>
                          <a:schemeClr val="accent2"/>
                        </a:buClr>
                        <a:buSzPct val="60000"/>
                        <a:buFont typeface="Wingdings" pitchFamily="2" charset="2"/>
                        <a:defRPr sz="2500">
                          <a:solidFill>
                            <a:schemeClr val="tx1"/>
                          </a:solidFill>
                          <a:latin typeface="Tw Cen MT" panose="020B0602020104020603" pitchFamily="34" charset="77"/>
                          <a:ea typeface="ＭＳ Ｐゴシック" panose="020B0600070205080204" pitchFamily="34" charset="-128"/>
                        </a:defRPr>
                      </a:lvl1pPr>
                      <a:lvl2pPr marL="37931725" indent="-37474525" eaLnBrk="0" hangingPunct="0">
                        <a:spcBef>
                          <a:spcPts val="550"/>
                        </a:spcBef>
                        <a:buClr>
                          <a:schemeClr val="accent1"/>
                        </a:buClr>
                        <a:buSzPct val="70000"/>
                        <a:buFont typeface="Wingdings 2" pitchFamily="2" charset="2"/>
                        <a:defRPr sz="2200">
                          <a:solidFill>
                            <a:schemeClr val="tx1"/>
                          </a:solidFill>
                          <a:latin typeface="Tw Cen MT" panose="020B0602020104020603" pitchFamily="34" charset="77"/>
                          <a:ea typeface="ＭＳ Ｐゴシック" panose="020B0600070205080204" pitchFamily="34" charset="-128"/>
                        </a:defRPr>
                      </a:lvl2pPr>
                      <a:lvl3pPr eaLnBrk="0" hangingPunct="0">
                        <a:spcBef>
                          <a:spcPts val="500"/>
                        </a:spcBef>
                        <a:defRPr sz="2100">
                          <a:solidFill>
                            <a:schemeClr val="tx1"/>
                          </a:solidFill>
                          <a:latin typeface="Tw Cen MT" panose="020B0602020104020603" pitchFamily="34" charset="77"/>
                          <a:ea typeface="ＭＳ Ｐゴシック" panose="020B0600070205080204" pitchFamily="34" charset="-128"/>
                        </a:defRPr>
                      </a:lvl3pPr>
                      <a:lvl4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4pPr>
                      <a:lvl5pPr eaLnBrk="0" hangingPunct="0">
                        <a:spcBef>
                          <a:spcPts val="400"/>
                        </a:spcBef>
                        <a:defRPr>
                          <a:solidFill>
                            <a:schemeClr val="tx1"/>
                          </a:solidFill>
                          <a:latin typeface="Tw Cen MT" panose="020B0602020104020603" pitchFamily="34" charset="77"/>
                          <a:ea typeface="ＭＳ Ｐゴシック" panose="020B0600070205080204" pitchFamily="34" charset="-128"/>
                        </a:defRPr>
                      </a:lvl5pPr>
                      <a:lvl6pPr marL="4572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6pPr>
                      <a:lvl7pPr marL="9144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7pPr>
                      <a:lvl8pPr marL="13716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8pPr>
                      <a:lvl9pPr marL="1828800" eaLnBrk="0" fontAlgn="base" hangingPunct="0">
                        <a:spcBef>
                          <a:spcPts val="400"/>
                        </a:spcBef>
                        <a:spcAft>
                          <a:spcPct val="0"/>
                        </a:spcAft>
                        <a:defRPr>
                          <a:solidFill>
                            <a:schemeClr val="tx1"/>
                          </a:solidFill>
                          <a:latin typeface="Tw Cen MT" panose="020B0602020104020603" pitchFamily="34" charset="77"/>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700" u="none" strike="noStrike" cap="none" normalizeH="0" baseline="0" dirty="0">
                          <a:ln>
                            <a:noFill/>
                          </a:ln>
                          <a:effectLst/>
                        </a:rPr>
                        <a:t>…</a:t>
                      </a:r>
                      <a:endParaRPr kumimoji="0" lang="en-US" altLang="en-US" sz="1700" b="0" i="0" u="none" strike="noStrike" cap="none" normalizeH="0" baseline="0" dirty="0">
                        <a:ln>
                          <a:noFill/>
                        </a:ln>
                        <a:solidFill>
                          <a:schemeClr val="accent2"/>
                        </a:solidFill>
                        <a:effectLst/>
                        <a:latin typeface="Arial" panose="020B0604020202020204" pitchFamily="34" charset="0"/>
                        <a:cs typeface="Arial" panose="020B0604020202020204" pitchFamily="34" charset="0"/>
                      </a:endParaRPr>
                    </a:p>
                  </a:txBody>
                  <a:tcPr marL="68580" marR="68580" marT="32829" marB="0" horzOverflow="overflow"/>
                </a:tc>
                <a:extLst>
                  <a:ext uri="{0D108BD9-81ED-4DB2-BD59-A6C34878D82A}">
                    <a16:rowId xmlns:a16="http://schemas.microsoft.com/office/drawing/2014/main" val="10003"/>
                  </a:ext>
                </a:extLst>
              </a:tr>
            </a:tbl>
          </a:graphicData>
        </a:graphic>
      </p:graphicFrame>
      <p:sp>
        <p:nvSpPr>
          <p:cNvPr id="89093" name="Slide Number Placeholder 2"/>
          <p:cNvSpPr>
            <a:spLocks noGrp="1" noChangeArrowheads="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0CF679B8-0A18-46AD-8199-D30F8514C897}" type="slidenum">
              <a:rPr lang="en-US" altLang="en-US" sz="1200">
                <a:solidFill>
                  <a:srgbClr val="898989"/>
                </a:solidFill>
              </a:rPr>
              <a:pPr algn="ctr">
                <a:spcBef>
                  <a:spcPct val="0"/>
                </a:spcBef>
                <a:buFontTx/>
                <a:buNone/>
              </a:pPr>
              <a:t>50</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ox(in)">
                                      <p:cBhvr>
                                        <p:cTn id="7" dur="500"/>
                                        <p:tgtEl>
                                          <p:spTgt spid="4">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ox(in)">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2"/>
          <a:srcRect t="1972" b="7003"/>
          <a:stretch>
            <a:fillRect/>
          </a:stretch>
        </p:blipFill>
        <p:spPr bwMode="auto">
          <a:xfrm>
            <a:off x="958140" y="293528"/>
            <a:ext cx="7612281" cy="60295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0115" name="Slide Number Placeholder 1"/>
          <p:cNvSpPr>
            <a:spLocks noGrp="1" noChangeArrowheads="1"/>
          </p:cNvSpPr>
          <p:nvPr>
            <p:ph type="sldNum" sz="quarter" idx="12"/>
          </p:nvPr>
        </p:nvSpPr>
        <p:spPr bwMode="auto">
          <a:xfrm>
            <a:off x="3140075" y="6492875"/>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3FF997B8-1CEA-4006-84B4-F32F9E0BF76E}" type="slidenum">
              <a:rPr lang="en-US" altLang="en-US" sz="1200">
                <a:solidFill>
                  <a:srgbClr val="898989"/>
                </a:solidFill>
              </a:rPr>
              <a:pPr algn="ctr">
                <a:spcBef>
                  <a:spcPct val="0"/>
                </a:spcBef>
                <a:buFontTx/>
                <a:buNone/>
              </a:pPr>
              <a:t>51</a:t>
            </a:fld>
            <a:endParaRPr lang="en-US" altLang="en-US" sz="1200">
              <a:solidFill>
                <a:srgbClr val="898989"/>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D9058D5D-622B-4769-B853-8DC8E60D6474}" vid="{BF852AC9-75F6-4444-8AE8-CD6E0793AD80}"/>
    </a:ext>
  </a:extLst>
</a:theme>
</file>

<file path=ppt/theme/theme2.xml><?xml version="1.0" encoding="utf-8"?>
<a:theme xmlns:a="http://schemas.openxmlformats.org/drawingml/2006/main" name="quest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uestTheme" id="{5C60EDFB-076E-4DBE-8EDD-3810C5865216}" vid="{4692FA4D-4382-4A98-BA6B-88FD7F457586}"/>
    </a:ext>
  </a:extLst>
</a:theme>
</file>

<file path=ppt/theme/theme3.xml><?xml version="1.0" encoding="utf-8"?>
<a:theme xmlns:a="http://schemas.openxmlformats.org/drawingml/2006/main" name="SVV_Template">
  <a:themeElements>
    <a:clrScheme name="Custom 2">
      <a:dk1>
        <a:sysClr val="windowText" lastClr="000000"/>
      </a:dk1>
      <a:lt1>
        <a:sysClr val="window" lastClr="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Leere Prä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lnDef>
  </a:objectDefaults>
  <a:extraClrSchemeLst>
    <a:extraClrScheme>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ere Prä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ere Prä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ere Prä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ere Prä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ere Prä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ere Prä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ere Prä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ere Prä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ere Prä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ere Prä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ere Prä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7415</TotalTime>
  <Words>3567</Words>
  <Application>Microsoft Office PowerPoint</Application>
  <PresentationFormat>On-screen Show (4:3)</PresentationFormat>
  <Paragraphs>405</Paragraphs>
  <Slides>51</Slides>
  <Notes>11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51</vt:i4>
      </vt:variant>
    </vt:vector>
  </HeadingPairs>
  <TitlesOfParts>
    <vt:vector size="62" baseType="lpstr">
      <vt:lpstr>Calibri</vt:lpstr>
      <vt:lpstr>Arial</vt:lpstr>
      <vt:lpstr>MS PGothic</vt:lpstr>
      <vt:lpstr>Roboto</vt:lpstr>
      <vt:lpstr>Helvetica</vt:lpstr>
      <vt:lpstr>Verdana</vt:lpstr>
      <vt:lpstr>Book Antiqua</vt:lpstr>
      <vt:lpstr>Wingdings</vt:lpstr>
      <vt:lpstr>Theme1</vt:lpstr>
      <vt:lpstr>questTheme</vt:lpstr>
      <vt:lpstr>SVV_Template</vt:lpstr>
      <vt:lpstr>Software Design and Analysis CS-3004 Lecture#03</vt:lpstr>
      <vt:lpstr>Today’s Agenda</vt:lpstr>
      <vt:lpstr>Requirements Analysis and  Use-Case Diagrams</vt:lpstr>
      <vt:lpstr>PowerPoint Presentation</vt:lpstr>
      <vt:lpstr>PowerPoint Presentation</vt:lpstr>
      <vt:lpstr>Phases of System Development</vt:lpstr>
      <vt:lpstr>PowerPoint Presentation</vt:lpstr>
      <vt:lpstr>PowerPoint Presentation</vt:lpstr>
      <vt:lpstr>PowerPoint Presentation</vt:lpstr>
      <vt:lpstr>Use Cases in Iterative Development</vt:lpstr>
      <vt:lpstr>Benefits – Development Life Cycle</vt:lpstr>
      <vt:lpstr>What ‘should’ and what ‘shouldn’t ‘ be included in use cases?</vt:lpstr>
      <vt:lpstr>PowerPoint Presentation</vt:lpstr>
      <vt:lpstr>How to Find Use Cases?</vt:lpstr>
      <vt:lpstr>What Tests Can Help Find Useful Use Cases?</vt:lpstr>
      <vt:lpstr>What Tests Can Help Find Useful Use Cases?</vt:lpstr>
      <vt:lpstr>What Tests Can Help Find Useful Use  Cases?</vt:lpstr>
      <vt:lpstr>What Tests Can Help Find Useful Use  Cases?</vt:lpstr>
      <vt:lpstr>Applying Tests</vt:lpstr>
      <vt:lpstr>USE CASE DIAGRAM</vt:lpstr>
      <vt:lpstr>Use Case Diagram Concepts</vt:lpstr>
      <vt:lpstr>Use Case (Context) Diagrams:  Suggested Notation</vt:lpstr>
      <vt:lpstr>Syntax for Use Case Diagram</vt:lpstr>
      <vt:lpstr>Use Case Diagram for Appointment System</vt:lpstr>
      <vt:lpstr>Revision</vt:lpstr>
      <vt:lpstr>Example</vt:lpstr>
      <vt:lpstr>Example</vt:lpstr>
      <vt:lpstr>Example (Cont)</vt:lpstr>
      <vt:lpstr>PowerPoint Presentation</vt:lpstr>
      <vt:lpstr>Include and Extend Relationships</vt:lpstr>
      <vt:lpstr>Include and Extend</vt:lpstr>
      <vt:lpstr>Use Case Diagram– Guidelines &amp; Caution</vt:lpstr>
      <vt:lpstr>PowerPoint Presentation</vt:lpstr>
      <vt:lpstr> Granularity of Use Cases  </vt:lpstr>
      <vt:lpstr>Pizza Ordering System</vt:lpstr>
      <vt:lpstr>PowerPoint Presentation</vt:lpstr>
      <vt:lpstr>Revision</vt:lpstr>
      <vt:lpstr>Library Management System </vt:lpstr>
      <vt:lpstr>Requirements</vt:lpstr>
      <vt:lpstr>Requirements</vt:lpstr>
      <vt:lpstr>Actors</vt:lpstr>
      <vt:lpstr>User Goals</vt:lpstr>
      <vt:lpstr>Use Case Diagram for Library Management System </vt:lpstr>
      <vt:lpstr>Case </vt:lpstr>
      <vt:lpstr>Case </vt:lpstr>
      <vt:lpstr>So far what we have</vt:lpstr>
      <vt:lpstr>Case </vt:lpstr>
      <vt:lpstr>One Possible Solution for the Case</vt:lpstr>
      <vt:lpstr>PowerPoint Presentation</vt:lpstr>
      <vt:lpstr>Actors and User Goals</vt:lpstr>
      <vt:lpstr>PowerPoint Presentation</vt:lpstr>
    </vt:vector>
  </TitlesOfParts>
  <Company>UBC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State charts</dc:title>
  <dc:creator>Paul Davies</dc:creator>
  <cp:lastModifiedBy>user1</cp:lastModifiedBy>
  <cp:revision>428</cp:revision>
  <dcterms:created xsi:type="dcterms:W3CDTF">2003-10-23T18:40:19Z</dcterms:created>
  <dcterms:modified xsi:type="dcterms:W3CDTF">2025-07-28T10:26:36Z</dcterms:modified>
</cp:coreProperties>
</file>