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9753600" cx="13004800"/>
  <p:notesSz cx="13004800" cy="9753600"/>
  <p:embeddedFontLst>
    <p:embeddedFont>
      <p:font typeface="Roboto"/>
      <p:regular r:id="rId45"/>
      <p:bold r:id="rId46"/>
      <p:italic r:id="rId47"/>
      <p:boldItalic r:id="rId48"/>
    </p:embeddedFont>
    <p:embeddedFont>
      <p:font typeface="Tahoma"/>
      <p:regular r:id="rId49"/>
      <p:bold r:id="rId50"/>
    </p:embeddedFon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g80qirHDN74Wvo26qZLfJpkCT1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21AE73-3AAA-407E-93BF-BBA5E8A6208E}">
  <a:tblStyle styleId="{A021AE73-3AAA-407E-93BF-BBA5E8A620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GillSans-regular.fntdata"/><Relationship Id="rId50" Type="http://schemas.openxmlformats.org/officeDocument/2006/relationships/font" Target="fonts/Tahoma-bold.fntdata"/><Relationship Id="rId53" Type="http://customschemas.google.com/relationships/presentationmetadata" Target="metadata"/><Relationship Id="rId52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6356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7366000" y="0"/>
            <a:ext cx="56356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264650"/>
            <a:ext cx="56356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Synchronous messaging can be best understood as a live one-to-one conversation</a:t>
            </a:r>
            <a:endParaRPr/>
          </a:p>
        </p:txBody>
      </p:sp>
      <p:sp>
        <p:nvSpPr>
          <p:cNvPr id="282" name="Google Shape;282;p20:notes"/>
          <p:cNvSpPr txBox="1"/>
          <p:nvPr>
            <p:ph idx="12" type="sldNum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5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6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6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9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0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0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1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1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2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2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3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3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4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4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5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5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6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6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7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7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8:notes"/>
          <p:cNvSpPr txBox="1"/>
          <p:nvPr>
            <p:ph idx="1" type="body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8:notes"/>
          <p:cNvSpPr/>
          <p:nvPr>
            <p:ph idx="2" type="sldImg"/>
          </p:nvPr>
        </p:nvSpPr>
        <p:spPr>
          <a:xfrm>
            <a:off x="4306888" y="1219200"/>
            <a:ext cx="4391025" cy="3292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/>
          <p:nvPr/>
        </p:nvSpPr>
        <p:spPr>
          <a:xfrm>
            <a:off x="-52861" y="1"/>
            <a:ext cx="13057660" cy="9753599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6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0"/>
          <p:cNvSpPr txBox="1"/>
          <p:nvPr>
            <p:ph type="ctrTitle"/>
          </p:nvPr>
        </p:nvSpPr>
        <p:spPr>
          <a:xfrm>
            <a:off x="922500" y="2904570"/>
            <a:ext cx="11054080" cy="7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55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subTitle"/>
          </p:nvPr>
        </p:nvSpPr>
        <p:spPr>
          <a:xfrm>
            <a:off x="3639063" y="5594594"/>
            <a:ext cx="9103360" cy="249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6"/>
              <a:buFont typeface="Arial"/>
              <a:buNone/>
              <a:defRPr sz="2276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9pPr>
          </a:lstStyle>
          <a:p/>
        </p:txBody>
      </p:sp>
      <p:pic>
        <p:nvPicPr>
          <p:cNvPr id="20" name="Google Shape;2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68318" y="8112909"/>
            <a:ext cx="1511780" cy="122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ctrTitle"/>
          </p:nvPr>
        </p:nvSpPr>
        <p:spPr>
          <a:xfrm>
            <a:off x="1625600" y="1596249"/>
            <a:ext cx="9753600" cy="33956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subTitle"/>
          </p:nvPr>
        </p:nvSpPr>
        <p:spPr>
          <a:xfrm>
            <a:off x="1625600" y="5122898"/>
            <a:ext cx="9753600" cy="235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Calibri"/>
              <a:buNone/>
              <a:defRPr sz="2560"/>
            </a:lvl1pPr>
            <a:lvl2pPr lvl="1" algn="ctr">
              <a:spcBef>
                <a:spcPts val="0"/>
              </a:spcBef>
              <a:spcAft>
                <a:spcPts val="0"/>
              </a:spcAft>
              <a:buSzPts val="2133"/>
              <a:buFont typeface="Calibri"/>
              <a:buNone/>
              <a:defRPr sz="2133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"/>
              <a:buFont typeface="Calibri"/>
              <a:buNone/>
              <a:defRPr sz="1920"/>
            </a:lvl3pPr>
            <a:lvl4pPr lvl="3" algn="ctr">
              <a:spcBef>
                <a:spcPts val="0"/>
              </a:spcBef>
              <a:spcAft>
                <a:spcPts val="0"/>
              </a:spcAft>
              <a:buSzPts val="1707"/>
              <a:buFont typeface="Calibri"/>
              <a:buNone/>
              <a:defRPr sz="1707"/>
            </a:lvl4pPr>
            <a:lvl5pPr lvl="4" algn="ctr">
              <a:spcBef>
                <a:spcPts val="0"/>
              </a:spcBef>
              <a:spcAft>
                <a:spcPts val="0"/>
              </a:spcAft>
              <a:buSzPts val="1707"/>
              <a:buFont typeface="Calibri"/>
              <a:buNone/>
              <a:defRPr sz="1707"/>
            </a:lvl5pPr>
            <a:lvl6pPr lvl="5" algn="ctr">
              <a:spcBef>
                <a:spcPts val="0"/>
              </a:spcBef>
              <a:spcAft>
                <a:spcPts val="0"/>
              </a:spcAft>
              <a:buSzPts val="1707"/>
              <a:buFont typeface="Calibri"/>
              <a:buNone/>
              <a:defRPr sz="1707"/>
            </a:lvl6pPr>
            <a:lvl7pPr lvl="6" algn="ctr">
              <a:spcBef>
                <a:spcPts val="0"/>
              </a:spcBef>
              <a:spcAft>
                <a:spcPts val="0"/>
              </a:spcAft>
              <a:buSzPts val="1707"/>
              <a:buFont typeface="Calibri"/>
              <a:buNone/>
              <a:defRPr sz="1707"/>
            </a:lvl7pPr>
            <a:lvl8pPr lvl="7" algn="ctr">
              <a:spcBef>
                <a:spcPts val="0"/>
              </a:spcBef>
              <a:spcAft>
                <a:spcPts val="0"/>
              </a:spcAft>
              <a:buSzPts val="1707"/>
              <a:buFont typeface="Calibri"/>
              <a:buNone/>
              <a:defRPr sz="1707"/>
            </a:lvl8pPr>
            <a:lvl9pPr lvl="8" algn="ctr">
              <a:spcBef>
                <a:spcPts val="0"/>
              </a:spcBef>
              <a:spcAft>
                <a:spcPts val="0"/>
              </a:spcAft>
              <a:buSzPts val="1707"/>
              <a:buFont typeface="Calibri"/>
              <a:buNone/>
              <a:defRPr sz="1707"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268604" y="1194283"/>
            <a:ext cx="1246759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317500" y="3689115"/>
            <a:ext cx="12369800" cy="558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304800" y="4546600"/>
            <a:ext cx="12395200" cy="114300"/>
          </a:xfrm>
          <a:custGeom>
            <a:rect b="b" l="l" r="r" t="t"/>
            <a:pathLst>
              <a:path extrusionOk="0" h="114300" w="12395200">
                <a:moveTo>
                  <a:pt x="0" y="114300"/>
                </a:moveTo>
                <a:lnTo>
                  <a:pt x="12395200" y="114300"/>
                </a:lnTo>
                <a:lnTo>
                  <a:pt x="123952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69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9842500" y="4660900"/>
            <a:ext cx="3162300" cy="1295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3"/>
          <p:cNvSpPr txBox="1"/>
          <p:nvPr>
            <p:ph type="title"/>
          </p:nvPr>
        </p:nvSpPr>
        <p:spPr>
          <a:xfrm>
            <a:off x="268604" y="1194283"/>
            <a:ext cx="1246759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type="ctrTitle"/>
          </p:nvPr>
        </p:nvSpPr>
        <p:spPr>
          <a:xfrm>
            <a:off x="268604" y="1714684"/>
            <a:ext cx="12467590" cy="91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" type="subTitle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/>
          <p:nvPr/>
        </p:nvSpPr>
        <p:spPr>
          <a:xfrm>
            <a:off x="279400" y="3873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6"/>
          <p:cNvSpPr txBox="1"/>
          <p:nvPr>
            <p:ph type="title"/>
          </p:nvPr>
        </p:nvSpPr>
        <p:spPr>
          <a:xfrm>
            <a:off x="268604" y="1194283"/>
            <a:ext cx="1246759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" type="body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2" type="body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>
            <a:off x="279400" y="26733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9"/>
          <p:cNvSpPr txBox="1"/>
          <p:nvPr>
            <p:ph type="title"/>
          </p:nvPr>
        </p:nvSpPr>
        <p:spPr>
          <a:xfrm>
            <a:off x="268604" y="1194283"/>
            <a:ext cx="1246759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39"/>
          <p:cNvSpPr txBox="1"/>
          <p:nvPr>
            <p:ph idx="1" type="body"/>
          </p:nvPr>
        </p:nvSpPr>
        <p:spPr>
          <a:xfrm>
            <a:off x="317500" y="3689115"/>
            <a:ext cx="12369800" cy="558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0" type="dt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4.png"/><Relationship Id="rId5" Type="http://schemas.openxmlformats.org/officeDocument/2006/relationships/image" Target="../media/image44.png"/><Relationship Id="rId6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10" Type="http://schemas.openxmlformats.org/officeDocument/2006/relationships/image" Target="../media/image28.png"/><Relationship Id="rId9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45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50.png"/><Relationship Id="rId6" Type="http://schemas.openxmlformats.org/officeDocument/2006/relationships/image" Target="../media/image38.png"/><Relationship Id="rId7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Relationship Id="rId4" Type="http://schemas.openxmlformats.org/officeDocument/2006/relationships/image" Target="../media/image8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9.png"/><Relationship Id="rId6" Type="http://schemas.openxmlformats.org/officeDocument/2006/relationships/image" Target="../media/image51.png"/><Relationship Id="rId7" Type="http://schemas.openxmlformats.org/officeDocument/2006/relationships/image" Target="../media/image57.png"/><Relationship Id="rId8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Relationship Id="rId5" Type="http://schemas.openxmlformats.org/officeDocument/2006/relationships/image" Target="../media/image56.png"/><Relationship Id="rId6" Type="http://schemas.openxmlformats.org/officeDocument/2006/relationships/image" Target="../media/image6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2006600" y="1828800"/>
            <a:ext cx="9403080" cy="1176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Design and Analysis</a:t>
            </a:r>
            <a:br>
              <a:rPr lang="en-US"/>
            </a:br>
            <a:r>
              <a:rPr lang="en-US"/>
              <a:t>CS-3004</a:t>
            </a:r>
            <a:br>
              <a:rPr lang="en-US"/>
            </a:br>
            <a:r>
              <a:rPr lang="en-US"/>
              <a:t>Lecture#09</a:t>
            </a:r>
            <a:endParaRPr/>
          </a:p>
        </p:txBody>
      </p:sp>
      <p:sp>
        <p:nvSpPr>
          <p:cNvPr id="63" name="Google Shape;63;p1"/>
          <p:cNvSpPr txBox="1"/>
          <p:nvPr>
            <p:ph idx="1" type="subTitle"/>
          </p:nvPr>
        </p:nvSpPr>
        <p:spPr>
          <a:xfrm>
            <a:off x="8669868" y="5635414"/>
            <a:ext cx="3635585" cy="1050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Dr. Javaria Imtiaz,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Mr. Basharat Hussain,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Mr. Majid Hussain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000" y="762000"/>
            <a:ext cx="6934200" cy="718101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69" name="Google Shape;69;p2"/>
          <p:cNvSpPr txBox="1"/>
          <p:nvPr/>
        </p:nvSpPr>
        <p:spPr>
          <a:xfrm>
            <a:off x="787400" y="1186190"/>
            <a:ext cx="3581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Quiz 03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2017" t="2512"/>
          <a:stretch/>
        </p:blipFill>
        <p:spPr>
          <a:xfrm>
            <a:off x="4064000" y="457200"/>
            <a:ext cx="7239000" cy="8870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268604" y="1194283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Revision up till now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1321" y="3806266"/>
            <a:ext cx="1170432" cy="731520"/>
          </a:xfrm>
          <a:prstGeom prst="bracketPair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793785" y="3862002"/>
            <a:ext cx="1365504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Requirements</a:t>
            </a:r>
            <a:endParaRPr/>
          </a:p>
        </p:txBody>
      </p:sp>
      <p:cxnSp>
        <p:nvCxnSpPr>
          <p:cNvPr id="82" name="Google Shape;82;p4"/>
          <p:cNvCxnSpPr/>
          <p:nvPr/>
        </p:nvCxnSpPr>
        <p:spPr>
          <a:xfrm flipH="1">
            <a:off x="793788" y="4607456"/>
            <a:ext cx="599150" cy="4946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4"/>
          <p:cNvCxnSpPr/>
          <p:nvPr/>
        </p:nvCxnSpPr>
        <p:spPr>
          <a:xfrm rot="10800000">
            <a:off x="1473057" y="4607454"/>
            <a:ext cx="588699" cy="46329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4"/>
          <p:cNvSpPr txBox="1"/>
          <p:nvPr/>
        </p:nvSpPr>
        <p:spPr>
          <a:xfrm>
            <a:off x="119740" y="5091652"/>
            <a:ext cx="1273197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1527920" y="5102101"/>
            <a:ext cx="116549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2298628" y="4064040"/>
            <a:ext cx="529482" cy="1741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967445" y="3806266"/>
            <a:ext cx="1170432" cy="731520"/>
          </a:xfrm>
          <a:prstGeom prst="bracketPair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203326" y="3859993"/>
            <a:ext cx="910827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2714023" y="4727678"/>
            <a:ext cx="3159225" cy="166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Identification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8" lvl="0" marL="2286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Boss test</a:t>
            </a:r>
            <a:endParaRPr/>
          </a:p>
          <a:p>
            <a:pPr indent="-228608" lvl="0" marL="2286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Elementary Business Process</a:t>
            </a:r>
            <a:endParaRPr/>
          </a:p>
          <a:p>
            <a:pPr indent="-228608" lvl="0" marL="2286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Test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8" lvl="0" marL="2286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⮚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feature/functions/user goals</a:t>
            </a:r>
            <a:endParaRPr/>
          </a:p>
          <a:p>
            <a:pPr indent="-228608" lvl="0" marL="2286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⮚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as VERB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244614" y="3812092"/>
            <a:ext cx="1170432" cy="731520"/>
          </a:xfrm>
          <a:prstGeom prst="bracketPair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444420" y="4084940"/>
            <a:ext cx="529482" cy="1741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4"/>
          <p:cNvCxnSpPr/>
          <p:nvPr/>
        </p:nvCxnSpPr>
        <p:spPr>
          <a:xfrm flipH="1" rot="10800000">
            <a:off x="4373758" y="4377178"/>
            <a:ext cx="870900" cy="47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4"/>
          <p:cNvSpPr txBox="1"/>
          <p:nvPr/>
        </p:nvSpPr>
        <p:spPr>
          <a:xfrm>
            <a:off x="5280444" y="3848806"/>
            <a:ext cx="1134604" cy="880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 and Expanded Use cases</a:t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5137249" y="4771917"/>
            <a:ext cx="132121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Success Scenarios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559358" y="4084940"/>
            <a:ext cx="529482" cy="1741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233149" y="3812092"/>
            <a:ext cx="1170432" cy="731520"/>
          </a:xfrm>
          <a:prstGeom prst="bracketPair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7241468" y="4015705"/>
            <a:ext cx="1200970" cy="28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Model</a:t>
            </a:r>
            <a:endParaRPr/>
          </a:p>
        </p:txBody>
      </p:sp>
      <p:cxnSp>
        <p:nvCxnSpPr>
          <p:cNvPr id="98" name="Google Shape;98;p4"/>
          <p:cNvCxnSpPr/>
          <p:nvPr/>
        </p:nvCxnSpPr>
        <p:spPr>
          <a:xfrm flipH="1" rot="10800000">
            <a:off x="6270981" y="4376942"/>
            <a:ext cx="970500" cy="47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4"/>
          <p:cNvCxnSpPr/>
          <p:nvPr/>
        </p:nvCxnSpPr>
        <p:spPr>
          <a:xfrm flipH="1" rot="10800000">
            <a:off x="2086104" y="4400932"/>
            <a:ext cx="870900" cy="477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4"/>
          <p:cNvSpPr/>
          <p:nvPr/>
        </p:nvSpPr>
        <p:spPr>
          <a:xfrm>
            <a:off x="8547892" y="4138518"/>
            <a:ext cx="1416917" cy="996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0042903" y="3859843"/>
            <a:ext cx="1295981" cy="562933"/>
          </a:xfrm>
          <a:prstGeom prst="bracketPair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10035338" y="3859992"/>
            <a:ext cx="137407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Sequence Diagram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7053677" y="4702509"/>
            <a:ext cx="269980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6" lvl="0" marL="18288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Conceptual Classes</a:t>
            </a:r>
            <a:endParaRPr/>
          </a:p>
          <a:p>
            <a:pPr indent="-182886" lvl="0" marL="18288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/>
          </a:p>
          <a:p>
            <a:pPr indent="-182886" lvl="0" marL="18288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 between conceptual classes</a:t>
            </a:r>
            <a:endParaRPr/>
          </a:p>
          <a:p>
            <a:pPr indent="-182886" lvl="0" marL="18288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Arial"/>
              <a:buChar char="•"/>
            </a:pPr>
            <a:r>
              <a:rPr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Cardinality</a:t>
            </a:r>
            <a:endParaRPr/>
          </a:p>
        </p:txBody>
      </p:sp>
      <p:cxnSp>
        <p:nvCxnSpPr>
          <p:cNvPr id="104" name="Google Shape;104;p4"/>
          <p:cNvCxnSpPr>
            <a:stCxn id="94" idx="2"/>
          </p:cNvCxnSpPr>
          <p:nvPr/>
        </p:nvCxnSpPr>
        <p:spPr>
          <a:xfrm rot="-5400000">
            <a:off x="7644957" y="2601104"/>
            <a:ext cx="810000" cy="4504200"/>
          </a:xfrm>
          <a:prstGeom prst="bentConnector4">
            <a:avLst>
              <a:gd fmla="val -149174" name="adj1"/>
              <a:gd fmla="val 999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4"/>
          <p:cNvSpPr/>
          <p:nvPr/>
        </p:nvSpPr>
        <p:spPr>
          <a:xfrm>
            <a:off x="822738" y="2971800"/>
            <a:ext cx="10452608" cy="668818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UML Artifacts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9754" y="3676000"/>
            <a:ext cx="5070549" cy="291526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0000">
              <a:alpha val="76862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 Representation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Requirements in the form of Use Case Diagram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853412" y="3655146"/>
            <a:ext cx="2094293" cy="272598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0000">
              <a:alpha val="76862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 Representation Domain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1658136" y="3859843"/>
            <a:ext cx="1295981" cy="562933"/>
          </a:xfrm>
          <a:prstGeom prst="bracketPair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1650571" y="3859992"/>
            <a:ext cx="1374075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10138911" y="4660953"/>
            <a:ext cx="14886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as a Blackbox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events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11650572" y="4633026"/>
            <a:ext cx="12693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as a white box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1395746" y="4076449"/>
            <a:ext cx="215339" cy="19507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 flipH="1" rot="10800000">
            <a:off x="11451459" y="4936489"/>
            <a:ext cx="319252" cy="20078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4"/>
          <p:cNvSpPr/>
          <p:nvPr/>
        </p:nvSpPr>
        <p:spPr>
          <a:xfrm>
            <a:off x="9447770" y="3669739"/>
            <a:ext cx="2094293" cy="2725983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F0000">
              <a:alpha val="75686"/>
            </a:srgbClr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 Representation each Use Case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1611085" y="3640618"/>
            <a:ext cx="1393715" cy="192113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304800" y="4546600"/>
            <a:ext cx="12395200" cy="114300"/>
          </a:xfrm>
          <a:custGeom>
            <a:rect b="b" l="l" r="r" t="t"/>
            <a:pathLst>
              <a:path extrusionOk="0" h="114300" w="12395200">
                <a:moveTo>
                  <a:pt x="0" y="114300"/>
                </a:moveTo>
                <a:lnTo>
                  <a:pt x="12395200" y="114300"/>
                </a:lnTo>
                <a:lnTo>
                  <a:pt x="123952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69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>
            <p:ph type="title"/>
          </p:nvPr>
        </p:nvSpPr>
        <p:spPr>
          <a:xfrm>
            <a:off x="342900" y="2778671"/>
            <a:ext cx="6780530" cy="1704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069B5"/>
                </a:solidFill>
              </a:rPr>
              <a:t>UML</a:t>
            </a:r>
            <a:endParaRPr sz="5600"/>
          </a:p>
          <a:p>
            <a:pPr indent="0" lvl="0" marL="1270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069B5"/>
                </a:solidFill>
              </a:rPr>
              <a:t>Interaction Diagrams</a:t>
            </a:r>
            <a:endParaRPr sz="5600"/>
          </a:p>
        </p:txBody>
      </p:sp>
      <p:sp>
        <p:nvSpPr>
          <p:cNvPr id="122" name="Google Shape;122;p5"/>
          <p:cNvSpPr txBox="1"/>
          <p:nvPr/>
        </p:nvSpPr>
        <p:spPr>
          <a:xfrm>
            <a:off x="292100" y="4711744"/>
            <a:ext cx="8154034" cy="57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-30480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ucida Sans"/>
              <a:buChar char="•"/>
            </a:pPr>
            <a:r>
              <a:rPr lang="en-US" sz="2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UML Sequence Diagrams</a:t>
            </a:r>
            <a:endParaRPr sz="2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268604" y="1194283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317499" y="3276600"/>
            <a:ext cx="12369800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Sequence diagram simply depicts </a:t>
            </a:r>
            <a:r>
              <a:rPr i="1" lang="en-US" sz="3200" u="sng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interaction between objects</a:t>
            </a: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 in a sequential order (i.e. the order in which these interactions take place.)</a:t>
            </a:r>
            <a:endParaRPr/>
          </a:p>
          <a:p>
            <a:pPr indent="-2540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Sequence diagrams describe </a:t>
            </a:r>
            <a:r>
              <a:rPr i="1" lang="en-US" sz="3200" u="sng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how</a:t>
            </a: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 and in what order the objects in a system function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268604" y="1194283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520699" y="3962400"/>
            <a:ext cx="11963400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They illustrate </a:t>
            </a:r>
            <a:r>
              <a:rPr lang="en-US" sz="3200" u="sng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how the different parts of a system interact with each other to carry out a function</a:t>
            </a: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, and the order in which the interactions occur when a particular use case is executed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279400" y="3873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79400" y="312420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381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79400" y="661670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381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2581080" y="76082"/>
            <a:ext cx="16319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143" name="Google Shape;143;p8"/>
          <p:cNvSpPr txBox="1"/>
          <p:nvPr>
            <p:ph type="title"/>
          </p:nvPr>
        </p:nvSpPr>
        <p:spPr>
          <a:xfrm>
            <a:off x="609600" y="4120554"/>
            <a:ext cx="11896725" cy="149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Interaction diagrams are used to </a:t>
            </a: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visualize the interaction  via messages between objects</a:t>
            </a:r>
            <a:r>
              <a:rPr lang="en-US" sz="3200">
                <a:latin typeface="Tahoma"/>
                <a:ea typeface="Tahoma"/>
                <a:cs typeface="Tahoma"/>
                <a:sym typeface="Tahoma"/>
              </a:rPr>
              <a:t>; they are used for </a:t>
            </a:r>
            <a:r>
              <a:rPr i="1" lang="en-US" sz="3200">
                <a:solidFill>
                  <a:srgbClr val="0070C0"/>
                </a:solidFill>
                <a:latin typeface="Lucida Sans"/>
                <a:ea typeface="Lucida Sans"/>
                <a:cs typeface="Lucida Sans"/>
                <a:sym typeface="Lucida Sans"/>
              </a:rPr>
              <a:t>dynamic  object modeling</a:t>
            </a:r>
            <a:r>
              <a:rPr lang="en-US" sz="32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320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503111" y="290899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Example</a:t>
            </a:r>
            <a:endParaRPr/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2481"/>
          <a:stretch/>
        </p:blipFill>
        <p:spPr>
          <a:xfrm>
            <a:off x="2997200" y="2133600"/>
            <a:ext cx="7854351" cy="598962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cxnSp>
        <p:nvCxnSpPr>
          <p:cNvPr id="150" name="Google Shape;150;p9"/>
          <p:cNvCxnSpPr/>
          <p:nvPr/>
        </p:nvCxnSpPr>
        <p:spPr>
          <a:xfrm>
            <a:off x="2997200" y="5867400"/>
            <a:ext cx="7999922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51" name="Google Shape;151;p9"/>
          <p:cNvSpPr txBox="1"/>
          <p:nvPr>
            <p:ph idx="4294967295" type="sldNum"/>
          </p:nvPr>
        </p:nvSpPr>
        <p:spPr>
          <a:xfrm>
            <a:off x="152400" y="152400"/>
            <a:ext cx="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268604" y="1194283"/>
            <a:ext cx="12467590" cy="1161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2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Sequence Diagram</a:t>
            </a:r>
            <a:endParaRPr/>
          </a:p>
        </p:txBody>
      </p:sp>
      <p:grpSp>
        <p:nvGrpSpPr>
          <p:cNvPr id="157" name="Google Shape;157;p10"/>
          <p:cNvGrpSpPr/>
          <p:nvPr/>
        </p:nvGrpSpPr>
        <p:grpSpPr>
          <a:xfrm>
            <a:off x="5302250" y="4038600"/>
            <a:ext cx="3111499" cy="4330700"/>
            <a:chOff x="8883650" y="3898900"/>
            <a:chExt cx="3111499" cy="4330700"/>
          </a:xfrm>
        </p:grpSpPr>
        <p:sp>
          <p:nvSpPr>
            <p:cNvPr id="158" name="Google Shape;158;p10"/>
            <p:cNvSpPr/>
            <p:nvPr/>
          </p:nvSpPr>
          <p:spPr>
            <a:xfrm>
              <a:off x="8883650" y="3924300"/>
              <a:ext cx="0" cy="4305300"/>
            </a:xfrm>
            <a:custGeom>
              <a:rect b="b" l="l" r="r" t="t"/>
              <a:pathLst>
                <a:path extrusionOk="0" h="4305300" w="120000">
                  <a:moveTo>
                    <a:pt x="0" y="3340099"/>
                  </a:moveTo>
                  <a:lnTo>
                    <a:pt x="0" y="4305299"/>
                  </a:lnTo>
                </a:path>
                <a:path extrusionOk="0" h="4305300" w="120000">
                  <a:moveTo>
                    <a:pt x="0" y="0"/>
                  </a:moveTo>
                  <a:lnTo>
                    <a:pt x="0" y="1904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11995149" y="3898900"/>
              <a:ext cx="0" cy="4279900"/>
            </a:xfrm>
            <a:custGeom>
              <a:rect b="b" l="l" r="r" t="t"/>
              <a:pathLst>
                <a:path extrusionOk="0" h="4279900" w="120000">
                  <a:moveTo>
                    <a:pt x="0" y="3048000"/>
                  </a:moveTo>
                  <a:lnTo>
                    <a:pt x="0" y="4279900"/>
                  </a:lnTo>
                </a:path>
                <a:path extrusionOk="0" h="4279900" w="120000">
                  <a:moveTo>
                    <a:pt x="0" y="1435100"/>
                  </a:moveTo>
                  <a:lnTo>
                    <a:pt x="0" y="2082800"/>
                  </a:lnTo>
                </a:path>
                <a:path extrusionOk="0" h="4279900" w="120000">
                  <a:moveTo>
                    <a:pt x="0" y="0"/>
                  </a:moveTo>
                  <a:lnTo>
                    <a:pt x="0" y="4699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0"/>
          <p:cNvSpPr txBox="1"/>
          <p:nvPr/>
        </p:nvSpPr>
        <p:spPr>
          <a:xfrm>
            <a:off x="4749800" y="3505200"/>
            <a:ext cx="11303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:A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7683500" y="3505200"/>
            <a:ext cx="14224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205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myB:B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486150" y="4178299"/>
            <a:ext cx="139700" cy="139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10"/>
          <p:cNvGrpSpPr/>
          <p:nvPr/>
        </p:nvGrpSpPr>
        <p:grpSpPr>
          <a:xfrm>
            <a:off x="4908550" y="4164329"/>
            <a:ext cx="3702050" cy="3239770"/>
            <a:chOff x="8489950" y="4024629"/>
            <a:chExt cx="3702050" cy="3239770"/>
          </a:xfrm>
        </p:grpSpPr>
        <p:sp>
          <p:nvSpPr>
            <p:cNvPr id="164" name="Google Shape;164;p10"/>
            <p:cNvSpPr/>
            <p:nvPr/>
          </p:nvSpPr>
          <p:spPr>
            <a:xfrm>
              <a:off x="8674100" y="4114799"/>
              <a:ext cx="444500" cy="3149600"/>
            </a:xfrm>
            <a:custGeom>
              <a:rect b="b" l="l" r="r" t="t"/>
              <a:pathLst>
                <a:path extrusionOk="0" h="31496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9118599" y="4375149"/>
              <a:ext cx="2463800" cy="0"/>
            </a:xfrm>
            <a:custGeom>
              <a:rect b="b" l="l" r="r" t="t"/>
              <a:pathLst>
                <a:path extrusionOk="0" h="120000" w="2463800">
                  <a:moveTo>
                    <a:pt x="2463800" y="0"/>
                  </a:moveTo>
                  <a:lnTo>
                    <a:pt x="244856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11747500" y="4368799"/>
              <a:ext cx="444500" cy="965200"/>
            </a:xfrm>
            <a:custGeom>
              <a:rect b="b" l="l" r="r" t="t"/>
              <a:pathLst>
                <a:path extrusionOk="0" h="9652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11747500" y="5981700"/>
              <a:ext cx="444500" cy="965200"/>
            </a:xfrm>
            <a:custGeom>
              <a:rect b="b" l="l" r="r" t="t"/>
              <a:pathLst>
                <a:path extrusionOk="0" h="9652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11563350" y="42913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9118600" y="5975350"/>
              <a:ext cx="2463800" cy="0"/>
            </a:xfrm>
            <a:custGeom>
              <a:rect b="b" l="l" r="r" t="t"/>
              <a:pathLst>
                <a:path extrusionOk="0" h="120000" w="2463800">
                  <a:moveTo>
                    <a:pt x="2463800" y="0"/>
                  </a:moveTo>
                  <a:lnTo>
                    <a:pt x="245092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8489950" y="4024629"/>
              <a:ext cx="3241040" cy="2034539"/>
            </a:xfrm>
            <a:custGeom>
              <a:rect b="b" l="l" r="r" t="t"/>
              <a:pathLst>
                <a:path extrusionOk="0" h="2034539" w="3241040">
                  <a:moveTo>
                    <a:pt x="167640" y="8382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167640" y="83820"/>
                  </a:lnTo>
                  <a:close/>
                </a:path>
                <a:path extrusionOk="0" h="2034539" w="3241040">
                  <a:moveTo>
                    <a:pt x="3241040" y="1950720"/>
                  </a:moveTo>
                  <a:lnTo>
                    <a:pt x="3073400" y="1866900"/>
                  </a:lnTo>
                  <a:lnTo>
                    <a:pt x="3073400" y="2034540"/>
                  </a:lnTo>
                  <a:lnTo>
                    <a:pt x="3241040" y="19507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0"/>
          <p:cNvSpPr txBox="1"/>
          <p:nvPr/>
        </p:nvSpPr>
        <p:spPr>
          <a:xfrm>
            <a:off x="6519961" y="4036926"/>
            <a:ext cx="64770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do2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6516984" y="5649826"/>
            <a:ext cx="64770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do3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3614421" y="3889808"/>
            <a:ext cx="134620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	do1	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/>
          <p:nvPr/>
        </p:nvSpPr>
        <p:spPr>
          <a:xfrm>
            <a:off x="279400" y="11874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>
            <p:ph type="title"/>
          </p:nvPr>
        </p:nvSpPr>
        <p:spPr>
          <a:xfrm>
            <a:off x="292100" y="229871"/>
            <a:ext cx="12033250" cy="5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Code for Interaction Diagrams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12573000" y="876182"/>
            <a:ext cx="16319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81" name="Google Shape;181;p11"/>
          <p:cNvGrpSpPr/>
          <p:nvPr/>
        </p:nvGrpSpPr>
        <p:grpSpPr>
          <a:xfrm>
            <a:off x="298450" y="1416050"/>
            <a:ext cx="4813300" cy="4381500"/>
            <a:chOff x="298450" y="1416050"/>
            <a:chExt cx="4813300" cy="4381500"/>
          </a:xfrm>
        </p:grpSpPr>
        <p:sp>
          <p:nvSpPr>
            <p:cNvPr id="182" name="Google Shape;182;p11"/>
            <p:cNvSpPr/>
            <p:nvPr/>
          </p:nvSpPr>
          <p:spPr>
            <a:xfrm>
              <a:off x="298450" y="1416050"/>
              <a:ext cx="4813300" cy="4381500"/>
            </a:xfrm>
            <a:custGeom>
              <a:rect b="b" l="l" r="r" t="t"/>
              <a:pathLst>
                <a:path extrusionOk="0" h="4381500" w="4813300">
                  <a:moveTo>
                    <a:pt x="0" y="0"/>
                  </a:moveTo>
                  <a:lnTo>
                    <a:pt x="4813300" y="0"/>
                  </a:lnTo>
                  <a:lnTo>
                    <a:pt x="4813300" y="4381500"/>
                  </a:lnTo>
                  <a:lnTo>
                    <a:pt x="0" y="4381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1860549" y="2082800"/>
              <a:ext cx="2552700" cy="3568700"/>
            </a:xfrm>
            <a:custGeom>
              <a:rect b="b" l="l" r="r" t="t"/>
              <a:pathLst>
                <a:path extrusionOk="0" h="3568700" w="2552700">
                  <a:moveTo>
                    <a:pt x="0" y="2781299"/>
                  </a:moveTo>
                  <a:lnTo>
                    <a:pt x="0" y="3568699"/>
                  </a:lnTo>
                </a:path>
                <a:path extrusionOk="0" h="3568700" w="2552700">
                  <a:moveTo>
                    <a:pt x="0" y="38099"/>
                  </a:moveTo>
                  <a:lnTo>
                    <a:pt x="0" y="190499"/>
                  </a:lnTo>
                </a:path>
                <a:path extrusionOk="0" h="3568700" w="2552700">
                  <a:moveTo>
                    <a:pt x="2552700" y="2514599"/>
                  </a:moveTo>
                  <a:lnTo>
                    <a:pt x="2552700" y="3530599"/>
                  </a:lnTo>
                </a:path>
                <a:path extrusionOk="0" h="3568700" w="2552700">
                  <a:moveTo>
                    <a:pt x="2552700" y="1193799"/>
                  </a:moveTo>
                  <a:lnTo>
                    <a:pt x="2552700" y="1727199"/>
                  </a:lnTo>
                </a:path>
                <a:path extrusionOk="0" h="3568700" w="2552700">
                  <a:moveTo>
                    <a:pt x="2552700" y="0"/>
                  </a:moveTo>
                  <a:lnTo>
                    <a:pt x="2552700" y="4063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1"/>
          <p:cNvSpPr txBox="1"/>
          <p:nvPr/>
        </p:nvSpPr>
        <p:spPr>
          <a:xfrm>
            <a:off x="1409700" y="1663700"/>
            <a:ext cx="927100" cy="4318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63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:A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85" name="Google Shape;185;p11"/>
          <p:cNvGrpSpPr/>
          <p:nvPr/>
        </p:nvGrpSpPr>
        <p:grpSpPr>
          <a:xfrm>
            <a:off x="3809999" y="1663700"/>
            <a:ext cx="1168401" cy="431800"/>
            <a:chOff x="3809999" y="1663700"/>
            <a:chExt cx="1168401" cy="431800"/>
          </a:xfrm>
        </p:grpSpPr>
        <p:sp>
          <p:nvSpPr>
            <p:cNvPr id="186" name="Google Shape;186;p11"/>
            <p:cNvSpPr/>
            <p:nvPr/>
          </p:nvSpPr>
          <p:spPr>
            <a:xfrm>
              <a:off x="3810000" y="1663700"/>
              <a:ext cx="1168400" cy="431800"/>
            </a:xfrm>
            <a:custGeom>
              <a:rect b="b" l="l" r="r" t="t"/>
              <a:pathLst>
                <a:path extrusionOk="0" h="4318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3809999" y="1663700"/>
              <a:ext cx="1168400" cy="431800"/>
            </a:xfrm>
            <a:custGeom>
              <a:rect b="b" l="l" r="r" t="t"/>
              <a:pathLst>
                <a:path extrusionOk="0" h="4318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11"/>
          <p:cNvSpPr txBox="1"/>
          <p:nvPr/>
        </p:nvSpPr>
        <p:spPr>
          <a:xfrm>
            <a:off x="3809999" y="1663700"/>
            <a:ext cx="1168400" cy="4318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2101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myB:B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89" name="Google Shape;189;p11"/>
          <p:cNvGrpSpPr/>
          <p:nvPr/>
        </p:nvGrpSpPr>
        <p:grpSpPr>
          <a:xfrm>
            <a:off x="374650" y="2183129"/>
            <a:ext cx="4197350" cy="2680970"/>
            <a:chOff x="374650" y="2183129"/>
            <a:chExt cx="4197350" cy="2680970"/>
          </a:xfrm>
        </p:grpSpPr>
        <p:sp>
          <p:nvSpPr>
            <p:cNvPr id="190" name="Google Shape;190;p11"/>
            <p:cNvSpPr/>
            <p:nvPr/>
          </p:nvSpPr>
          <p:spPr>
            <a:xfrm>
              <a:off x="1689099" y="2273299"/>
              <a:ext cx="368300" cy="2590800"/>
            </a:xfrm>
            <a:custGeom>
              <a:rect b="b" l="l" r="r" t="t"/>
              <a:pathLst>
                <a:path extrusionOk="0" h="2590800" w="368300">
                  <a:moveTo>
                    <a:pt x="0" y="0"/>
                  </a:moveTo>
                  <a:lnTo>
                    <a:pt x="368299" y="0"/>
                  </a:lnTo>
                  <a:lnTo>
                    <a:pt x="368299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4216400" y="2489199"/>
              <a:ext cx="355600" cy="787400"/>
            </a:xfrm>
            <a:custGeom>
              <a:rect b="b" l="l" r="r" t="t"/>
              <a:pathLst>
                <a:path extrusionOk="0" h="7874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787399"/>
                  </a:lnTo>
                  <a:lnTo>
                    <a:pt x="0" y="787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4216400" y="3810000"/>
              <a:ext cx="355600" cy="787400"/>
            </a:xfrm>
            <a:custGeom>
              <a:rect b="b" l="l" r="r" t="t"/>
              <a:pathLst>
                <a:path extrusionOk="0" h="7874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787399"/>
                  </a:lnTo>
                  <a:lnTo>
                    <a:pt x="0" y="7873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2057400" y="2495549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1993899" y="0"/>
                  </a:moveTo>
                  <a:lnTo>
                    <a:pt x="1977199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4032250" y="24117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2057399" y="3803649"/>
              <a:ext cx="1993900" cy="0"/>
            </a:xfrm>
            <a:custGeom>
              <a:rect b="b" l="l" r="r" t="t"/>
              <a:pathLst>
                <a:path extrusionOk="0" h="120000" w="1993900">
                  <a:moveTo>
                    <a:pt x="1993900" y="0"/>
                  </a:moveTo>
                  <a:lnTo>
                    <a:pt x="197913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4032250" y="37198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495300" y="2266949"/>
              <a:ext cx="1041400" cy="0"/>
            </a:xfrm>
            <a:custGeom>
              <a:rect b="b" l="l" r="r" t="t"/>
              <a:pathLst>
                <a:path extrusionOk="0" h="120000" w="1041400">
                  <a:moveTo>
                    <a:pt x="1041400" y="0"/>
                  </a:moveTo>
                  <a:lnTo>
                    <a:pt x="1020007" y="0"/>
                  </a:lnTo>
                  <a:lnTo>
                    <a:pt x="19519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74650" y="2197099"/>
              <a:ext cx="139700" cy="139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1517650" y="21831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1"/>
          <p:cNvSpPr txBox="1"/>
          <p:nvPr/>
        </p:nvSpPr>
        <p:spPr>
          <a:xfrm>
            <a:off x="2899782" y="2125622"/>
            <a:ext cx="4559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do2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2897339" y="3448082"/>
            <a:ext cx="4559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do3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761586" y="1917361"/>
            <a:ext cx="4559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do1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5975348" y="5486400"/>
            <a:ext cx="4813300" cy="34163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-457200" lvl="0" marL="793750" marR="353695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public	class		</a:t>
            </a:r>
            <a:r>
              <a:rPr lang="en-US" sz="24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{  </a:t>
            </a:r>
            <a:r>
              <a:rPr lang="en-US" sz="24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private	</a:t>
            </a:r>
            <a:r>
              <a:rPr lang="en-US" sz="24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>
                <a:solidFill>
                  <a:srgbClr val="0326CC"/>
                </a:solidFill>
                <a:latin typeface="Courier New"/>
                <a:ea typeface="Courier New"/>
                <a:cs typeface="Courier New"/>
                <a:sym typeface="Courier New"/>
              </a:rPr>
              <a:t>myB	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	</a:t>
            </a:r>
            <a:r>
              <a:rPr lang="en-US" sz="24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 lvl="0" marL="1250950" marR="536575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public	void	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do1() {  </a:t>
            </a:r>
            <a:r>
              <a:rPr lang="en-US" sz="2400" u="sng">
                <a:solidFill>
                  <a:srgbClr val="0326CC"/>
                </a:solidFill>
                <a:latin typeface="Courier New"/>
                <a:ea typeface="Courier New"/>
                <a:cs typeface="Courier New"/>
                <a:sym typeface="Courier New"/>
              </a:rPr>
              <a:t>myB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.do2();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50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326CC"/>
                </a:solidFill>
                <a:latin typeface="Courier New"/>
                <a:ea typeface="Courier New"/>
                <a:cs typeface="Courier New"/>
                <a:sym typeface="Courier New"/>
              </a:rPr>
              <a:t>myB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.do3();</a:t>
            </a:r>
            <a:endParaRPr/>
          </a:p>
          <a:p>
            <a:pPr indent="0" lvl="0" marL="7937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3365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6308725" y="4607559"/>
            <a:ext cx="43738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21FAF"/>
                </a:solidFill>
                <a:latin typeface="Verdana"/>
                <a:ea typeface="Verdana"/>
                <a:cs typeface="Verdana"/>
                <a:sym typeface="Verdana"/>
              </a:rPr>
              <a:t>E	x	a	m	p	l	e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1233170" y="5938519"/>
            <a:ext cx="22072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Sequence Diagram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/>
          <p:nvPr>
            <p:ph type="title"/>
          </p:nvPr>
        </p:nvSpPr>
        <p:spPr>
          <a:xfrm>
            <a:off x="268604" y="1194283"/>
            <a:ext cx="12467590" cy="1161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2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Notations for UML Interaction Diagrams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266700" y="8102600"/>
            <a:ext cx="12471400" cy="110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533400" y="8272735"/>
            <a:ext cx="108362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Lifeline box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representing an unnamed instance of class Sale.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5816600" y="4572000"/>
            <a:ext cx="13716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3390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 txBox="1"/>
          <p:nvPr>
            <p:ph type="title"/>
          </p:nvPr>
        </p:nvSpPr>
        <p:spPr>
          <a:xfrm>
            <a:off x="268604" y="1194283"/>
            <a:ext cx="12467590" cy="1161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2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Notations for UML Interaction Diagrams</a:t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266700" y="8102600"/>
            <a:ext cx="12471400" cy="110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533400" y="8272735"/>
            <a:ext cx="99663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Lifeline box representing a named instance (s1) of Sale.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5816600" y="4572000"/>
            <a:ext cx="13716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s1:Sale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2197100" y="5975600"/>
            <a:ext cx="3619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Java Code:</a:t>
            </a:r>
            <a:endParaRPr sz="360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Sale s1 = …;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type="title"/>
          </p:nvPr>
        </p:nvSpPr>
        <p:spPr>
          <a:xfrm>
            <a:off x="268604" y="1194283"/>
            <a:ext cx="12467590" cy="1161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2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Notations for UML Interaction Diagrams</a:t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266700" y="7893050"/>
            <a:ext cx="12471400" cy="152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4229100" y="4572000"/>
            <a:ext cx="45466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sales:ArrayList&lt;Sale&gt;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635000" y="5943600"/>
            <a:ext cx="10419080" cy="304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167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Java Code:</a:t>
            </a:r>
            <a:endParaRPr sz="360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764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ArrayList&lt;Sale&gt; sales = …;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08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Lifeline box representing an instance of an ArrayList class,  parameterized to hold Sale objects.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268604" y="1194283"/>
            <a:ext cx="12467590" cy="1161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1200">
            <a:spAutoFit/>
          </a:bodyPr>
          <a:lstStyle/>
          <a:p>
            <a:pPr indent="0" lvl="0" marL="36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Notations for UML Interaction Diagrams</a:t>
            </a:r>
            <a:endParaRPr/>
          </a:p>
        </p:txBody>
      </p:sp>
      <p:grpSp>
        <p:nvGrpSpPr>
          <p:cNvPr id="236" name="Google Shape;236;p15"/>
          <p:cNvGrpSpPr/>
          <p:nvPr/>
        </p:nvGrpSpPr>
        <p:grpSpPr>
          <a:xfrm>
            <a:off x="266700" y="4572000"/>
            <a:ext cx="12471400" cy="4845050"/>
            <a:chOff x="266700" y="4572000"/>
            <a:chExt cx="12471400" cy="4845050"/>
          </a:xfrm>
        </p:grpSpPr>
        <p:sp>
          <p:nvSpPr>
            <p:cNvPr id="237" name="Google Shape;237;p15"/>
            <p:cNvSpPr/>
            <p:nvPr/>
          </p:nvSpPr>
          <p:spPr>
            <a:xfrm>
              <a:off x="266700" y="7893050"/>
              <a:ext cx="12471400" cy="152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5143500" y="4572000"/>
              <a:ext cx="2705100" cy="596900"/>
            </a:xfrm>
            <a:custGeom>
              <a:rect b="b" l="l" r="r" t="t"/>
              <a:pathLst>
                <a:path extrusionOk="0" h="5969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15"/>
          <p:cNvSpPr txBox="1"/>
          <p:nvPr/>
        </p:nvSpPr>
        <p:spPr>
          <a:xfrm>
            <a:off x="5633485" y="4671205"/>
            <a:ext cx="172529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sales[i]:Sale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406400" y="5373853"/>
            <a:ext cx="12192000" cy="359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67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Java Code:</a:t>
            </a:r>
            <a:endParaRPr sz="360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rgbClr val="0070C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76400" marR="3242945" rtl="0" algn="l">
              <a:lnSpc>
                <a:spcPct val="11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ArrayList&lt;Sale&gt; sales = …;  Sale sale = sales.get(i);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08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Lifeline box representing one instance of class Sale, selected  from the sales ArrayList&lt;Sale&gt; collection.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/>
          <p:nvPr/>
        </p:nvSpPr>
        <p:spPr>
          <a:xfrm>
            <a:off x="279400" y="11874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 txBox="1"/>
          <p:nvPr>
            <p:ph type="title"/>
          </p:nvPr>
        </p:nvSpPr>
        <p:spPr>
          <a:xfrm>
            <a:off x="292100" y="279883"/>
            <a:ext cx="12444095" cy="5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Notations for UML Interaction Diagrams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8394700" y="6515100"/>
            <a:ext cx="27051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5022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sales[i]:Sale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1930400" y="6485709"/>
            <a:ext cx="45466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sales:ArrayList&lt;Sale&gt;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9067800" y="2684417"/>
            <a:ext cx="13716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s1:Sale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3246483" y="2684417"/>
            <a:ext cx="13716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3390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3932283" y="3306717"/>
            <a:ext cx="0" cy="711200"/>
          </a:xfrm>
          <a:custGeom>
            <a:rect b="b" l="l" r="r" t="t"/>
            <a:pathLst>
              <a:path extrusionOk="0" h="711200" w="120000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cap="flat" cmpd="sng" w="254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9766300" y="3306717"/>
            <a:ext cx="0" cy="711200"/>
          </a:xfrm>
          <a:custGeom>
            <a:rect b="b" l="l" r="r" t="t"/>
            <a:pathLst>
              <a:path extrusionOk="0" h="711200" w="120000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cap="flat" cmpd="sng" w="254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9753600" y="7124700"/>
            <a:ext cx="0" cy="711200"/>
          </a:xfrm>
          <a:custGeom>
            <a:rect b="b" l="l" r="r" t="t"/>
            <a:pathLst>
              <a:path extrusionOk="0" h="711200" w="120000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cap="flat" cmpd="sng" w="254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191000" y="7095309"/>
            <a:ext cx="0" cy="711200"/>
          </a:xfrm>
          <a:custGeom>
            <a:rect b="b" l="l" r="r" t="t"/>
            <a:pathLst>
              <a:path extrusionOk="0" h="711200" w="120000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cap="flat" cmpd="sng" w="254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type="title"/>
          </p:nvPr>
        </p:nvSpPr>
        <p:spPr>
          <a:xfrm>
            <a:off x="268604" y="1194283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 Example</a:t>
            </a:r>
            <a:endParaRPr/>
          </a:p>
        </p:txBody>
      </p:sp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41042" l="0" r="17120" t="0"/>
          <a:stretch/>
        </p:blipFill>
        <p:spPr>
          <a:xfrm>
            <a:off x="434747" y="3337051"/>
            <a:ext cx="12135306" cy="458117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>
            <p:ph idx="4294967295" type="sldNum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Clipping" id="262" name="Google Shape;262;p17"/>
          <p:cNvPicPr preferRelativeResize="0"/>
          <p:nvPr/>
        </p:nvPicPr>
        <p:blipFill rotWithShape="1">
          <a:blip r:embed="rId4">
            <a:alphaModFix/>
          </a:blip>
          <a:srcRect b="15750" l="6267" r="5968" t="11051"/>
          <a:stretch/>
        </p:blipFill>
        <p:spPr>
          <a:xfrm>
            <a:off x="7340600" y="76200"/>
            <a:ext cx="5291328" cy="23622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268604" y="1194283"/>
            <a:ext cx="12467590" cy="1177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36195" marR="142240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E7E7E"/>
                </a:solidFill>
              </a:rPr>
              <a:t>Common Notations for UML Interaction Diagrams -  </a:t>
            </a:r>
            <a:r>
              <a:rPr lang="en-US"/>
              <a:t>Format for Interaction Messages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216897" y="5807660"/>
            <a:ext cx="12496800" cy="299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508000" y="5833060"/>
            <a:ext cx="5512435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64765" rtl="0" algn="l">
              <a:lnSpc>
                <a:spcPct val="13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initialize(code)  initialize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 = getProductDescription (id)</a:t>
            </a:r>
            <a:endParaRPr/>
          </a:p>
        </p:txBody>
      </p:sp>
      <p:graphicFrame>
        <p:nvGraphicFramePr>
          <p:cNvPr id="270" name="Google Shape;270;p18"/>
          <p:cNvGraphicFramePr/>
          <p:nvPr/>
        </p:nvGraphicFramePr>
        <p:xfrm>
          <a:off x="488950" y="741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{A021AE73-3AAA-407E-93BF-BBA5E8A6208E}</a:tableStyleId>
              </a:tblPr>
              <a:tblGrid>
                <a:gridCol w="306075"/>
                <a:gridCol w="365750"/>
                <a:gridCol w="4023350"/>
                <a:gridCol w="1097275"/>
                <a:gridCol w="1828800"/>
                <a:gridCol w="3415675"/>
              </a:tblGrid>
              <a:tr h="43180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getProductDescription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(id :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ItemId)</a:t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43180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/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getProductDescription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(id :</a:t>
                      </a:r>
                      <a:endParaRPr/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ItemId) :</a:t>
                      </a:r>
                      <a:endParaRPr/>
                    </a:p>
                  </a:txBody>
                  <a:tcPr marT="5080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ProductDescription</a:t>
                      </a:r>
                      <a:endParaRPr/>
                    </a:p>
                  </a:txBody>
                  <a:tcPr marT="50800" marB="0" marR="0" marL="0"/>
                </a:tc>
              </a:tr>
            </a:tbl>
          </a:graphicData>
        </a:graphic>
      </p:graphicFrame>
      <p:sp>
        <p:nvSpPr>
          <p:cNvPr id="271" name="Google Shape;271;p18"/>
          <p:cNvSpPr txBox="1"/>
          <p:nvPr/>
        </p:nvSpPr>
        <p:spPr>
          <a:xfrm>
            <a:off x="851792" y="2768595"/>
            <a:ext cx="11746608" cy="2363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“Commonly” Used Grammar:</a:t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= message(parameter:parameterType):returnType</a:t>
            </a:r>
            <a:endParaRPr/>
          </a:p>
          <a:p>
            <a:pPr indent="0" lvl="0" marL="12700" marR="222884" rtl="0" algn="l">
              <a:lnSpc>
                <a:spcPct val="117857"/>
              </a:lnSpc>
              <a:spcBef>
                <a:spcPts val="19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Parentheses are usually excluded if there are no parameters.  Type information may be excluded if unimportant.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851792" y="8875625"/>
            <a:ext cx="1130173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The same syntax is used by, e.g., the Scala programming language.</a:t>
            </a:r>
            <a:endParaRPr sz="2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342900" y="4648200"/>
            <a:ext cx="12395200" cy="114300"/>
          </a:xfrm>
          <a:custGeom>
            <a:rect b="b" l="l" r="r" t="t"/>
            <a:pathLst>
              <a:path extrusionOk="0" h="114300" w="12395200">
                <a:moveTo>
                  <a:pt x="0" y="114300"/>
                </a:moveTo>
                <a:lnTo>
                  <a:pt x="12395200" y="114300"/>
                </a:lnTo>
                <a:lnTo>
                  <a:pt x="12395200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69B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482600" y="3581400"/>
            <a:ext cx="8597900" cy="85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069B5"/>
                </a:solidFill>
                <a:latin typeface="Lucida Sans"/>
                <a:ea typeface="Lucida Sans"/>
                <a:cs typeface="Lucida Sans"/>
                <a:sym typeface="Lucida Sans"/>
              </a:rPr>
              <a:t>UML</a:t>
            </a:r>
            <a:r>
              <a:rPr lang="en-US" sz="56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5600">
                <a:solidFill>
                  <a:srgbClr val="0069B5"/>
                </a:solidFill>
                <a:latin typeface="Lucida Sans"/>
                <a:ea typeface="Lucida Sans"/>
                <a:cs typeface="Lucida Sans"/>
                <a:sym typeface="Lucida Sans"/>
              </a:rPr>
              <a:t>Sequence Diagrams</a:t>
            </a:r>
            <a:endParaRPr sz="56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/>
          <p:nvPr/>
        </p:nvSpPr>
        <p:spPr>
          <a:xfrm>
            <a:off x="279400" y="11874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9396864" y="863482"/>
            <a:ext cx="333946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Sequence Diagrams  </a:t>
            </a:r>
            <a:r>
              <a:rPr lang="en-US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baseline="-25000" lang="en-US" sz="2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 baseline="-25000" sz="25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6" name="Google Shape;286;p20"/>
          <p:cNvSpPr txBox="1"/>
          <p:nvPr>
            <p:ph type="title"/>
          </p:nvPr>
        </p:nvSpPr>
        <p:spPr>
          <a:xfrm>
            <a:off x="292100" y="279883"/>
            <a:ext cx="7542530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(Synchronous) Messages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6165850" y="3721100"/>
            <a:ext cx="3111500" cy="4330700"/>
          </a:xfrm>
          <a:custGeom>
            <a:rect b="b" l="l" r="r" t="t"/>
            <a:pathLst>
              <a:path extrusionOk="0" h="4330700" w="3111500">
                <a:moveTo>
                  <a:pt x="0" y="3365500"/>
                </a:moveTo>
                <a:lnTo>
                  <a:pt x="0" y="4330700"/>
                </a:lnTo>
              </a:path>
              <a:path extrusionOk="0" h="4330700" w="3111500">
                <a:moveTo>
                  <a:pt x="0" y="25400"/>
                </a:moveTo>
                <a:lnTo>
                  <a:pt x="0" y="215900"/>
                </a:lnTo>
              </a:path>
              <a:path extrusionOk="0" h="4330700" w="3111500">
                <a:moveTo>
                  <a:pt x="3111499" y="3048000"/>
                </a:moveTo>
                <a:lnTo>
                  <a:pt x="3111499" y="4279900"/>
                </a:lnTo>
              </a:path>
              <a:path extrusionOk="0" h="4330700" w="3111500">
                <a:moveTo>
                  <a:pt x="3111499" y="1435100"/>
                </a:moveTo>
                <a:lnTo>
                  <a:pt x="3111499" y="2082800"/>
                </a:lnTo>
              </a:path>
              <a:path extrusionOk="0" h="4330700" w="3111500">
                <a:moveTo>
                  <a:pt x="3111499" y="0"/>
                </a:moveTo>
                <a:lnTo>
                  <a:pt x="3111499" y="469900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5397500" y="3187700"/>
            <a:ext cx="1574800" cy="364202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8547100" y="3187700"/>
            <a:ext cx="1422400" cy="364202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58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90" name="Google Shape;290;p20"/>
          <p:cNvGrpSpPr/>
          <p:nvPr/>
        </p:nvGrpSpPr>
        <p:grpSpPr>
          <a:xfrm>
            <a:off x="3905249" y="3846829"/>
            <a:ext cx="5568951" cy="3239770"/>
            <a:chOff x="3905249" y="3846829"/>
            <a:chExt cx="5568951" cy="3239770"/>
          </a:xfrm>
        </p:grpSpPr>
        <p:sp>
          <p:nvSpPr>
            <p:cNvPr id="291" name="Google Shape;291;p20"/>
            <p:cNvSpPr/>
            <p:nvPr/>
          </p:nvSpPr>
          <p:spPr>
            <a:xfrm>
              <a:off x="5956300" y="3936999"/>
              <a:ext cx="444500" cy="3149600"/>
            </a:xfrm>
            <a:custGeom>
              <a:rect b="b" l="l" r="r" t="t"/>
              <a:pathLst>
                <a:path extrusionOk="0" h="31496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6400799" y="4197349"/>
              <a:ext cx="2463800" cy="0"/>
            </a:xfrm>
            <a:custGeom>
              <a:rect b="b" l="l" r="r" t="t"/>
              <a:pathLst>
                <a:path extrusionOk="0" h="120000" w="2463800">
                  <a:moveTo>
                    <a:pt x="2463800" y="0"/>
                  </a:moveTo>
                  <a:lnTo>
                    <a:pt x="244856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9029700" y="4190999"/>
              <a:ext cx="444500" cy="965200"/>
            </a:xfrm>
            <a:custGeom>
              <a:rect b="b" l="l" r="r" t="t"/>
              <a:pathLst>
                <a:path extrusionOk="0" h="9652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9029700" y="5803900"/>
              <a:ext cx="444500" cy="965200"/>
            </a:xfrm>
            <a:custGeom>
              <a:rect b="b" l="l" r="r" t="t"/>
              <a:pathLst>
                <a:path extrusionOk="0" h="9652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8845550" y="41135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6400800" y="5797550"/>
              <a:ext cx="2463800" cy="0"/>
            </a:xfrm>
            <a:custGeom>
              <a:rect b="b" l="l" r="r" t="t"/>
              <a:pathLst>
                <a:path extrusionOk="0" h="120000" w="2463800">
                  <a:moveTo>
                    <a:pt x="2463800" y="0"/>
                  </a:moveTo>
                  <a:lnTo>
                    <a:pt x="245092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8845550" y="57137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4025900" y="3930649"/>
              <a:ext cx="1765300" cy="0"/>
            </a:xfrm>
            <a:custGeom>
              <a:rect b="b" l="l" r="r" t="t"/>
              <a:pathLst>
                <a:path extrusionOk="0" h="120000" w="1765300">
                  <a:moveTo>
                    <a:pt x="1765299" y="0"/>
                  </a:moveTo>
                  <a:lnTo>
                    <a:pt x="1752425" y="0"/>
                  </a:lnTo>
                  <a:lnTo>
                    <a:pt x="1868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3905249" y="3860799"/>
              <a:ext cx="139700" cy="139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5772150" y="38468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20"/>
          <p:cNvSpPr txBox="1"/>
          <p:nvPr/>
        </p:nvSpPr>
        <p:spPr>
          <a:xfrm>
            <a:off x="6760624" y="3850372"/>
            <a:ext cx="1345565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getDate()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4176214" y="3557006"/>
            <a:ext cx="1034415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Report()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3" name="Google Shape;303;p20"/>
          <p:cNvGrpSpPr/>
          <p:nvPr/>
        </p:nvGrpSpPr>
        <p:grpSpPr>
          <a:xfrm>
            <a:off x="6200278" y="6398662"/>
            <a:ext cx="2857500" cy="429542"/>
            <a:chOff x="6159500" y="6209029"/>
            <a:chExt cx="2857500" cy="318770"/>
          </a:xfrm>
        </p:grpSpPr>
        <p:sp>
          <p:nvSpPr>
            <p:cNvPr id="304" name="Google Shape;304;p20"/>
            <p:cNvSpPr/>
            <p:nvPr/>
          </p:nvSpPr>
          <p:spPr>
            <a:xfrm>
              <a:off x="6159500" y="6299199"/>
              <a:ext cx="444500" cy="228600"/>
            </a:xfrm>
            <a:custGeom>
              <a:rect b="b" l="l" r="r" t="t"/>
              <a:pathLst>
                <a:path extrusionOk="0" h="2286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6159500" y="6299199"/>
              <a:ext cx="444500" cy="228600"/>
            </a:xfrm>
            <a:custGeom>
              <a:rect b="b" l="l" r="r" t="t"/>
              <a:pathLst>
                <a:path extrusionOk="0" h="2286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6769100" y="6292849"/>
              <a:ext cx="2247900" cy="0"/>
            </a:xfrm>
            <a:custGeom>
              <a:rect b="b" l="l" r="r" t="t"/>
              <a:pathLst>
                <a:path extrusionOk="0" h="120000" w="2247900">
                  <a:moveTo>
                    <a:pt x="0" y="0"/>
                  </a:moveTo>
                  <a:lnTo>
                    <a:pt x="15239" y="0"/>
                  </a:lnTo>
                  <a:lnTo>
                    <a:pt x="2247900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6620509" y="62090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20"/>
          <p:cNvSpPr txBox="1"/>
          <p:nvPr/>
        </p:nvSpPr>
        <p:spPr>
          <a:xfrm>
            <a:off x="6911022" y="5278693"/>
            <a:ext cx="1621155" cy="103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40335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toString()  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140335" lvl="0" marL="12700" marR="508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140335" lvl="0" marL="12700" marR="5080" rtl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getRegNo()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1511300" y="1765300"/>
            <a:ext cx="3937000" cy="6858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-675005" lvl="0" marL="826769" marR="147955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found message whose sender  will not be specified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10" name="Google Shape;310;p20"/>
          <p:cNvGrpSpPr/>
          <p:nvPr/>
        </p:nvGrpSpPr>
        <p:grpSpPr>
          <a:xfrm>
            <a:off x="3918067" y="2449490"/>
            <a:ext cx="314208" cy="1422438"/>
            <a:chOff x="3918067" y="2449490"/>
            <a:chExt cx="314208" cy="1422438"/>
          </a:xfrm>
        </p:grpSpPr>
        <p:sp>
          <p:nvSpPr>
            <p:cNvPr id="311" name="Google Shape;311;p20"/>
            <p:cNvSpPr/>
            <p:nvPr/>
          </p:nvSpPr>
          <p:spPr>
            <a:xfrm>
              <a:off x="3975100" y="2449490"/>
              <a:ext cx="257175" cy="1335405"/>
            </a:xfrm>
            <a:custGeom>
              <a:rect b="b" l="l" r="r" t="t"/>
              <a:pathLst>
                <a:path extrusionOk="0" h="1335404" w="257175">
                  <a:moveTo>
                    <a:pt x="0" y="1335109"/>
                  </a:moveTo>
                  <a:lnTo>
                    <a:pt x="0" y="1319331"/>
                  </a:lnTo>
                  <a:lnTo>
                    <a:pt x="256789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3918067" y="3772124"/>
              <a:ext cx="99804" cy="9980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20"/>
          <p:cNvSpPr txBox="1"/>
          <p:nvPr/>
        </p:nvSpPr>
        <p:spPr>
          <a:xfrm>
            <a:off x="1511300" y="4216400"/>
            <a:ext cx="3937000" cy="614912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0" lvl="0" marL="427990" marR="420369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execution specification bar  indicates focus of control</a:t>
            </a:r>
            <a:endParaRPr/>
          </a:p>
        </p:txBody>
      </p:sp>
      <p:grpSp>
        <p:nvGrpSpPr>
          <p:cNvPr id="314" name="Google Shape;314;p20"/>
          <p:cNvGrpSpPr/>
          <p:nvPr/>
        </p:nvGrpSpPr>
        <p:grpSpPr>
          <a:xfrm>
            <a:off x="3975922" y="4089401"/>
            <a:ext cx="4305011" cy="1564858"/>
            <a:chOff x="3975922" y="4089401"/>
            <a:chExt cx="4305011" cy="1564858"/>
          </a:xfrm>
        </p:grpSpPr>
        <p:sp>
          <p:nvSpPr>
            <p:cNvPr id="315" name="Google Shape;315;p20"/>
            <p:cNvSpPr/>
            <p:nvPr/>
          </p:nvSpPr>
          <p:spPr>
            <a:xfrm>
              <a:off x="3975922" y="5448268"/>
              <a:ext cx="1955164" cy="153035"/>
            </a:xfrm>
            <a:custGeom>
              <a:rect b="b" l="l" r="r" t="t"/>
              <a:pathLst>
                <a:path extrusionOk="0" h="153035" w="1955164">
                  <a:moveTo>
                    <a:pt x="1954977" y="152431"/>
                  </a:moveTo>
                  <a:lnTo>
                    <a:pt x="1937628" y="152431"/>
                  </a:ln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5918237" y="5552956"/>
              <a:ext cx="101303" cy="10130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8179344" y="4089401"/>
              <a:ext cx="101589" cy="10158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20"/>
          <p:cNvSpPr txBox="1"/>
          <p:nvPr/>
        </p:nvSpPr>
        <p:spPr>
          <a:xfrm>
            <a:off x="7327900" y="1714500"/>
            <a:ext cx="4152900" cy="6858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-17145" lvl="0" marL="401320" marR="37719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typical synchronous message  shown with a filled-arrow line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204200" y="2400300"/>
            <a:ext cx="25400" cy="1701800"/>
          </a:xfrm>
          <a:custGeom>
            <a:rect b="b" l="l" r="r" t="t"/>
            <a:pathLst>
              <a:path extrusionOk="0" h="1701800" w="25400">
                <a:moveTo>
                  <a:pt x="25400" y="1701800"/>
                </a:moveTo>
                <a:lnTo>
                  <a:pt x="25400" y="1685907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>
            <p:ph type="title"/>
          </p:nvPr>
        </p:nvSpPr>
        <p:spPr>
          <a:xfrm>
            <a:off x="292100" y="1194283"/>
            <a:ext cx="12444095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477519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Self messages can be modeled using nested execution  specification bars.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aseline="30000" lang="en-US" sz="2550">
                <a:latin typeface="Verdana"/>
                <a:ea typeface="Verdana"/>
                <a:cs typeface="Verdana"/>
                <a:sym typeface="Verdana"/>
              </a:rPr>
              <a:t>UML Sequence Diagrams </a:t>
            </a:r>
            <a:r>
              <a:rPr baseline="30000" lang="en-US" sz="2550"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lang="en-US" sz="1700">
                <a:latin typeface="Verdana"/>
                <a:ea typeface="Verdana"/>
                <a:cs typeface="Verdana"/>
                <a:sym typeface="Verdana"/>
              </a:rPr>
              <a:t>20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25" name="Google Shape;325;p21"/>
          <p:cNvGrpSpPr/>
          <p:nvPr/>
        </p:nvGrpSpPr>
        <p:grpSpPr>
          <a:xfrm>
            <a:off x="2800349" y="5016500"/>
            <a:ext cx="4184651" cy="2781300"/>
            <a:chOff x="2800349" y="5016500"/>
            <a:chExt cx="4184651" cy="2781300"/>
          </a:xfrm>
        </p:grpSpPr>
        <p:sp>
          <p:nvSpPr>
            <p:cNvPr id="326" name="Google Shape;326;p21"/>
            <p:cNvSpPr/>
            <p:nvPr/>
          </p:nvSpPr>
          <p:spPr>
            <a:xfrm>
              <a:off x="6750050" y="5016500"/>
              <a:ext cx="0" cy="2781300"/>
            </a:xfrm>
            <a:custGeom>
              <a:rect b="b" l="l" r="r" t="t"/>
              <a:pathLst>
                <a:path extrusionOk="0" h="2781300" w="120000">
                  <a:moveTo>
                    <a:pt x="0" y="1714499"/>
                  </a:moveTo>
                  <a:lnTo>
                    <a:pt x="0" y="2781299"/>
                  </a:lnTo>
                </a:path>
                <a:path extrusionOk="0" h="2781300" w="120000">
                  <a:moveTo>
                    <a:pt x="0" y="0"/>
                  </a:moveTo>
                  <a:lnTo>
                    <a:pt x="0" y="1904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6540500" y="5206999"/>
              <a:ext cx="444500" cy="1524000"/>
            </a:xfrm>
            <a:custGeom>
              <a:rect b="b" l="l" r="r" t="t"/>
              <a:pathLst>
                <a:path extrusionOk="0" h="15240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2921000" y="5200649"/>
              <a:ext cx="3454400" cy="0"/>
            </a:xfrm>
            <a:custGeom>
              <a:rect b="b" l="l" r="r" t="t"/>
              <a:pathLst>
                <a:path extrusionOk="0" h="120000" w="3454400">
                  <a:moveTo>
                    <a:pt x="3454399" y="0"/>
                  </a:moveTo>
                  <a:lnTo>
                    <a:pt x="3441525" y="0"/>
                  </a:lnTo>
                  <a:lnTo>
                    <a:pt x="19433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2800349" y="5130799"/>
              <a:ext cx="139700" cy="139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6356350" y="51168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1"/>
          <p:cNvSpPr txBox="1"/>
          <p:nvPr/>
        </p:nvSpPr>
        <p:spPr>
          <a:xfrm>
            <a:off x="5981700" y="4457700"/>
            <a:ext cx="15748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2935547" y="4722726"/>
            <a:ext cx="298450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cancelTransaction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33" name="Google Shape;333;p21"/>
          <p:cNvGrpSpPr/>
          <p:nvPr/>
        </p:nvGrpSpPr>
        <p:grpSpPr>
          <a:xfrm>
            <a:off x="6756400" y="5022688"/>
            <a:ext cx="1437005" cy="1454312"/>
            <a:chOff x="6756400" y="5022688"/>
            <a:chExt cx="1437005" cy="1454312"/>
          </a:xfrm>
        </p:grpSpPr>
        <p:sp>
          <p:nvSpPr>
            <p:cNvPr id="334" name="Google Shape;334;p21"/>
            <p:cNvSpPr/>
            <p:nvPr/>
          </p:nvSpPr>
          <p:spPr>
            <a:xfrm>
              <a:off x="6756400" y="6019800"/>
              <a:ext cx="444500" cy="457200"/>
            </a:xfrm>
            <a:custGeom>
              <a:rect b="b" l="l" r="r" t="t"/>
              <a:pathLst>
                <a:path extrusionOk="0" h="4572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6756400" y="6019800"/>
              <a:ext cx="444500" cy="457200"/>
            </a:xfrm>
            <a:custGeom>
              <a:rect b="b" l="l" r="r" t="t"/>
              <a:pathLst>
                <a:path extrusionOk="0" h="4572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6985000" y="5480050"/>
              <a:ext cx="793750" cy="558800"/>
            </a:xfrm>
            <a:custGeom>
              <a:rect b="b" l="l" r="r" t="t"/>
              <a:pathLst>
                <a:path extrusionOk="0" h="558800" w="793750">
                  <a:moveTo>
                    <a:pt x="0" y="0"/>
                  </a:moveTo>
                  <a:lnTo>
                    <a:pt x="793750" y="0"/>
                  </a:lnTo>
                  <a:lnTo>
                    <a:pt x="793750" y="558800"/>
                  </a:lnTo>
                  <a:lnTo>
                    <a:pt x="393924" y="558800"/>
                  </a:lnTo>
                  <a:lnTo>
                    <a:pt x="374650" y="55880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7211059" y="5955030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7874000" y="5022688"/>
              <a:ext cx="319405" cy="565785"/>
            </a:xfrm>
            <a:custGeom>
              <a:rect b="b" l="l" r="r" t="t"/>
              <a:pathLst>
                <a:path extrusionOk="0" h="565785" w="319404">
                  <a:moveTo>
                    <a:pt x="0" y="565311"/>
                  </a:moveTo>
                  <a:lnTo>
                    <a:pt x="0" y="548950"/>
                  </a:lnTo>
                  <a:lnTo>
                    <a:pt x="319109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7804756" y="5570728"/>
              <a:ext cx="100733" cy="10073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21"/>
          <p:cNvSpPr txBox="1"/>
          <p:nvPr/>
        </p:nvSpPr>
        <p:spPr>
          <a:xfrm>
            <a:off x="7945246" y="5751426"/>
            <a:ext cx="517525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69B5"/>
                </a:solidFill>
                <a:latin typeface="Tahoma"/>
                <a:ea typeface="Tahoma"/>
                <a:cs typeface="Tahoma"/>
                <a:sym typeface="Tahoma"/>
              </a:rPr>
              <a:t>log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7912100" y="4572000"/>
            <a:ext cx="1714500" cy="4191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self message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>
            <p:ph type="title"/>
          </p:nvPr>
        </p:nvSpPr>
        <p:spPr>
          <a:xfrm>
            <a:off x="292100" y="635483"/>
            <a:ext cx="12444095" cy="174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65786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To show the return value of a message you can  either </a:t>
            </a:r>
            <a:r>
              <a:rPr lang="en-US"/>
              <a:t>use the message syntax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(A) or </a:t>
            </a:r>
            <a:r>
              <a:rPr lang="en-US"/>
              <a:t>use a message  line at the end of an execution specification bar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(B).</a:t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2508250" y="3848100"/>
            <a:ext cx="3632200" cy="2133600"/>
          </a:xfrm>
          <a:custGeom>
            <a:rect b="b" l="l" r="r" t="t"/>
            <a:pathLst>
              <a:path extrusionOk="0" h="2133600" w="3632200">
                <a:moveTo>
                  <a:pt x="0" y="1485900"/>
                </a:moveTo>
                <a:lnTo>
                  <a:pt x="0" y="2133600"/>
                </a:lnTo>
              </a:path>
              <a:path extrusionOk="0" h="2133600" w="3632200">
                <a:moveTo>
                  <a:pt x="0" y="25400"/>
                </a:moveTo>
                <a:lnTo>
                  <a:pt x="0" y="215900"/>
                </a:lnTo>
              </a:path>
              <a:path extrusionOk="0" h="2133600" w="3632200">
                <a:moveTo>
                  <a:pt x="3632199" y="1003300"/>
                </a:moveTo>
                <a:lnTo>
                  <a:pt x="3632199" y="2133600"/>
                </a:lnTo>
              </a:path>
              <a:path extrusionOk="0" h="2133600" w="3632200">
                <a:moveTo>
                  <a:pt x="3632199" y="0"/>
                </a:moveTo>
                <a:lnTo>
                  <a:pt x="3632199" y="469900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1739900" y="3314700"/>
            <a:ext cx="15748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5422900" y="3314700"/>
            <a:ext cx="14224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58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50" name="Google Shape;350;p22"/>
          <p:cNvGrpSpPr/>
          <p:nvPr/>
        </p:nvGrpSpPr>
        <p:grpSpPr>
          <a:xfrm>
            <a:off x="247650" y="3973829"/>
            <a:ext cx="6102350" cy="1360170"/>
            <a:chOff x="247650" y="3973829"/>
            <a:chExt cx="6102350" cy="1360170"/>
          </a:xfrm>
        </p:grpSpPr>
        <p:sp>
          <p:nvSpPr>
            <p:cNvPr id="351" name="Google Shape;351;p22"/>
            <p:cNvSpPr/>
            <p:nvPr/>
          </p:nvSpPr>
          <p:spPr>
            <a:xfrm>
              <a:off x="2298700" y="4063999"/>
              <a:ext cx="444500" cy="1270000"/>
            </a:xfrm>
            <a:custGeom>
              <a:rect b="b" l="l" r="r" t="t"/>
              <a:pathLst>
                <a:path extrusionOk="0" h="12700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2743199" y="4324349"/>
              <a:ext cx="2997200" cy="0"/>
            </a:xfrm>
            <a:custGeom>
              <a:rect b="b" l="l" r="r" t="t"/>
              <a:pathLst>
                <a:path extrusionOk="0" h="120000" w="2997200">
                  <a:moveTo>
                    <a:pt x="2997200" y="0"/>
                  </a:moveTo>
                  <a:lnTo>
                    <a:pt x="298199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5905500" y="4317999"/>
              <a:ext cx="444500" cy="533400"/>
            </a:xfrm>
            <a:custGeom>
              <a:rect b="b" l="l" r="r" t="t"/>
              <a:pathLst>
                <a:path extrusionOk="0" h="5334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5721350" y="42405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368300" y="4057649"/>
              <a:ext cx="1765300" cy="0"/>
            </a:xfrm>
            <a:custGeom>
              <a:rect b="b" l="l" r="r" t="t"/>
              <a:pathLst>
                <a:path extrusionOk="0" h="120000" w="1765300">
                  <a:moveTo>
                    <a:pt x="1765299" y="0"/>
                  </a:moveTo>
                  <a:lnTo>
                    <a:pt x="1752425" y="0"/>
                  </a:lnTo>
                  <a:lnTo>
                    <a:pt x="1868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247650" y="3987799"/>
              <a:ext cx="139700" cy="139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2114550" y="39738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Google Shape;358;p22"/>
          <p:cNvSpPr txBox="1"/>
          <p:nvPr/>
        </p:nvSpPr>
        <p:spPr>
          <a:xfrm>
            <a:off x="3333805" y="3902137"/>
            <a:ext cx="21932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theReport = report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674842" y="3660837"/>
            <a:ext cx="7239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report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8921750" y="6870700"/>
            <a:ext cx="3098800" cy="2298700"/>
          </a:xfrm>
          <a:custGeom>
            <a:rect b="b" l="l" r="r" t="t"/>
            <a:pathLst>
              <a:path extrusionOk="0" h="2298700" w="3098800">
                <a:moveTo>
                  <a:pt x="0" y="1905000"/>
                </a:moveTo>
                <a:lnTo>
                  <a:pt x="0" y="2298700"/>
                </a:lnTo>
              </a:path>
              <a:path extrusionOk="0" h="2298700" w="3098800">
                <a:moveTo>
                  <a:pt x="0" y="25400"/>
                </a:moveTo>
                <a:lnTo>
                  <a:pt x="0" y="215900"/>
                </a:lnTo>
              </a:path>
              <a:path extrusionOk="0" h="2298700" w="3098800">
                <a:moveTo>
                  <a:pt x="3098800" y="1384300"/>
                </a:moveTo>
                <a:lnTo>
                  <a:pt x="3098800" y="2298700"/>
                </a:lnTo>
              </a:path>
              <a:path extrusionOk="0" h="2298700" w="3098800">
                <a:moveTo>
                  <a:pt x="3098800" y="0"/>
                </a:moveTo>
                <a:lnTo>
                  <a:pt x="3098800" y="482600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8140700" y="6337300"/>
            <a:ext cx="15748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11290300" y="6337300"/>
            <a:ext cx="14224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644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63" name="Google Shape;363;p22"/>
          <p:cNvGrpSpPr/>
          <p:nvPr/>
        </p:nvGrpSpPr>
        <p:grpSpPr>
          <a:xfrm>
            <a:off x="6648450" y="6996430"/>
            <a:ext cx="5124450" cy="1779270"/>
            <a:chOff x="6648450" y="6996430"/>
            <a:chExt cx="5124450" cy="1779270"/>
          </a:xfrm>
        </p:grpSpPr>
        <p:sp>
          <p:nvSpPr>
            <p:cNvPr id="364" name="Google Shape;364;p22"/>
            <p:cNvSpPr/>
            <p:nvPr/>
          </p:nvSpPr>
          <p:spPr>
            <a:xfrm>
              <a:off x="8699500" y="7086600"/>
              <a:ext cx="444500" cy="1689100"/>
            </a:xfrm>
            <a:custGeom>
              <a:rect b="b" l="l" r="r" t="t"/>
              <a:pathLst>
                <a:path extrusionOk="0" h="16891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1689100"/>
                  </a:lnTo>
                  <a:lnTo>
                    <a:pt x="0" y="16891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9144000" y="7359650"/>
              <a:ext cx="2463800" cy="0"/>
            </a:xfrm>
            <a:custGeom>
              <a:rect b="b" l="l" r="r" t="t"/>
              <a:pathLst>
                <a:path extrusionOk="0" h="120000" w="2463800">
                  <a:moveTo>
                    <a:pt x="2463800" y="0"/>
                  </a:moveTo>
                  <a:lnTo>
                    <a:pt x="2450926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11588750" y="7275830"/>
              <a:ext cx="167640" cy="167640"/>
            </a:xfrm>
            <a:custGeom>
              <a:rect b="b" l="l" r="r" t="t"/>
              <a:pathLst>
                <a:path extrusionOk="0" h="167640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6769100" y="7080250"/>
              <a:ext cx="1778000" cy="0"/>
            </a:xfrm>
            <a:custGeom>
              <a:rect b="b" l="l" r="r" t="t"/>
              <a:pathLst>
                <a:path extrusionOk="0" h="120000" w="1778000">
                  <a:moveTo>
                    <a:pt x="1778000" y="0"/>
                  </a:moveTo>
                  <a:lnTo>
                    <a:pt x="1753259" y="0"/>
                  </a:lnTo>
                  <a:lnTo>
                    <a:pt x="19519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69B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6648450" y="7010399"/>
              <a:ext cx="139700" cy="139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528050" y="6996430"/>
              <a:ext cx="167640" cy="167640"/>
            </a:xfrm>
            <a:custGeom>
              <a:rect b="b" l="l" r="r" t="t"/>
              <a:pathLst>
                <a:path extrusionOk="0" h="167640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9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9296400" y="8248650"/>
              <a:ext cx="2476500" cy="0"/>
            </a:xfrm>
            <a:custGeom>
              <a:rect b="b" l="l" r="r" t="t"/>
              <a:pathLst>
                <a:path extrusionOk="0" h="120000" w="2476500">
                  <a:moveTo>
                    <a:pt x="0" y="0"/>
                  </a:moveTo>
                  <a:lnTo>
                    <a:pt x="20955" y="0"/>
                  </a:lnTo>
                  <a:lnTo>
                    <a:pt x="247650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9175750" y="8164830"/>
              <a:ext cx="139700" cy="167640"/>
            </a:xfrm>
            <a:custGeom>
              <a:rect b="b" l="l" r="r" t="t"/>
              <a:pathLst>
                <a:path extrusionOk="0" h="167640" w="139700">
                  <a:moveTo>
                    <a:pt x="139700" y="0"/>
                  </a:moveTo>
                  <a:lnTo>
                    <a:pt x="0" y="83820"/>
                  </a:lnTo>
                  <a:lnTo>
                    <a:pt x="139700" y="167640"/>
                  </a:lnTo>
                </a:path>
                <a:path extrusionOk="0" h="167640" w="139700">
                  <a:moveTo>
                    <a:pt x="139700" y="83820"/>
                  </a:moveTo>
                  <a:lnTo>
                    <a:pt x="0" y="83820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22"/>
          <p:cNvSpPr txBox="1"/>
          <p:nvPr/>
        </p:nvSpPr>
        <p:spPr>
          <a:xfrm>
            <a:off x="7070303" y="6683437"/>
            <a:ext cx="7239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report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9934041" y="6937437"/>
            <a:ext cx="1158240" cy="122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report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theReport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11772900" y="7353300"/>
            <a:ext cx="444500" cy="901700"/>
          </a:xfrm>
          <a:custGeom>
            <a:rect b="b" l="l" r="r" t="t"/>
            <a:pathLst>
              <a:path extrusionOk="0" h="901700" w="444500">
                <a:moveTo>
                  <a:pt x="0" y="0"/>
                </a:moveTo>
                <a:lnTo>
                  <a:pt x="444500" y="0"/>
                </a:lnTo>
                <a:lnTo>
                  <a:pt x="4445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7104412" y="3934783"/>
            <a:ext cx="3492500" cy="469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7165857" y="3978637"/>
            <a:ext cx="336931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21FAF"/>
                </a:solidFill>
                <a:latin typeface="Verdana"/>
                <a:ea typeface="Verdana"/>
                <a:cs typeface="Verdana"/>
                <a:sym typeface="Verdana"/>
              </a:rPr>
              <a:t>V a r i a n t	A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3312160" y="7948256"/>
            <a:ext cx="3479800" cy="4699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3377040" y="7992110"/>
            <a:ext cx="3370579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21FAF"/>
                </a:solidFill>
                <a:latin typeface="Verdana"/>
                <a:ea typeface="Verdana"/>
                <a:cs typeface="Verdana"/>
                <a:sym typeface="Verdana"/>
              </a:rPr>
              <a:t>V a r i a n t	B</a:t>
            </a:r>
            <a:endParaRPr sz="3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"/>
          <p:cNvSpPr/>
          <p:nvPr/>
        </p:nvSpPr>
        <p:spPr>
          <a:xfrm>
            <a:off x="266700" y="8667750"/>
            <a:ext cx="12471400" cy="1041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533400" y="8837166"/>
            <a:ext cx="794258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name </a:t>
            </a:r>
            <a:r>
              <a:rPr lang="en-US" sz="2400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create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an </a:t>
            </a:r>
            <a:r>
              <a:rPr i="1" lang="en-US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UML idiom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; it is not required.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5" name="Google Shape;385;p23"/>
          <p:cNvSpPr txBox="1"/>
          <p:nvPr>
            <p:ph type="title"/>
          </p:nvPr>
        </p:nvSpPr>
        <p:spPr>
          <a:xfrm>
            <a:off x="292100" y="1753083"/>
            <a:ext cx="539813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 Instance Creation</a:t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1238250" y="3924300"/>
            <a:ext cx="5626100" cy="4330700"/>
          </a:xfrm>
          <a:custGeom>
            <a:rect b="b" l="l" r="r" t="t"/>
            <a:pathLst>
              <a:path extrusionOk="0" h="4330700" w="5626100">
                <a:moveTo>
                  <a:pt x="0" y="3365500"/>
                </a:moveTo>
                <a:lnTo>
                  <a:pt x="0" y="4330700"/>
                </a:lnTo>
              </a:path>
              <a:path extrusionOk="0" h="4330700" w="5626100">
                <a:moveTo>
                  <a:pt x="0" y="25400"/>
                </a:moveTo>
                <a:lnTo>
                  <a:pt x="0" y="215900"/>
                </a:lnTo>
              </a:path>
              <a:path extrusionOk="0" h="4330700" w="5626100">
                <a:moveTo>
                  <a:pt x="5626099" y="3111500"/>
                </a:moveTo>
                <a:lnTo>
                  <a:pt x="5626099" y="4279900"/>
                </a:lnTo>
              </a:path>
              <a:path extrusionOk="0" h="4330700" w="5626100">
                <a:moveTo>
                  <a:pt x="5626099" y="0"/>
                </a:moveTo>
                <a:lnTo>
                  <a:pt x="5626099" y="469900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 txBox="1"/>
          <p:nvPr/>
        </p:nvSpPr>
        <p:spPr>
          <a:xfrm>
            <a:off x="469900" y="3390900"/>
            <a:ext cx="15748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134100" y="3390900"/>
            <a:ext cx="14224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58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89" name="Google Shape;389;p23"/>
          <p:cNvGrpSpPr/>
          <p:nvPr/>
        </p:nvGrpSpPr>
        <p:grpSpPr>
          <a:xfrm>
            <a:off x="1028700" y="4140200"/>
            <a:ext cx="10909300" cy="3149600"/>
            <a:chOff x="1028700" y="4140200"/>
            <a:chExt cx="10909300" cy="3149600"/>
          </a:xfrm>
        </p:grpSpPr>
        <p:sp>
          <p:nvSpPr>
            <p:cNvPr id="390" name="Google Shape;390;p23"/>
            <p:cNvSpPr/>
            <p:nvPr/>
          </p:nvSpPr>
          <p:spPr>
            <a:xfrm>
              <a:off x="1028700" y="4140200"/>
              <a:ext cx="444500" cy="3149600"/>
            </a:xfrm>
            <a:custGeom>
              <a:rect b="b" l="l" r="r" t="t"/>
              <a:pathLst>
                <a:path extrusionOk="0" h="31496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3149600"/>
                  </a:lnTo>
                  <a:lnTo>
                    <a:pt x="0" y="314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1473199" y="4400549"/>
              <a:ext cx="4978400" cy="0"/>
            </a:xfrm>
            <a:custGeom>
              <a:rect b="b" l="l" r="r" t="t"/>
              <a:pathLst>
                <a:path extrusionOk="0" h="120000" w="4978400">
                  <a:moveTo>
                    <a:pt x="4978400" y="0"/>
                  </a:moveTo>
                  <a:lnTo>
                    <a:pt x="4963172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6616700" y="4394200"/>
              <a:ext cx="444500" cy="2641600"/>
            </a:xfrm>
            <a:custGeom>
              <a:rect b="b" l="l" r="r" t="t"/>
              <a:pathLst>
                <a:path extrusionOk="0" h="26416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6432550" y="43167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7073900" y="6026150"/>
              <a:ext cx="3492500" cy="0"/>
            </a:xfrm>
            <a:custGeom>
              <a:rect b="b" l="l" r="r" t="t"/>
              <a:pathLst>
                <a:path extrusionOk="0" h="120000" w="3492500">
                  <a:moveTo>
                    <a:pt x="3492499" y="0"/>
                  </a:moveTo>
                  <a:lnTo>
                    <a:pt x="347962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10547350" y="59423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7073899" y="5187950"/>
              <a:ext cx="2717800" cy="0"/>
            </a:xfrm>
            <a:custGeom>
              <a:rect b="b" l="l" r="r" t="t"/>
              <a:pathLst>
                <a:path extrusionOk="0" h="120000" w="2717800">
                  <a:moveTo>
                    <a:pt x="2717800" y="0"/>
                  </a:moveTo>
                  <a:lnTo>
                    <a:pt x="270256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9772650" y="5104130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9956800" y="4889500"/>
              <a:ext cx="1981200" cy="533400"/>
            </a:xfrm>
            <a:custGeom>
              <a:rect b="b" l="l" r="r" t="t"/>
              <a:pathLst>
                <a:path extrusionOk="0" h="5334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Google Shape;399;p23"/>
          <p:cNvSpPr txBox="1"/>
          <p:nvPr/>
        </p:nvSpPr>
        <p:spPr>
          <a:xfrm>
            <a:off x="2345139" y="4029137"/>
            <a:ext cx="34093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makePayment(cashTendered)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7162358" y="4803837"/>
            <a:ext cx="25063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create(cashTendered)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1" name="Google Shape;401;p23"/>
          <p:cNvSpPr txBox="1"/>
          <p:nvPr/>
        </p:nvSpPr>
        <p:spPr>
          <a:xfrm>
            <a:off x="8249363" y="5667437"/>
            <a:ext cx="11029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authorize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9956800" y="4889500"/>
            <a:ext cx="19812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314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:Payment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03" name="Google Shape;403;p23"/>
          <p:cNvGrpSpPr/>
          <p:nvPr/>
        </p:nvGrpSpPr>
        <p:grpSpPr>
          <a:xfrm>
            <a:off x="10731500" y="5422900"/>
            <a:ext cx="444500" cy="3429000"/>
            <a:chOff x="10731500" y="5422900"/>
            <a:chExt cx="444500" cy="3429000"/>
          </a:xfrm>
        </p:grpSpPr>
        <p:sp>
          <p:nvSpPr>
            <p:cNvPr id="404" name="Google Shape;404;p23"/>
            <p:cNvSpPr/>
            <p:nvPr/>
          </p:nvSpPr>
          <p:spPr>
            <a:xfrm>
              <a:off x="10966450" y="5422900"/>
              <a:ext cx="0" cy="3429000"/>
            </a:xfrm>
            <a:custGeom>
              <a:rect b="b" l="l" r="r" t="t"/>
              <a:pathLst>
                <a:path extrusionOk="0" h="3429000" w="120000">
                  <a:moveTo>
                    <a:pt x="0" y="1333500"/>
                  </a:moveTo>
                  <a:lnTo>
                    <a:pt x="0" y="3429000"/>
                  </a:lnTo>
                </a:path>
                <a:path extrusionOk="0" h="3429000" w="120000">
                  <a:moveTo>
                    <a:pt x="0" y="0"/>
                  </a:moveTo>
                  <a:lnTo>
                    <a:pt x="0" y="5842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10731500" y="6007100"/>
              <a:ext cx="444500" cy="749300"/>
            </a:xfrm>
            <a:custGeom>
              <a:rect b="b" l="l" r="r" t="t"/>
              <a:pathLst>
                <a:path extrusionOk="0" h="7493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749300"/>
                  </a:lnTo>
                  <a:lnTo>
                    <a:pt x="0" y="7493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23"/>
          <p:cNvSpPr txBox="1"/>
          <p:nvPr/>
        </p:nvSpPr>
        <p:spPr>
          <a:xfrm>
            <a:off x="8420100" y="3251200"/>
            <a:ext cx="4152900" cy="6858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-434339" lvl="0" marL="603885" marR="16256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Newly created objects are placed  at their creation “height”.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07" name="Google Shape;407;p23"/>
          <p:cNvGrpSpPr/>
          <p:nvPr/>
        </p:nvGrpSpPr>
        <p:grpSpPr>
          <a:xfrm>
            <a:off x="10401300" y="3946864"/>
            <a:ext cx="1197716" cy="979060"/>
            <a:chOff x="10401300" y="3946864"/>
            <a:chExt cx="1197716" cy="979060"/>
          </a:xfrm>
        </p:grpSpPr>
        <p:sp>
          <p:nvSpPr>
            <p:cNvPr id="408" name="Google Shape;408;p23"/>
            <p:cNvSpPr/>
            <p:nvPr/>
          </p:nvSpPr>
          <p:spPr>
            <a:xfrm>
              <a:off x="10401300" y="3946864"/>
              <a:ext cx="1117600" cy="904875"/>
            </a:xfrm>
            <a:custGeom>
              <a:rect b="b" l="l" r="r" t="t"/>
              <a:pathLst>
                <a:path extrusionOk="0" h="904875" w="1117600">
                  <a:moveTo>
                    <a:pt x="1117600" y="904536"/>
                  </a:moveTo>
                  <a:lnTo>
                    <a:pt x="1111036" y="904536"/>
                  </a:ln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11497966" y="4824873"/>
              <a:ext cx="101050" cy="10105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/>
          <p:nvPr/>
        </p:nvSpPr>
        <p:spPr>
          <a:xfrm>
            <a:off x="266700" y="8299450"/>
            <a:ext cx="12471400" cy="139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533400" y="8468866"/>
            <a:ext cx="10967720" cy="74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object destruction notation is also used to mark objects that are no  longer usable.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" name="Google Shape;416;p24"/>
          <p:cNvSpPr txBox="1"/>
          <p:nvPr>
            <p:ph type="title"/>
          </p:nvPr>
        </p:nvSpPr>
        <p:spPr>
          <a:xfrm>
            <a:off x="292100" y="1753083"/>
            <a:ext cx="608393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 Instance Destruction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1162050" y="3454400"/>
            <a:ext cx="5626100" cy="4330700"/>
          </a:xfrm>
          <a:custGeom>
            <a:rect b="b" l="l" r="r" t="t"/>
            <a:pathLst>
              <a:path extrusionOk="0" h="4330700" w="5626100">
                <a:moveTo>
                  <a:pt x="0" y="4089400"/>
                </a:moveTo>
                <a:lnTo>
                  <a:pt x="0" y="4330700"/>
                </a:lnTo>
              </a:path>
              <a:path extrusionOk="0" h="4330700" w="5626100">
                <a:moveTo>
                  <a:pt x="0" y="25400"/>
                </a:moveTo>
                <a:lnTo>
                  <a:pt x="0" y="215900"/>
                </a:lnTo>
              </a:path>
              <a:path extrusionOk="0" h="4330700" w="5626100">
                <a:moveTo>
                  <a:pt x="5626099" y="3835400"/>
                </a:moveTo>
                <a:lnTo>
                  <a:pt x="5626099" y="4279900"/>
                </a:lnTo>
              </a:path>
              <a:path extrusionOk="0" h="4330700" w="5626100">
                <a:moveTo>
                  <a:pt x="5626099" y="0"/>
                </a:moveTo>
                <a:lnTo>
                  <a:pt x="5626099" y="469900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 txBox="1"/>
          <p:nvPr/>
        </p:nvSpPr>
        <p:spPr>
          <a:xfrm>
            <a:off x="292100" y="2921000"/>
            <a:ext cx="17653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260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9" name="Google Shape;419;p24"/>
          <p:cNvSpPr txBox="1"/>
          <p:nvPr/>
        </p:nvSpPr>
        <p:spPr>
          <a:xfrm>
            <a:off x="6057900" y="2921000"/>
            <a:ext cx="14224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58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952500" y="3670300"/>
            <a:ext cx="9686290" cy="3873500"/>
            <a:chOff x="952500" y="3670300"/>
            <a:chExt cx="9686290" cy="3873500"/>
          </a:xfrm>
        </p:grpSpPr>
        <p:sp>
          <p:nvSpPr>
            <p:cNvPr id="421" name="Google Shape;421;p24"/>
            <p:cNvSpPr/>
            <p:nvPr/>
          </p:nvSpPr>
          <p:spPr>
            <a:xfrm>
              <a:off x="952500" y="3670300"/>
              <a:ext cx="444500" cy="3873500"/>
            </a:xfrm>
            <a:custGeom>
              <a:rect b="b" l="l" r="r" t="t"/>
              <a:pathLst>
                <a:path extrusionOk="0" h="38735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3873500"/>
                  </a:lnTo>
                  <a:lnTo>
                    <a:pt x="0" y="3873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1396999" y="3930649"/>
              <a:ext cx="4978400" cy="0"/>
            </a:xfrm>
            <a:custGeom>
              <a:rect b="b" l="l" r="r" t="t"/>
              <a:pathLst>
                <a:path extrusionOk="0" h="120000" w="4978400">
                  <a:moveTo>
                    <a:pt x="4978400" y="0"/>
                  </a:moveTo>
                  <a:lnTo>
                    <a:pt x="4963172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6540500" y="3924300"/>
              <a:ext cx="444500" cy="3365500"/>
            </a:xfrm>
            <a:custGeom>
              <a:rect b="b" l="l" r="r" t="t"/>
              <a:pathLst>
                <a:path extrusionOk="0" h="3365500" w="444500">
                  <a:moveTo>
                    <a:pt x="0" y="0"/>
                  </a:moveTo>
                  <a:lnTo>
                    <a:pt x="444500" y="0"/>
                  </a:lnTo>
                  <a:lnTo>
                    <a:pt x="444500" y="3365500"/>
                  </a:lnTo>
                  <a:lnTo>
                    <a:pt x="0" y="33655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6356350" y="38468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6997700" y="5556250"/>
              <a:ext cx="3492500" cy="0"/>
            </a:xfrm>
            <a:custGeom>
              <a:rect b="b" l="l" r="r" t="t"/>
              <a:pathLst>
                <a:path extrusionOk="0" h="120000" w="3492500">
                  <a:moveTo>
                    <a:pt x="3492499" y="0"/>
                  </a:moveTo>
                  <a:lnTo>
                    <a:pt x="347962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10471150" y="54724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6997699" y="4718050"/>
              <a:ext cx="2717800" cy="0"/>
            </a:xfrm>
            <a:custGeom>
              <a:rect b="b" l="l" r="r" t="t"/>
              <a:pathLst>
                <a:path extrusionOk="0" h="120000" w="2717800">
                  <a:moveTo>
                    <a:pt x="2717800" y="0"/>
                  </a:moveTo>
                  <a:lnTo>
                    <a:pt x="270256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9696450" y="4634230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24"/>
          <p:cNvSpPr txBox="1"/>
          <p:nvPr/>
        </p:nvSpPr>
        <p:spPr>
          <a:xfrm>
            <a:off x="2268939" y="3559237"/>
            <a:ext cx="34093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makePayment(cashTendered)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7086158" y="4333937"/>
            <a:ext cx="25063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create(cashTendered)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1" name="Google Shape;431;p24"/>
          <p:cNvSpPr txBox="1"/>
          <p:nvPr/>
        </p:nvSpPr>
        <p:spPr>
          <a:xfrm>
            <a:off x="8602903" y="5197537"/>
            <a:ext cx="2438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...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9880600" y="4419600"/>
            <a:ext cx="1981200" cy="533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0" lvl="0" marL="3314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:Payment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33" name="Google Shape;433;p24"/>
          <p:cNvGrpSpPr/>
          <p:nvPr/>
        </p:nvGrpSpPr>
        <p:grpSpPr>
          <a:xfrm>
            <a:off x="6997700" y="4953000"/>
            <a:ext cx="3892550" cy="2147569"/>
            <a:chOff x="6997700" y="4953000"/>
            <a:chExt cx="3892550" cy="2147569"/>
          </a:xfrm>
        </p:grpSpPr>
        <p:sp>
          <p:nvSpPr>
            <p:cNvPr id="434" name="Google Shape;434;p24"/>
            <p:cNvSpPr/>
            <p:nvPr/>
          </p:nvSpPr>
          <p:spPr>
            <a:xfrm>
              <a:off x="6997700" y="7016750"/>
              <a:ext cx="3721100" cy="0"/>
            </a:xfrm>
            <a:custGeom>
              <a:rect b="b" l="l" r="r" t="t"/>
              <a:pathLst>
                <a:path extrusionOk="0" h="120000" w="3721100">
                  <a:moveTo>
                    <a:pt x="3721100" y="0"/>
                  </a:moveTo>
                  <a:lnTo>
                    <a:pt x="3705943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B3B3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10890250" y="4953000"/>
              <a:ext cx="0" cy="2057400"/>
            </a:xfrm>
            <a:custGeom>
              <a:rect b="b" l="l" r="r" t="t"/>
              <a:pathLst>
                <a:path extrusionOk="0" h="2057400" w="1200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10699750" y="6932929"/>
              <a:ext cx="167640" cy="167640"/>
            </a:xfrm>
            <a:custGeom>
              <a:rect b="b" l="l" r="r" t="t"/>
              <a:pathLst>
                <a:path extrusionOk="0" h="167640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24"/>
          <p:cNvSpPr txBox="1"/>
          <p:nvPr/>
        </p:nvSpPr>
        <p:spPr>
          <a:xfrm>
            <a:off x="10738146" y="6736754"/>
            <a:ext cx="33909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8356600" y="7569200"/>
            <a:ext cx="4152900" cy="4191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strictly required by the UML.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39" name="Google Shape;439;p24"/>
          <p:cNvGrpSpPr/>
          <p:nvPr/>
        </p:nvGrpSpPr>
        <p:grpSpPr>
          <a:xfrm>
            <a:off x="8744561" y="5168900"/>
            <a:ext cx="2380639" cy="2381885"/>
            <a:chOff x="8744561" y="5168900"/>
            <a:chExt cx="2380639" cy="2381885"/>
          </a:xfrm>
        </p:grpSpPr>
        <p:sp>
          <p:nvSpPr>
            <p:cNvPr id="440" name="Google Shape;440;p24"/>
            <p:cNvSpPr/>
            <p:nvPr/>
          </p:nvSpPr>
          <p:spPr>
            <a:xfrm>
              <a:off x="8813800" y="7175500"/>
              <a:ext cx="215900" cy="375285"/>
            </a:xfrm>
            <a:custGeom>
              <a:rect b="b" l="l" r="r" t="t"/>
              <a:pathLst>
                <a:path extrusionOk="0" h="375284" w="215900">
                  <a:moveTo>
                    <a:pt x="0" y="0"/>
                  </a:moveTo>
                  <a:lnTo>
                    <a:pt x="12699" y="16371"/>
                  </a:lnTo>
                  <a:lnTo>
                    <a:pt x="215899" y="374948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8744561" y="7092033"/>
              <a:ext cx="100735" cy="10073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10667999" y="5753100"/>
              <a:ext cx="457200" cy="609600"/>
            </a:xfrm>
            <a:custGeom>
              <a:rect b="b" l="l" r="r" t="t"/>
              <a:pathLst>
                <a:path extrusionOk="0" h="609600" w="457200">
                  <a:moveTo>
                    <a:pt x="82906" y="0"/>
                  </a:moveTo>
                  <a:lnTo>
                    <a:pt x="1563" y="203201"/>
                  </a:lnTo>
                  <a:lnTo>
                    <a:pt x="0" y="609600"/>
                  </a:lnTo>
                  <a:lnTo>
                    <a:pt x="457200" y="609600"/>
                  </a:lnTo>
                  <a:lnTo>
                    <a:pt x="457200" y="254001"/>
                  </a:lnTo>
                  <a:lnTo>
                    <a:pt x="284449" y="254001"/>
                  </a:lnTo>
                  <a:lnTo>
                    <a:pt x="275590" y="203201"/>
                  </a:lnTo>
                  <a:lnTo>
                    <a:pt x="111698" y="203200"/>
                  </a:lnTo>
                  <a:lnTo>
                    <a:pt x="82906" y="0"/>
                  </a:lnTo>
                  <a:close/>
                </a:path>
                <a:path extrusionOk="0" h="609600" w="457200">
                  <a:moveTo>
                    <a:pt x="457200" y="63500"/>
                  </a:moveTo>
                  <a:lnTo>
                    <a:pt x="284449" y="254001"/>
                  </a:lnTo>
                  <a:lnTo>
                    <a:pt x="457200" y="254001"/>
                  </a:lnTo>
                  <a:lnTo>
                    <a:pt x="457200" y="63500"/>
                  </a:lnTo>
                  <a:close/>
                </a:path>
                <a:path extrusionOk="0" h="609600" w="457200">
                  <a:moveTo>
                    <a:pt x="255657" y="88900"/>
                  </a:moveTo>
                  <a:lnTo>
                    <a:pt x="111699" y="203201"/>
                  </a:lnTo>
                  <a:lnTo>
                    <a:pt x="275590" y="203201"/>
                  </a:lnTo>
                  <a:lnTo>
                    <a:pt x="255657" y="889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10667999" y="5753100"/>
              <a:ext cx="457200" cy="609600"/>
            </a:xfrm>
            <a:custGeom>
              <a:rect b="b" l="l" r="r" t="t"/>
              <a:pathLst>
                <a:path extrusionOk="0" h="609600" w="457200">
                  <a:moveTo>
                    <a:pt x="1563" y="203200"/>
                  </a:moveTo>
                  <a:lnTo>
                    <a:pt x="0" y="609600"/>
                  </a:lnTo>
                  <a:lnTo>
                    <a:pt x="457199" y="609600"/>
                  </a:lnTo>
                  <a:lnTo>
                    <a:pt x="457199" y="63500"/>
                  </a:lnTo>
                  <a:lnTo>
                    <a:pt x="284449" y="254001"/>
                  </a:lnTo>
                  <a:lnTo>
                    <a:pt x="255657" y="88900"/>
                  </a:lnTo>
                  <a:lnTo>
                    <a:pt x="111698" y="203200"/>
                  </a:lnTo>
                  <a:lnTo>
                    <a:pt x="82906" y="0"/>
                  </a:lnTo>
                  <a:lnTo>
                    <a:pt x="1563" y="20320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10667999" y="5168900"/>
              <a:ext cx="457200" cy="571500"/>
            </a:xfrm>
            <a:custGeom>
              <a:rect b="b" l="l" r="r" t="t"/>
              <a:pathLst>
                <a:path extrusionOk="0" h="571500" w="457200">
                  <a:moveTo>
                    <a:pt x="455734" y="381000"/>
                  </a:moveTo>
                  <a:lnTo>
                    <a:pt x="292100" y="381000"/>
                  </a:lnTo>
                  <a:lnTo>
                    <a:pt x="342900" y="571500"/>
                  </a:lnTo>
                  <a:lnTo>
                    <a:pt x="455636" y="406400"/>
                  </a:lnTo>
                  <a:lnTo>
                    <a:pt x="455734" y="381000"/>
                  </a:lnTo>
                  <a:close/>
                </a:path>
                <a:path extrusionOk="0" h="571500" w="457200">
                  <a:moveTo>
                    <a:pt x="457200" y="0"/>
                  </a:moveTo>
                  <a:lnTo>
                    <a:pt x="0" y="0"/>
                  </a:lnTo>
                  <a:lnTo>
                    <a:pt x="0" y="546100"/>
                  </a:lnTo>
                  <a:lnTo>
                    <a:pt x="73599" y="355600"/>
                  </a:lnTo>
                  <a:lnTo>
                    <a:pt x="455832" y="355600"/>
                  </a:lnTo>
                  <a:lnTo>
                    <a:pt x="457200" y="0"/>
                  </a:lnTo>
                  <a:close/>
                </a:path>
                <a:path extrusionOk="0" h="571500" w="457200">
                  <a:moveTo>
                    <a:pt x="455832" y="355600"/>
                  </a:moveTo>
                  <a:lnTo>
                    <a:pt x="73599" y="355600"/>
                  </a:lnTo>
                  <a:lnTo>
                    <a:pt x="139700" y="508000"/>
                  </a:lnTo>
                  <a:lnTo>
                    <a:pt x="292100" y="381000"/>
                  </a:lnTo>
                  <a:lnTo>
                    <a:pt x="455734" y="381000"/>
                  </a:lnTo>
                  <a:lnTo>
                    <a:pt x="455832" y="355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10668000" y="5168900"/>
              <a:ext cx="457200" cy="571500"/>
            </a:xfrm>
            <a:custGeom>
              <a:rect b="b" l="l" r="r" t="t"/>
              <a:pathLst>
                <a:path extrusionOk="0" h="571500" w="457200">
                  <a:moveTo>
                    <a:pt x="455636" y="406399"/>
                  </a:moveTo>
                  <a:lnTo>
                    <a:pt x="457199" y="0"/>
                  </a:lnTo>
                  <a:lnTo>
                    <a:pt x="0" y="0"/>
                  </a:lnTo>
                  <a:lnTo>
                    <a:pt x="0" y="546099"/>
                  </a:lnTo>
                  <a:lnTo>
                    <a:pt x="73598" y="355599"/>
                  </a:lnTo>
                  <a:lnTo>
                    <a:pt x="139700" y="507999"/>
                  </a:lnTo>
                  <a:lnTo>
                    <a:pt x="292100" y="380999"/>
                  </a:lnTo>
                  <a:lnTo>
                    <a:pt x="342899" y="571499"/>
                  </a:lnTo>
                  <a:lnTo>
                    <a:pt x="455636" y="406399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"/>
          <p:cNvSpPr/>
          <p:nvPr/>
        </p:nvSpPr>
        <p:spPr>
          <a:xfrm>
            <a:off x="266700" y="8102600"/>
            <a:ext cx="12471400" cy="110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533400" y="8272735"/>
            <a:ext cx="44996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Corresponding Java Code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2" name="Google Shape;452;p25"/>
          <p:cNvSpPr txBox="1"/>
          <p:nvPr>
            <p:ph type="title"/>
          </p:nvPr>
        </p:nvSpPr>
        <p:spPr>
          <a:xfrm>
            <a:off x="292100" y="1753083"/>
            <a:ext cx="8857615" cy="604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Invoking Static Methods (Class Methods)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342900" y="5277651"/>
            <a:ext cx="9323070" cy="19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900" marR="515620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public	class	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Register {  </a:t>
            </a:r>
            <a:r>
              <a:rPr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public	void	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report() {</a:t>
            </a:r>
            <a:endParaRPr/>
          </a:p>
          <a:p>
            <a:pPr indent="0" lvl="0" marL="927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Locale[] locales = Calendar.getAvailableLocales();</a:t>
            </a:r>
            <a:endParaRPr/>
          </a:p>
          <a:p>
            <a:pPr indent="0" lvl="0" marL="469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grpSp>
        <p:nvGrpSpPr>
          <p:cNvPr id="454" name="Google Shape;454;p25"/>
          <p:cNvGrpSpPr/>
          <p:nvPr/>
        </p:nvGrpSpPr>
        <p:grpSpPr>
          <a:xfrm>
            <a:off x="7660416" y="2857408"/>
            <a:ext cx="5064982" cy="2629763"/>
            <a:chOff x="7660416" y="2857408"/>
            <a:chExt cx="5064982" cy="2629763"/>
          </a:xfrm>
        </p:grpSpPr>
        <p:sp>
          <p:nvSpPr>
            <p:cNvPr id="455" name="Google Shape;455;p25"/>
            <p:cNvSpPr/>
            <p:nvPr/>
          </p:nvSpPr>
          <p:spPr>
            <a:xfrm>
              <a:off x="11083369" y="2857408"/>
              <a:ext cx="1642029" cy="5598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>
              <a:off x="11223190" y="2946469"/>
              <a:ext cx="1372870" cy="280035"/>
            </a:xfrm>
            <a:custGeom>
              <a:rect b="b" l="l" r="r" t="t"/>
              <a:pathLst>
                <a:path extrusionOk="0" h="280035" w="1372870">
                  <a:moveTo>
                    <a:pt x="0" y="0"/>
                  </a:moveTo>
                  <a:lnTo>
                    <a:pt x="1372786" y="0"/>
                  </a:lnTo>
                  <a:lnTo>
                    <a:pt x="1372786" y="279906"/>
                  </a:lnTo>
                  <a:lnTo>
                    <a:pt x="0" y="27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5"/>
            <p:cNvSpPr/>
            <p:nvPr/>
          </p:nvSpPr>
          <p:spPr>
            <a:xfrm>
              <a:off x="11223191" y="2946468"/>
              <a:ext cx="1372870" cy="280035"/>
            </a:xfrm>
            <a:custGeom>
              <a:rect b="b" l="l" r="r" t="t"/>
              <a:pathLst>
                <a:path extrusionOk="0" h="280035" w="1372870">
                  <a:moveTo>
                    <a:pt x="0" y="0"/>
                  </a:moveTo>
                  <a:lnTo>
                    <a:pt x="1372786" y="0"/>
                  </a:lnTo>
                  <a:lnTo>
                    <a:pt x="1372786" y="279906"/>
                  </a:lnTo>
                  <a:lnTo>
                    <a:pt x="0" y="27990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5"/>
            <p:cNvSpPr/>
            <p:nvPr/>
          </p:nvSpPr>
          <p:spPr>
            <a:xfrm>
              <a:off x="11623840" y="3759042"/>
              <a:ext cx="648260" cy="8269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5"/>
            <p:cNvSpPr/>
            <p:nvPr/>
          </p:nvSpPr>
          <p:spPr>
            <a:xfrm>
              <a:off x="7660416" y="2857411"/>
              <a:ext cx="1652427" cy="55981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5"/>
            <p:cNvSpPr/>
            <p:nvPr/>
          </p:nvSpPr>
          <p:spPr>
            <a:xfrm>
              <a:off x="8200887" y="3578720"/>
              <a:ext cx="648260" cy="1908451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1" name="Google Shape;461;p25"/>
          <p:cNvSpPr txBox="1"/>
          <p:nvPr/>
        </p:nvSpPr>
        <p:spPr>
          <a:xfrm>
            <a:off x="11223190" y="2946469"/>
            <a:ext cx="137287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11454" marR="0" rtl="0" algn="l">
              <a:lnSpc>
                <a:spcPct val="114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11909586" y="3226374"/>
            <a:ext cx="0" cy="2425065"/>
          </a:xfrm>
          <a:custGeom>
            <a:rect b="b" l="l" r="r" t="t"/>
            <a:pathLst>
              <a:path extrusionOk="0" h="2425065" w="120000">
                <a:moveTo>
                  <a:pt x="0" y="1162708"/>
                </a:moveTo>
                <a:lnTo>
                  <a:pt x="0" y="2424985"/>
                </a:lnTo>
              </a:path>
              <a:path extrusionOk="0" h="2425065" w="120000">
                <a:moveTo>
                  <a:pt x="0" y="0"/>
                </a:moveTo>
                <a:lnTo>
                  <a:pt x="0" y="621729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7800238" y="2946473"/>
            <a:ext cx="1372870" cy="280035"/>
          </a:xfrm>
          <a:custGeom>
            <a:rect b="b" l="l" r="r" t="t"/>
            <a:pathLst>
              <a:path extrusionOk="0" h="280035" w="1372870">
                <a:moveTo>
                  <a:pt x="0" y="0"/>
                </a:moveTo>
                <a:lnTo>
                  <a:pt x="1372784" y="0"/>
                </a:lnTo>
                <a:lnTo>
                  <a:pt x="1372784" y="279906"/>
                </a:lnTo>
                <a:lnTo>
                  <a:pt x="0" y="2799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7800238" y="2946471"/>
            <a:ext cx="1372870" cy="280035"/>
          </a:xfrm>
          <a:custGeom>
            <a:rect b="b" l="l" r="r" t="t"/>
            <a:pathLst>
              <a:path extrusionOk="0" h="280035" w="1372870">
                <a:moveTo>
                  <a:pt x="0" y="0"/>
                </a:moveTo>
                <a:lnTo>
                  <a:pt x="1372786" y="0"/>
                </a:lnTo>
                <a:lnTo>
                  <a:pt x="1372786" y="279906"/>
                </a:lnTo>
                <a:lnTo>
                  <a:pt x="0" y="279906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7800238" y="2946473"/>
            <a:ext cx="137287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9395" marR="0" rtl="0" algn="l">
              <a:lnSpc>
                <a:spcPct val="114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:Register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25"/>
          <p:cNvGrpSpPr/>
          <p:nvPr/>
        </p:nvGrpSpPr>
        <p:grpSpPr>
          <a:xfrm>
            <a:off x="7439917" y="3226378"/>
            <a:ext cx="4684489" cy="2425065"/>
            <a:chOff x="7439917" y="3226378"/>
            <a:chExt cx="4684489" cy="2425065"/>
          </a:xfrm>
        </p:grpSpPr>
        <p:sp>
          <p:nvSpPr>
            <p:cNvPr id="467" name="Google Shape;467;p25"/>
            <p:cNvSpPr/>
            <p:nvPr/>
          </p:nvSpPr>
          <p:spPr>
            <a:xfrm>
              <a:off x="8486631" y="3226378"/>
              <a:ext cx="0" cy="2425065"/>
            </a:xfrm>
            <a:custGeom>
              <a:rect b="b" l="l" r="r" t="t"/>
              <a:pathLst>
                <a:path extrusionOk="0" h="2425065" w="120000">
                  <a:moveTo>
                    <a:pt x="0" y="2064337"/>
                  </a:moveTo>
                  <a:lnTo>
                    <a:pt x="0" y="2424981"/>
                  </a:lnTo>
                </a:path>
                <a:path extrusionOk="0" h="2425065" w="120000">
                  <a:moveTo>
                    <a:pt x="0" y="0"/>
                  </a:moveTo>
                  <a:lnTo>
                    <a:pt x="0" y="44140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5"/>
            <p:cNvSpPr/>
            <p:nvPr/>
          </p:nvSpPr>
          <p:spPr>
            <a:xfrm>
              <a:off x="8701019" y="3848102"/>
              <a:ext cx="2893695" cy="0"/>
            </a:xfrm>
            <a:custGeom>
              <a:rect b="b" l="l" r="r" t="t"/>
              <a:pathLst>
                <a:path extrusionOk="0" h="120000" w="2893695">
                  <a:moveTo>
                    <a:pt x="0" y="0"/>
                  </a:moveTo>
                  <a:lnTo>
                    <a:pt x="2893224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5"/>
            <p:cNvSpPr/>
            <p:nvPr/>
          </p:nvSpPr>
          <p:spPr>
            <a:xfrm>
              <a:off x="11587884" y="3787215"/>
              <a:ext cx="157987" cy="12177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25"/>
            <p:cNvSpPr/>
            <p:nvPr/>
          </p:nvSpPr>
          <p:spPr>
            <a:xfrm>
              <a:off x="8340708" y="3667780"/>
              <a:ext cx="360680" cy="1623060"/>
            </a:xfrm>
            <a:custGeom>
              <a:rect b="b" l="l" r="r" t="t"/>
              <a:pathLst>
                <a:path extrusionOk="0" h="1623060" w="360679">
                  <a:moveTo>
                    <a:pt x="0" y="0"/>
                  </a:moveTo>
                  <a:lnTo>
                    <a:pt x="360310" y="0"/>
                  </a:lnTo>
                  <a:lnTo>
                    <a:pt x="360310" y="1622935"/>
                  </a:lnTo>
                  <a:lnTo>
                    <a:pt x="0" y="1622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8340709" y="3667778"/>
              <a:ext cx="360680" cy="1623060"/>
            </a:xfrm>
            <a:custGeom>
              <a:rect b="b" l="l" r="r" t="t"/>
              <a:pathLst>
                <a:path extrusionOk="0" h="1623060" w="360679">
                  <a:moveTo>
                    <a:pt x="0" y="0"/>
                  </a:moveTo>
                  <a:lnTo>
                    <a:pt x="360310" y="0"/>
                  </a:lnTo>
                  <a:lnTo>
                    <a:pt x="360310" y="1622934"/>
                  </a:lnTo>
                  <a:lnTo>
                    <a:pt x="0" y="16229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11763662" y="3848103"/>
              <a:ext cx="360680" cy="541020"/>
            </a:xfrm>
            <a:custGeom>
              <a:rect b="b" l="l" r="r" t="t"/>
              <a:pathLst>
                <a:path extrusionOk="0" h="541020" w="360679">
                  <a:moveTo>
                    <a:pt x="0" y="0"/>
                  </a:moveTo>
                  <a:lnTo>
                    <a:pt x="360310" y="0"/>
                  </a:lnTo>
                  <a:lnTo>
                    <a:pt x="360310" y="540979"/>
                  </a:lnTo>
                  <a:lnTo>
                    <a:pt x="0" y="5409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7545421" y="3667778"/>
              <a:ext cx="4578985" cy="721360"/>
            </a:xfrm>
            <a:custGeom>
              <a:rect b="b" l="l" r="r" t="t"/>
              <a:pathLst>
                <a:path extrusionOk="0" h="721360" w="4578984">
                  <a:moveTo>
                    <a:pt x="4218242" y="180323"/>
                  </a:moveTo>
                  <a:lnTo>
                    <a:pt x="4578552" y="180323"/>
                  </a:lnTo>
                  <a:lnTo>
                    <a:pt x="4578552" y="721301"/>
                  </a:lnTo>
                  <a:lnTo>
                    <a:pt x="4218242" y="721301"/>
                  </a:lnTo>
                  <a:lnTo>
                    <a:pt x="4218242" y="180323"/>
                  </a:lnTo>
                  <a:close/>
                </a:path>
                <a:path extrusionOk="0" h="721360" w="4578984">
                  <a:moveTo>
                    <a:pt x="0" y="0"/>
                  </a:moveTo>
                  <a:lnTo>
                    <a:pt x="62586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8164930" y="3606892"/>
              <a:ext cx="157987" cy="12177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7439917" y="3611800"/>
              <a:ext cx="111862" cy="111957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25"/>
          <p:cNvSpPr txBox="1"/>
          <p:nvPr/>
        </p:nvSpPr>
        <p:spPr>
          <a:xfrm>
            <a:off x="9262396" y="3582213"/>
            <a:ext cx="2028825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locales = getAvailableLocales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7704786" y="3401891"/>
            <a:ext cx="424180" cy="208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 txBox="1"/>
          <p:nvPr>
            <p:ph type="title"/>
          </p:nvPr>
        </p:nvSpPr>
        <p:spPr>
          <a:xfrm>
            <a:off x="292100" y="76683"/>
            <a:ext cx="12142470" cy="1741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508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Diagram frames in UML sequence diagrams are used to  support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- among others - </a:t>
            </a:r>
            <a:r>
              <a:rPr lang="en-US"/>
              <a:t>conditional and looping  constructs.</a:t>
            </a:r>
            <a:endParaRPr/>
          </a:p>
        </p:txBody>
      </p:sp>
      <p:grpSp>
        <p:nvGrpSpPr>
          <p:cNvPr id="483" name="Google Shape;483;p26"/>
          <p:cNvGrpSpPr/>
          <p:nvPr/>
        </p:nvGrpSpPr>
        <p:grpSpPr>
          <a:xfrm>
            <a:off x="1604046" y="3404079"/>
            <a:ext cx="9787853" cy="3805064"/>
            <a:chOff x="1604046" y="3404079"/>
            <a:chExt cx="9787853" cy="3805064"/>
          </a:xfrm>
        </p:grpSpPr>
        <p:sp>
          <p:nvSpPr>
            <p:cNvPr id="484" name="Google Shape;484;p26"/>
            <p:cNvSpPr/>
            <p:nvPr/>
          </p:nvSpPr>
          <p:spPr>
            <a:xfrm>
              <a:off x="1604046" y="5048630"/>
              <a:ext cx="9787853" cy="216051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8645699" y="4513083"/>
              <a:ext cx="2599298" cy="7401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544715" y="4513083"/>
              <a:ext cx="2599298" cy="7401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1823986" y="5188663"/>
              <a:ext cx="9352280" cy="1701800"/>
            </a:xfrm>
            <a:custGeom>
              <a:rect b="b" l="l" r="r" t="t"/>
              <a:pathLst>
                <a:path extrusionOk="0" h="1701800" w="9352280">
                  <a:moveTo>
                    <a:pt x="9351818" y="0"/>
                  </a:moveTo>
                  <a:lnTo>
                    <a:pt x="0" y="0"/>
                  </a:lnTo>
                  <a:lnTo>
                    <a:pt x="0" y="1701192"/>
                  </a:lnTo>
                  <a:lnTo>
                    <a:pt x="9351818" y="1701192"/>
                  </a:lnTo>
                  <a:lnTo>
                    <a:pt x="9351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1823987" y="5188666"/>
              <a:ext cx="9352280" cy="1701800"/>
            </a:xfrm>
            <a:custGeom>
              <a:rect b="b" l="l" r="r" t="t"/>
              <a:pathLst>
                <a:path extrusionOk="0" h="1701800" w="9352280">
                  <a:moveTo>
                    <a:pt x="0" y="0"/>
                  </a:moveTo>
                  <a:lnTo>
                    <a:pt x="9351820" y="0"/>
                  </a:lnTo>
                  <a:lnTo>
                    <a:pt x="9351820" y="1701192"/>
                  </a:lnTo>
                  <a:lnTo>
                    <a:pt x="0" y="170119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0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8865641" y="4653116"/>
              <a:ext cx="2159635" cy="300355"/>
            </a:xfrm>
            <a:custGeom>
              <a:rect b="b" l="l" r="r" t="t"/>
              <a:pathLst>
                <a:path extrusionOk="0" h="300354" w="2159634">
                  <a:moveTo>
                    <a:pt x="2159417" y="0"/>
                  </a:moveTo>
                  <a:lnTo>
                    <a:pt x="0" y="0"/>
                  </a:lnTo>
                  <a:lnTo>
                    <a:pt x="0" y="300071"/>
                  </a:lnTo>
                  <a:lnTo>
                    <a:pt x="2159417" y="300071"/>
                  </a:lnTo>
                  <a:lnTo>
                    <a:pt x="21594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8865642" y="4653119"/>
              <a:ext cx="2159635" cy="300355"/>
            </a:xfrm>
            <a:custGeom>
              <a:rect b="b" l="l" r="r" t="t"/>
              <a:pathLst>
                <a:path extrusionOk="0" h="300354" w="2159634">
                  <a:moveTo>
                    <a:pt x="0" y="0"/>
                  </a:moveTo>
                  <a:lnTo>
                    <a:pt x="2159418" y="0"/>
                  </a:lnTo>
                  <a:lnTo>
                    <a:pt x="2159418" y="300071"/>
                  </a:lnTo>
                  <a:lnTo>
                    <a:pt x="0" y="30007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0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4410262" y="3404079"/>
              <a:ext cx="719805" cy="68016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" name="Google Shape;492;p26"/>
          <p:cNvSpPr txBox="1"/>
          <p:nvPr/>
        </p:nvSpPr>
        <p:spPr>
          <a:xfrm>
            <a:off x="8865641" y="4653116"/>
            <a:ext cx="21596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27685" marR="0" rtl="0" algn="l">
              <a:lnSpc>
                <a:spcPct val="115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:System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93" name="Google Shape;493;p26"/>
          <p:cNvGrpSpPr/>
          <p:nvPr/>
        </p:nvGrpSpPr>
        <p:grpSpPr>
          <a:xfrm>
            <a:off x="3764656" y="3544114"/>
            <a:ext cx="6180695" cy="3858906"/>
            <a:chOff x="3764656" y="3544114"/>
            <a:chExt cx="6180695" cy="3858906"/>
          </a:xfrm>
        </p:grpSpPr>
        <p:sp>
          <p:nvSpPr>
            <p:cNvPr id="494" name="Google Shape;494;p26"/>
            <p:cNvSpPr/>
            <p:nvPr/>
          </p:nvSpPr>
          <p:spPr>
            <a:xfrm>
              <a:off x="9945351" y="4953190"/>
              <a:ext cx="0" cy="2449830"/>
            </a:xfrm>
            <a:custGeom>
              <a:rect b="b" l="l" r="r" t="t"/>
              <a:pathLst>
                <a:path extrusionOk="0" h="2449829" w="120000">
                  <a:moveTo>
                    <a:pt x="0" y="0"/>
                  </a:moveTo>
                  <a:lnTo>
                    <a:pt x="0" y="2449482"/>
                  </a:lnTo>
                </a:path>
              </a:pathLst>
            </a:custGeom>
            <a:noFill/>
            <a:ln cap="flat" cmpd="sng" w="199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764656" y="4653116"/>
              <a:ext cx="2159635" cy="300355"/>
            </a:xfrm>
            <a:custGeom>
              <a:rect b="b" l="l" r="r" t="t"/>
              <a:pathLst>
                <a:path extrusionOk="0" h="300354" w="2159635">
                  <a:moveTo>
                    <a:pt x="2159417" y="0"/>
                  </a:moveTo>
                  <a:lnTo>
                    <a:pt x="0" y="0"/>
                  </a:lnTo>
                  <a:lnTo>
                    <a:pt x="0" y="300071"/>
                  </a:lnTo>
                  <a:lnTo>
                    <a:pt x="2159417" y="300071"/>
                  </a:lnTo>
                  <a:lnTo>
                    <a:pt x="21594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764657" y="4653119"/>
              <a:ext cx="2159635" cy="300355"/>
            </a:xfrm>
            <a:custGeom>
              <a:rect b="b" l="l" r="r" t="t"/>
              <a:pathLst>
                <a:path extrusionOk="0" h="300354" w="2159635">
                  <a:moveTo>
                    <a:pt x="0" y="0"/>
                  </a:moveTo>
                  <a:lnTo>
                    <a:pt x="2159418" y="0"/>
                  </a:lnTo>
                  <a:lnTo>
                    <a:pt x="2159418" y="300071"/>
                  </a:lnTo>
                  <a:lnTo>
                    <a:pt x="0" y="30007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0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4630203" y="3544114"/>
              <a:ext cx="276225" cy="222250"/>
            </a:xfrm>
            <a:custGeom>
              <a:rect b="b" l="l" r="r" t="t"/>
              <a:pathLst>
                <a:path extrusionOk="0" h="222250" w="276225">
                  <a:moveTo>
                    <a:pt x="137848" y="0"/>
                  </a:moveTo>
                  <a:lnTo>
                    <a:pt x="85976" y="8120"/>
                  </a:lnTo>
                  <a:lnTo>
                    <a:pt x="40375" y="32481"/>
                  </a:lnTo>
                  <a:lnTo>
                    <a:pt x="10093" y="69167"/>
                  </a:lnTo>
                  <a:lnTo>
                    <a:pt x="0" y="110899"/>
                  </a:lnTo>
                  <a:lnTo>
                    <a:pt x="10093" y="152631"/>
                  </a:lnTo>
                  <a:lnTo>
                    <a:pt x="40375" y="189318"/>
                  </a:lnTo>
                  <a:lnTo>
                    <a:pt x="85976" y="213679"/>
                  </a:lnTo>
                  <a:lnTo>
                    <a:pt x="137848" y="221799"/>
                  </a:lnTo>
                  <a:lnTo>
                    <a:pt x="189721" y="213679"/>
                  </a:lnTo>
                  <a:lnTo>
                    <a:pt x="235323" y="189318"/>
                  </a:lnTo>
                  <a:lnTo>
                    <a:pt x="265603" y="152631"/>
                  </a:lnTo>
                  <a:lnTo>
                    <a:pt x="275697" y="110899"/>
                  </a:lnTo>
                  <a:lnTo>
                    <a:pt x="265603" y="69167"/>
                  </a:lnTo>
                  <a:lnTo>
                    <a:pt x="235323" y="32481"/>
                  </a:lnTo>
                  <a:lnTo>
                    <a:pt x="189721" y="8120"/>
                  </a:lnTo>
                  <a:lnTo>
                    <a:pt x="1378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4492341" y="3544115"/>
              <a:ext cx="551815" cy="887730"/>
            </a:xfrm>
            <a:custGeom>
              <a:rect b="b" l="l" r="r" t="t"/>
              <a:pathLst>
                <a:path extrusionOk="0" h="887729" w="551814">
                  <a:moveTo>
                    <a:pt x="373185" y="32481"/>
                  </a:moveTo>
                  <a:lnTo>
                    <a:pt x="403466" y="69168"/>
                  </a:lnTo>
                  <a:lnTo>
                    <a:pt x="413560" y="110899"/>
                  </a:lnTo>
                  <a:lnTo>
                    <a:pt x="403466" y="152631"/>
                  </a:lnTo>
                  <a:lnTo>
                    <a:pt x="373185" y="189318"/>
                  </a:lnTo>
                  <a:lnTo>
                    <a:pt x="327584" y="213679"/>
                  </a:lnTo>
                  <a:lnTo>
                    <a:pt x="275711" y="221799"/>
                  </a:lnTo>
                  <a:lnTo>
                    <a:pt x="223839" y="213679"/>
                  </a:lnTo>
                  <a:lnTo>
                    <a:pt x="178237" y="189318"/>
                  </a:lnTo>
                  <a:lnTo>
                    <a:pt x="147956" y="152631"/>
                  </a:lnTo>
                  <a:lnTo>
                    <a:pt x="137862" y="110899"/>
                  </a:lnTo>
                  <a:lnTo>
                    <a:pt x="147956" y="69168"/>
                  </a:lnTo>
                  <a:lnTo>
                    <a:pt x="178237" y="32481"/>
                  </a:lnTo>
                  <a:lnTo>
                    <a:pt x="223839" y="8120"/>
                  </a:lnTo>
                  <a:lnTo>
                    <a:pt x="275711" y="0"/>
                  </a:lnTo>
                  <a:lnTo>
                    <a:pt x="327584" y="8120"/>
                  </a:lnTo>
                  <a:lnTo>
                    <a:pt x="373185" y="32481"/>
                  </a:lnTo>
                </a:path>
                <a:path extrusionOk="0" h="887729" w="551814">
                  <a:moveTo>
                    <a:pt x="275705" y="221792"/>
                  </a:moveTo>
                  <a:lnTo>
                    <a:pt x="275705" y="554491"/>
                  </a:lnTo>
                </a:path>
                <a:path extrusionOk="0" h="887729" w="551814">
                  <a:moveTo>
                    <a:pt x="275705" y="554491"/>
                  </a:moveTo>
                  <a:lnTo>
                    <a:pt x="137862" y="887190"/>
                  </a:lnTo>
                </a:path>
                <a:path extrusionOk="0" h="887729" w="551814">
                  <a:moveTo>
                    <a:pt x="275705" y="554491"/>
                  </a:moveTo>
                  <a:lnTo>
                    <a:pt x="413548" y="887190"/>
                  </a:lnTo>
                </a:path>
                <a:path extrusionOk="0" h="887729" w="551814">
                  <a:moveTo>
                    <a:pt x="275705" y="332698"/>
                  </a:moveTo>
                  <a:lnTo>
                    <a:pt x="0" y="332698"/>
                  </a:lnTo>
                </a:path>
                <a:path extrusionOk="0" h="887729" w="551814">
                  <a:moveTo>
                    <a:pt x="551411" y="332698"/>
                  </a:moveTo>
                  <a:lnTo>
                    <a:pt x="275705" y="332698"/>
                  </a:lnTo>
                </a:path>
              </a:pathLst>
            </a:custGeom>
            <a:noFill/>
            <a:ln cap="flat" cmpd="sng" w="199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9" name="Google Shape;499;p26"/>
          <p:cNvSpPr txBox="1"/>
          <p:nvPr/>
        </p:nvSpPr>
        <p:spPr>
          <a:xfrm>
            <a:off x="4272382" y="4629934"/>
            <a:ext cx="1136650" cy="31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:Cashier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00" name="Google Shape;500;p26"/>
          <p:cNvGrpSpPr/>
          <p:nvPr/>
        </p:nvGrpSpPr>
        <p:grpSpPr>
          <a:xfrm>
            <a:off x="4838227" y="4953190"/>
            <a:ext cx="5072996" cy="2449830"/>
            <a:chOff x="4838227" y="4953190"/>
            <a:chExt cx="5072996" cy="2449830"/>
          </a:xfrm>
        </p:grpSpPr>
        <p:sp>
          <p:nvSpPr>
            <p:cNvPr id="501" name="Google Shape;501;p26"/>
            <p:cNvSpPr/>
            <p:nvPr/>
          </p:nvSpPr>
          <p:spPr>
            <a:xfrm>
              <a:off x="4844366" y="4953190"/>
              <a:ext cx="0" cy="2449830"/>
            </a:xfrm>
            <a:custGeom>
              <a:rect b="b" l="l" r="r" t="t"/>
              <a:pathLst>
                <a:path extrusionOk="0" h="2449829" w="120000">
                  <a:moveTo>
                    <a:pt x="0" y="0"/>
                  </a:moveTo>
                  <a:lnTo>
                    <a:pt x="0" y="2449482"/>
                  </a:lnTo>
                </a:path>
              </a:pathLst>
            </a:custGeom>
            <a:noFill/>
            <a:ln cap="flat" cmpd="sng" w="199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4838227" y="5755741"/>
              <a:ext cx="4834890" cy="0"/>
            </a:xfrm>
            <a:custGeom>
              <a:rect b="b" l="l" r="r" t="t"/>
              <a:pathLst>
                <a:path extrusionOk="0" h="120000" w="4834890">
                  <a:moveTo>
                    <a:pt x="0" y="0"/>
                  </a:moveTo>
                  <a:lnTo>
                    <a:pt x="4834485" y="0"/>
                  </a:lnTo>
                </a:path>
              </a:pathLst>
            </a:custGeom>
            <a:noFill/>
            <a:ln cap="flat" cmpd="sng" w="20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9662712" y="5660006"/>
              <a:ext cx="248511" cy="19146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" name="Google Shape;504;p26"/>
          <p:cNvSpPr txBox="1"/>
          <p:nvPr/>
        </p:nvSpPr>
        <p:spPr>
          <a:xfrm>
            <a:off x="5954480" y="5364288"/>
            <a:ext cx="3317240" cy="31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enterItem(itemId, quantity)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05" name="Google Shape;505;p26"/>
          <p:cNvGrpSpPr/>
          <p:nvPr/>
        </p:nvGrpSpPr>
        <p:grpSpPr>
          <a:xfrm>
            <a:off x="4876217" y="6268569"/>
            <a:ext cx="5063401" cy="172085"/>
            <a:chOff x="4876217" y="6268569"/>
            <a:chExt cx="5063401" cy="172085"/>
          </a:xfrm>
        </p:grpSpPr>
        <p:sp>
          <p:nvSpPr>
            <p:cNvPr id="506" name="Google Shape;506;p26"/>
            <p:cNvSpPr/>
            <p:nvPr/>
          </p:nvSpPr>
          <p:spPr>
            <a:xfrm>
              <a:off x="5104728" y="6354304"/>
              <a:ext cx="4834890" cy="0"/>
            </a:xfrm>
            <a:custGeom>
              <a:rect b="b" l="l" r="r" t="t"/>
              <a:pathLst>
                <a:path extrusionOk="0" h="120000" w="4834890">
                  <a:moveTo>
                    <a:pt x="483448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00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4876217" y="6268569"/>
              <a:ext cx="228600" cy="172085"/>
            </a:xfrm>
            <a:custGeom>
              <a:rect b="b" l="l" r="r" t="t"/>
              <a:pathLst>
                <a:path extrusionOk="0" h="172085" w="228600">
                  <a:moveTo>
                    <a:pt x="0" y="85734"/>
                  </a:moveTo>
                  <a:lnTo>
                    <a:pt x="228510" y="85734"/>
                  </a:lnTo>
                </a:path>
                <a:path extrusionOk="0" h="172085" w="228600">
                  <a:moveTo>
                    <a:pt x="228510" y="171468"/>
                  </a:moveTo>
                  <a:lnTo>
                    <a:pt x="0" y="85734"/>
                  </a:lnTo>
                  <a:lnTo>
                    <a:pt x="228510" y="0"/>
                  </a:lnTo>
                </a:path>
              </a:pathLst>
            </a:custGeom>
            <a:noFill/>
            <a:ln cap="flat" cmpd="sng" w="199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8" name="Google Shape;508;p26"/>
          <p:cNvSpPr txBox="1"/>
          <p:nvPr/>
        </p:nvSpPr>
        <p:spPr>
          <a:xfrm>
            <a:off x="5740685" y="5962850"/>
            <a:ext cx="2810510" cy="31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description, price, total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9" name="Google Shape;509;p26"/>
          <p:cNvSpPr txBox="1"/>
          <p:nvPr/>
        </p:nvSpPr>
        <p:spPr>
          <a:xfrm>
            <a:off x="2093271" y="5350505"/>
            <a:ext cx="596900" cy="31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loop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0" name="Google Shape;510;p26"/>
          <p:cNvSpPr txBox="1"/>
          <p:nvPr/>
        </p:nvSpPr>
        <p:spPr>
          <a:xfrm>
            <a:off x="3095978" y="5350505"/>
            <a:ext cx="1565275" cy="31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[more items]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"/>
          <p:cNvSpPr txBox="1"/>
          <p:nvPr/>
        </p:nvSpPr>
        <p:spPr>
          <a:xfrm>
            <a:off x="292100" y="1714684"/>
            <a:ext cx="12444095" cy="63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model the iteration over a collection?</a:t>
            </a:r>
            <a:endParaRPr sz="3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16" name="Google Shape;516;p27"/>
          <p:cNvGrpSpPr/>
          <p:nvPr/>
        </p:nvGrpSpPr>
        <p:grpSpPr>
          <a:xfrm>
            <a:off x="190500" y="5480050"/>
            <a:ext cx="12623800" cy="1625600"/>
            <a:chOff x="190500" y="5480050"/>
            <a:chExt cx="12623800" cy="1625600"/>
          </a:xfrm>
        </p:grpSpPr>
        <p:sp>
          <p:nvSpPr>
            <p:cNvPr id="517" name="Google Shape;517;p27"/>
            <p:cNvSpPr/>
            <p:nvPr/>
          </p:nvSpPr>
          <p:spPr>
            <a:xfrm>
              <a:off x="190500" y="5480050"/>
              <a:ext cx="12623800" cy="16256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482600" y="5778500"/>
              <a:ext cx="12039600" cy="914400"/>
            </a:xfrm>
            <a:custGeom>
              <a:rect b="b" l="l" r="r" t="t"/>
              <a:pathLst>
                <a:path extrusionOk="0" h="914400" w="12039600">
                  <a:moveTo>
                    <a:pt x="0" y="0"/>
                  </a:moveTo>
                  <a:lnTo>
                    <a:pt x="12039600" y="0"/>
                  </a:lnTo>
                  <a:lnTo>
                    <a:pt x="12039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266700" y="5632450"/>
              <a:ext cx="12471400" cy="14732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p27"/>
          <p:cNvSpPr txBox="1"/>
          <p:nvPr/>
        </p:nvSpPr>
        <p:spPr>
          <a:xfrm>
            <a:off x="533400" y="5782260"/>
            <a:ext cx="113645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Calculate the total of a sale by summing up the  sub totals for each sales line item.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"/>
          <p:cNvSpPr/>
          <p:nvPr/>
        </p:nvSpPr>
        <p:spPr>
          <a:xfrm>
            <a:off x="279400" y="11874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 txBox="1"/>
          <p:nvPr>
            <p:ph type="title"/>
          </p:nvPr>
        </p:nvSpPr>
        <p:spPr>
          <a:xfrm>
            <a:off x="292100" y="279883"/>
            <a:ext cx="12444095" cy="5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Use a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UML loop frame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to iterate over a collection.</a:t>
            </a:r>
            <a:endParaRPr/>
          </a:p>
        </p:txBody>
      </p:sp>
      <p:grpSp>
        <p:nvGrpSpPr>
          <p:cNvPr id="527" name="Google Shape;527;p28"/>
          <p:cNvGrpSpPr/>
          <p:nvPr/>
        </p:nvGrpSpPr>
        <p:grpSpPr>
          <a:xfrm>
            <a:off x="2543081" y="3111500"/>
            <a:ext cx="8013700" cy="4787900"/>
            <a:chOff x="2543081" y="3111500"/>
            <a:chExt cx="8013700" cy="4787900"/>
          </a:xfrm>
        </p:grpSpPr>
        <p:sp>
          <p:nvSpPr>
            <p:cNvPr id="528" name="Google Shape;528;p28"/>
            <p:cNvSpPr/>
            <p:nvPr/>
          </p:nvSpPr>
          <p:spPr>
            <a:xfrm>
              <a:off x="2543081" y="4041681"/>
              <a:ext cx="8013700" cy="2171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2578099" y="4076700"/>
              <a:ext cx="7835900" cy="1993900"/>
            </a:xfrm>
            <a:custGeom>
              <a:rect b="b" l="l" r="r" t="t"/>
              <a:pathLst>
                <a:path extrusionOk="0" h="1993900" w="7835900">
                  <a:moveTo>
                    <a:pt x="0" y="0"/>
                  </a:moveTo>
                  <a:lnTo>
                    <a:pt x="7835900" y="0"/>
                  </a:lnTo>
                  <a:lnTo>
                    <a:pt x="7835900" y="1993900"/>
                  </a:lnTo>
                  <a:lnTo>
                    <a:pt x="0" y="199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2578099" y="4076700"/>
              <a:ext cx="7835900" cy="1993900"/>
            </a:xfrm>
            <a:custGeom>
              <a:rect b="b" l="l" r="r" t="t"/>
              <a:pathLst>
                <a:path extrusionOk="0" h="1993900" w="7835900">
                  <a:moveTo>
                    <a:pt x="0" y="0"/>
                  </a:moveTo>
                  <a:lnTo>
                    <a:pt x="7835900" y="0"/>
                  </a:lnTo>
                  <a:lnTo>
                    <a:pt x="7835900" y="1993900"/>
                  </a:lnTo>
                  <a:lnTo>
                    <a:pt x="0" y="19939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5022850" y="3111500"/>
              <a:ext cx="0" cy="4787900"/>
            </a:xfrm>
            <a:custGeom>
              <a:rect b="b" l="l" r="r" t="t"/>
              <a:pathLst>
                <a:path extrusionOk="0" h="4787900" w="120000">
                  <a:moveTo>
                    <a:pt x="0" y="2717800"/>
                  </a:moveTo>
                  <a:lnTo>
                    <a:pt x="0" y="4787900"/>
                  </a:lnTo>
                </a:path>
                <a:path extrusionOk="0" h="4787900" w="120000">
                  <a:moveTo>
                    <a:pt x="0" y="1473200"/>
                  </a:moveTo>
                  <a:lnTo>
                    <a:pt x="0" y="2374900"/>
                  </a:lnTo>
                </a:path>
                <a:path extrusionOk="0" h="4787900" w="120000">
                  <a:moveTo>
                    <a:pt x="0" y="0"/>
                  </a:moveTo>
                  <a:lnTo>
                    <a:pt x="0" y="10541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2" name="Google Shape;532;p28"/>
          <p:cNvSpPr txBox="1"/>
          <p:nvPr/>
        </p:nvSpPr>
        <p:spPr>
          <a:xfrm>
            <a:off x="4292600" y="2514600"/>
            <a:ext cx="14224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358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33" name="Google Shape;533;p28"/>
          <p:cNvGrpSpPr/>
          <p:nvPr/>
        </p:nvGrpSpPr>
        <p:grpSpPr>
          <a:xfrm>
            <a:off x="2578100" y="3200400"/>
            <a:ext cx="6587490" cy="4521200"/>
            <a:chOff x="2578100" y="3200400"/>
            <a:chExt cx="6587490" cy="4521200"/>
          </a:xfrm>
        </p:grpSpPr>
        <p:sp>
          <p:nvSpPr>
            <p:cNvPr id="534" name="Google Shape;534;p28"/>
            <p:cNvSpPr/>
            <p:nvPr/>
          </p:nvSpPr>
          <p:spPr>
            <a:xfrm>
              <a:off x="3162300" y="3587750"/>
              <a:ext cx="1714500" cy="0"/>
            </a:xfrm>
            <a:custGeom>
              <a:rect b="b" l="l" r="r" t="t"/>
              <a:pathLst>
                <a:path extrusionOk="0" h="120000" w="1714500">
                  <a:moveTo>
                    <a:pt x="1714499" y="0"/>
                  </a:moveTo>
                  <a:lnTo>
                    <a:pt x="1699307" y="0"/>
                  </a:lnTo>
                  <a:lnTo>
                    <a:pt x="16138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3041649" y="3517899"/>
              <a:ext cx="139700" cy="139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4857750" y="35039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5041900" y="5162549"/>
              <a:ext cx="3975100" cy="0"/>
            </a:xfrm>
            <a:custGeom>
              <a:rect b="b" l="l" r="r" t="t"/>
              <a:pathLst>
                <a:path extrusionOk="0" h="120000" w="3975100">
                  <a:moveTo>
                    <a:pt x="3975099" y="0"/>
                  </a:moveTo>
                  <a:lnTo>
                    <a:pt x="396012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8997950" y="50787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9150350" y="3200400"/>
              <a:ext cx="0" cy="4521200"/>
            </a:xfrm>
            <a:custGeom>
              <a:rect b="b" l="l" r="r" t="t"/>
              <a:pathLst>
                <a:path extrusionOk="0" h="4521200" w="120000">
                  <a:moveTo>
                    <a:pt x="0" y="0"/>
                  </a:moveTo>
                  <a:lnTo>
                    <a:pt x="0" y="45211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2578100" y="4076700"/>
              <a:ext cx="1231900" cy="609600"/>
            </a:xfrm>
            <a:custGeom>
              <a:rect b="b" l="l" r="r" t="t"/>
              <a:pathLst>
                <a:path extrusionOk="0" h="609600" w="1231900">
                  <a:moveTo>
                    <a:pt x="0" y="0"/>
                  </a:moveTo>
                  <a:lnTo>
                    <a:pt x="1231900" y="0"/>
                  </a:lnTo>
                  <a:lnTo>
                    <a:pt x="1231900" y="300507"/>
                  </a:lnTo>
                  <a:lnTo>
                    <a:pt x="89665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28"/>
          <p:cNvSpPr txBox="1"/>
          <p:nvPr/>
        </p:nvSpPr>
        <p:spPr>
          <a:xfrm>
            <a:off x="3080791" y="3178237"/>
            <a:ext cx="1353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 = getTotal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2" name="Google Shape;542;p28"/>
          <p:cNvSpPr txBox="1"/>
          <p:nvPr/>
        </p:nvSpPr>
        <p:spPr>
          <a:xfrm>
            <a:off x="7848600" y="2184400"/>
            <a:ext cx="2565400" cy="965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2550">
            <a:spAutoFit/>
          </a:bodyPr>
          <a:lstStyle/>
          <a:p>
            <a:pPr indent="98425" lvl="0" marL="301625" marR="294005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lineItems[i] :  SalesLineItem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3" name="Google Shape;543;p28"/>
          <p:cNvSpPr txBox="1"/>
          <p:nvPr/>
        </p:nvSpPr>
        <p:spPr>
          <a:xfrm>
            <a:off x="3865295" y="4169555"/>
            <a:ext cx="323913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n-US" sz="2200">
                <a:solidFill>
                  <a:srgbClr val="BED7FF"/>
                </a:solidFill>
                <a:latin typeface="Verdana"/>
                <a:ea typeface="Verdana"/>
                <a:cs typeface="Verdana"/>
                <a:sym typeface="Verdana"/>
              </a:rPr>
              <a:t>0 &lt; </a:t>
            </a:r>
            <a:r>
              <a:rPr lang="en-US" sz="22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i &lt; lineItems.size]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4" name="Google Shape;544;p28"/>
          <p:cNvSpPr txBox="1"/>
          <p:nvPr/>
        </p:nvSpPr>
        <p:spPr>
          <a:xfrm>
            <a:off x="2847652" y="4169915"/>
            <a:ext cx="6769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loop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4569550" y="5346700"/>
            <a:ext cx="863339" cy="622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4715600" y="4803837"/>
            <a:ext cx="319786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3023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 = getSubTotal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i++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47" name="Google Shape;547;p28"/>
          <p:cNvGrpSpPr/>
          <p:nvPr/>
        </p:nvGrpSpPr>
        <p:grpSpPr>
          <a:xfrm>
            <a:off x="190500" y="8134350"/>
            <a:ext cx="12623800" cy="1619250"/>
            <a:chOff x="190500" y="8134350"/>
            <a:chExt cx="12623800" cy="1619250"/>
          </a:xfrm>
        </p:grpSpPr>
        <p:sp>
          <p:nvSpPr>
            <p:cNvPr id="548" name="Google Shape;548;p28"/>
            <p:cNvSpPr/>
            <p:nvPr/>
          </p:nvSpPr>
          <p:spPr>
            <a:xfrm>
              <a:off x="190500" y="8134350"/>
              <a:ext cx="12623800" cy="16192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266700" y="8286750"/>
              <a:ext cx="12471400" cy="14668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0" name="Google Shape;550;p28"/>
          <p:cNvSpPr txBox="1"/>
          <p:nvPr/>
        </p:nvSpPr>
        <p:spPr>
          <a:xfrm>
            <a:off x="533400" y="8436560"/>
            <a:ext cx="113645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Calculate the total of a sale by summing up the  sub totals for each sales line item.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9"/>
          <p:cNvSpPr/>
          <p:nvPr/>
        </p:nvSpPr>
        <p:spPr>
          <a:xfrm>
            <a:off x="279400" y="11874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 txBox="1"/>
          <p:nvPr>
            <p:ph type="title"/>
          </p:nvPr>
        </p:nvSpPr>
        <p:spPr>
          <a:xfrm>
            <a:off x="292100" y="279883"/>
            <a:ext cx="124440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Use a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UML loop frame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to iterate over a collection.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aseline="30000" lang="en-US" sz="2550">
                <a:latin typeface="Verdana"/>
                <a:ea typeface="Verdana"/>
                <a:cs typeface="Verdana"/>
                <a:sym typeface="Verdana"/>
              </a:rPr>
              <a:t>UML Sequence Diagrams  </a:t>
            </a:r>
            <a:r>
              <a:rPr lang="en-US" sz="1700"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baseline="-25000" lang="en-US" sz="2550">
                <a:latin typeface="Verdana"/>
                <a:ea typeface="Verdana"/>
                <a:cs typeface="Verdana"/>
                <a:sym typeface="Verdana"/>
              </a:rPr>
              <a:t>29</a:t>
            </a:r>
            <a:endParaRPr baseline="-25000" sz="255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57" name="Google Shape;557;p29"/>
          <p:cNvGrpSpPr/>
          <p:nvPr/>
        </p:nvGrpSpPr>
        <p:grpSpPr>
          <a:xfrm>
            <a:off x="2187481" y="3162300"/>
            <a:ext cx="8013700" cy="4787900"/>
            <a:chOff x="2187481" y="3162300"/>
            <a:chExt cx="8013700" cy="4787900"/>
          </a:xfrm>
        </p:grpSpPr>
        <p:sp>
          <p:nvSpPr>
            <p:cNvPr id="558" name="Google Shape;558;p29"/>
            <p:cNvSpPr/>
            <p:nvPr/>
          </p:nvSpPr>
          <p:spPr>
            <a:xfrm>
              <a:off x="2187481" y="4092481"/>
              <a:ext cx="8013700" cy="2171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2222499" y="4127500"/>
              <a:ext cx="7835900" cy="1993900"/>
            </a:xfrm>
            <a:custGeom>
              <a:rect b="b" l="l" r="r" t="t"/>
              <a:pathLst>
                <a:path extrusionOk="0" h="1993900" w="7835900">
                  <a:moveTo>
                    <a:pt x="0" y="0"/>
                  </a:moveTo>
                  <a:lnTo>
                    <a:pt x="7835900" y="0"/>
                  </a:lnTo>
                  <a:lnTo>
                    <a:pt x="7835900" y="1993900"/>
                  </a:lnTo>
                  <a:lnTo>
                    <a:pt x="0" y="1993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2222499" y="4127500"/>
              <a:ext cx="7835900" cy="1993900"/>
            </a:xfrm>
            <a:custGeom>
              <a:rect b="b" l="l" r="r" t="t"/>
              <a:pathLst>
                <a:path extrusionOk="0" h="1993900" w="7835900">
                  <a:moveTo>
                    <a:pt x="0" y="0"/>
                  </a:moveTo>
                  <a:lnTo>
                    <a:pt x="7835900" y="0"/>
                  </a:lnTo>
                  <a:lnTo>
                    <a:pt x="7835900" y="1993900"/>
                  </a:lnTo>
                  <a:lnTo>
                    <a:pt x="0" y="19939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4667250" y="3162300"/>
              <a:ext cx="0" cy="4787900"/>
            </a:xfrm>
            <a:custGeom>
              <a:rect b="b" l="l" r="r" t="t"/>
              <a:pathLst>
                <a:path extrusionOk="0" h="4787900" w="120000">
                  <a:moveTo>
                    <a:pt x="0" y="1473200"/>
                  </a:moveTo>
                  <a:lnTo>
                    <a:pt x="0" y="4787900"/>
                  </a:lnTo>
                </a:path>
                <a:path extrusionOk="0" h="4787900" w="120000">
                  <a:moveTo>
                    <a:pt x="0" y="0"/>
                  </a:moveTo>
                  <a:lnTo>
                    <a:pt x="0" y="10541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" name="Google Shape;562;p29"/>
          <p:cNvSpPr txBox="1"/>
          <p:nvPr/>
        </p:nvSpPr>
        <p:spPr>
          <a:xfrm>
            <a:off x="3937000" y="2565400"/>
            <a:ext cx="14224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358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63" name="Google Shape;563;p29"/>
          <p:cNvGrpSpPr/>
          <p:nvPr/>
        </p:nvGrpSpPr>
        <p:grpSpPr>
          <a:xfrm>
            <a:off x="2222500" y="3251200"/>
            <a:ext cx="6587490" cy="4521200"/>
            <a:chOff x="2222500" y="3251200"/>
            <a:chExt cx="6587490" cy="4521200"/>
          </a:xfrm>
        </p:grpSpPr>
        <p:sp>
          <p:nvSpPr>
            <p:cNvPr id="564" name="Google Shape;564;p29"/>
            <p:cNvSpPr/>
            <p:nvPr/>
          </p:nvSpPr>
          <p:spPr>
            <a:xfrm>
              <a:off x="2806700" y="3638550"/>
              <a:ext cx="1714500" cy="0"/>
            </a:xfrm>
            <a:custGeom>
              <a:rect b="b" l="l" r="r" t="t"/>
              <a:pathLst>
                <a:path extrusionOk="0" h="120000" w="1714500">
                  <a:moveTo>
                    <a:pt x="1714499" y="0"/>
                  </a:moveTo>
                  <a:lnTo>
                    <a:pt x="1699307" y="0"/>
                  </a:lnTo>
                  <a:lnTo>
                    <a:pt x="16138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2686049" y="3568699"/>
              <a:ext cx="139700" cy="139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4502150" y="3554730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4686300" y="5213349"/>
              <a:ext cx="3975100" cy="0"/>
            </a:xfrm>
            <a:custGeom>
              <a:rect b="b" l="l" r="r" t="t"/>
              <a:pathLst>
                <a:path extrusionOk="0" h="120000" w="3975100">
                  <a:moveTo>
                    <a:pt x="3975099" y="0"/>
                  </a:moveTo>
                  <a:lnTo>
                    <a:pt x="396012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642350" y="5129530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794750" y="3251200"/>
              <a:ext cx="0" cy="4521200"/>
            </a:xfrm>
            <a:custGeom>
              <a:rect b="b" l="l" r="r" t="t"/>
              <a:pathLst>
                <a:path extrusionOk="0" h="4521200" w="120000">
                  <a:moveTo>
                    <a:pt x="0" y="0"/>
                  </a:moveTo>
                  <a:lnTo>
                    <a:pt x="0" y="45211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2222500" y="4127500"/>
              <a:ext cx="1231900" cy="609600"/>
            </a:xfrm>
            <a:custGeom>
              <a:rect b="b" l="l" r="r" t="t"/>
              <a:pathLst>
                <a:path extrusionOk="0" h="609600" w="1231900">
                  <a:moveTo>
                    <a:pt x="0" y="0"/>
                  </a:moveTo>
                  <a:lnTo>
                    <a:pt x="1231900" y="0"/>
                  </a:lnTo>
                  <a:lnTo>
                    <a:pt x="1231900" y="300507"/>
                  </a:lnTo>
                  <a:lnTo>
                    <a:pt x="89665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29"/>
          <p:cNvSpPr txBox="1"/>
          <p:nvPr/>
        </p:nvSpPr>
        <p:spPr>
          <a:xfrm>
            <a:off x="2725191" y="3229037"/>
            <a:ext cx="1353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 = getTotal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2" name="Google Shape;572;p29"/>
          <p:cNvSpPr txBox="1"/>
          <p:nvPr/>
        </p:nvSpPr>
        <p:spPr>
          <a:xfrm>
            <a:off x="5649981" y="4854637"/>
            <a:ext cx="19075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 = getSubTotal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6769100" y="2565400"/>
            <a:ext cx="40132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98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lineItems[i] : SalesLineItem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4" name="Google Shape;574;p29"/>
          <p:cNvSpPr txBox="1"/>
          <p:nvPr/>
        </p:nvSpPr>
        <p:spPr>
          <a:xfrm>
            <a:off x="3732621" y="4220355"/>
            <a:ext cx="3503929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[for each sales line item]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5" name="Google Shape;575;p29"/>
          <p:cNvSpPr txBox="1"/>
          <p:nvPr/>
        </p:nvSpPr>
        <p:spPr>
          <a:xfrm>
            <a:off x="2492052" y="4220715"/>
            <a:ext cx="6769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loop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76" name="Google Shape;576;p29"/>
          <p:cNvGrpSpPr/>
          <p:nvPr/>
        </p:nvGrpSpPr>
        <p:grpSpPr>
          <a:xfrm>
            <a:off x="190500" y="8134350"/>
            <a:ext cx="12623800" cy="1619250"/>
            <a:chOff x="190500" y="8134350"/>
            <a:chExt cx="12623800" cy="1619250"/>
          </a:xfrm>
        </p:grpSpPr>
        <p:sp>
          <p:nvSpPr>
            <p:cNvPr id="577" name="Google Shape;577;p29"/>
            <p:cNvSpPr/>
            <p:nvPr/>
          </p:nvSpPr>
          <p:spPr>
            <a:xfrm>
              <a:off x="190500" y="8134350"/>
              <a:ext cx="12623800" cy="161925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266700" y="8286750"/>
              <a:ext cx="12471400" cy="14668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9" name="Google Shape;579;p29"/>
          <p:cNvSpPr txBox="1"/>
          <p:nvPr/>
        </p:nvSpPr>
        <p:spPr>
          <a:xfrm>
            <a:off x="533400" y="8436560"/>
            <a:ext cx="113645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Calculate the total of a sale by summing up the  sub totals for each sales line item.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0"/>
          <p:cNvSpPr/>
          <p:nvPr/>
        </p:nvSpPr>
        <p:spPr>
          <a:xfrm>
            <a:off x="279400" y="11874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0"/>
          <p:cNvSpPr txBox="1"/>
          <p:nvPr>
            <p:ph type="title"/>
          </p:nvPr>
        </p:nvSpPr>
        <p:spPr>
          <a:xfrm>
            <a:off x="292100" y="279883"/>
            <a:ext cx="124440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Java code corresponding to a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UML loop frame.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aseline="30000" lang="en-US" sz="2550">
                <a:latin typeface="Verdana"/>
                <a:ea typeface="Verdana"/>
                <a:cs typeface="Verdana"/>
                <a:sym typeface="Verdana"/>
              </a:rPr>
              <a:t>UML Sequence Diagrams  </a:t>
            </a:r>
            <a:r>
              <a:rPr lang="en-US" sz="1700"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baseline="-25000" lang="en-US" sz="2550">
                <a:latin typeface="Verdana"/>
                <a:ea typeface="Verdana"/>
                <a:cs typeface="Verdana"/>
                <a:sym typeface="Verdana"/>
              </a:rPr>
              <a:t>30</a:t>
            </a:r>
            <a:endParaRPr baseline="-25000" sz="255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6" name="Google Shape;586;p30"/>
          <p:cNvSpPr txBox="1"/>
          <p:nvPr/>
        </p:nvSpPr>
        <p:spPr>
          <a:xfrm>
            <a:off x="317500" y="1829834"/>
            <a:ext cx="321119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public	class	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 {</a:t>
            </a:r>
            <a:endParaRPr/>
          </a:p>
        </p:txBody>
      </p:sp>
      <p:sp>
        <p:nvSpPr>
          <p:cNvPr id="587" name="Google Shape;587;p30"/>
          <p:cNvSpPr txBox="1"/>
          <p:nvPr/>
        </p:nvSpPr>
        <p:spPr>
          <a:xfrm>
            <a:off x="774700" y="2546114"/>
            <a:ext cx="622935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private	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List&lt;SalesLineItem&gt; </a:t>
            </a:r>
            <a:r>
              <a:rPr b="1" lang="en-US" sz="2200">
                <a:solidFill>
                  <a:srgbClr val="0326CC"/>
                </a:solidFill>
                <a:latin typeface="Courier New"/>
                <a:ea typeface="Courier New"/>
                <a:cs typeface="Courier New"/>
                <a:sym typeface="Courier New"/>
              </a:rPr>
              <a:t>lineItems</a:t>
            </a:r>
            <a:endParaRPr b="1"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	</a:t>
            </a: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new	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ArrayList&lt;SalesLineItem&gt;();</a:t>
            </a:r>
            <a:endParaRPr/>
          </a:p>
        </p:txBody>
      </p:sp>
      <p:grpSp>
        <p:nvGrpSpPr>
          <p:cNvPr id="588" name="Google Shape;588;p30"/>
          <p:cNvGrpSpPr/>
          <p:nvPr/>
        </p:nvGrpSpPr>
        <p:grpSpPr>
          <a:xfrm>
            <a:off x="8143781" y="1485900"/>
            <a:ext cx="4348330" cy="2870200"/>
            <a:chOff x="8143781" y="1485900"/>
            <a:chExt cx="4348330" cy="2870200"/>
          </a:xfrm>
        </p:grpSpPr>
        <p:sp>
          <p:nvSpPr>
            <p:cNvPr id="589" name="Google Shape;589;p30"/>
            <p:cNvSpPr/>
            <p:nvPr/>
          </p:nvSpPr>
          <p:spPr>
            <a:xfrm>
              <a:off x="8143781" y="2283072"/>
              <a:ext cx="4348330" cy="124002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8178800" y="2324100"/>
              <a:ext cx="4165600" cy="1054100"/>
            </a:xfrm>
            <a:custGeom>
              <a:rect b="b" l="l" r="r" t="t"/>
              <a:pathLst>
                <a:path extrusionOk="0" h="1054100" w="4165600">
                  <a:moveTo>
                    <a:pt x="0" y="0"/>
                  </a:moveTo>
                  <a:lnTo>
                    <a:pt x="4165600" y="0"/>
                  </a:lnTo>
                  <a:lnTo>
                    <a:pt x="4165600" y="1054100"/>
                  </a:lnTo>
                  <a:lnTo>
                    <a:pt x="0" y="1054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8178800" y="2324100"/>
              <a:ext cx="4165600" cy="1054100"/>
            </a:xfrm>
            <a:custGeom>
              <a:rect b="b" l="l" r="r" t="t"/>
              <a:pathLst>
                <a:path extrusionOk="0" h="1054100" w="4165600">
                  <a:moveTo>
                    <a:pt x="0" y="0"/>
                  </a:moveTo>
                  <a:lnTo>
                    <a:pt x="4165600" y="0"/>
                  </a:lnTo>
                  <a:lnTo>
                    <a:pt x="4165600" y="1054100"/>
                  </a:lnTo>
                  <a:lnTo>
                    <a:pt x="0" y="10541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9480550" y="1790700"/>
              <a:ext cx="0" cy="2565400"/>
            </a:xfrm>
            <a:custGeom>
              <a:rect b="b" l="l" r="r" t="t"/>
              <a:pathLst>
                <a:path extrusionOk="0" h="2565400" w="120000">
                  <a:moveTo>
                    <a:pt x="0" y="901699"/>
                  </a:moveTo>
                  <a:lnTo>
                    <a:pt x="0" y="2565399"/>
                  </a:lnTo>
                </a:path>
                <a:path extrusionOk="0" h="2565400" w="120000">
                  <a:moveTo>
                    <a:pt x="0" y="0"/>
                  </a:moveTo>
                  <a:lnTo>
                    <a:pt x="0" y="5714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9093200" y="1485900"/>
              <a:ext cx="749300" cy="317500"/>
            </a:xfrm>
            <a:custGeom>
              <a:rect b="b" l="l" r="r" t="t"/>
              <a:pathLst>
                <a:path extrusionOk="0" h="317500" w="749300">
                  <a:moveTo>
                    <a:pt x="0" y="0"/>
                  </a:moveTo>
                  <a:lnTo>
                    <a:pt x="749300" y="0"/>
                  </a:lnTo>
                  <a:lnTo>
                    <a:pt x="749300" y="317500"/>
                  </a:lnTo>
                  <a:lnTo>
                    <a:pt x="0" y="317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4" name="Google Shape;594;p30"/>
          <p:cNvSpPr txBox="1"/>
          <p:nvPr/>
        </p:nvSpPr>
        <p:spPr>
          <a:xfrm>
            <a:off x="9093200" y="1485900"/>
            <a:ext cx="749300" cy="3175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:Sale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95" name="Google Shape;595;p30"/>
          <p:cNvGrpSpPr/>
          <p:nvPr/>
        </p:nvGrpSpPr>
        <p:grpSpPr>
          <a:xfrm>
            <a:off x="8426450" y="1979929"/>
            <a:ext cx="3266440" cy="993140"/>
            <a:chOff x="8426450" y="1979929"/>
            <a:chExt cx="3266440" cy="993140"/>
          </a:xfrm>
        </p:grpSpPr>
        <p:sp>
          <p:nvSpPr>
            <p:cNvPr id="596" name="Google Shape;596;p30"/>
            <p:cNvSpPr/>
            <p:nvPr/>
          </p:nvSpPr>
          <p:spPr>
            <a:xfrm>
              <a:off x="8547100" y="2063749"/>
              <a:ext cx="787400" cy="0"/>
            </a:xfrm>
            <a:custGeom>
              <a:rect b="b" l="l" r="r" t="t"/>
              <a:pathLst>
                <a:path extrusionOk="0" h="120000" w="787400">
                  <a:moveTo>
                    <a:pt x="787400" y="0"/>
                  </a:moveTo>
                  <a:lnTo>
                    <a:pt x="768643" y="0"/>
                  </a:lnTo>
                  <a:lnTo>
                    <a:pt x="19757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8426450" y="1993899"/>
              <a:ext cx="139700" cy="139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9315450" y="19799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9486900" y="2889250"/>
              <a:ext cx="2057400" cy="0"/>
            </a:xfrm>
            <a:custGeom>
              <a:rect b="b" l="l" r="r" t="t"/>
              <a:pathLst>
                <a:path extrusionOk="0" h="120000" w="2057400">
                  <a:moveTo>
                    <a:pt x="2057399" y="0"/>
                  </a:moveTo>
                  <a:lnTo>
                    <a:pt x="2032512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11525250" y="28054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1" name="Google Shape;601;p30"/>
          <p:cNvSpPr txBox="1"/>
          <p:nvPr/>
        </p:nvSpPr>
        <p:spPr>
          <a:xfrm>
            <a:off x="8424924" y="1823020"/>
            <a:ext cx="7639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 = getTotal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2" name="Google Shape;602;p30"/>
          <p:cNvSpPr txBox="1"/>
          <p:nvPr/>
        </p:nvSpPr>
        <p:spPr>
          <a:xfrm>
            <a:off x="9975132" y="2691894"/>
            <a:ext cx="107124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 = getSubTotal</a:t>
            </a:r>
            <a:endParaRPr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3" name="Google Shape;603;p30"/>
          <p:cNvSpPr txBox="1"/>
          <p:nvPr/>
        </p:nvSpPr>
        <p:spPr>
          <a:xfrm>
            <a:off x="10490200" y="1485900"/>
            <a:ext cx="2349500" cy="3175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135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lineItems[i] : SalesLineItem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04" name="Google Shape;604;p30"/>
          <p:cNvGrpSpPr/>
          <p:nvPr/>
        </p:nvGrpSpPr>
        <p:grpSpPr>
          <a:xfrm>
            <a:off x="8178800" y="1854200"/>
            <a:ext cx="3498850" cy="2400300"/>
            <a:chOff x="8178800" y="1854200"/>
            <a:chExt cx="3498850" cy="2400300"/>
          </a:xfrm>
        </p:grpSpPr>
        <p:sp>
          <p:nvSpPr>
            <p:cNvPr id="605" name="Google Shape;605;p30"/>
            <p:cNvSpPr/>
            <p:nvPr/>
          </p:nvSpPr>
          <p:spPr>
            <a:xfrm>
              <a:off x="11677650" y="1854200"/>
              <a:ext cx="0" cy="2400300"/>
            </a:xfrm>
            <a:custGeom>
              <a:rect b="b" l="l" r="r" t="t"/>
              <a:pathLst>
                <a:path extrusionOk="0" h="2400300" w="120000">
                  <a:moveTo>
                    <a:pt x="0" y="0"/>
                  </a:moveTo>
                  <a:lnTo>
                    <a:pt x="0" y="24002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8178800" y="2318091"/>
              <a:ext cx="660400" cy="323850"/>
            </a:xfrm>
            <a:custGeom>
              <a:rect b="b" l="l" r="r" t="t"/>
              <a:pathLst>
                <a:path extrusionOk="0" h="323850" w="660400">
                  <a:moveTo>
                    <a:pt x="0" y="0"/>
                  </a:moveTo>
                  <a:lnTo>
                    <a:pt x="660400" y="6008"/>
                  </a:lnTo>
                  <a:lnTo>
                    <a:pt x="660400" y="160091"/>
                  </a:lnTo>
                  <a:lnTo>
                    <a:pt x="477228" y="323508"/>
                  </a:lnTo>
                  <a:lnTo>
                    <a:pt x="0" y="323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7" name="Google Shape;607;p30"/>
          <p:cNvSpPr txBox="1"/>
          <p:nvPr/>
        </p:nvSpPr>
        <p:spPr>
          <a:xfrm>
            <a:off x="8984720" y="2431053"/>
            <a:ext cx="160655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[for each sales line item]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8" name="Google Shape;608;p30"/>
          <p:cNvSpPr txBox="1"/>
          <p:nvPr/>
        </p:nvSpPr>
        <p:spPr>
          <a:xfrm>
            <a:off x="8353949" y="2380668"/>
            <a:ext cx="29718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loop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9" name="Google Shape;609;p30"/>
          <p:cNvSpPr txBox="1"/>
          <p:nvPr/>
        </p:nvSpPr>
        <p:spPr>
          <a:xfrm>
            <a:off x="317500" y="3689115"/>
            <a:ext cx="11580495" cy="488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927100" marR="6911340" rtl="0" algn="just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Money getTotal() {  Money t = </a:t>
            </a: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Money();  Money st = </a:t>
            </a: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-457200" lvl="0" marL="1384300" marR="3602990" rtl="0" algn="just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(SalesLineItem lineItem : </a:t>
            </a:r>
            <a:r>
              <a:rPr b="1" lang="en-US" sz="2200">
                <a:solidFill>
                  <a:srgbClr val="0326CC"/>
                </a:solidFill>
                <a:latin typeface="Courier New"/>
                <a:ea typeface="Courier New"/>
                <a:cs typeface="Courier New"/>
                <a:sym typeface="Courier New"/>
              </a:rPr>
              <a:t>lineItems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{  st = lineItem.getSubtotal();</a:t>
            </a:r>
            <a:endParaRPr/>
          </a:p>
          <a:p>
            <a:pPr indent="0" lvl="0" marL="13843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t.add(st);</a:t>
            </a:r>
            <a:endParaRPr/>
          </a:p>
          <a:p>
            <a:pPr indent="0" lvl="0" marL="927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9271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931A68"/>
                </a:solidFill>
                <a:latin typeface="Courier New"/>
                <a:ea typeface="Courier New"/>
                <a:cs typeface="Courier New"/>
                <a:sym typeface="Courier New"/>
              </a:rPr>
              <a:t>return	</a:t>
            </a: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t;</a:t>
            </a:r>
            <a:endParaRPr/>
          </a:p>
          <a:p>
            <a:pPr indent="0" lvl="0" marL="469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b="1" sz="29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38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1"/>
          <p:cNvSpPr txBox="1"/>
          <p:nvPr/>
        </p:nvSpPr>
        <p:spPr>
          <a:xfrm>
            <a:off x="292100" y="1194283"/>
            <a:ext cx="12444095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633095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model the sending of a message only if a  guard condition matches?</a:t>
            </a:r>
            <a:endParaRPr sz="3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aseline="30000" lang="en-US" sz="2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Sequence Diagrams </a:t>
            </a:r>
            <a:r>
              <a:rPr baseline="30000" lang="en-US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31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15" name="Google Shape;615;p31"/>
          <p:cNvGrpSpPr/>
          <p:nvPr/>
        </p:nvGrpSpPr>
        <p:grpSpPr>
          <a:xfrm>
            <a:off x="190500" y="5480050"/>
            <a:ext cx="12623800" cy="1625600"/>
            <a:chOff x="190500" y="5480050"/>
            <a:chExt cx="12623800" cy="1625600"/>
          </a:xfrm>
        </p:grpSpPr>
        <p:sp>
          <p:nvSpPr>
            <p:cNvPr id="616" name="Google Shape;616;p31"/>
            <p:cNvSpPr/>
            <p:nvPr/>
          </p:nvSpPr>
          <p:spPr>
            <a:xfrm>
              <a:off x="190500" y="5480050"/>
              <a:ext cx="12623800" cy="16256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482600" y="5778500"/>
              <a:ext cx="12039600" cy="914400"/>
            </a:xfrm>
            <a:custGeom>
              <a:rect b="b" l="l" r="r" t="t"/>
              <a:pathLst>
                <a:path extrusionOk="0" h="914400" w="12039600">
                  <a:moveTo>
                    <a:pt x="0" y="0"/>
                  </a:moveTo>
                  <a:lnTo>
                    <a:pt x="12039600" y="0"/>
                  </a:lnTo>
                  <a:lnTo>
                    <a:pt x="12039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266700" y="5632450"/>
              <a:ext cx="12471400" cy="14732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9" name="Google Shape;619;p31"/>
          <p:cNvSpPr txBox="1"/>
          <p:nvPr/>
        </p:nvSpPr>
        <p:spPr>
          <a:xfrm>
            <a:off x="533400" y="5782260"/>
            <a:ext cx="1081595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Get the sum of all sales that happened today  after 18:00 o’clock.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2"/>
          <p:cNvSpPr txBox="1"/>
          <p:nvPr>
            <p:ph type="title"/>
          </p:nvPr>
        </p:nvSpPr>
        <p:spPr>
          <a:xfrm>
            <a:off x="292100" y="1194283"/>
            <a:ext cx="12444095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100076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Use a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UML opt frame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to model the sending of a  message if the guard condition matches.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aseline="30000" lang="en-US" sz="2550">
                <a:latin typeface="Verdana"/>
                <a:ea typeface="Verdana"/>
                <a:cs typeface="Verdana"/>
                <a:sym typeface="Verdana"/>
              </a:rPr>
              <a:t>UML Sequence Diagrams </a:t>
            </a:r>
            <a:r>
              <a:rPr baseline="30000" lang="en-US" sz="2550"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lang="en-US" sz="1700">
                <a:latin typeface="Verdana"/>
                <a:ea typeface="Verdana"/>
                <a:cs typeface="Verdana"/>
                <a:sym typeface="Verdana"/>
              </a:rPr>
              <a:t>32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25" name="Google Shape;625;p32"/>
          <p:cNvGrpSpPr/>
          <p:nvPr/>
        </p:nvGrpSpPr>
        <p:grpSpPr>
          <a:xfrm>
            <a:off x="2822481" y="2844800"/>
            <a:ext cx="8928100" cy="5207000"/>
            <a:chOff x="2822481" y="2844800"/>
            <a:chExt cx="8928100" cy="5207000"/>
          </a:xfrm>
        </p:grpSpPr>
        <p:sp>
          <p:nvSpPr>
            <p:cNvPr id="626" name="Google Shape;626;p32"/>
            <p:cNvSpPr/>
            <p:nvPr/>
          </p:nvSpPr>
          <p:spPr>
            <a:xfrm>
              <a:off x="2822481" y="4371881"/>
              <a:ext cx="8928100" cy="3429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2857499" y="4406900"/>
              <a:ext cx="8750300" cy="3251200"/>
            </a:xfrm>
            <a:custGeom>
              <a:rect b="b" l="l" r="r" t="t"/>
              <a:pathLst>
                <a:path extrusionOk="0" h="3251200" w="8750300">
                  <a:moveTo>
                    <a:pt x="0" y="0"/>
                  </a:moveTo>
                  <a:lnTo>
                    <a:pt x="8750300" y="0"/>
                  </a:lnTo>
                  <a:lnTo>
                    <a:pt x="8750300" y="3251200"/>
                  </a:lnTo>
                  <a:lnTo>
                    <a:pt x="0" y="3251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2857499" y="4406900"/>
              <a:ext cx="8750300" cy="3251200"/>
            </a:xfrm>
            <a:custGeom>
              <a:rect b="b" l="l" r="r" t="t"/>
              <a:pathLst>
                <a:path extrusionOk="0" h="3251200" w="8750300">
                  <a:moveTo>
                    <a:pt x="0" y="0"/>
                  </a:moveTo>
                  <a:lnTo>
                    <a:pt x="8750300" y="0"/>
                  </a:lnTo>
                  <a:lnTo>
                    <a:pt x="8750300" y="3251200"/>
                  </a:lnTo>
                  <a:lnTo>
                    <a:pt x="0" y="3251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3139981" y="5743481"/>
              <a:ext cx="8293100" cy="17398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3175000" y="5778500"/>
              <a:ext cx="8115300" cy="1562100"/>
            </a:xfrm>
            <a:custGeom>
              <a:rect b="b" l="l" r="r" t="t"/>
              <a:pathLst>
                <a:path extrusionOk="0" h="1562100" w="8115300">
                  <a:moveTo>
                    <a:pt x="0" y="0"/>
                  </a:moveTo>
                  <a:lnTo>
                    <a:pt x="8115300" y="0"/>
                  </a:lnTo>
                  <a:lnTo>
                    <a:pt x="8115300" y="1562100"/>
                  </a:lnTo>
                  <a:lnTo>
                    <a:pt x="0" y="1562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3175000" y="5778500"/>
              <a:ext cx="8115300" cy="1562100"/>
            </a:xfrm>
            <a:custGeom>
              <a:rect b="b" l="l" r="r" t="t"/>
              <a:pathLst>
                <a:path extrusionOk="0" h="1562100" w="8115300">
                  <a:moveTo>
                    <a:pt x="0" y="0"/>
                  </a:moveTo>
                  <a:lnTo>
                    <a:pt x="8115300" y="0"/>
                  </a:lnTo>
                  <a:lnTo>
                    <a:pt x="8115300" y="1562100"/>
                  </a:lnTo>
                  <a:lnTo>
                    <a:pt x="0" y="15621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6076949" y="3441700"/>
              <a:ext cx="0" cy="4610100"/>
            </a:xfrm>
            <a:custGeom>
              <a:rect b="b" l="l" r="r" t="t"/>
              <a:pathLst>
                <a:path extrusionOk="0" h="4610100" w="120000">
                  <a:moveTo>
                    <a:pt x="0" y="2882900"/>
                  </a:moveTo>
                  <a:lnTo>
                    <a:pt x="0" y="4610100"/>
                  </a:lnTo>
                </a:path>
                <a:path extrusionOk="0" h="4610100" w="120000">
                  <a:moveTo>
                    <a:pt x="0" y="1473200"/>
                  </a:moveTo>
                  <a:lnTo>
                    <a:pt x="0" y="2463800"/>
                  </a:lnTo>
                </a:path>
                <a:path extrusionOk="0" h="4610100" w="120000">
                  <a:moveTo>
                    <a:pt x="0" y="0"/>
                  </a:moveTo>
                  <a:lnTo>
                    <a:pt x="0" y="10541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5346700" y="2844800"/>
              <a:ext cx="1422400" cy="596900"/>
            </a:xfrm>
            <a:custGeom>
              <a:rect b="b" l="l" r="r" t="t"/>
              <a:pathLst>
                <a:path extrusionOk="0" h="596900" w="1422400">
                  <a:moveTo>
                    <a:pt x="0" y="0"/>
                  </a:moveTo>
                  <a:lnTo>
                    <a:pt x="1422400" y="0"/>
                  </a:lnTo>
                  <a:lnTo>
                    <a:pt x="14224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32"/>
          <p:cNvSpPr txBox="1"/>
          <p:nvPr/>
        </p:nvSpPr>
        <p:spPr>
          <a:xfrm>
            <a:off x="5416612" y="2944006"/>
            <a:ext cx="12700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35" name="Google Shape;635;p32"/>
          <p:cNvGrpSpPr/>
          <p:nvPr/>
        </p:nvGrpSpPr>
        <p:grpSpPr>
          <a:xfrm>
            <a:off x="2851149" y="3834129"/>
            <a:ext cx="7330440" cy="3101340"/>
            <a:chOff x="2851149" y="3834129"/>
            <a:chExt cx="7330440" cy="3101340"/>
          </a:xfrm>
        </p:grpSpPr>
        <p:sp>
          <p:nvSpPr>
            <p:cNvPr id="636" name="Google Shape;636;p32"/>
            <p:cNvSpPr/>
            <p:nvPr/>
          </p:nvSpPr>
          <p:spPr>
            <a:xfrm>
              <a:off x="2971800" y="3917950"/>
              <a:ext cx="2959100" cy="0"/>
            </a:xfrm>
            <a:custGeom>
              <a:rect b="b" l="l" r="r" t="t"/>
              <a:pathLst>
                <a:path extrusionOk="0" h="120000" w="2959100">
                  <a:moveTo>
                    <a:pt x="2959099" y="0"/>
                  </a:moveTo>
                  <a:lnTo>
                    <a:pt x="2943907" y="0"/>
                  </a:lnTo>
                  <a:lnTo>
                    <a:pt x="19411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2851149" y="3848099"/>
              <a:ext cx="139700" cy="1397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5911850" y="38341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6057900" y="6851650"/>
              <a:ext cx="3975100" cy="0"/>
            </a:xfrm>
            <a:custGeom>
              <a:rect b="b" l="l" r="r" t="t"/>
              <a:pathLst>
                <a:path extrusionOk="0" h="120000" w="3975100">
                  <a:moveTo>
                    <a:pt x="3975099" y="0"/>
                  </a:moveTo>
                  <a:lnTo>
                    <a:pt x="396012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10013949" y="6767829"/>
              <a:ext cx="167640" cy="167640"/>
            </a:xfrm>
            <a:custGeom>
              <a:rect b="b" l="l" r="r" t="t"/>
              <a:pathLst>
                <a:path extrusionOk="0" h="167640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1" name="Google Shape;641;p32"/>
          <p:cNvSpPr txBox="1"/>
          <p:nvPr/>
        </p:nvSpPr>
        <p:spPr>
          <a:xfrm>
            <a:off x="3123120" y="3508437"/>
            <a:ext cx="26149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 = getTotal(startDate)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2" name="Google Shape;642;p32"/>
          <p:cNvSpPr txBox="1"/>
          <p:nvPr/>
        </p:nvSpPr>
        <p:spPr>
          <a:xfrm>
            <a:off x="7298680" y="6492937"/>
            <a:ext cx="1353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 = getTotal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3" name="Google Shape;643;p32"/>
          <p:cNvSpPr txBox="1"/>
          <p:nvPr/>
        </p:nvSpPr>
        <p:spPr>
          <a:xfrm>
            <a:off x="8902700" y="2844800"/>
            <a:ext cx="2565400" cy="6350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7150">
            <a:spAutoFit/>
          </a:bodyPr>
          <a:lstStyle/>
          <a:p>
            <a:pPr indent="0" lvl="0" marL="3435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sales[i] : Sale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44" name="Google Shape;644;p32"/>
          <p:cNvGrpSpPr/>
          <p:nvPr/>
        </p:nvGrpSpPr>
        <p:grpSpPr>
          <a:xfrm>
            <a:off x="2857500" y="3530600"/>
            <a:ext cx="7346950" cy="4521200"/>
            <a:chOff x="2857500" y="3530600"/>
            <a:chExt cx="7346950" cy="4521200"/>
          </a:xfrm>
        </p:grpSpPr>
        <p:sp>
          <p:nvSpPr>
            <p:cNvPr id="645" name="Google Shape;645;p32"/>
            <p:cNvSpPr/>
            <p:nvPr/>
          </p:nvSpPr>
          <p:spPr>
            <a:xfrm>
              <a:off x="10204450" y="3530600"/>
              <a:ext cx="0" cy="4521200"/>
            </a:xfrm>
            <a:custGeom>
              <a:rect b="b" l="l" r="r" t="t"/>
              <a:pathLst>
                <a:path extrusionOk="0" h="4521200" w="120000">
                  <a:moveTo>
                    <a:pt x="0" y="0"/>
                  </a:moveTo>
                  <a:lnTo>
                    <a:pt x="0" y="45211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2857500" y="4406900"/>
              <a:ext cx="1231900" cy="609600"/>
            </a:xfrm>
            <a:custGeom>
              <a:rect b="b" l="l" r="r" t="t"/>
              <a:pathLst>
                <a:path extrusionOk="0" h="609600" w="1231900">
                  <a:moveTo>
                    <a:pt x="0" y="0"/>
                  </a:moveTo>
                  <a:lnTo>
                    <a:pt x="1231900" y="0"/>
                  </a:lnTo>
                  <a:lnTo>
                    <a:pt x="1231900" y="300507"/>
                  </a:lnTo>
                  <a:lnTo>
                    <a:pt x="89665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" name="Google Shape;647;p32"/>
          <p:cNvSpPr txBox="1"/>
          <p:nvPr/>
        </p:nvSpPr>
        <p:spPr>
          <a:xfrm>
            <a:off x="4309554" y="4499755"/>
            <a:ext cx="204533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[for each sale]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8" name="Google Shape;648;p32"/>
          <p:cNvSpPr txBox="1"/>
          <p:nvPr/>
        </p:nvSpPr>
        <p:spPr>
          <a:xfrm>
            <a:off x="3127052" y="4500115"/>
            <a:ext cx="6769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loop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3175000" y="5778500"/>
            <a:ext cx="1231900" cy="609600"/>
          </a:xfrm>
          <a:custGeom>
            <a:rect b="b" l="l" r="r" t="t"/>
            <a:pathLst>
              <a:path extrusionOk="0" h="609600" w="1231900">
                <a:moveTo>
                  <a:pt x="0" y="0"/>
                </a:moveTo>
                <a:lnTo>
                  <a:pt x="1231900" y="0"/>
                </a:lnTo>
                <a:lnTo>
                  <a:pt x="1231900" y="300507"/>
                </a:lnTo>
                <a:lnTo>
                  <a:pt x="896652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2"/>
          <p:cNvSpPr txBox="1"/>
          <p:nvPr/>
        </p:nvSpPr>
        <p:spPr>
          <a:xfrm>
            <a:off x="3447677" y="5871715"/>
            <a:ext cx="5251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opt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51" name="Google Shape;651;p32"/>
          <p:cNvGrpSpPr/>
          <p:nvPr/>
        </p:nvGrpSpPr>
        <p:grpSpPr>
          <a:xfrm>
            <a:off x="6096000" y="5332729"/>
            <a:ext cx="4123690" cy="167640"/>
            <a:chOff x="6096000" y="5332729"/>
            <a:chExt cx="4123690" cy="167640"/>
          </a:xfrm>
        </p:grpSpPr>
        <p:sp>
          <p:nvSpPr>
            <p:cNvPr id="652" name="Google Shape;652;p32"/>
            <p:cNvSpPr/>
            <p:nvPr/>
          </p:nvSpPr>
          <p:spPr>
            <a:xfrm>
              <a:off x="6096000" y="5416549"/>
              <a:ext cx="3975100" cy="0"/>
            </a:xfrm>
            <a:custGeom>
              <a:rect b="b" l="l" r="r" t="t"/>
              <a:pathLst>
                <a:path extrusionOk="0" h="120000" w="3975100">
                  <a:moveTo>
                    <a:pt x="3975100" y="0"/>
                  </a:moveTo>
                  <a:lnTo>
                    <a:pt x="3960378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10052050" y="53327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4" name="Google Shape;654;p32"/>
          <p:cNvSpPr txBox="1"/>
          <p:nvPr/>
        </p:nvSpPr>
        <p:spPr>
          <a:xfrm>
            <a:off x="7047631" y="5051487"/>
            <a:ext cx="17919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date = getDate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5" name="Google Shape;655;p32"/>
          <p:cNvSpPr txBox="1"/>
          <p:nvPr/>
        </p:nvSpPr>
        <p:spPr>
          <a:xfrm>
            <a:off x="4593493" y="5915805"/>
            <a:ext cx="260413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69B5"/>
                </a:solidFill>
                <a:latin typeface="Verdana"/>
                <a:ea typeface="Verdana"/>
                <a:cs typeface="Verdana"/>
                <a:sym typeface="Verdana"/>
              </a:rPr>
              <a:t>[startDate &lt; date]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6" name="Google Shape;656;p32"/>
          <p:cNvSpPr txBox="1"/>
          <p:nvPr/>
        </p:nvSpPr>
        <p:spPr>
          <a:xfrm>
            <a:off x="762000" y="7721600"/>
            <a:ext cx="4152900" cy="4191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Frames can be nested.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57" name="Google Shape;657;p32"/>
          <p:cNvGrpSpPr/>
          <p:nvPr/>
        </p:nvGrpSpPr>
        <p:grpSpPr>
          <a:xfrm>
            <a:off x="2095500" y="6769299"/>
            <a:ext cx="1057105" cy="952301"/>
            <a:chOff x="2095500" y="6769299"/>
            <a:chExt cx="1057105" cy="952301"/>
          </a:xfrm>
        </p:grpSpPr>
        <p:sp>
          <p:nvSpPr>
            <p:cNvPr id="658" name="Google Shape;658;p32"/>
            <p:cNvSpPr/>
            <p:nvPr/>
          </p:nvSpPr>
          <p:spPr>
            <a:xfrm>
              <a:off x="2095500" y="6845300"/>
              <a:ext cx="977900" cy="876300"/>
            </a:xfrm>
            <a:custGeom>
              <a:rect b="b" l="l" r="r" t="t"/>
              <a:pathLst>
                <a:path extrusionOk="0" h="876300" w="977900">
                  <a:moveTo>
                    <a:pt x="977900" y="0"/>
                  </a:moveTo>
                  <a:lnTo>
                    <a:pt x="974386" y="12699"/>
                  </a:lnTo>
                  <a:lnTo>
                    <a:pt x="0" y="876299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3051185" y="6769299"/>
              <a:ext cx="101420" cy="10142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0" name="Google Shape;660;p32"/>
          <p:cNvGrpSpPr/>
          <p:nvPr/>
        </p:nvGrpSpPr>
        <p:grpSpPr>
          <a:xfrm>
            <a:off x="190500" y="8248650"/>
            <a:ext cx="12623800" cy="1504950"/>
            <a:chOff x="190500" y="8248650"/>
            <a:chExt cx="12623800" cy="1504950"/>
          </a:xfrm>
        </p:grpSpPr>
        <p:sp>
          <p:nvSpPr>
            <p:cNvPr id="661" name="Google Shape;661;p32"/>
            <p:cNvSpPr/>
            <p:nvPr/>
          </p:nvSpPr>
          <p:spPr>
            <a:xfrm>
              <a:off x="190500" y="8248650"/>
              <a:ext cx="12623800" cy="150495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266700" y="8401050"/>
              <a:ext cx="12471400" cy="135255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3" name="Google Shape;663;p32"/>
          <p:cNvSpPr txBox="1"/>
          <p:nvPr/>
        </p:nvSpPr>
        <p:spPr>
          <a:xfrm>
            <a:off x="533400" y="8550860"/>
            <a:ext cx="106330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Get the sum of all sales that happend today  after 18:00 o’clock.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4" name="Google Shape;664;p32"/>
          <p:cNvSpPr/>
          <p:nvPr/>
        </p:nvSpPr>
        <p:spPr>
          <a:xfrm>
            <a:off x="12700" y="8229600"/>
            <a:ext cx="12992100" cy="1524000"/>
          </a:xfrm>
          <a:custGeom>
            <a:rect b="b" l="l" r="r" t="t"/>
            <a:pathLst>
              <a:path extrusionOk="0" h="1524000" w="12992100">
                <a:moveTo>
                  <a:pt x="0" y="0"/>
                </a:moveTo>
                <a:lnTo>
                  <a:pt x="12992100" y="0"/>
                </a:lnTo>
                <a:lnTo>
                  <a:pt x="12992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5" name="Google Shape;665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3"/>
          <p:cNvSpPr txBox="1"/>
          <p:nvPr/>
        </p:nvSpPr>
        <p:spPr>
          <a:xfrm>
            <a:off x="292100" y="1714684"/>
            <a:ext cx="12444095" cy="91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model mutually exclusive alternatives?</a:t>
            </a:r>
            <a:endParaRPr sz="3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baseline="30000" lang="en-US" sz="2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Sequence Diagrams </a:t>
            </a:r>
            <a:r>
              <a:rPr baseline="30000" lang="en-US" sz="25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lang="en-US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33</a:t>
            </a:r>
            <a:endParaRPr sz="17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71" name="Google Shape;671;p33"/>
          <p:cNvGrpSpPr/>
          <p:nvPr/>
        </p:nvGrpSpPr>
        <p:grpSpPr>
          <a:xfrm>
            <a:off x="190500" y="5480050"/>
            <a:ext cx="12623800" cy="1625600"/>
            <a:chOff x="190500" y="5480050"/>
            <a:chExt cx="12623800" cy="1625600"/>
          </a:xfrm>
        </p:grpSpPr>
        <p:sp>
          <p:nvSpPr>
            <p:cNvPr id="672" name="Google Shape;672;p33"/>
            <p:cNvSpPr/>
            <p:nvPr/>
          </p:nvSpPr>
          <p:spPr>
            <a:xfrm>
              <a:off x="190500" y="5480050"/>
              <a:ext cx="12623800" cy="16256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482600" y="5778500"/>
              <a:ext cx="12039600" cy="914400"/>
            </a:xfrm>
            <a:custGeom>
              <a:rect b="b" l="l" r="r" t="t"/>
              <a:pathLst>
                <a:path extrusionOk="0" h="914400" w="12039600">
                  <a:moveTo>
                    <a:pt x="0" y="0"/>
                  </a:moveTo>
                  <a:lnTo>
                    <a:pt x="12039600" y="0"/>
                  </a:lnTo>
                  <a:lnTo>
                    <a:pt x="12039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266700" y="5632450"/>
              <a:ext cx="12471400" cy="14732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5" name="Google Shape;675;p33"/>
          <p:cNvSpPr txBox="1"/>
          <p:nvPr/>
        </p:nvSpPr>
        <p:spPr>
          <a:xfrm>
            <a:off x="533400" y="5782260"/>
            <a:ext cx="113645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A register should be able to handle credit card  payments and cash payments.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"/>
          <p:cNvSpPr txBox="1"/>
          <p:nvPr>
            <p:ph type="title"/>
          </p:nvPr>
        </p:nvSpPr>
        <p:spPr>
          <a:xfrm>
            <a:off x="292100" y="1194283"/>
            <a:ext cx="12444095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0" lvl="0" marL="12700" marR="511175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Use the </a:t>
            </a:r>
            <a:r>
              <a:rPr lang="en-US">
                <a:latin typeface="Verdana"/>
                <a:ea typeface="Verdana"/>
                <a:cs typeface="Verdana"/>
                <a:sym typeface="Verdana"/>
              </a:rPr>
              <a:t>UML alt frame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to model between 2 and n  mutually exclusive alternatives.</a:t>
            </a:r>
            <a:endParaRPr/>
          </a:p>
          <a:p>
            <a:pPr indent="0" lvl="0" marL="0" marR="5080" rtl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baseline="30000" lang="en-US" sz="2550">
                <a:latin typeface="Verdana"/>
                <a:ea typeface="Verdana"/>
                <a:cs typeface="Verdana"/>
                <a:sym typeface="Verdana"/>
              </a:rPr>
              <a:t>UML Sequence Diagrams </a:t>
            </a:r>
            <a:r>
              <a:rPr baseline="30000" lang="en-US" sz="2550">
                <a:latin typeface="Tahoma"/>
                <a:ea typeface="Tahoma"/>
                <a:cs typeface="Tahoma"/>
                <a:sym typeface="Tahoma"/>
              </a:rPr>
              <a:t>|	</a:t>
            </a:r>
            <a:r>
              <a:rPr lang="en-US" sz="1700">
                <a:latin typeface="Verdana"/>
                <a:ea typeface="Verdana"/>
                <a:cs typeface="Verdana"/>
                <a:sym typeface="Verdana"/>
              </a:rPr>
              <a:t>34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81" name="Google Shape;681;p34"/>
          <p:cNvGrpSpPr/>
          <p:nvPr/>
        </p:nvGrpSpPr>
        <p:grpSpPr>
          <a:xfrm>
            <a:off x="739681" y="3403600"/>
            <a:ext cx="11899900" cy="4546600"/>
            <a:chOff x="739681" y="3403600"/>
            <a:chExt cx="11899900" cy="4546600"/>
          </a:xfrm>
        </p:grpSpPr>
        <p:sp>
          <p:nvSpPr>
            <p:cNvPr id="682" name="Google Shape;682;p34"/>
            <p:cNvSpPr/>
            <p:nvPr/>
          </p:nvSpPr>
          <p:spPr>
            <a:xfrm>
              <a:off x="739681" y="4003581"/>
              <a:ext cx="11899900" cy="3721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774700" y="4038600"/>
              <a:ext cx="11722100" cy="3543300"/>
            </a:xfrm>
            <a:custGeom>
              <a:rect b="b" l="l" r="r" t="t"/>
              <a:pathLst>
                <a:path extrusionOk="0" h="3543300" w="11722100">
                  <a:moveTo>
                    <a:pt x="0" y="0"/>
                  </a:moveTo>
                  <a:lnTo>
                    <a:pt x="11722100" y="0"/>
                  </a:lnTo>
                  <a:lnTo>
                    <a:pt x="11722100" y="3543300"/>
                  </a:lnTo>
                  <a:lnTo>
                    <a:pt x="0" y="3543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774700" y="4038600"/>
              <a:ext cx="11722100" cy="3543300"/>
            </a:xfrm>
            <a:custGeom>
              <a:rect b="b" l="l" r="r" t="t"/>
              <a:pathLst>
                <a:path extrusionOk="0" h="3543300" w="11722100">
                  <a:moveTo>
                    <a:pt x="0" y="0"/>
                  </a:moveTo>
                  <a:lnTo>
                    <a:pt x="11722100" y="0"/>
                  </a:lnTo>
                  <a:lnTo>
                    <a:pt x="11722100" y="3543300"/>
                  </a:lnTo>
                  <a:lnTo>
                    <a:pt x="0" y="35433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3994149" y="3403600"/>
              <a:ext cx="0" cy="4546600"/>
            </a:xfrm>
            <a:custGeom>
              <a:rect b="b" l="l" r="r" t="t"/>
              <a:pathLst>
                <a:path extrusionOk="0" h="4546600" w="120000">
                  <a:moveTo>
                    <a:pt x="0" y="3035300"/>
                  </a:moveTo>
                  <a:lnTo>
                    <a:pt x="0" y="4546600"/>
                  </a:lnTo>
                </a:path>
                <a:path extrusionOk="0" h="4546600" w="120000">
                  <a:moveTo>
                    <a:pt x="0" y="1143000"/>
                  </a:moveTo>
                  <a:lnTo>
                    <a:pt x="0" y="2628900"/>
                  </a:lnTo>
                </a:path>
                <a:path extrusionOk="0" h="4546600" w="120000">
                  <a:moveTo>
                    <a:pt x="0" y="0"/>
                  </a:moveTo>
                  <a:lnTo>
                    <a:pt x="0" y="7366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6" name="Google Shape;686;p34"/>
          <p:cNvSpPr txBox="1"/>
          <p:nvPr/>
        </p:nvSpPr>
        <p:spPr>
          <a:xfrm>
            <a:off x="3263900" y="2806700"/>
            <a:ext cx="1422400" cy="5969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0" lvl="0" marL="825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:Register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87" name="Google Shape;687;p34"/>
          <p:cNvGrpSpPr/>
          <p:nvPr/>
        </p:nvGrpSpPr>
        <p:grpSpPr>
          <a:xfrm>
            <a:off x="311150" y="3745229"/>
            <a:ext cx="3685540" cy="167640"/>
            <a:chOff x="311150" y="3745229"/>
            <a:chExt cx="3685540" cy="167640"/>
          </a:xfrm>
        </p:grpSpPr>
        <p:sp>
          <p:nvSpPr>
            <p:cNvPr id="688" name="Google Shape;688;p34"/>
            <p:cNvSpPr/>
            <p:nvPr/>
          </p:nvSpPr>
          <p:spPr>
            <a:xfrm>
              <a:off x="431800" y="3829050"/>
              <a:ext cx="3416300" cy="0"/>
            </a:xfrm>
            <a:custGeom>
              <a:rect b="b" l="l" r="r" t="t"/>
              <a:pathLst>
                <a:path extrusionOk="0" h="120000" w="3416300">
                  <a:moveTo>
                    <a:pt x="3416300" y="0"/>
                  </a:moveTo>
                  <a:lnTo>
                    <a:pt x="3401107" y="0"/>
                  </a:lnTo>
                  <a:lnTo>
                    <a:pt x="19439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311150" y="3759199"/>
              <a:ext cx="139700" cy="139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3829050" y="3745229"/>
              <a:ext cx="167640" cy="167640"/>
            </a:xfrm>
            <a:custGeom>
              <a:rect b="b" l="l" r="r" t="t"/>
              <a:pathLst>
                <a:path extrusionOk="0" h="167639" w="167639">
                  <a:moveTo>
                    <a:pt x="0" y="0"/>
                  </a:moveTo>
                  <a:lnTo>
                    <a:pt x="0" y="167640"/>
                  </a:lnTo>
                  <a:lnTo>
                    <a:pt x="16763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1" name="Google Shape;691;p34"/>
          <p:cNvSpPr txBox="1"/>
          <p:nvPr/>
        </p:nvSpPr>
        <p:spPr>
          <a:xfrm>
            <a:off x="844773" y="3419537"/>
            <a:ext cx="28790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makePayment(type,sale)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5516977" y="6645337"/>
            <a:ext cx="7512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6515100" y="4673600"/>
            <a:ext cx="3022600" cy="635000"/>
          </a:xfrm>
          <a:custGeom>
            <a:rect b="b" l="l" r="r" t="t"/>
            <a:pathLst>
              <a:path extrusionOk="0" h="635000" w="3022600">
                <a:moveTo>
                  <a:pt x="0" y="0"/>
                </a:moveTo>
                <a:lnTo>
                  <a:pt x="3022600" y="0"/>
                </a:lnTo>
                <a:lnTo>
                  <a:pt x="30226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4"/>
          <p:cNvSpPr txBox="1"/>
          <p:nvPr/>
        </p:nvSpPr>
        <p:spPr>
          <a:xfrm>
            <a:off x="6608104" y="4798205"/>
            <a:ext cx="283654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:CreditCardPayment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95" name="Google Shape;695;p34"/>
          <p:cNvGrpSpPr/>
          <p:nvPr/>
        </p:nvGrpSpPr>
        <p:grpSpPr>
          <a:xfrm>
            <a:off x="774700" y="4038600"/>
            <a:ext cx="7270750" cy="3911600"/>
            <a:chOff x="774700" y="4038600"/>
            <a:chExt cx="7270750" cy="3911600"/>
          </a:xfrm>
        </p:grpSpPr>
        <p:sp>
          <p:nvSpPr>
            <p:cNvPr id="696" name="Google Shape;696;p34"/>
            <p:cNvSpPr/>
            <p:nvPr/>
          </p:nvSpPr>
          <p:spPr>
            <a:xfrm>
              <a:off x="8045450" y="5359400"/>
              <a:ext cx="0" cy="2590800"/>
            </a:xfrm>
            <a:custGeom>
              <a:rect b="b" l="l" r="r" t="t"/>
              <a:pathLst>
                <a:path extrusionOk="0" h="2590800" w="120000">
                  <a:moveTo>
                    <a:pt x="0" y="0"/>
                  </a:moveTo>
                  <a:lnTo>
                    <a:pt x="0" y="259079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774700" y="4038600"/>
              <a:ext cx="1231900" cy="609600"/>
            </a:xfrm>
            <a:custGeom>
              <a:rect b="b" l="l" r="r" t="t"/>
              <a:pathLst>
                <a:path extrusionOk="0" h="609600" w="1231900">
                  <a:moveTo>
                    <a:pt x="0" y="0"/>
                  </a:moveTo>
                  <a:lnTo>
                    <a:pt x="1231900" y="0"/>
                  </a:lnTo>
                  <a:lnTo>
                    <a:pt x="1231900" y="300507"/>
                  </a:lnTo>
                  <a:lnTo>
                    <a:pt x="896652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8" name="Google Shape;698;p34"/>
          <p:cNvSpPr txBox="1"/>
          <p:nvPr/>
        </p:nvSpPr>
        <p:spPr>
          <a:xfrm>
            <a:off x="2308039" y="4169196"/>
            <a:ext cx="363601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[type = CreditCardPayment]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9" name="Google Shape;699;p34"/>
          <p:cNvSpPr txBox="1"/>
          <p:nvPr/>
        </p:nvSpPr>
        <p:spPr>
          <a:xfrm>
            <a:off x="1174328" y="4131815"/>
            <a:ext cx="416559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alt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8686800" y="6642100"/>
            <a:ext cx="3022600" cy="635000"/>
          </a:xfrm>
          <a:custGeom>
            <a:rect b="b" l="l" r="r" t="t"/>
            <a:pathLst>
              <a:path extrusionOk="0" h="635000" w="3022600">
                <a:moveTo>
                  <a:pt x="0" y="0"/>
                </a:moveTo>
                <a:lnTo>
                  <a:pt x="3022600" y="0"/>
                </a:lnTo>
                <a:lnTo>
                  <a:pt x="3022600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4"/>
          <p:cNvSpPr txBox="1"/>
          <p:nvPr/>
        </p:nvSpPr>
        <p:spPr>
          <a:xfrm>
            <a:off x="9182261" y="6766706"/>
            <a:ext cx="20320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:CashPayment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702" name="Google Shape;702;p34"/>
          <p:cNvGrpSpPr/>
          <p:nvPr/>
        </p:nvGrpSpPr>
        <p:grpSpPr>
          <a:xfrm>
            <a:off x="762000" y="4900929"/>
            <a:ext cx="11747500" cy="3150871"/>
            <a:chOff x="762000" y="4900929"/>
            <a:chExt cx="11747500" cy="3150871"/>
          </a:xfrm>
        </p:grpSpPr>
        <p:sp>
          <p:nvSpPr>
            <p:cNvPr id="703" name="Google Shape;703;p34"/>
            <p:cNvSpPr/>
            <p:nvPr/>
          </p:nvSpPr>
          <p:spPr>
            <a:xfrm>
              <a:off x="10217150" y="7327900"/>
              <a:ext cx="0" cy="723900"/>
            </a:xfrm>
            <a:custGeom>
              <a:rect b="b" l="l" r="r" t="t"/>
              <a:pathLst>
                <a:path extrusionOk="0" h="723900" w="1200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762000" y="5924549"/>
              <a:ext cx="11747500" cy="0"/>
            </a:xfrm>
            <a:custGeom>
              <a:rect b="b" l="l" r="r" t="t"/>
              <a:pathLst>
                <a:path extrusionOk="0" h="120000" w="11747500">
                  <a:moveTo>
                    <a:pt x="0" y="0"/>
                  </a:moveTo>
                  <a:lnTo>
                    <a:pt x="1174750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4013199" y="4984750"/>
              <a:ext cx="2349500" cy="0"/>
            </a:xfrm>
            <a:custGeom>
              <a:rect b="b" l="l" r="r" t="t"/>
              <a:pathLst>
                <a:path extrusionOk="0" h="120000" w="2349500">
                  <a:moveTo>
                    <a:pt x="2349500" y="0"/>
                  </a:moveTo>
                  <a:lnTo>
                    <a:pt x="2329167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6343650" y="4900929"/>
              <a:ext cx="167640" cy="167640"/>
            </a:xfrm>
            <a:custGeom>
              <a:rect b="b" l="l" r="r" t="t"/>
              <a:pathLst>
                <a:path extrusionOk="0" h="167639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4013200" y="6965950"/>
              <a:ext cx="4521200" cy="0"/>
            </a:xfrm>
            <a:custGeom>
              <a:rect b="b" l="l" r="r" t="t"/>
              <a:pathLst>
                <a:path extrusionOk="0" h="120000" w="4521200">
                  <a:moveTo>
                    <a:pt x="4521200" y="0"/>
                  </a:moveTo>
                  <a:lnTo>
                    <a:pt x="4500900" y="0"/>
                  </a:ln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8515350" y="6882129"/>
              <a:ext cx="167640" cy="167640"/>
            </a:xfrm>
            <a:custGeom>
              <a:rect b="b" l="l" r="r" t="t"/>
              <a:pathLst>
                <a:path extrusionOk="0" h="167640" w="167640">
                  <a:moveTo>
                    <a:pt x="0" y="0"/>
                  </a:moveTo>
                  <a:lnTo>
                    <a:pt x="0" y="167640"/>
                  </a:lnTo>
                  <a:lnTo>
                    <a:pt x="167640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9" name="Google Shape;709;p34"/>
          <p:cNvSpPr txBox="1"/>
          <p:nvPr/>
        </p:nvSpPr>
        <p:spPr>
          <a:xfrm>
            <a:off x="2320131" y="6061496"/>
            <a:ext cx="290385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[type = CashPayment]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0" name="Google Shape;710;p34"/>
          <p:cNvSpPr txBox="1"/>
          <p:nvPr/>
        </p:nvSpPr>
        <p:spPr>
          <a:xfrm>
            <a:off x="4873805" y="4619687"/>
            <a:ext cx="7512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11" name="Google Shape;711;p34"/>
          <p:cNvGrpSpPr/>
          <p:nvPr/>
        </p:nvGrpSpPr>
        <p:grpSpPr>
          <a:xfrm>
            <a:off x="190500" y="8210550"/>
            <a:ext cx="12623800" cy="1543050"/>
            <a:chOff x="190500" y="8210550"/>
            <a:chExt cx="12623800" cy="1543050"/>
          </a:xfrm>
        </p:grpSpPr>
        <p:sp>
          <p:nvSpPr>
            <p:cNvPr id="712" name="Google Shape;712;p34"/>
            <p:cNvSpPr/>
            <p:nvPr/>
          </p:nvSpPr>
          <p:spPr>
            <a:xfrm>
              <a:off x="190500" y="8210550"/>
              <a:ext cx="12623800" cy="154305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266700" y="8362950"/>
              <a:ext cx="12471400" cy="13906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4" name="Google Shape;714;p34"/>
          <p:cNvSpPr txBox="1"/>
          <p:nvPr/>
        </p:nvSpPr>
        <p:spPr>
          <a:xfrm>
            <a:off x="533400" y="8512760"/>
            <a:ext cx="113645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Modeling task: A register should be able to handle credit card  payments and cash payments.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5" name="Google Shape;715;p34"/>
          <p:cNvSpPr/>
          <p:nvPr/>
        </p:nvSpPr>
        <p:spPr>
          <a:xfrm>
            <a:off x="12700" y="8216900"/>
            <a:ext cx="12992100" cy="1536700"/>
          </a:xfrm>
          <a:custGeom>
            <a:rect b="b" l="l" r="r" t="t"/>
            <a:pathLst>
              <a:path extrusionOk="0" h="1536700" w="12992100">
                <a:moveTo>
                  <a:pt x="0" y="0"/>
                </a:moveTo>
                <a:lnTo>
                  <a:pt x="12992100" y="0"/>
                </a:lnTo>
                <a:lnTo>
                  <a:pt x="1299210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5"/>
          <p:cNvSpPr txBox="1"/>
          <p:nvPr>
            <p:ph type="title"/>
          </p:nvPr>
        </p:nvSpPr>
        <p:spPr>
          <a:xfrm>
            <a:off x="268604" y="1194283"/>
            <a:ext cx="1246759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Sale Scenario</a:t>
            </a:r>
            <a:br>
              <a:rPr lang="en-US"/>
            </a:br>
            <a:endParaRPr/>
          </a:p>
        </p:txBody>
      </p:sp>
      <p:sp>
        <p:nvSpPr>
          <p:cNvPr id="721" name="Google Shape;721;p35"/>
          <p:cNvSpPr txBox="1"/>
          <p:nvPr/>
        </p:nvSpPr>
        <p:spPr>
          <a:xfrm>
            <a:off x="1986127" y="4090060"/>
            <a:ext cx="6102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Cashier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5664200" y="3962399"/>
            <a:ext cx="1083945" cy="286385"/>
          </a:xfrm>
          <a:custGeom>
            <a:rect b="b" l="l" r="r" t="t"/>
            <a:pathLst>
              <a:path extrusionOk="0" h="286385" w="1083945">
                <a:moveTo>
                  <a:pt x="1083448" y="0"/>
                </a:moveTo>
                <a:lnTo>
                  <a:pt x="0" y="0"/>
                </a:lnTo>
                <a:lnTo>
                  <a:pt x="0" y="286335"/>
                </a:lnTo>
                <a:lnTo>
                  <a:pt x="1083448" y="286335"/>
                </a:lnTo>
                <a:lnTo>
                  <a:pt x="108344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5"/>
          <p:cNvSpPr txBox="1"/>
          <p:nvPr/>
        </p:nvSpPr>
        <p:spPr>
          <a:xfrm>
            <a:off x="5664200" y="3962400"/>
            <a:ext cx="1083945" cy="28638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0" lvl="0" marL="2717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:System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p35"/>
          <p:cNvGrpSpPr/>
          <p:nvPr/>
        </p:nvGrpSpPr>
        <p:grpSpPr>
          <a:xfrm>
            <a:off x="2356231" y="5123066"/>
            <a:ext cx="3841039" cy="129539"/>
            <a:chOff x="6068339" y="3336785"/>
            <a:chExt cx="3841039" cy="129539"/>
          </a:xfrm>
        </p:grpSpPr>
        <p:sp>
          <p:nvSpPr>
            <p:cNvPr id="725" name="Google Shape;725;p35"/>
            <p:cNvSpPr/>
            <p:nvPr/>
          </p:nvSpPr>
          <p:spPr>
            <a:xfrm>
              <a:off x="6068339" y="3401339"/>
              <a:ext cx="3726815" cy="0"/>
            </a:xfrm>
            <a:custGeom>
              <a:rect b="b" l="l" r="r" t="t"/>
              <a:pathLst>
                <a:path extrusionOk="0" h="120000" w="3726815">
                  <a:moveTo>
                    <a:pt x="3726372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9778568" y="3336785"/>
              <a:ext cx="130810" cy="129539"/>
            </a:xfrm>
            <a:custGeom>
              <a:rect b="b" l="l" r="r" t="t"/>
              <a:pathLst>
                <a:path extrusionOk="0" h="129539" w="130809">
                  <a:moveTo>
                    <a:pt x="0" y="0"/>
                  </a:moveTo>
                  <a:lnTo>
                    <a:pt x="0" y="129095"/>
                  </a:lnTo>
                  <a:lnTo>
                    <a:pt x="130251" y="64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35"/>
          <p:cNvSpPr txBox="1"/>
          <p:nvPr/>
        </p:nvSpPr>
        <p:spPr>
          <a:xfrm>
            <a:off x="3384233" y="4983125"/>
            <a:ext cx="177228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enterItem(itemID, quantity)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8" name="Google Shape;728;p35"/>
          <p:cNvGrpSpPr/>
          <p:nvPr/>
        </p:nvGrpSpPr>
        <p:grpSpPr>
          <a:xfrm>
            <a:off x="6066460" y="4393476"/>
            <a:ext cx="131877" cy="4011355"/>
            <a:chOff x="9778568" y="2607195"/>
            <a:chExt cx="131877" cy="4011355"/>
          </a:xfrm>
        </p:grpSpPr>
        <p:sp>
          <p:nvSpPr>
            <p:cNvPr id="729" name="Google Shape;729;p35"/>
            <p:cNvSpPr/>
            <p:nvPr/>
          </p:nvSpPr>
          <p:spPr>
            <a:xfrm>
              <a:off x="9905365" y="2607195"/>
              <a:ext cx="5080" cy="4011295"/>
            </a:xfrm>
            <a:custGeom>
              <a:rect b="b" l="l" r="r" t="t"/>
              <a:pathLst>
                <a:path extrusionOk="0" h="4011295" w="5079">
                  <a:moveTo>
                    <a:pt x="4597" y="3298761"/>
                  </a:moveTo>
                  <a:lnTo>
                    <a:pt x="0" y="3298761"/>
                  </a:lnTo>
                  <a:lnTo>
                    <a:pt x="0" y="3371367"/>
                  </a:lnTo>
                  <a:lnTo>
                    <a:pt x="4597" y="3371367"/>
                  </a:lnTo>
                  <a:lnTo>
                    <a:pt x="4597" y="3298761"/>
                  </a:lnTo>
                  <a:close/>
                </a:path>
                <a:path extrusionOk="0" h="4011295" w="5079">
                  <a:moveTo>
                    <a:pt x="4597" y="2763939"/>
                  </a:moveTo>
                  <a:lnTo>
                    <a:pt x="0" y="2763939"/>
                  </a:lnTo>
                  <a:lnTo>
                    <a:pt x="0" y="2836557"/>
                  </a:lnTo>
                  <a:lnTo>
                    <a:pt x="4597" y="2836557"/>
                  </a:lnTo>
                  <a:lnTo>
                    <a:pt x="4597" y="2763939"/>
                  </a:lnTo>
                  <a:close/>
                </a:path>
                <a:path extrusionOk="0" h="4011295" w="5079">
                  <a:moveTo>
                    <a:pt x="4597" y="2230285"/>
                  </a:moveTo>
                  <a:lnTo>
                    <a:pt x="0" y="2230285"/>
                  </a:lnTo>
                  <a:lnTo>
                    <a:pt x="0" y="2302903"/>
                  </a:lnTo>
                  <a:lnTo>
                    <a:pt x="4597" y="2302903"/>
                  </a:lnTo>
                  <a:lnTo>
                    <a:pt x="4597" y="2230285"/>
                  </a:lnTo>
                  <a:close/>
                </a:path>
                <a:path extrusionOk="0" h="4011295" w="5079">
                  <a:moveTo>
                    <a:pt x="4597" y="1696631"/>
                  </a:moveTo>
                  <a:lnTo>
                    <a:pt x="0" y="1696631"/>
                  </a:lnTo>
                  <a:lnTo>
                    <a:pt x="0" y="1768094"/>
                  </a:lnTo>
                  <a:lnTo>
                    <a:pt x="4597" y="1768094"/>
                  </a:lnTo>
                  <a:lnTo>
                    <a:pt x="4597" y="1696631"/>
                  </a:lnTo>
                  <a:close/>
                </a:path>
                <a:path extrusionOk="0" h="4011295" w="5079">
                  <a:moveTo>
                    <a:pt x="4597" y="1161821"/>
                  </a:moveTo>
                  <a:lnTo>
                    <a:pt x="0" y="1161821"/>
                  </a:lnTo>
                  <a:lnTo>
                    <a:pt x="0" y="1234440"/>
                  </a:lnTo>
                  <a:lnTo>
                    <a:pt x="4597" y="1234440"/>
                  </a:lnTo>
                  <a:lnTo>
                    <a:pt x="4597" y="1161821"/>
                  </a:lnTo>
                  <a:close/>
                </a:path>
                <a:path extrusionOk="0" h="4011295" w="5079">
                  <a:moveTo>
                    <a:pt x="4597" y="628167"/>
                  </a:moveTo>
                  <a:lnTo>
                    <a:pt x="0" y="628167"/>
                  </a:lnTo>
                  <a:lnTo>
                    <a:pt x="0" y="699630"/>
                  </a:lnTo>
                  <a:lnTo>
                    <a:pt x="4597" y="699630"/>
                  </a:lnTo>
                  <a:lnTo>
                    <a:pt x="4597" y="628167"/>
                  </a:lnTo>
                  <a:close/>
                </a:path>
                <a:path extrusionOk="0" h="4011295" w="5079">
                  <a:moveTo>
                    <a:pt x="4597" y="93370"/>
                  </a:moveTo>
                  <a:lnTo>
                    <a:pt x="0" y="93370"/>
                  </a:lnTo>
                  <a:lnTo>
                    <a:pt x="0" y="165963"/>
                  </a:lnTo>
                  <a:lnTo>
                    <a:pt x="4597" y="165963"/>
                  </a:lnTo>
                  <a:lnTo>
                    <a:pt x="4597" y="93370"/>
                  </a:lnTo>
                  <a:close/>
                </a:path>
                <a:path extrusionOk="0" h="4011295" w="5079">
                  <a:moveTo>
                    <a:pt x="4610" y="3940759"/>
                  </a:moveTo>
                  <a:lnTo>
                    <a:pt x="3454" y="3939603"/>
                  </a:lnTo>
                  <a:lnTo>
                    <a:pt x="1143" y="3939603"/>
                  </a:lnTo>
                  <a:lnTo>
                    <a:pt x="0" y="3940759"/>
                  </a:lnTo>
                  <a:lnTo>
                    <a:pt x="0" y="4011066"/>
                  </a:lnTo>
                  <a:lnTo>
                    <a:pt x="4610" y="4011066"/>
                  </a:lnTo>
                  <a:lnTo>
                    <a:pt x="4610" y="3940759"/>
                  </a:lnTo>
                  <a:close/>
                </a:path>
                <a:path extrusionOk="0" h="4011295" w="5079">
                  <a:moveTo>
                    <a:pt x="4610" y="3833571"/>
                  </a:moveTo>
                  <a:lnTo>
                    <a:pt x="3454" y="3832415"/>
                  </a:lnTo>
                  <a:lnTo>
                    <a:pt x="1143" y="3832415"/>
                  </a:lnTo>
                  <a:lnTo>
                    <a:pt x="0" y="3833571"/>
                  </a:lnTo>
                  <a:lnTo>
                    <a:pt x="0" y="3903878"/>
                  </a:lnTo>
                  <a:lnTo>
                    <a:pt x="1143" y="3903878"/>
                  </a:lnTo>
                  <a:lnTo>
                    <a:pt x="3454" y="3905021"/>
                  </a:lnTo>
                  <a:lnTo>
                    <a:pt x="3454" y="3903878"/>
                  </a:lnTo>
                  <a:lnTo>
                    <a:pt x="4610" y="3903878"/>
                  </a:lnTo>
                  <a:lnTo>
                    <a:pt x="4610" y="3833571"/>
                  </a:lnTo>
                  <a:close/>
                </a:path>
                <a:path extrusionOk="0" h="4011295" w="5079">
                  <a:moveTo>
                    <a:pt x="4610" y="3726370"/>
                  </a:moveTo>
                  <a:lnTo>
                    <a:pt x="0" y="3726370"/>
                  </a:lnTo>
                  <a:lnTo>
                    <a:pt x="0" y="3796677"/>
                  </a:lnTo>
                  <a:lnTo>
                    <a:pt x="1143" y="3797833"/>
                  </a:lnTo>
                  <a:lnTo>
                    <a:pt x="3454" y="3797833"/>
                  </a:lnTo>
                  <a:lnTo>
                    <a:pt x="4610" y="3796677"/>
                  </a:lnTo>
                  <a:lnTo>
                    <a:pt x="4610" y="3726370"/>
                  </a:lnTo>
                  <a:close/>
                </a:path>
                <a:path extrusionOk="0" h="4011295" w="5079">
                  <a:moveTo>
                    <a:pt x="4610" y="3620338"/>
                  </a:moveTo>
                  <a:lnTo>
                    <a:pt x="0" y="3620338"/>
                  </a:lnTo>
                  <a:lnTo>
                    <a:pt x="0" y="3690645"/>
                  </a:lnTo>
                  <a:lnTo>
                    <a:pt x="4610" y="3690645"/>
                  </a:lnTo>
                  <a:lnTo>
                    <a:pt x="4610" y="3620338"/>
                  </a:lnTo>
                  <a:close/>
                </a:path>
                <a:path extrusionOk="0" h="4011295" w="5079">
                  <a:moveTo>
                    <a:pt x="4610" y="3513137"/>
                  </a:moveTo>
                  <a:lnTo>
                    <a:pt x="0" y="3513137"/>
                  </a:lnTo>
                  <a:lnTo>
                    <a:pt x="0" y="3583444"/>
                  </a:lnTo>
                  <a:lnTo>
                    <a:pt x="4610" y="3583444"/>
                  </a:lnTo>
                  <a:lnTo>
                    <a:pt x="4610" y="3513137"/>
                  </a:lnTo>
                  <a:close/>
                </a:path>
                <a:path extrusionOk="0" h="4011295" w="5079">
                  <a:moveTo>
                    <a:pt x="4610" y="3407105"/>
                  </a:moveTo>
                  <a:lnTo>
                    <a:pt x="3454" y="3405949"/>
                  </a:lnTo>
                  <a:lnTo>
                    <a:pt x="1143" y="3405949"/>
                  </a:lnTo>
                  <a:lnTo>
                    <a:pt x="0" y="3407105"/>
                  </a:lnTo>
                  <a:lnTo>
                    <a:pt x="0" y="3476256"/>
                  </a:lnTo>
                  <a:lnTo>
                    <a:pt x="4610" y="3476256"/>
                  </a:lnTo>
                  <a:lnTo>
                    <a:pt x="4610" y="3407105"/>
                  </a:lnTo>
                  <a:close/>
                </a:path>
                <a:path extrusionOk="0" h="4011295" w="5079">
                  <a:moveTo>
                    <a:pt x="4610" y="3192716"/>
                  </a:moveTo>
                  <a:lnTo>
                    <a:pt x="0" y="3192716"/>
                  </a:lnTo>
                  <a:lnTo>
                    <a:pt x="0" y="3261868"/>
                  </a:lnTo>
                  <a:lnTo>
                    <a:pt x="1143" y="3264179"/>
                  </a:lnTo>
                  <a:lnTo>
                    <a:pt x="3454" y="3264179"/>
                  </a:lnTo>
                  <a:lnTo>
                    <a:pt x="4610" y="3261868"/>
                  </a:lnTo>
                  <a:lnTo>
                    <a:pt x="4610" y="3192716"/>
                  </a:lnTo>
                  <a:close/>
                </a:path>
                <a:path extrusionOk="0" h="4011295" w="5079">
                  <a:moveTo>
                    <a:pt x="4610" y="3085528"/>
                  </a:moveTo>
                  <a:lnTo>
                    <a:pt x="0" y="3085528"/>
                  </a:lnTo>
                  <a:lnTo>
                    <a:pt x="0" y="3156991"/>
                  </a:lnTo>
                  <a:lnTo>
                    <a:pt x="4610" y="3156991"/>
                  </a:lnTo>
                  <a:lnTo>
                    <a:pt x="4610" y="3085528"/>
                  </a:lnTo>
                  <a:close/>
                </a:path>
                <a:path extrusionOk="0" h="4011295" w="5079">
                  <a:moveTo>
                    <a:pt x="4610" y="2978327"/>
                  </a:moveTo>
                  <a:lnTo>
                    <a:pt x="0" y="2978327"/>
                  </a:lnTo>
                  <a:lnTo>
                    <a:pt x="0" y="3049790"/>
                  </a:lnTo>
                  <a:lnTo>
                    <a:pt x="4610" y="3049790"/>
                  </a:lnTo>
                  <a:lnTo>
                    <a:pt x="4610" y="2978327"/>
                  </a:lnTo>
                  <a:close/>
                </a:path>
                <a:path extrusionOk="0" h="4011295" w="5079">
                  <a:moveTo>
                    <a:pt x="4610" y="2872282"/>
                  </a:moveTo>
                  <a:lnTo>
                    <a:pt x="3454" y="2871139"/>
                  </a:lnTo>
                  <a:lnTo>
                    <a:pt x="1143" y="2871139"/>
                  </a:lnTo>
                  <a:lnTo>
                    <a:pt x="0" y="2872282"/>
                  </a:lnTo>
                  <a:lnTo>
                    <a:pt x="0" y="2942602"/>
                  </a:lnTo>
                  <a:lnTo>
                    <a:pt x="4610" y="2942602"/>
                  </a:lnTo>
                  <a:lnTo>
                    <a:pt x="4610" y="2872282"/>
                  </a:lnTo>
                  <a:close/>
                </a:path>
                <a:path extrusionOk="0" h="4011295" w="5079">
                  <a:moveTo>
                    <a:pt x="4610" y="2659049"/>
                  </a:moveTo>
                  <a:lnTo>
                    <a:pt x="0" y="2659049"/>
                  </a:lnTo>
                  <a:lnTo>
                    <a:pt x="0" y="2728214"/>
                  </a:lnTo>
                  <a:lnTo>
                    <a:pt x="1143" y="2729369"/>
                  </a:lnTo>
                  <a:lnTo>
                    <a:pt x="3454" y="2729369"/>
                  </a:lnTo>
                  <a:lnTo>
                    <a:pt x="4610" y="2728214"/>
                  </a:lnTo>
                  <a:lnTo>
                    <a:pt x="4610" y="2659049"/>
                  </a:lnTo>
                  <a:close/>
                </a:path>
                <a:path extrusionOk="0" h="4011295" w="5079">
                  <a:moveTo>
                    <a:pt x="4610" y="2551861"/>
                  </a:moveTo>
                  <a:lnTo>
                    <a:pt x="0" y="2551861"/>
                  </a:lnTo>
                  <a:lnTo>
                    <a:pt x="0" y="2622169"/>
                  </a:lnTo>
                  <a:lnTo>
                    <a:pt x="4610" y="2622169"/>
                  </a:lnTo>
                  <a:lnTo>
                    <a:pt x="4610" y="2551861"/>
                  </a:lnTo>
                  <a:close/>
                </a:path>
                <a:path extrusionOk="0" h="4011295" w="5079">
                  <a:moveTo>
                    <a:pt x="4610" y="2444673"/>
                  </a:moveTo>
                  <a:lnTo>
                    <a:pt x="0" y="2444673"/>
                  </a:lnTo>
                  <a:lnTo>
                    <a:pt x="0" y="2514981"/>
                  </a:lnTo>
                  <a:lnTo>
                    <a:pt x="4610" y="2514981"/>
                  </a:lnTo>
                  <a:lnTo>
                    <a:pt x="4610" y="2444673"/>
                  </a:lnTo>
                  <a:close/>
                </a:path>
                <a:path extrusionOk="0" h="4011295" w="5079">
                  <a:moveTo>
                    <a:pt x="4610" y="2338628"/>
                  </a:moveTo>
                  <a:lnTo>
                    <a:pt x="3454" y="2337473"/>
                  </a:lnTo>
                  <a:lnTo>
                    <a:pt x="1143" y="2337473"/>
                  </a:lnTo>
                  <a:lnTo>
                    <a:pt x="0" y="2338628"/>
                  </a:lnTo>
                  <a:lnTo>
                    <a:pt x="0" y="2407793"/>
                  </a:lnTo>
                  <a:lnTo>
                    <a:pt x="4610" y="2407793"/>
                  </a:lnTo>
                  <a:lnTo>
                    <a:pt x="4610" y="2338628"/>
                  </a:lnTo>
                  <a:close/>
                </a:path>
                <a:path extrusionOk="0" h="4011295" w="5079">
                  <a:moveTo>
                    <a:pt x="4610" y="2124252"/>
                  </a:moveTo>
                  <a:lnTo>
                    <a:pt x="0" y="2124252"/>
                  </a:lnTo>
                  <a:lnTo>
                    <a:pt x="0" y="2194560"/>
                  </a:lnTo>
                  <a:lnTo>
                    <a:pt x="1143" y="2195703"/>
                  </a:lnTo>
                  <a:lnTo>
                    <a:pt x="3454" y="2195703"/>
                  </a:lnTo>
                  <a:lnTo>
                    <a:pt x="4610" y="2194560"/>
                  </a:lnTo>
                  <a:lnTo>
                    <a:pt x="4610" y="2124252"/>
                  </a:lnTo>
                  <a:close/>
                </a:path>
                <a:path extrusionOk="0" h="4011295" w="5079">
                  <a:moveTo>
                    <a:pt x="4610" y="2017052"/>
                  </a:moveTo>
                  <a:lnTo>
                    <a:pt x="0" y="2017052"/>
                  </a:lnTo>
                  <a:lnTo>
                    <a:pt x="0" y="2088515"/>
                  </a:lnTo>
                  <a:lnTo>
                    <a:pt x="4610" y="2088515"/>
                  </a:lnTo>
                  <a:lnTo>
                    <a:pt x="4610" y="2017052"/>
                  </a:lnTo>
                  <a:close/>
                </a:path>
                <a:path extrusionOk="0" h="4011295" w="5079">
                  <a:moveTo>
                    <a:pt x="4610" y="1909864"/>
                  </a:moveTo>
                  <a:lnTo>
                    <a:pt x="0" y="1909864"/>
                  </a:lnTo>
                  <a:lnTo>
                    <a:pt x="0" y="1981327"/>
                  </a:lnTo>
                  <a:lnTo>
                    <a:pt x="4610" y="1981327"/>
                  </a:lnTo>
                  <a:lnTo>
                    <a:pt x="4610" y="1909864"/>
                  </a:lnTo>
                  <a:close/>
                </a:path>
                <a:path extrusionOk="0" h="4011295" w="5079">
                  <a:moveTo>
                    <a:pt x="4610" y="1804974"/>
                  </a:moveTo>
                  <a:lnTo>
                    <a:pt x="3454" y="1802676"/>
                  </a:lnTo>
                  <a:lnTo>
                    <a:pt x="1143" y="1802676"/>
                  </a:lnTo>
                  <a:lnTo>
                    <a:pt x="0" y="1804974"/>
                  </a:lnTo>
                  <a:lnTo>
                    <a:pt x="0" y="1874126"/>
                  </a:lnTo>
                  <a:lnTo>
                    <a:pt x="4610" y="1874126"/>
                  </a:lnTo>
                  <a:lnTo>
                    <a:pt x="4610" y="1804974"/>
                  </a:lnTo>
                  <a:close/>
                </a:path>
                <a:path extrusionOk="0" h="4011295" w="5079">
                  <a:moveTo>
                    <a:pt x="4610" y="1590586"/>
                  </a:moveTo>
                  <a:lnTo>
                    <a:pt x="0" y="1590586"/>
                  </a:lnTo>
                  <a:lnTo>
                    <a:pt x="0" y="1659750"/>
                  </a:lnTo>
                  <a:lnTo>
                    <a:pt x="1143" y="1660906"/>
                  </a:lnTo>
                  <a:lnTo>
                    <a:pt x="3454" y="1660906"/>
                  </a:lnTo>
                  <a:lnTo>
                    <a:pt x="4610" y="1659750"/>
                  </a:lnTo>
                  <a:lnTo>
                    <a:pt x="4610" y="1590586"/>
                  </a:lnTo>
                  <a:close/>
                </a:path>
                <a:path extrusionOk="0" h="4011295" w="5079">
                  <a:moveTo>
                    <a:pt x="4610" y="1483398"/>
                  </a:moveTo>
                  <a:lnTo>
                    <a:pt x="0" y="1483398"/>
                  </a:lnTo>
                  <a:lnTo>
                    <a:pt x="0" y="1553705"/>
                  </a:lnTo>
                  <a:lnTo>
                    <a:pt x="4610" y="1553705"/>
                  </a:lnTo>
                  <a:lnTo>
                    <a:pt x="4610" y="1483398"/>
                  </a:lnTo>
                  <a:close/>
                </a:path>
                <a:path extrusionOk="0" h="4011295" w="5079">
                  <a:moveTo>
                    <a:pt x="4610" y="1376210"/>
                  </a:moveTo>
                  <a:lnTo>
                    <a:pt x="0" y="1376210"/>
                  </a:lnTo>
                  <a:lnTo>
                    <a:pt x="0" y="1447673"/>
                  </a:lnTo>
                  <a:lnTo>
                    <a:pt x="4610" y="1447673"/>
                  </a:lnTo>
                  <a:lnTo>
                    <a:pt x="4610" y="1376210"/>
                  </a:lnTo>
                  <a:close/>
                </a:path>
                <a:path extrusionOk="0" h="4011295" w="5079">
                  <a:moveTo>
                    <a:pt x="4610" y="1270165"/>
                  </a:moveTo>
                  <a:lnTo>
                    <a:pt x="3454" y="1269009"/>
                  </a:lnTo>
                  <a:lnTo>
                    <a:pt x="1143" y="1269009"/>
                  </a:lnTo>
                  <a:lnTo>
                    <a:pt x="0" y="1270165"/>
                  </a:lnTo>
                  <a:lnTo>
                    <a:pt x="0" y="1340472"/>
                  </a:lnTo>
                  <a:lnTo>
                    <a:pt x="4610" y="1340472"/>
                  </a:lnTo>
                  <a:lnTo>
                    <a:pt x="4610" y="1270165"/>
                  </a:lnTo>
                  <a:close/>
                </a:path>
                <a:path extrusionOk="0" h="4011295" w="5079">
                  <a:moveTo>
                    <a:pt x="4610" y="1055776"/>
                  </a:moveTo>
                  <a:lnTo>
                    <a:pt x="0" y="1055776"/>
                  </a:lnTo>
                  <a:lnTo>
                    <a:pt x="0" y="1126096"/>
                  </a:lnTo>
                  <a:lnTo>
                    <a:pt x="1143" y="1127239"/>
                  </a:lnTo>
                  <a:lnTo>
                    <a:pt x="3454" y="1127239"/>
                  </a:lnTo>
                  <a:lnTo>
                    <a:pt x="4610" y="1126096"/>
                  </a:lnTo>
                  <a:lnTo>
                    <a:pt x="4610" y="1055776"/>
                  </a:lnTo>
                  <a:close/>
                </a:path>
                <a:path extrusionOk="0" h="4011295" w="5079">
                  <a:moveTo>
                    <a:pt x="4610" y="948588"/>
                  </a:moveTo>
                  <a:lnTo>
                    <a:pt x="0" y="948588"/>
                  </a:lnTo>
                  <a:lnTo>
                    <a:pt x="0" y="1020051"/>
                  </a:lnTo>
                  <a:lnTo>
                    <a:pt x="4610" y="1020051"/>
                  </a:lnTo>
                  <a:lnTo>
                    <a:pt x="4610" y="948588"/>
                  </a:lnTo>
                  <a:close/>
                </a:path>
                <a:path extrusionOk="0" h="4011295" w="5079">
                  <a:moveTo>
                    <a:pt x="4610" y="842556"/>
                  </a:moveTo>
                  <a:lnTo>
                    <a:pt x="0" y="842556"/>
                  </a:lnTo>
                  <a:lnTo>
                    <a:pt x="0" y="912863"/>
                  </a:lnTo>
                  <a:lnTo>
                    <a:pt x="4610" y="912863"/>
                  </a:lnTo>
                  <a:lnTo>
                    <a:pt x="4610" y="842556"/>
                  </a:lnTo>
                  <a:close/>
                </a:path>
                <a:path extrusionOk="0" h="4011295" w="5079">
                  <a:moveTo>
                    <a:pt x="4610" y="736511"/>
                  </a:moveTo>
                  <a:lnTo>
                    <a:pt x="3454" y="735355"/>
                  </a:lnTo>
                  <a:lnTo>
                    <a:pt x="1143" y="735355"/>
                  </a:lnTo>
                  <a:lnTo>
                    <a:pt x="0" y="736511"/>
                  </a:lnTo>
                  <a:lnTo>
                    <a:pt x="0" y="805662"/>
                  </a:lnTo>
                  <a:lnTo>
                    <a:pt x="4610" y="805662"/>
                  </a:lnTo>
                  <a:lnTo>
                    <a:pt x="4610" y="736511"/>
                  </a:lnTo>
                  <a:close/>
                </a:path>
                <a:path extrusionOk="0" h="4011295" w="5079">
                  <a:moveTo>
                    <a:pt x="4610" y="522122"/>
                  </a:moveTo>
                  <a:lnTo>
                    <a:pt x="0" y="522122"/>
                  </a:lnTo>
                  <a:lnTo>
                    <a:pt x="0" y="591286"/>
                  </a:lnTo>
                  <a:lnTo>
                    <a:pt x="1143" y="592429"/>
                  </a:lnTo>
                  <a:lnTo>
                    <a:pt x="3454" y="592429"/>
                  </a:lnTo>
                  <a:lnTo>
                    <a:pt x="4610" y="591286"/>
                  </a:lnTo>
                  <a:lnTo>
                    <a:pt x="4610" y="522122"/>
                  </a:lnTo>
                  <a:close/>
                </a:path>
                <a:path extrusionOk="0" h="4011295" w="5079">
                  <a:moveTo>
                    <a:pt x="4610" y="414934"/>
                  </a:moveTo>
                  <a:lnTo>
                    <a:pt x="0" y="414934"/>
                  </a:lnTo>
                  <a:lnTo>
                    <a:pt x="0" y="486397"/>
                  </a:lnTo>
                  <a:lnTo>
                    <a:pt x="4610" y="486397"/>
                  </a:lnTo>
                  <a:lnTo>
                    <a:pt x="4610" y="414934"/>
                  </a:lnTo>
                  <a:close/>
                </a:path>
                <a:path extrusionOk="0" h="4011295" w="5079">
                  <a:moveTo>
                    <a:pt x="4610" y="307746"/>
                  </a:moveTo>
                  <a:lnTo>
                    <a:pt x="0" y="307746"/>
                  </a:lnTo>
                  <a:lnTo>
                    <a:pt x="0" y="379209"/>
                  </a:lnTo>
                  <a:lnTo>
                    <a:pt x="4610" y="379209"/>
                  </a:lnTo>
                  <a:lnTo>
                    <a:pt x="4610" y="307746"/>
                  </a:lnTo>
                  <a:close/>
                </a:path>
                <a:path extrusionOk="0" h="4011295" w="5079">
                  <a:moveTo>
                    <a:pt x="4610" y="201701"/>
                  </a:moveTo>
                  <a:lnTo>
                    <a:pt x="3454" y="200545"/>
                  </a:lnTo>
                  <a:lnTo>
                    <a:pt x="1143" y="200545"/>
                  </a:lnTo>
                  <a:lnTo>
                    <a:pt x="0" y="201701"/>
                  </a:lnTo>
                  <a:lnTo>
                    <a:pt x="0" y="272008"/>
                  </a:lnTo>
                  <a:lnTo>
                    <a:pt x="4610" y="272008"/>
                  </a:lnTo>
                  <a:lnTo>
                    <a:pt x="4610" y="201701"/>
                  </a:lnTo>
                  <a:close/>
                </a:path>
                <a:path extrusionOk="0" h="4011295" w="5079">
                  <a:moveTo>
                    <a:pt x="4610" y="1143"/>
                  </a:moveTo>
                  <a:lnTo>
                    <a:pt x="3454" y="0"/>
                  </a:lnTo>
                  <a:lnTo>
                    <a:pt x="1143" y="0"/>
                  </a:lnTo>
                  <a:lnTo>
                    <a:pt x="0" y="1143"/>
                  </a:lnTo>
                  <a:lnTo>
                    <a:pt x="0" y="57619"/>
                  </a:lnTo>
                  <a:lnTo>
                    <a:pt x="1143" y="58775"/>
                  </a:lnTo>
                  <a:lnTo>
                    <a:pt x="3454" y="58775"/>
                  </a:lnTo>
                  <a:lnTo>
                    <a:pt x="4610" y="57619"/>
                  </a:lnTo>
                  <a:lnTo>
                    <a:pt x="4610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9905365" y="654679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6"/>
                  </a:moveTo>
                  <a:lnTo>
                    <a:pt x="0" y="2304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1461"/>
                  </a:lnTo>
                  <a:lnTo>
                    <a:pt x="3457" y="71461"/>
                  </a:lnTo>
                  <a:lnTo>
                    <a:pt x="0" y="71461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9905365" y="6439603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6"/>
                  </a:moveTo>
                  <a:lnTo>
                    <a:pt x="0" y="3456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3456"/>
                  </a:lnTo>
                  <a:lnTo>
                    <a:pt x="4610" y="69156"/>
                  </a:lnTo>
                  <a:lnTo>
                    <a:pt x="4610" y="71461"/>
                  </a:lnTo>
                  <a:lnTo>
                    <a:pt x="3457" y="71461"/>
                  </a:lnTo>
                  <a:lnTo>
                    <a:pt x="3457" y="72614"/>
                  </a:lnTo>
                  <a:lnTo>
                    <a:pt x="1152" y="71461"/>
                  </a:lnTo>
                  <a:lnTo>
                    <a:pt x="0" y="71461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9905365" y="6333563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3"/>
                  </a:moveTo>
                  <a:lnTo>
                    <a:pt x="0" y="2305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5"/>
                  </a:lnTo>
                  <a:lnTo>
                    <a:pt x="4610" y="68003"/>
                  </a:lnTo>
                  <a:lnTo>
                    <a:pt x="4610" y="70309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9905365" y="6227523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70309"/>
                  </a:lnTo>
                  <a:lnTo>
                    <a:pt x="3457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9905365" y="6120333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5"/>
                  </a:lnTo>
                  <a:lnTo>
                    <a:pt x="4610" y="69156"/>
                  </a:lnTo>
                  <a:lnTo>
                    <a:pt x="4610" y="70309"/>
                  </a:lnTo>
                  <a:lnTo>
                    <a:pt x="3457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9905365" y="6013140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5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5"/>
                  </a:lnTo>
                  <a:lnTo>
                    <a:pt x="4610" y="70308"/>
                  </a:lnTo>
                  <a:lnTo>
                    <a:pt x="3457" y="70308"/>
                  </a:lnTo>
                  <a:lnTo>
                    <a:pt x="0" y="70308"/>
                  </a:lnTo>
                  <a:lnTo>
                    <a:pt x="0" y="6915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9905365" y="5905948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4610" y="70309"/>
                  </a:lnTo>
                  <a:lnTo>
                    <a:pt x="3457" y="70309"/>
                  </a:lnTo>
                  <a:lnTo>
                    <a:pt x="3457" y="72614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5"/>
            <p:cNvSpPr/>
            <p:nvPr/>
          </p:nvSpPr>
          <p:spPr>
            <a:xfrm>
              <a:off x="9905365" y="5799908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5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5"/>
                  </a:lnTo>
                  <a:lnTo>
                    <a:pt x="4610" y="69157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69157"/>
                  </a:lnTo>
                  <a:lnTo>
                    <a:pt x="0" y="6800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5"/>
            <p:cNvSpPr/>
            <p:nvPr/>
          </p:nvSpPr>
          <p:spPr>
            <a:xfrm>
              <a:off x="9905365" y="569271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5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5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7"/>
                  </a:lnTo>
                  <a:lnTo>
                    <a:pt x="0" y="6800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9905365" y="5585523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6"/>
                  </a:moveTo>
                  <a:lnTo>
                    <a:pt x="0" y="3456"/>
                  </a:ln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3456"/>
                  </a:lnTo>
                  <a:lnTo>
                    <a:pt x="4610" y="69156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9905365" y="547833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70309"/>
                  </a:moveTo>
                  <a:lnTo>
                    <a:pt x="0" y="3456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3456"/>
                  </a:lnTo>
                  <a:lnTo>
                    <a:pt x="4610" y="70309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0" y="71462"/>
                  </a:lnTo>
                  <a:lnTo>
                    <a:pt x="0" y="7030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5"/>
            <p:cNvSpPr/>
            <p:nvPr/>
          </p:nvSpPr>
          <p:spPr>
            <a:xfrm>
              <a:off x="9905365" y="5371134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70307"/>
                  </a:moveTo>
                  <a:lnTo>
                    <a:pt x="0" y="3457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2304"/>
                  </a:lnTo>
                  <a:lnTo>
                    <a:pt x="4610" y="3457"/>
                  </a:lnTo>
                  <a:lnTo>
                    <a:pt x="4610" y="70307"/>
                  </a:lnTo>
                  <a:lnTo>
                    <a:pt x="4610" y="71461"/>
                  </a:lnTo>
                  <a:lnTo>
                    <a:pt x="3457" y="71461"/>
                  </a:lnTo>
                  <a:lnTo>
                    <a:pt x="3457" y="72613"/>
                  </a:lnTo>
                  <a:lnTo>
                    <a:pt x="1152" y="71461"/>
                  </a:lnTo>
                  <a:lnTo>
                    <a:pt x="0" y="71461"/>
                  </a:lnTo>
                  <a:lnTo>
                    <a:pt x="0" y="7030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5"/>
            <p:cNvSpPr/>
            <p:nvPr/>
          </p:nvSpPr>
          <p:spPr>
            <a:xfrm>
              <a:off x="9905365" y="5266245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69156"/>
                  </a:lnTo>
                  <a:lnTo>
                    <a:pt x="3457" y="70309"/>
                  </a:lnTo>
                  <a:lnTo>
                    <a:pt x="1152" y="70309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5"/>
            <p:cNvSpPr/>
            <p:nvPr/>
          </p:nvSpPr>
          <p:spPr>
            <a:xfrm>
              <a:off x="9905365" y="5159057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2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2"/>
                  </a:lnTo>
                  <a:lnTo>
                    <a:pt x="4610" y="70308"/>
                  </a:lnTo>
                  <a:lnTo>
                    <a:pt x="3457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5"/>
                  </a:lnTo>
                  <a:lnTo>
                    <a:pt x="0" y="68002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5"/>
            <p:cNvSpPr/>
            <p:nvPr/>
          </p:nvSpPr>
          <p:spPr>
            <a:xfrm>
              <a:off x="9905365" y="5051869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0308"/>
                  </a:lnTo>
                  <a:lnTo>
                    <a:pt x="3457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5"/>
            <p:cNvSpPr/>
            <p:nvPr/>
          </p:nvSpPr>
          <p:spPr>
            <a:xfrm>
              <a:off x="9905365" y="4944681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0308"/>
                  </a:lnTo>
                  <a:lnTo>
                    <a:pt x="3457" y="70308"/>
                  </a:lnTo>
                  <a:lnTo>
                    <a:pt x="0" y="70308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5"/>
            <p:cNvSpPr/>
            <p:nvPr/>
          </p:nvSpPr>
          <p:spPr>
            <a:xfrm>
              <a:off x="9905365" y="4837480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6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6"/>
                  </a:lnTo>
                  <a:lnTo>
                    <a:pt x="4610" y="70308"/>
                  </a:lnTo>
                  <a:lnTo>
                    <a:pt x="3457" y="70308"/>
                  </a:lnTo>
                  <a:lnTo>
                    <a:pt x="3457" y="72614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5"/>
            <p:cNvSpPr/>
            <p:nvPr/>
          </p:nvSpPr>
          <p:spPr>
            <a:xfrm>
              <a:off x="9905365" y="4731448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5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5"/>
                  </a:lnTo>
                  <a:lnTo>
                    <a:pt x="4610" y="70309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5"/>
            <p:cNvSpPr/>
            <p:nvPr/>
          </p:nvSpPr>
          <p:spPr>
            <a:xfrm>
              <a:off x="9905365" y="4624247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5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5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70310"/>
                  </a:lnTo>
                  <a:lnTo>
                    <a:pt x="0" y="6800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5"/>
            <p:cNvSpPr/>
            <p:nvPr/>
          </p:nvSpPr>
          <p:spPr>
            <a:xfrm>
              <a:off x="9905365" y="4517059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70310"/>
                  </a:moveTo>
                  <a:lnTo>
                    <a:pt x="0" y="3457"/>
                  </a:lnTo>
                  <a:lnTo>
                    <a:pt x="0" y="2305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3457"/>
                  </a:lnTo>
                  <a:lnTo>
                    <a:pt x="4610" y="70310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7031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5"/>
            <p:cNvSpPr/>
            <p:nvPr/>
          </p:nvSpPr>
          <p:spPr>
            <a:xfrm>
              <a:off x="9905365" y="4409871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70309"/>
                  </a:moveTo>
                  <a:lnTo>
                    <a:pt x="0" y="3456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2304"/>
                  </a:lnTo>
                  <a:lnTo>
                    <a:pt x="4610" y="3456"/>
                  </a:lnTo>
                  <a:lnTo>
                    <a:pt x="4610" y="70309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0" y="71462"/>
                  </a:lnTo>
                  <a:lnTo>
                    <a:pt x="0" y="7030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5"/>
            <p:cNvSpPr/>
            <p:nvPr/>
          </p:nvSpPr>
          <p:spPr>
            <a:xfrm>
              <a:off x="9905365" y="4303826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4610" y="70310"/>
                  </a:lnTo>
                  <a:lnTo>
                    <a:pt x="3457" y="70310"/>
                  </a:lnTo>
                  <a:lnTo>
                    <a:pt x="3457" y="71462"/>
                  </a:lnTo>
                  <a:lnTo>
                    <a:pt x="1152" y="70310"/>
                  </a:lnTo>
                  <a:lnTo>
                    <a:pt x="0" y="70310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5"/>
            <p:cNvSpPr/>
            <p:nvPr/>
          </p:nvSpPr>
          <p:spPr>
            <a:xfrm>
              <a:off x="9905365" y="4197794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69156"/>
                  </a:lnTo>
                  <a:lnTo>
                    <a:pt x="3457" y="70309"/>
                  </a:lnTo>
                  <a:lnTo>
                    <a:pt x="1152" y="70309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5"/>
            <p:cNvSpPr/>
            <p:nvPr/>
          </p:nvSpPr>
          <p:spPr>
            <a:xfrm>
              <a:off x="9905365" y="4090593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70309"/>
                  </a:lnTo>
                  <a:lnTo>
                    <a:pt x="3457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5"/>
            <p:cNvSpPr/>
            <p:nvPr/>
          </p:nvSpPr>
          <p:spPr>
            <a:xfrm>
              <a:off x="9905365" y="398340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5"/>
            <p:cNvSpPr/>
            <p:nvPr/>
          </p:nvSpPr>
          <p:spPr>
            <a:xfrm>
              <a:off x="9905365" y="387620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7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0" y="71462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9905365" y="3769017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6"/>
                  </a:moveTo>
                  <a:lnTo>
                    <a:pt x="0" y="2304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1460"/>
                  </a:lnTo>
                  <a:lnTo>
                    <a:pt x="3457" y="71460"/>
                  </a:lnTo>
                  <a:lnTo>
                    <a:pt x="3457" y="72614"/>
                  </a:lnTo>
                  <a:lnTo>
                    <a:pt x="1152" y="71460"/>
                  </a:lnTo>
                  <a:lnTo>
                    <a:pt x="0" y="71460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9905365" y="3662984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4"/>
                  </a:lnTo>
                  <a:lnTo>
                    <a:pt x="4610" y="70309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5"/>
            <p:cNvSpPr/>
            <p:nvPr/>
          </p:nvSpPr>
          <p:spPr>
            <a:xfrm>
              <a:off x="9905365" y="3555784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4"/>
                  </a:lnTo>
                  <a:lnTo>
                    <a:pt x="4610" y="68004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70310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9905365" y="3449751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0308"/>
                  </a:lnTo>
                  <a:lnTo>
                    <a:pt x="3457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9905365" y="3342551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4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0309"/>
                  </a:lnTo>
                  <a:lnTo>
                    <a:pt x="3457" y="70309"/>
                  </a:lnTo>
                  <a:lnTo>
                    <a:pt x="0" y="70309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9905365" y="3235363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4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2304"/>
                  </a:lnTo>
                  <a:lnTo>
                    <a:pt x="4610" y="69157"/>
                  </a:lnTo>
                  <a:lnTo>
                    <a:pt x="4610" y="70310"/>
                  </a:lnTo>
                  <a:lnTo>
                    <a:pt x="3457" y="70310"/>
                  </a:lnTo>
                  <a:lnTo>
                    <a:pt x="3457" y="71462"/>
                  </a:lnTo>
                  <a:lnTo>
                    <a:pt x="1152" y="70310"/>
                  </a:lnTo>
                  <a:lnTo>
                    <a:pt x="0" y="70310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5"/>
            <p:cNvSpPr/>
            <p:nvPr/>
          </p:nvSpPr>
          <p:spPr>
            <a:xfrm>
              <a:off x="9905365" y="3129318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2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2"/>
                  </a:lnTo>
                  <a:lnTo>
                    <a:pt x="4610" y="69156"/>
                  </a:lnTo>
                  <a:lnTo>
                    <a:pt x="3457" y="70309"/>
                  </a:lnTo>
                  <a:lnTo>
                    <a:pt x="1152" y="70309"/>
                  </a:lnTo>
                  <a:lnTo>
                    <a:pt x="0" y="69156"/>
                  </a:lnTo>
                  <a:lnTo>
                    <a:pt x="0" y="68002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5"/>
            <p:cNvSpPr/>
            <p:nvPr/>
          </p:nvSpPr>
          <p:spPr>
            <a:xfrm>
              <a:off x="9905365" y="3022130"/>
              <a:ext cx="5080" cy="71755"/>
            </a:xfrm>
            <a:custGeom>
              <a:rect b="b" l="l" r="r" t="t"/>
              <a:pathLst>
                <a:path extrusionOk="0" h="71755" w="5079">
                  <a:moveTo>
                    <a:pt x="0" y="68005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5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7"/>
                  </a:lnTo>
                  <a:lnTo>
                    <a:pt x="0" y="6800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5"/>
            <p:cNvSpPr/>
            <p:nvPr/>
          </p:nvSpPr>
          <p:spPr>
            <a:xfrm>
              <a:off x="9905365" y="2914942"/>
              <a:ext cx="5080" cy="71755"/>
            </a:xfrm>
            <a:custGeom>
              <a:rect b="b" l="l" r="r" t="t"/>
              <a:pathLst>
                <a:path extrusionOk="0" h="71755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0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35"/>
            <p:cNvSpPr/>
            <p:nvPr/>
          </p:nvSpPr>
          <p:spPr>
            <a:xfrm>
              <a:off x="9905365" y="2807741"/>
              <a:ext cx="5080" cy="71755"/>
            </a:xfrm>
            <a:custGeom>
              <a:rect b="b" l="l" r="r" t="t"/>
              <a:pathLst>
                <a:path extrusionOk="0" h="71755" w="5079">
                  <a:moveTo>
                    <a:pt x="0" y="69157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7"/>
                  </a:lnTo>
                  <a:lnTo>
                    <a:pt x="4610" y="71462"/>
                  </a:lnTo>
                  <a:lnTo>
                    <a:pt x="3457" y="71462"/>
                  </a:lnTo>
                  <a:lnTo>
                    <a:pt x="0" y="71462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5"/>
            <p:cNvSpPr/>
            <p:nvPr/>
          </p:nvSpPr>
          <p:spPr>
            <a:xfrm>
              <a:off x="9905365" y="2700553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6"/>
                  </a:moveTo>
                  <a:lnTo>
                    <a:pt x="0" y="3457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1"/>
                  </a:lnTo>
                  <a:lnTo>
                    <a:pt x="4610" y="3457"/>
                  </a:lnTo>
                  <a:lnTo>
                    <a:pt x="4610" y="69156"/>
                  </a:lnTo>
                  <a:lnTo>
                    <a:pt x="4610" y="71460"/>
                  </a:lnTo>
                  <a:lnTo>
                    <a:pt x="3457" y="71460"/>
                  </a:lnTo>
                  <a:lnTo>
                    <a:pt x="3457" y="72614"/>
                  </a:lnTo>
                  <a:lnTo>
                    <a:pt x="1152" y="71460"/>
                  </a:lnTo>
                  <a:lnTo>
                    <a:pt x="0" y="71460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5"/>
            <p:cNvSpPr/>
            <p:nvPr/>
          </p:nvSpPr>
          <p:spPr>
            <a:xfrm>
              <a:off x="9905365" y="2607195"/>
              <a:ext cx="5080" cy="59055"/>
            </a:xfrm>
            <a:custGeom>
              <a:rect b="b" l="l" r="r" t="t"/>
              <a:pathLst>
                <a:path extrusionOk="0" h="59055" w="5079">
                  <a:moveTo>
                    <a:pt x="0" y="56477"/>
                  </a:moveTo>
                  <a:lnTo>
                    <a:pt x="0" y="3457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lnTo>
                    <a:pt x="4610" y="1152"/>
                  </a:lnTo>
                  <a:lnTo>
                    <a:pt x="4610" y="3457"/>
                  </a:lnTo>
                  <a:lnTo>
                    <a:pt x="4610" y="56477"/>
                  </a:lnTo>
                  <a:lnTo>
                    <a:pt x="4610" y="57630"/>
                  </a:lnTo>
                  <a:lnTo>
                    <a:pt x="3457" y="58782"/>
                  </a:lnTo>
                  <a:lnTo>
                    <a:pt x="1152" y="58782"/>
                  </a:lnTo>
                  <a:lnTo>
                    <a:pt x="0" y="57630"/>
                  </a:lnTo>
                  <a:lnTo>
                    <a:pt x="0" y="5647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5"/>
            <p:cNvSpPr/>
            <p:nvPr/>
          </p:nvSpPr>
          <p:spPr>
            <a:xfrm>
              <a:off x="9778568" y="4711852"/>
              <a:ext cx="130810" cy="129539"/>
            </a:xfrm>
            <a:custGeom>
              <a:rect b="b" l="l" r="r" t="t"/>
              <a:pathLst>
                <a:path extrusionOk="0" h="129539" w="130809">
                  <a:moveTo>
                    <a:pt x="0" y="0"/>
                  </a:moveTo>
                  <a:lnTo>
                    <a:pt x="0" y="129082"/>
                  </a:lnTo>
                  <a:lnTo>
                    <a:pt x="130251" y="645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Google Shape;769;p35"/>
          <p:cNvSpPr txBox="1"/>
          <p:nvPr/>
        </p:nvSpPr>
        <p:spPr>
          <a:xfrm>
            <a:off x="2344699" y="6357773"/>
            <a:ext cx="374650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1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endSale	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0" name="Google Shape;770;p35"/>
          <p:cNvGrpSpPr/>
          <p:nvPr/>
        </p:nvGrpSpPr>
        <p:grpSpPr>
          <a:xfrm>
            <a:off x="2347011" y="7552763"/>
            <a:ext cx="3839768" cy="129539"/>
            <a:chOff x="6059119" y="5766482"/>
            <a:chExt cx="3839768" cy="129539"/>
          </a:xfrm>
        </p:grpSpPr>
        <p:sp>
          <p:nvSpPr>
            <p:cNvPr id="771" name="Google Shape;771;p35"/>
            <p:cNvSpPr/>
            <p:nvPr/>
          </p:nvSpPr>
          <p:spPr>
            <a:xfrm>
              <a:off x="6059119" y="5832181"/>
              <a:ext cx="3726815" cy="0"/>
            </a:xfrm>
            <a:custGeom>
              <a:rect b="b" l="l" r="r" t="t"/>
              <a:pathLst>
                <a:path extrusionOk="0" h="120000" w="3726815">
                  <a:moveTo>
                    <a:pt x="3726372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5"/>
            <p:cNvSpPr/>
            <p:nvPr/>
          </p:nvSpPr>
          <p:spPr>
            <a:xfrm>
              <a:off x="9769348" y="5766482"/>
              <a:ext cx="129539" cy="129539"/>
            </a:xfrm>
            <a:custGeom>
              <a:rect b="b" l="l" r="r" t="t"/>
              <a:pathLst>
                <a:path extrusionOk="0" h="129539" w="129540">
                  <a:moveTo>
                    <a:pt x="0" y="0"/>
                  </a:moveTo>
                  <a:lnTo>
                    <a:pt x="0" y="129091"/>
                  </a:lnTo>
                  <a:lnTo>
                    <a:pt x="129095" y="65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3" name="Google Shape;773;p35"/>
          <p:cNvSpPr txBox="1"/>
          <p:nvPr/>
        </p:nvSpPr>
        <p:spPr>
          <a:xfrm>
            <a:off x="3483356" y="7412381"/>
            <a:ext cx="157035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makePayment(amount)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4" name="Google Shape;774;p35"/>
          <p:cNvGrpSpPr/>
          <p:nvPr/>
        </p:nvGrpSpPr>
        <p:grpSpPr>
          <a:xfrm>
            <a:off x="2348154" y="5674017"/>
            <a:ext cx="3810698" cy="129539"/>
            <a:chOff x="6060262" y="3887736"/>
            <a:chExt cx="3810698" cy="129539"/>
          </a:xfrm>
        </p:grpSpPr>
        <p:sp>
          <p:nvSpPr>
            <p:cNvPr id="775" name="Google Shape;775;p35"/>
            <p:cNvSpPr/>
            <p:nvPr/>
          </p:nvSpPr>
          <p:spPr>
            <a:xfrm>
              <a:off x="6060262" y="3951706"/>
              <a:ext cx="3810635" cy="0"/>
            </a:xfrm>
            <a:custGeom>
              <a:rect b="b" l="l" r="r" t="t"/>
              <a:pathLst>
                <a:path extrusionOk="0" h="120000" w="3810634">
                  <a:moveTo>
                    <a:pt x="0" y="0"/>
                  </a:moveTo>
                  <a:lnTo>
                    <a:pt x="381052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5"/>
            <p:cNvSpPr/>
            <p:nvPr/>
          </p:nvSpPr>
          <p:spPr>
            <a:xfrm>
              <a:off x="6060262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68005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35"/>
            <p:cNvSpPr/>
            <p:nvPr/>
          </p:nvSpPr>
          <p:spPr>
            <a:xfrm>
              <a:off x="6167462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10" y="3458"/>
                  </a:lnTo>
                  <a:lnTo>
                    <a:pt x="68005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5"/>
            <p:cNvSpPr/>
            <p:nvPr/>
          </p:nvSpPr>
          <p:spPr>
            <a:xfrm>
              <a:off x="6273495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5" y="0"/>
                  </a:move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2614" y="2305"/>
                  </a:lnTo>
                  <a:lnTo>
                    <a:pt x="70308" y="2305"/>
                  </a:lnTo>
                  <a:lnTo>
                    <a:pt x="70308" y="3458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6380695" y="3949979"/>
              <a:ext cx="70485" cy="3810"/>
            </a:xfrm>
            <a:custGeom>
              <a:rect b="b" l="l" r="r" t="t"/>
              <a:pathLst>
                <a:path extrusionOk="0" h="3810" w="70485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6487883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6595071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70308" y="3458"/>
                  </a:lnTo>
                  <a:lnTo>
                    <a:pt x="68002" y="3458"/>
                  </a:lnTo>
                  <a:lnTo>
                    <a:pt x="1151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6702272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69156" y="3458"/>
                  </a:lnTo>
                  <a:lnTo>
                    <a:pt x="68002" y="3458"/>
                  </a:lnTo>
                  <a:lnTo>
                    <a:pt x="1151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6807161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3457" y="0"/>
                  </a:moveTo>
                  <a:lnTo>
                    <a:pt x="70308" y="0"/>
                  </a:lnTo>
                  <a:lnTo>
                    <a:pt x="71460" y="0"/>
                  </a:lnTo>
                  <a:lnTo>
                    <a:pt x="71460" y="1152"/>
                  </a:lnTo>
                  <a:lnTo>
                    <a:pt x="72614" y="2305"/>
                  </a:lnTo>
                  <a:lnTo>
                    <a:pt x="71460" y="2305"/>
                  </a:lnTo>
                  <a:lnTo>
                    <a:pt x="71460" y="3458"/>
                  </a:lnTo>
                  <a:lnTo>
                    <a:pt x="70308" y="3458"/>
                  </a:lnTo>
                  <a:lnTo>
                    <a:pt x="3457" y="3458"/>
                  </a:lnTo>
                  <a:lnTo>
                    <a:pt x="2304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2304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6914349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3457" y="0"/>
                  </a:moveTo>
                  <a:lnTo>
                    <a:pt x="70310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70310" y="3458"/>
                  </a:lnTo>
                  <a:lnTo>
                    <a:pt x="3457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7021537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3457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70309" y="3458"/>
                  </a:lnTo>
                  <a:lnTo>
                    <a:pt x="3457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7128738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1" y="0"/>
                  </a:moveTo>
                  <a:lnTo>
                    <a:pt x="68004" y="0"/>
                  </a:ln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68004" y="3458"/>
                  </a:lnTo>
                  <a:lnTo>
                    <a:pt x="1151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7235926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10" y="3458"/>
                  </a:lnTo>
                  <a:lnTo>
                    <a:pt x="68005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7341958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4" y="0"/>
                  </a:moveTo>
                  <a:lnTo>
                    <a:pt x="69156" y="0"/>
                  </a:lnTo>
                  <a:lnTo>
                    <a:pt x="70307" y="0"/>
                  </a:lnTo>
                  <a:lnTo>
                    <a:pt x="70307" y="1152"/>
                  </a:lnTo>
                  <a:lnTo>
                    <a:pt x="72613" y="2305"/>
                  </a:lnTo>
                  <a:lnTo>
                    <a:pt x="70307" y="2305"/>
                  </a:lnTo>
                  <a:lnTo>
                    <a:pt x="70307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1151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7449159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7556347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8" y="0"/>
                  </a:lnTo>
                  <a:lnTo>
                    <a:pt x="70308" y="2305"/>
                  </a:lnTo>
                  <a:lnTo>
                    <a:pt x="70308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7663535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8002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5"/>
            <p:cNvSpPr/>
            <p:nvPr/>
          </p:nvSpPr>
          <p:spPr>
            <a:xfrm>
              <a:off x="7770736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68003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7875625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3457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2614" y="2305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70309" y="3458"/>
                  </a:lnTo>
                  <a:lnTo>
                    <a:pt x="3457" y="3458"/>
                  </a:lnTo>
                  <a:lnTo>
                    <a:pt x="2305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2305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7982813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3456" y="0"/>
                  </a:moveTo>
                  <a:lnTo>
                    <a:pt x="70308" y="0"/>
                  </a:lnTo>
                  <a:lnTo>
                    <a:pt x="71461" y="0"/>
                  </a:lnTo>
                  <a:lnTo>
                    <a:pt x="71461" y="1152"/>
                  </a:lnTo>
                  <a:lnTo>
                    <a:pt x="71461" y="2305"/>
                  </a:lnTo>
                  <a:lnTo>
                    <a:pt x="71461" y="3458"/>
                  </a:lnTo>
                  <a:lnTo>
                    <a:pt x="70308" y="3458"/>
                  </a:lnTo>
                  <a:lnTo>
                    <a:pt x="3456" y="3458"/>
                  </a:lnTo>
                  <a:lnTo>
                    <a:pt x="1151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1" y="0"/>
                  </a:lnTo>
                  <a:lnTo>
                    <a:pt x="3456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8090001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2305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70309" y="3458"/>
                  </a:lnTo>
                  <a:lnTo>
                    <a:pt x="2305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8197202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4" y="0"/>
                  </a:ln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68004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8304390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1461" y="1152"/>
                  </a:lnTo>
                  <a:lnTo>
                    <a:pt x="71461" y="2305"/>
                  </a:lnTo>
                  <a:lnTo>
                    <a:pt x="69156" y="3458"/>
                  </a:lnTo>
                  <a:lnTo>
                    <a:pt x="68003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8410435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5" y="0"/>
                  </a:moveTo>
                  <a:lnTo>
                    <a:pt x="69157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2614" y="2305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7" y="3458"/>
                  </a:lnTo>
                  <a:lnTo>
                    <a:pt x="23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8517623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8624811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8732011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70308" y="3458"/>
                  </a:lnTo>
                  <a:lnTo>
                    <a:pt x="68002" y="3458"/>
                  </a:lnTo>
                  <a:lnTo>
                    <a:pt x="1151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8839200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68002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5"/>
            <p:cNvSpPr/>
            <p:nvPr/>
          </p:nvSpPr>
          <p:spPr>
            <a:xfrm>
              <a:off x="8944089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3456" y="0"/>
                  </a:moveTo>
                  <a:lnTo>
                    <a:pt x="70309" y="0"/>
                  </a:lnTo>
                  <a:lnTo>
                    <a:pt x="71461" y="0"/>
                  </a:lnTo>
                  <a:lnTo>
                    <a:pt x="71461" y="1152"/>
                  </a:lnTo>
                  <a:lnTo>
                    <a:pt x="72614" y="2305"/>
                  </a:lnTo>
                  <a:lnTo>
                    <a:pt x="71461" y="2305"/>
                  </a:lnTo>
                  <a:lnTo>
                    <a:pt x="71461" y="3458"/>
                  </a:lnTo>
                  <a:lnTo>
                    <a:pt x="70309" y="3458"/>
                  </a:lnTo>
                  <a:lnTo>
                    <a:pt x="3456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6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9051277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2305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70309" y="3458"/>
                  </a:lnTo>
                  <a:lnTo>
                    <a:pt x="23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9158465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2304" y="0"/>
                  </a:moveTo>
                  <a:lnTo>
                    <a:pt x="69156" y="0"/>
                  </a:lnTo>
                  <a:lnTo>
                    <a:pt x="71461" y="0"/>
                  </a:lnTo>
                  <a:lnTo>
                    <a:pt x="71461" y="2305"/>
                  </a:lnTo>
                  <a:lnTo>
                    <a:pt x="71461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9265666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1462" y="3458"/>
                  </a:lnTo>
                  <a:lnTo>
                    <a:pt x="68003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9372854" y="3949979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4" y="0"/>
                  </a:lnTo>
                  <a:lnTo>
                    <a:pt x="69156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69156" y="3458"/>
                  </a:lnTo>
                  <a:lnTo>
                    <a:pt x="68004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9478898" y="3949979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5" y="0"/>
                  </a:moveTo>
                  <a:lnTo>
                    <a:pt x="69157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2614" y="2305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7" y="3458"/>
                  </a:lnTo>
                  <a:lnTo>
                    <a:pt x="23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9586086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5"/>
            <p:cNvSpPr/>
            <p:nvPr/>
          </p:nvSpPr>
          <p:spPr>
            <a:xfrm>
              <a:off x="9693275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9800475" y="3949979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70309" y="3458"/>
                  </a:lnTo>
                  <a:lnTo>
                    <a:pt x="68002" y="3458"/>
                  </a:lnTo>
                  <a:lnTo>
                    <a:pt x="1152" y="3458"/>
                  </a:lnTo>
                  <a:lnTo>
                    <a:pt x="0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6061417" y="3887736"/>
              <a:ext cx="130810" cy="129539"/>
            </a:xfrm>
            <a:custGeom>
              <a:rect b="b" l="l" r="r" t="t"/>
              <a:pathLst>
                <a:path extrusionOk="0" h="129539" w="130810">
                  <a:moveTo>
                    <a:pt x="130244" y="0"/>
                  </a:moveTo>
                  <a:lnTo>
                    <a:pt x="124481" y="6914"/>
                  </a:lnTo>
                  <a:lnTo>
                    <a:pt x="117565" y="13830"/>
                  </a:lnTo>
                  <a:lnTo>
                    <a:pt x="110650" y="20746"/>
                  </a:lnTo>
                  <a:lnTo>
                    <a:pt x="80682" y="42645"/>
                  </a:lnTo>
                  <a:lnTo>
                    <a:pt x="72613" y="46104"/>
                  </a:lnTo>
                  <a:lnTo>
                    <a:pt x="64545" y="50714"/>
                  </a:lnTo>
                  <a:lnTo>
                    <a:pt x="56476" y="55324"/>
                  </a:lnTo>
                  <a:lnTo>
                    <a:pt x="48408" y="57630"/>
                  </a:lnTo>
                  <a:lnTo>
                    <a:pt x="38035" y="59935"/>
                  </a:lnTo>
                  <a:lnTo>
                    <a:pt x="29967" y="62240"/>
                  </a:lnTo>
                  <a:lnTo>
                    <a:pt x="19593" y="63393"/>
                  </a:lnTo>
                  <a:lnTo>
                    <a:pt x="10372" y="63393"/>
                  </a:lnTo>
                  <a:lnTo>
                    <a:pt x="0" y="64545"/>
                  </a:lnTo>
                  <a:lnTo>
                    <a:pt x="10372" y="64545"/>
                  </a:lnTo>
                  <a:lnTo>
                    <a:pt x="19593" y="64545"/>
                  </a:lnTo>
                  <a:lnTo>
                    <a:pt x="29967" y="65698"/>
                  </a:lnTo>
                  <a:lnTo>
                    <a:pt x="38035" y="69156"/>
                  </a:lnTo>
                  <a:lnTo>
                    <a:pt x="48408" y="70308"/>
                  </a:lnTo>
                  <a:lnTo>
                    <a:pt x="56476" y="72613"/>
                  </a:lnTo>
                  <a:lnTo>
                    <a:pt x="64545" y="77224"/>
                  </a:lnTo>
                  <a:lnTo>
                    <a:pt x="72613" y="81834"/>
                  </a:lnTo>
                  <a:lnTo>
                    <a:pt x="80682" y="85292"/>
                  </a:lnTo>
                  <a:lnTo>
                    <a:pt x="89902" y="89903"/>
                  </a:lnTo>
                  <a:lnTo>
                    <a:pt x="96817" y="95666"/>
                  </a:lnTo>
                  <a:lnTo>
                    <a:pt x="103734" y="101429"/>
                  </a:lnTo>
                  <a:lnTo>
                    <a:pt x="110650" y="108345"/>
                  </a:lnTo>
                  <a:lnTo>
                    <a:pt x="117565" y="115261"/>
                  </a:lnTo>
                  <a:lnTo>
                    <a:pt x="124481" y="122176"/>
                  </a:lnTo>
                  <a:lnTo>
                    <a:pt x="130244" y="12909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3" name="Google Shape;813;p35"/>
          <p:cNvSpPr txBox="1"/>
          <p:nvPr/>
        </p:nvSpPr>
        <p:spPr>
          <a:xfrm>
            <a:off x="3717340" y="5534813"/>
            <a:ext cx="1824852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description, price, total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4" name="Google Shape;814;p35"/>
          <p:cNvGrpSpPr/>
          <p:nvPr/>
        </p:nvGrpSpPr>
        <p:grpSpPr>
          <a:xfrm>
            <a:off x="2348154" y="7008737"/>
            <a:ext cx="3792282" cy="129539"/>
            <a:chOff x="6060262" y="5222456"/>
            <a:chExt cx="3792282" cy="129539"/>
          </a:xfrm>
        </p:grpSpPr>
        <p:sp>
          <p:nvSpPr>
            <p:cNvPr id="815" name="Google Shape;815;p35"/>
            <p:cNvSpPr/>
            <p:nvPr/>
          </p:nvSpPr>
          <p:spPr>
            <a:xfrm>
              <a:off x="6060262" y="5287003"/>
              <a:ext cx="3792220" cy="0"/>
            </a:xfrm>
            <a:custGeom>
              <a:rect b="b" l="l" r="r" t="t"/>
              <a:pathLst>
                <a:path extrusionOk="0" h="120000" w="3792220">
                  <a:moveTo>
                    <a:pt x="0" y="0"/>
                  </a:moveTo>
                  <a:lnTo>
                    <a:pt x="379208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6060262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68005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6167462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0310" y="4610"/>
                  </a:lnTo>
                  <a:lnTo>
                    <a:pt x="68005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6273495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2305" y="0"/>
                  </a:moveTo>
                  <a:lnTo>
                    <a:pt x="69156" y="0"/>
                  </a:lnTo>
                  <a:lnTo>
                    <a:pt x="70308" y="0"/>
                  </a:lnTo>
                  <a:lnTo>
                    <a:pt x="70308" y="2304"/>
                  </a:lnTo>
                  <a:lnTo>
                    <a:pt x="72614" y="3458"/>
                  </a:lnTo>
                  <a:lnTo>
                    <a:pt x="70308" y="3458"/>
                  </a:lnTo>
                  <a:lnTo>
                    <a:pt x="70308" y="4610"/>
                  </a:lnTo>
                  <a:lnTo>
                    <a:pt x="69156" y="4610"/>
                  </a:lnTo>
                  <a:lnTo>
                    <a:pt x="2305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6380695" y="5284698"/>
              <a:ext cx="70485" cy="5080"/>
            </a:xfrm>
            <a:custGeom>
              <a:rect b="b" l="l" r="r" t="t"/>
              <a:pathLst>
                <a:path extrusionOk="0" h="5079" w="70485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6487883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6595071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2304"/>
                  </a:lnTo>
                  <a:lnTo>
                    <a:pt x="70308" y="3458"/>
                  </a:lnTo>
                  <a:lnTo>
                    <a:pt x="70308" y="4610"/>
                  </a:lnTo>
                  <a:lnTo>
                    <a:pt x="68002" y="4610"/>
                  </a:lnTo>
                  <a:lnTo>
                    <a:pt x="1151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6702272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2304"/>
                  </a:lnTo>
                  <a:lnTo>
                    <a:pt x="70308" y="3458"/>
                  </a:lnTo>
                  <a:lnTo>
                    <a:pt x="69156" y="4610"/>
                  </a:lnTo>
                  <a:lnTo>
                    <a:pt x="68002" y="4610"/>
                  </a:lnTo>
                  <a:lnTo>
                    <a:pt x="1151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6807161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3457" y="0"/>
                  </a:moveTo>
                  <a:lnTo>
                    <a:pt x="70308" y="0"/>
                  </a:lnTo>
                  <a:lnTo>
                    <a:pt x="71460" y="0"/>
                  </a:lnTo>
                  <a:lnTo>
                    <a:pt x="71460" y="2304"/>
                  </a:lnTo>
                  <a:lnTo>
                    <a:pt x="72614" y="3458"/>
                  </a:lnTo>
                  <a:lnTo>
                    <a:pt x="71460" y="3458"/>
                  </a:lnTo>
                  <a:lnTo>
                    <a:pt x="71460" y="4610"/>
                  </a:lnTo>
                  <a:lnTo>
                    <a:pt x="70308" y="4610"/>
                  </a:lnTo>
                  <a:lnTo>
                    <a:pt x="3457" y="4610"/>
                  </a:lnTo>
                  <a:lnTo>
                    <a:pt x="2304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2304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6914349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3457" y="0"/>
                  </a:moveTo>
                  <a:lnTo>
                    <a:pt x="70310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70310" y="4610"/>
                  </a:lnTo>
                  <a:lnTo>
                    <a:pt x="3457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7021537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3457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70309" y="4610"/>
                  </a:lnTo>
                  <a:lnTo>
                    <a:pt x="3457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7128738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1" y="0"/>
                  </a:moveTo>
                  <a:lnTo>
                    <a:pt x="68004" y="0"/>
                  </a:lnTo>
                  <a:lnTo>
                    <a:pt x="70309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68004" y="4610"/>
                  </a:lnTo>
                  <a:lnTo>
                    <a:pt x="1151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7235926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0310" y="4610"/>
                  </a:lnTo>
                  <a:lnTo>
                    <a:pt x="68005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7341958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2304" y="0"/>
                  </a:moveTo>
                  <a:lnTo>
                    <a:pt x="69156" y="0"/>
                  </a:lnTo>
                  <a:lnTo>
                    <a:pt x="70307" y="0"/>
                  </a:lnTo>
                  <a:lnTo>
                    <a:pt x="70307" y="2304"/>
                  </a:lnTo>
                  <a:lnTo>
                    <a:pt x="72613" y="3458"/>
                  </a:lnTo>
                  <a:lnTo>
                    <a:pt x="70307" y="3458"/>
                  </a:lnTo>
                  <a:lnTo>
                    <a:pt x="70307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1151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7449159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5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7556347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4" y="0"/>
                  </a:moveTo>
                  <a:lnTo>
                    <a:pt x="69156" y="0"/>
                  </a:lnTo>
                  <a:lnTo>
                    <a:pt x="70308" y="0"/>
                  </a:lnTo>
                  <a:lnTo>
                    <a:pt x="70308" y="3458"/>
                  </a:lnTo>
                  <a:lnTo>
                    <a:pt x="70308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7663535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8002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7770736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69156" y="4610"/>
                  </a:lnTo>
                  <a:lnTo>
                    <a:pt x="68003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5"/>
            <p:cNvSpPr/>
            <p:nvPr/>
          </p:nvSpPr>
          <p:spPr>
            <a:xfrm>
              <a:off x="7875625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3457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2614" y="3458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70309" y="4610"/>
                  </a:lnTo>
                  <a:lnTo>
                    <a:pt x="3457" y="4610"/>
                  </a:lnTo>
                  <a:lnTo>
                    <a:pt x="2305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2305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5"/>
            <p:cNvSpPr/>
            <p:nvPr/>
          </p:nvSpPr>
          <p:spPr>
            <a:xfrm>
              <a:off x="7982813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3456" y="0"/>
                  </a:moveTo>
                  <a:lnTo>
                    <a:pt x="70308" y="0"/>
                  </a:lnTo>
                  <a:lnTo>
                    <a:pt x="71461" y="0"/>
                  </a:lnTo>
                  <a:lnTo>
                    <a:pt x="71461" y="2304"/>
                  </a:lnTo>
                  <a:lnTo>
                    <a:pt x="71461" y="3458"/>
                  </a:lnTo>
                  <a:lnTo>
                    <a:pt x="71461" y="4610"/>
                  </a:lnTo>
                  <a:lnTo>
                    <a:pt x="70308" y="4610"/>
                  </a:lnTo>
                  <a:lnTo>
                    <a:pt x="3456" y="4610"/>
                  </a:lnTo>
                  <a:lnTo>
                    <a:pt x="1151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1" y="0"/>
                  </a:lnTo>
                  <a:lnTo>
                    <a:pt x="3456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5"/>
            <p:cNvSpPr/>
            <p:nvPr/>
          </p:nvSpPr>
          <p:spPr>
            <a:xfrm>
              <a:off x="8090001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2305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70309" y="4610"/>
                  </a:lnTo>
                  <a:lnTo>
                    <a:pt x="2305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5"/>
            <p:cNvSpPr/>
            <p:nvPr/>
          </p:nvSpPr>
          <p:spPr>
            <a:xfrm>
              <a:off x="8197202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4" y="0"/>
                  </a:lnTo>
                  <a:lnTo>
                    <a:pt x="70309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68004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5"/>
            <p:cNvSpPr/>
            <p:nvPr/>
          </p:nvSpPr>
          <p:spPr>
            <a:xfrm>
              <a:off x="8304390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1461" y="2304"/>
                  </a:lnTo>
                  <a:lnTo>
                    <a:pt x="71461" y="3458"/>
                  </a:lnTo>
                  <a:lnTo>
                    <a:pt x="69156" y="4610"/>
                  </a:lnTo>
                  <a:lnTo>
                    <a:pt x="68003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5"/>
            <p:cNvSpPr/>
            <p:nvPr/>
          </p:nvSpPr>
          <p:spPr>
            <a:xfrm>
              <a:off x="8410435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2305" y="0"/>
                  </a:moveTo>
                  <a:lnTo>
                    <a:pt x="69157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2614" y="3458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7" y="4610"/>
                  </a:lnTo>
                  <a:lnTo>
                    <a:pt x="2305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5"/>
            <p:cNvSpPr/>
            <p:nvPr/>
          </p:nvSpPr>
          <p:spPr>
            <a:xfrm>
              <a:off x="8517623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5"/>
            <p:cNvSpPr/>
            <p:nvPr/>
          </p:nvSpPr>
          <p:spPr>
            <a:xfrm>
              <a:off x="8624811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5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8732011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2304"/>
                  </a:lnTo>
                  <a:lnTo>
                    <a:pt x="70308" y="3458"/>
                  </a:lnTo>
                  <a:lnTo>
                    <a:pt x="70308" y="4610"/>
                  </a:lnTo>
                  <a:lnTo>
                    <a:pt x="68002" y="4610"/>
                  </a:lnTo>
                  <a:lnTo>
                    <a:pt x="1151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8839200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69156" y="4610"/>
                  </a:lnTo>
                  <a:lnTo>
                    <a:pt x="68002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8944089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3456" y="0"/>
                  </a:moveTo>
                  <a:lnTo>
                    <a:pt x="70309" y="0"/>
                  </a:lnTo>
                  <a:lnTo>
                    <a:pt x="71461" y="0"/>
                  </a:lnTo>
                  <a:lnTo>
                    <a:pt x="71461" y="2304"/>
                  </a:lnTo>
                  <a:lnTo>
                    <a:pt x="72614" y="3458"/>
                  </a:lnTo>
                  <a:lnTo>
                    <a:pt x="71461" y="3458"/>
                  </a:lnTo>
                  <a:lnTo>
                    <a:pt x="71461" y="4610"/>
                  </a:lnTo>
                  <a:lnTo>
                    <a:pt x="70309" y="4610"/>
                  </a:lnTo>
                  <a:lnTo>
                    <a:pt x="3456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3456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9051277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2305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70309" y="4610"/>
                  </a:lnTo>
                  <a:lnTo>
                    <a:pt x="2305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9158465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2304" y="0"/>
                  </a:moveTo>
                  <a:lnTo>
                    <a:pt x="69156" y="0"/>
                  </a:lnTo>
                  <a:lnTo>
                    <a:pt x="71461" y="0"/>
                  </a:lnTo>
                  <a:lnTo>
                    <a:pt x="71461" y="3458"/>
                  </a:lnTo>
                  <a:lnTo>
                    <a:pt x="71461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5"/>
            <p:cNvSpPr/>
            <p:nvPr/>
          </p:nvSpPr>
          <p:spPr>
            <a:xfrm>
              <a:off x="9265666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1462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71462" y="4610"/>
                  </a:lnTo>
                  <a:lnTo>
                    <a:pt x="68003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5"/>
            <p:cNvSpPr/>
            <p:nvPr/>
          </p:nvSpPr>
          <p:spPr>
            <a:xfrm>
              <a:off x="9372854" y="5284698"/>
              <a:ext cx="71755" cy="5080"/>
            </a:xfrm>
            <a:custGeom>
              <a:rect b="b" l="l" r="r" t="t"/>
              <a:pathLst>
                <a:path extrusionOk="0" h="5079" w="71754">
                  <a:moveTo>
                    <a:pt x="1152" y="0"/>
                  </a:moveTo>
                  <a:lnTo>
                    <a:pt x="68004" y="0"/>
                  </a:lnTo>
                  <a:lnTo>
                    <a:pt x="69156" y="0"/>
                  </a:lnTo>
                  <a:lnTo>
                    <a:pt x="71462" y="2304"/>
                  </a:lnTo>
                  <a:lnTo>
                    <a:pt x="71462" y="3458"/>
                  </a:lnTo>
                  <a:lnTo>
                    <a:pt x="69156" y="4610"/>
                  </a:lnTo>
                  <a:lnTo>
                    <a:pt x="68004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5"/>
            <p:cNvSpPr/>
            <p:nvPr/>
          </p:nvSpPr>
          <p:spPr>
            <a:xfrm>
              <a:off x="9478898" y="5284698"/>
              <a:ext cx="73025" cy="5080"/>
            </a:xfrm>
            <a:custGeom>
              <a:rect b="b" l="l" r="r" t="t"/>
              <a:pathLst>
                <a:path extrusionOk="0" h="5079" w="73025">
                  <a:moveTo>
                    <a:pt x="2305" y="0"/>
                  </a:moveTo>
                  <a:lnTo>
                    <a:pt x="69157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2614" y="3458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7" y="4610"/>
                  </a:lnTo>
                  <a:lnTo>
                    <a:pt x="2305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5"/>
            <p:cNvSpPr/>
            <p:nvPr/>
          </p:nvSpPr>
          <p:spPr>
            <a:xfrm>
              <a:off x="9586086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2304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5" y="4610"/>
                  </a:lnTo>
                  <a:lnTo>
                    <a:pt x="1152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5"/>
            <p:cNvSpPr/>
            <p:nvPr/>
          </p:nvSpPr>
          <p:spPr>
            <a:xfrm>
              <a:off x="9693275" y="5284698"/>
              <a:ext cx="70485" cy="5080"/>
            </a:xfrm>
            <a:custGeom>
              <a:rect b="b" l="l" r="r" t="t"/>
              <a:pathLst>
                <a:path extrusionOk="0" h="5079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3458"/>
                  </a:lnTo>
                  <a:lnTo>
                    <a:pt x="70309" y="4610"/>
                  </a:lnTo>
                  <a:lnTo>
                    <a:pt x="69156" y="4610"/>
                  </a:lnTo>
                  <a:lnTo>
                    <a:pt x="2304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5"/>
            <p:cNvSpPr/>
            <p:nvPr/>
          </p:nvSpPr>
          <p:spPr>
            <a:xfrm>
              <a:off x="9800475" y="5284698"/>
              <a:ext cx="52069" cy="5080"/>
            </a:xfrm>
            <a:custGeom>
              <a:rect b="b" l="l" r="r" t="t"/>
              <a:pathLst>
                <a:path extrusionOk="0" h="5079" w="52070">
                  <a:moveTo>
                    <a:pt x="1152" y="0"/>
                  </a:moveTo>
                  <a:lnTo>
                    <a:pt x="49561" y="0"/>
                  </a:lnTo>
                  <a:lnTo>
                    <a:pt x="50713" y="0"/>
                  </a:lnTo>
                  <a:lnTo>
                    <a:pt x="50713" y="2304"/>
                  </a:lnTo>
                  <a:lnTo>
                    <a:pt x="51867" y="3458"/>
                  </a:lnTo>
                  <a:lnTo>
                    <a:pt x="50713" y="3458"/>
                  </a:lnTo>
                  <a:lnTo>
                    <a:pt x="50713" y="4610"/>
                  </a:lnTo>
                  <a:lnTo>
                    <a:pt x="49561" y="4610"/>
                  </a:lnTo>
                  <a:lnTo>
                    <a:pt x="1152" y="4610"/>
                  </a:lnTo>
                  <a:lnTo>
                    <a:pt x="0" y="4610"/>
                  </a:lnTo>
                  <a:lnTo>
                    <a:pt x="0" y="3458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5"/>
            <p:cNvSpPr/>
            <p:nvPr/>
          </p:nvSpPr>
          <p:spPr>
            <a:xfrm>
              <a:off x="6061417" y="5222456"/>
              <a:ext cx="130810" cy="129539"/>
            </a:xfrm>
            <a:custGeom>
              <a:rect b="b" l="l" r="r" t="t"/>
              <a:pathLst>
                <a:path extrusionOk="0" h="129539" w="130810">
                  <a:moveTo>
                    <a:pt x="130244" y="0"/>
                  </a:moveTo>
                  <a:lnTo>
                    <a:pt x="124481" y="6914"/>
                  </a:lnTo>
                  <a:lnTo>
                    <a:pt x="117565" y="13830"/>
                  </a:lnTo>
                  <a:lnTo>
                    <a:pt x="110650" y="20746"/>
                  </a:lnTo>
                  <a:lnTo>
                    <a:pt x="103734" y="27661"/>
                  </a:lnTo>
                  <a:lnTo>
                    <a:pt x="96817" y="33424"/>
                  </a:lnTo>
                  <a:lnTo>
                    <a:pt x="89902" y="39188"/>
                  </a:lnTo>
                  <a:lnTo>
                    <a:pt x="80682" y="43798"/>
                  </a:lnTo>
                  <a:lnTo>
                    <a:pt x="72613" y="47256"/>
                  </a:lnTo>
                  <a:lnTo>
                    <a:pt x="64545" y="51866"/>
                  </a:lnTo>
                  <a:lnTo>
                    <a:pt x="56476" y="55324"/>
                  </a:lnTo>
                  <a:lnTo>
                    <a:pt x="48408" y="58782"/>
                  </a:lnTo>
                  <a:lnTo>
                    <a:pt x="38035" y="59935"/>
                  </a:lnTo>
                  <a:lnTo>
                    <a:pt x="29967" y="62240"/>
                  </a:lnTo>
                  <a:lnTo>
                    <a:pt x="19593" y="64545"/>
                  </a:lnTo>
                  <a:lnTo>
                    <a:pt x="10372" y="64545"/>
                  </a:lnTo>
                  <a:lnTo>
                    <a:pt x="0" y="65698"/>
                  </a:lnTo>
                  <a:lnTo>
                    <a:pt x="10372" y="65698"/>
                  </a:lnTo>
                  <a:lnTo>
                    <a:pt x="19593" y="65698"/>
                  </a:lnTo>
                  <a:lnTo>
                    <a:pt x="29967" y="66850"/>
                  </a:lnTo>
                  <a:lnTo>
                    <a:pt x="38035" y="70308"/>
                  </a:lnTo>
                  <a:lnTo>
                    <a:pt x="48408" y="71461"/>
                  </a:lnTo>
                  <a:lnTo>
                    <a:pt x="56476" y="73766"/>
                  </a:lnTo>
                  <a:lnTo>
                    <a:pt x="64545" y="78376"/>
                  </a:lnTo>
                  <a:lnTo>
                    <a:pt x="72613" y="81834"/>
                  </a:lnTo>
                  <a:lnTo>
                    <a:pt x="80682" y="86445"/>
                  </a:lnTo>
                  <a:lnTo>
                    <a:pt x="89902" y="91055"/>
                  </a:lnTo>
                  <a:lnTo>
                    <a:pt x="96817" y="96818"/>
                  </a:lnTo>
                  <a:lnTo>
                    <a:pt x="103734" y="101429"/>
                  </a:lnTo>
                  <a:lnTo>
                    <a:pt x="110650" y="108345"/>
                  </a:lnTo>
                  <a:lnTo>
                    <a:pt x="117565" y="115261"/>
                  </a:lnTo>
                  <a:lnTo>
                    <a:pt x="124481" y="122176"/>
                  </a:lnTo>
                  <a:lnTo>
                    <a:pt x="130244" y="12909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3" name="Google Shape;853;p35"/>
          <p:cNvSpPr txBox="1"/>
          <p:nvPr/>
        </p:nvSpPr>
        <p:spPr>
          <a:xfrm>
            <a:off x="3740391" y="6866789"/>
            <a:ext cx="9969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with taxes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4" name="Google Shape;854;p35"/>
          <p:cNvGrpSpPr/>
          <p:nvPr/>
        </p:nvGrpSpPr>
        <p:grpSpPr>
          <a:xfrm>
            <a:off x="2348154" y="8146354"/>
            <a:ext cx="3810698" cy="128270"/>
            <a:chOff x="6060262" y="6360073"/>
            <a:chExt cx="3810698" cy="128270"/>
          </a:xfrm>
        </p:grpSpPr>
        <p:sp>
          <p:nvSpPr>
            <p:cNvPr id="855" name="Google Shape;855;p35"/>
            <p:cNvSpPr/>
            <p:nvPr/>
          </p:nvSpPr>
          <p:spPr>
            <a:xfrm>
              <a:off x="6060262" y="6425196"/>
              <a:ext cx="3810635" cy="0"/>
            </a:xfrm>
            <a:custGeom>
              <a:rect b="b" l="l" r="r" t="t"/>
              <a:pathLst>
                <a:path extrusionOk="0" h="120000" w="3810634">
                  <a:moveTo>
                    <a:pt x="0" y="0"/>
                  </a:moveTo>
                  <a:lnTo>
                    <a:pt x="381052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5"/>
            <p:cNvSpPr/>
            <p:nvPr/>
          </p:nvSpPr>
          <p:spPr>
            <a:xfrm>
              <a:off x="6060262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680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5"/>
            <p:cNvSpPr/>
            <p:nvPr/>
          </p:nvSpPr>
          <p:spPr>
            <a:xfrm>
              <a:off x="6167462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10" y="2305"/>
                  </a:lnTo>
                  <a:lnTo>
                    <a:pt x="680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5"/>
            <p:cNvSpPr/>
            <p:nvPr/>
          </p:nvSpPr>
          <p:spPr>
            <a:xfrm>
              <a:off x="6273495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5" y="0"/>
                  </a:moveTo>
                  <a:lnTo>
                    <a:pt x="69156" y="0"/>
                  </a:lnTo>
                  <a:lnTo>
                    <a:pt x="70308" y="0"/>
                  </a:lnTo>
                  <a:lnTo>
                    <a:pt x="72614" y="1152"/>
                  </a:lnTo>
                  <a:lnTo>
                    <a:pt x="70308" y="2305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5"/>
            <p:cNvSpPr/>
            <p:nvPr/>
          </p:nvSpPr>
          <p:spPr>
            <a:xfrm>
              <a:off x="6380695" y="6423467"/>
              <a:ext cx="70485" cy="3810"/>
            </a:xfrm>
            <a:custGeom>
              <a:rect b="b" l="l" r="r" t="t"/>
              <a:pathLst>
                <a:path extrusionOk="0" h="3810" w="70485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5"/>
            <p:cNvSpPr/>
            <p:nvPr/>
          </p:nvSpPr>
          <p:spPr>
            <a:xfrm>
              <a:off x="6487883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5"/>
            <p:cNvSpPr/>
            <p:nvPr/>
          </p:nvSpPr>
          <p:spPr>
            <a:xfrm>
              <a:off x="6595071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68002" y="3458"/>
                  </a:lnTo>
                  <a:lnTo>
                    <a:pt x="1151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5"/>
            <p:cNvSpPr/>
            <p:nvPr/>
          </p:nvSpPr>
          <p:spPr>
            <a:xfrm>
              <a:off x="6702272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69156" y="2305"/>
                  </a:lnTo>
                  <a:lnTo>
                    <a:pt x="68002" y="3458"/>
                  </a:lnTo>
                  <a:lnTo>
                    <a:pt x="1151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5"/>
            <p:cNvSpPr/>
            <p:nvPr/>
          </p:nvSpPr>
          <p:spPr>
            <a:xfrm>
              <a:off x="6807161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3457" y="0"/>
                  </a:moveTo>
                  <a:lnTo>
                    <a:pt x="70308" y="0"/>
                  </a:lnTo>
                  <a:lnTo>
                    <a:pt x="71460" y="0"/>
                  </a:lnTo>
                  <a:lnTo>
                    <a:pt x="72614" y="1152"/>
                  </a:lnTo>
                  <a:lnTo>
                    <a:pt x="71460" y="2305"/>
                  </a:lnTo>
                  <a:lnTo>
                    <a:pt x="70308" y="3458"/>
                  </a:lnTo>
                  <a:lnTo>
                    <a:pt x="3457" y="3458"/>
                  </a:lnTo>
                  <a:lnTo>
                    <a:pt x="2304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2304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5"/>
            <p:cNvSpPr/>
            <p:nvPr/>
          </p:nvSpPr>
          <p:spPr>
            <a:xfrm>
              <a:off x="6914349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3457" y="0"/>
                  </a:moveTo>
                  <a:lnTo>
                    <a:pt x="70310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10" y="3458"/>
                  </a:lnTo>
                  <a:lnTo>
                    <a:pt x="3457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5"/>
            <p:cNvSpPr/>
            <p:nvPr/>
          </p:nvSpPr>
          <p:spPr>
            <a:xfrm>
              <a:off x="7021537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3457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09" y="3458"/>
                  </a:lnTo>
                  <a:lnTo>
                    <a:pt x="3457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5"/>
            <p:cNvSpPr/>
            <p:nvPr/>
          </p:nvSpPr>
          <p:spPr>
            <a:xfrm>
              <a:off x="7128738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1" y="0"/>
                  </a:moveTo>
                  <a:lnTo>
                    <a:pt x="68004" y="0"/>
                  </a:ln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68004" y="3458"/>
                  </a:lnTo>
                  <a:lnTo>
                    <a:pt x="1151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5"/>
            <p:cNvSpPr/>
            <p:nvPr/>
          </p:nvSpPr>
          <p:spPr>
            <a:xfrm>
              <a:off x="7235926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5" y="0"/>
                  </a:lnTo>
                  <a:lnTo>
                    <a:pt x="70310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10" y="2305"/>
                  </a:lnTo>
                  <a:lnTo>
                    <a:pt x="68005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5"/>
            <p:cNvSpPr/>
            <p:nvPr/>
          </p:nvSpPr>
          <p:spPr>
            <a:xfrm>
              <a:off x="7341958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4" y="0"/>
                  </a:moveTo>
                  <a:lnTo>
                    <a:pt x="69156" y="0"/>
                  </a:lnTo>
                  <a:lnTo>
                    <a:pt x="70307" y="0"/>
                  </a:lnTo>
                  <a:lnTo>
                    <a:pt x="72613" y="1152"/>
                  </a:lnTo>
                  <a:lnTo>
                    <a:pt x="70307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1151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5"/>
            <p:cNvSpPr/>
            <p:nvPr/>
          </p:nvSpPr>
          <p:spPr>
            <a:xfrm>
              <a:off x="7449159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5"/>
            <p:cNvSpPr/>
            <p:nvPr/>
          </p:nvSpPr>
          <p:spPr>
            <a:xfrm>
              <a:off x="7556347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5"/>
            <p:cNvSpPr/>
            <p:nvPr/>
          </p:nvSpPr>
          <p:spPr>
            <a:xfrm>
              <a:off x="7663535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8002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5"/>
            <p:cNvSpPr/>
            <p:nvPr/>
          </p:nvSpPr>
          <p:spPr>
            <a:xfrm>
              <a:off x="7770736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2305"/>
                  </a:lnTo>
                  <a:lnTo>
                    <a:pt x="68003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5"/>
            <p:cNvSpPr/>
            <p:nvPr/>
          </p:nvSpPr>
          <p:spPr>
            <a:xfrm>
              <a:off x="7875625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3457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2614" y="1152"/>
                  </a:lnTo>
                  <a:lnTo>
                    <a:pt x="71462" y="2305"/>
                  </a:lnTo>
                  <a:lnTo>
                    <a:pt x="70309" y="3458"/>
                  </a:lnTo>
                  <a:lnTo>
                    <a:pt x="3457" y="3458"/>
                  </a:lnTo>
                  <a:lnTo>
                    <a:pt x="2305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2305" y="0"/>
                  </a:lnTo>
                  <a:lnTo>
                    <a:pt x="3457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5"/>
            <p:cNvSpPr/>
            <p:nvPr/>
          </p:nvSpPr>
          <p:spPr>
            <a:xfrm>
              <a:off x="7982813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3456" y="0"/>
                  </a:moveTo>
                  <a:lnTo>
                    <a:pt x="70308" y="0"/>
                  </a:lnTo>
                  <a:lnTo>
                    <a:pt x="71461" y="0"/>
                  </a:lnTo>
                  <a:lnTo>
                    <a:pt x="71461" y="1152"/>
                  </a:lnTo>
                  <a:lnTo>
                    <a:pt x="71461" y="2305"/>
                  </a:lnTo>
                  <a:lnTo>
                    <a:pt x="70308" y="3458"/>
                  </a:lnTo>
                  <a:lnTo>
                    <a:pt x="3456" y="3458"/>
                  </a:lnTo>
                  <a:lnTo>
                    <a:pt x="1151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3456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5"/>
            <p:cNvSpPr/>
            <p:nvPr/>
          </p:nvSpPr>
          <p:spPr>
            <a:xfrm>
              <a:off x="8090001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2305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09" y="3458"/>
                  </a:lnTo>
                  <a:lnTo>
                    <a:pt x="2305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5"/>
            <p:cNvSpPr/>
            <p:nvPr/>
          </p:nvSpPr>
          <p:spPr>
            <a:xfrm>
              <a:off x="8197202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4" y="0"/>
                  </a:ln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68004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8304390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1461" y="0"/>
                  </a:lnTo>
                  <a:lnTo>
                    <a:pt x="71461" y="1152"/>
                  </a:lnTo>
                  <a:lnTo>
                    <a:pt x="71461" y="2305"/>
                  </a:lnTo>
                  <a:lnTo>
                    <a:pt x="69156" y="2305"/>
                  </a:lnTo>
                  <a:lnTo>
                    <a:pt x="68003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5"/>
            <p:cNvSpPr/>
            <p:nvPr/>
          </p:nvSpPr>
          <p:spPr>
            <a:xfrm>
              <a:off x="8410435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5" y="0"/>
                  </a:moveTo>
                  <a:lnTo>
                    <a:pt x="69157" y="0"/>
                  </a:lnTo>
                  <a:lnTo>
                    <a:pt x="70309" y="0"/>
                  </a:lnTo>
                  <a:lnTo>
                    <a:pt x="72614" y="1152"/>
                  </a:lnTo>
                  <a:lnTo>
                    <a:pt x="70309" y="2305"/>
                  </a:lnTo>
                  <a:lnTo>
                    <a:pt x="69157" y="3458"/>
                  </a:lnTo>
                  <a:lnTo>
                    <a:pt x="2305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5"/>
            <p:cNvSpPr/>
            <p:nvPr/>
          </p:nvSpPr>
          <p:spPr>
            <a:xfrm>
              <a:off x="8517623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5"/>
            <p:cNvSpPr/>
            <p:nvPr/>
          </p:nvSpPr>
          <p:spPr>
            <a:xfrm>
              <a:off x="8624811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8732011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1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8" y="0"/>
                  </a:lnTo>
                  <a:lnTo>
                    <a:pt x="70308" y="1152"/>
                  </a:lnTo>
                  <a:lnTo>
                    <a:pt x="70308" y="2305"/>
                  </a:lnTo>
                  <a:lnTo>
                    <a:pt x="68002" y="3458"/>
                  </a:lnTo>
                  <a:lnTo>
                    <a:pt x="1151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5"/>
            <p:cNvSpPr/>
            <p:nvPr/>
          </p:nvSpPr>
          <p:spPr>
            <a:xfrm>
              <a:off x="8839200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2305"/>
                  </a:lnTo>
                  <a:lnTo>
                    <a:pt x="68002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35"/>
            <p:cNvSpPr/>
            <p:nvPr/>
          </p:nvSpPr>
          <p:spPr>
            <a:xfrm>
              <a:off x="8944089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3456" y="0"/>
                  </a:moveTo>
                  <a:lnTo>
                    <a:pt x="70309" y="0"/>
                  </a:lnTo>
                  <a:lnTo>
                    <a:pt x="71461" y="0"/>
                  </a:lnTo>
                  <a:lnTo>
                    <a:pt x="72614" y="1152"/>
                  </a:lnTo>
                  <a:lnTo>
                    <a:pt x="71461" y="2305"/>
                  </a:lnTo>
                  <a:lnTo>
                    <a:pt x="70309" y="3458"/>
                  </a:lnTo>
                  <a:lnTo>
                    <a:pt x="3456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6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5"/>
            <p:cNvSpPr/>
            <p:nvPr/>
          </p:nvSpPr>
          <p:spPr>
            <a:xfrm>
              <a:off x="9051277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2305" y="0"/>
                  </a:moveTo>
                  <a:lnTo>
                    <a:pt x="70309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70309" y="3458"/>
                  </a:lnTo>
                  <a:lnTo>
                    <a:pt x="2305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9158465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2304" y="0"/>
                  </a:moveTo>
                  <a:lnTo>
                    <a:pt x="69156" y="0"/>
                  </a:lnTo>
                  <a:lnTo>
                    <a:pt x="71461" y="0"/>
                  </a:lnTo>
                  <a:lnTo>
                    <a:pt x="71461" y="1152"/>
                  </a:lnTo>
                  <a:lnTo>
                    <a:pt x="71461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1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9265666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3" y="0"/>
                  </a:lnTo>
                  <a:lnTo>
                    <a:pt x="69156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68003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9372854" y="6423467"/>
              <a:ext cx="71755" cy="3810"/>
            </a:xfrm>
            <a:custGeom>
              <a:rect b="b" l="l" r="r" t="t"/>
              <a:pathLst>
                <a:path extrusionOk="0" h="3810" w="71754">
                  <a:moveTo>
                    <a:pt x="1152" y="0"/>
                  </a:moveTo>
                  <a:lnTo>
                    <a:pt x="68004" y="0"/>
                  </a:lnTo>
                  <a:lnTo>
                    <a:pt x="69156" y="0"/>
                  </a:lnTo>
                  <a:lnTo>
                    <a:pt x="71462" y="0"/>
                  </a:lnTo>
                  <a:lnTo>
                    <a:pt x="71462" y="1152"/>
                  </a:lnTo>
                  <a:lnTo>
                    <a:pt x="71462" y="2305"/>
                  </a:lnTo>
                  <a:lnTo>
                    <a:pt x="69156" y="2305"/>
                  </a:lnTo>
                  <a:lnTo>
                    <a:pt x="68004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5"/>
            <p:cNvSpPr/>
            <p:nvPr/>
          </p:nvSpPr>
          <p:spPr>
            <a:xfrm>
              <a:off x="9478898" y="6423467"/>
              <a:ext cx="73025" cy="3810"/>
            </a:xfrm>
            <a:custGeom>
              <a:rect b="b" l="l" r="r" t="t"/>
              <a:pathLst>
                <a:path extrusionOk="0" h="3810" w="73025">
                  <a:moveTo>
                    <a:pt x="2305" y="0"/>
                  </a:moveTo>
                  <a:lnTo>
                    <a:pt x="69157" y="0"/>
                  </a:lnTo>
                  <a:lnTo>
                    <a:pt x="70309" y="0"/>
                  </a:lnTo>
                  <a:lnTo>
                    <a:pt x="72614" y="1152"/>
                  </a:lnTo>
                  <a:lnTo>
                    <a:pt x="70309" y="2305"/>
                  </a:lnTo>
                  <a:lnTo>
                    <a:pt x="69157" y="3458"/>
                  </a:lnTo>
                  <a:lnTo>
                    <a:pt x="2305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9586086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5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5" y="3458"/>
                  </a:lnTo>
                  <a:lnTo>
                    <a:pt x="1152" y="2305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5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9693275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2304" y="0"/>
                  </a:move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9156" y="3458"/>
                  </a:lnTo>
                  <a:lnTo>
                    <a:pt x="2304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2304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9800475" y="6423467"/>
              <a:ext cx="70485" cy="3810"/>
            </a:xfrm>
            <a:custGeom>
              <a:rect b="b" l="l" r="r" t="t"/>
              <a:pathLst>
                <a:path extrusionOk="0" h="3810" w="70484">
                  <a:moveTo>
                    <a:pt x="1152" y="0"/>
                  </a:moveTo>
                  <a:lnTo>
                    <a:pt x="68002" y="0"/>
                  </a:lnTo>
                  <a:lnTo>
                    <a:pt x="69156" y="0"/>
                  </a:lnTo>
                  <a:lnTo>
                    <a:pt x="70309" y="0"/>
                  </a:lnTo>
                  <a:lnTo>
                    <a:pt x="70309" y="1152"/>
                  </a:lnTo>
                  <a:lnTo>
                    <a:pt x="70309" y="2305"/>
                  </a:lnTo>
                  <a:lnTo>
                    <a:pt x="68002" y="3458"/>
                  </a:lnTo>
                  <a:lnTo>
                    <a:pt x="1152" y="3458"/>
                  </a:ln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6061417" y="6360073"/>
              <a:ext cx="130810" cy="128270"/>
            </a:xfrm>
            <a:custGeom>
              <a:rect b="b" l="l" r="r" t="t"/>
              <a:pathLst>
                <a:path extrusionOk="0" h="128270" w="130810">
                  <a:moveTo>
                    <a:pt x="130244" y="0"/>
                  </a:moveTo>
                  <a:lnTo>
                    <a:pt x="124481" y="6915"/>
                  </a:lnTo>
                  <a:lnTo>
                    <a:pt x="117565" y="13831"/>
                  </a:lnTo>
                  <a:lnTo>
                    <a:pt x="110650" y="20746"/>
                  </a:lnTo>
                  <a:lnTo>
                    <a:pt x="103734" y="26509"/>
                  </a:lnTo>
                  <a:lnTo>
                    <a:pt x="96817" y="32272"/>
                  </a:lnTo>
                  <a:lnTo>
                    <a:pt x="89902" y="38035"/>
                  </a:lnTo>
                  <a:lnTo>
                    <a:pt x="80682" y="43798"/>
                  </a:lnTo>
                  <a:lnTo>
                    <a:pt x="72613" y="47256"/>
                  </a:lnTo>
                  <a:lnTo>
                    <a:pt x="64545" y="51867"/>
                  </a:lnTo>
                  <a:lnTo>
                    <a:pt x="56476" y="54172"/>
                  </a:lnTo>
                  <a:lnTo>
                    <a:pt x="48408" y="57630"/>
                  </a:lnTo>
                  <a:lnTo>
                    <a:pt x="38035" y="59935"/>
                  </a:lnTo>
                  <a:lnTo>
                    <a:pt x="29967" y="61088"/>
                  </a:lnTo>
                  <a:lnTo>
                    <a:pt x="19593" y="63393"/>
                  </a:lnTo>
                  <a:lnTo>
                    <a:pt x="10372" y="64545"/>
                  </a:lnTo>
                  <a:lnTo>
                    <a:pt x="0" y="64545"/>
                  </a:lnTo>
                  <a:lnTo>
                    <a:pt x="10372" y="64545"/>
                  </a:lnTo>
                  <a:lnTo>
                    <a:pt x="19593" y="65698"/>
                  </a:lnTo>
                  <a:lnTo>
                    <a:pt x="29967" y="66851"/>
                  </a:lnTo>
                  <a:lnTo>
                    <a:pt x="38035" y="68003"/>
                  </a:lnTo>
                  <a:lnTo>
                    <a:pt x="48408" y="71461"/>
                  </a:lnTo>
                  <a:lnTo>
                    <a:pt x="56476" y="73766"/>
                  </a:lnTo>
                  <a:lnTo>
                    <a:pt x="89902" y="91055"/>
                  </a:lnTo>
                  <a:lnTo>
                    <a:pt x="96817" y="96818"/>
                  </a:lnTo>
                  <a:lnTo>
                    <a:pt x="103734" y="101429"/>
                  </a:lnTo>
                  <a:lnTo>
                    <a:pt x="110650" y="107192"/>
                  </a:lnTo>
                  <a:lnTo>
                    <a:pt x="117565" y="114108"/>
                  </a:lnTo>
                  <a:lnTo>
                    <a:pt x="124481" y="121023"/>
                  </a:lnTo>
                  <a:lnTo>
                    <a:pt x="130244" y="12793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3" name="Google Shape;893;p35"/>
          <p:cNvSpPr txBox="1"/>
          <p:nvPr/>
        </p:nvSpPr>
        <p:spPr>
          <a:xfrm>
            <a:off x="3605530" y="8006740"/>
            <a:ext cx="13214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due, receipt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4" name="Google Shape;894;p35"/>
          <p:cNvGrpSpPr/>
          <p:nvPr/>
        </p:nvGrpSpPr>
        <p:grpSpPr>
          <a:xfrm>
            <a:off x="2348154" y="4385399"/>
            <a:ext cx="3849116" cy="4010094"/>
            <a:chOff x="6060262" y="2599118"/>
            <a:chExt cx="3849116" cy="4010094"/>
          </a:xfrm>
        </p:grpSpPr>
        <p:sp>
          <p:nvSpPr>
            <p:cNvPr id="895" name="Google Shape;895;p35"/>
            <p:cNvSpPr/>
            <p:nvPr/>
          </p:nvSpPr>
          <p:spPr>
            <a:xfrm>
              <a:off x="6060262" y="2599118"/>
              <a:ext cx="5080" cy="4010025"/>
            </a:xfrm>
            <a:custGeom>
              <a:rect b="b" l="l" r="r" t="t"/>
              <a:pathLst>
                <a:path extrusionOk="0" h="4010025" w="5079">
                  <a:moveTo>
                    <a:pt x="4622" y="3940772"/>
                  </a:moveTo>
                  <a:lnTo>
                    <a:pt x="3467" y="3940772"/>
                  </a:lnTo>
                  <a:lnTo>
                    <a:pt x="3467" y="3939616"/>
                  </a:lnTo>
                  <a:lnTo>
                    <a:pt x="1155" y="3939616"/>
                  </a:lnTo>
                  <a:lnTo>
                    <a:pt x="0" y="3940772"/>
                  </a:lnTo>
                  <a:lnTo>
                    <a:pt x="0" y="4009923"/>
                  </a:lnTo>
                  <a:lnTo>
                    <a:pt x="3467" y="4009923"/>
                  </a:lnTo>
                  <a:lnTo>
                    <a:pt x="4622" y="4008767"/>
                  </a:lnTo>
                  <a:lnTo>
                    <a:pt x="4622" y="3940772"/>
                  </a:lnTo>
                  <a:close/>
                </a:path>
                <a:path extrusionOk="0" h="4010025" w="5079">
                  <a:moveTo>
                    <a:pt x="4622" y="3833571"/>
                  </a:moveTo>
                  <a:lnTo>
                    <a:pt x="3467" y="3833571"/>
                  </a:lnTo>
                  <a:lnTo>
                    <a:pt x="3467" y="3832428"/>
                  </a:lnTo>
                  <a:lnTo>
                    <a:pt x="1155" y="3832428"/>
                  </a:lnTo>
                  <a:lnTo>
                    <a:pt x="0" y="3833571"/>
                  </a:lnTo>
                  <a:lnTo>
                    <a:pt x="0" y="3903878"/>
                  </a:lnTo>
                  <a:lnTo>
                    <a:pt x="1155" y="3903878"/>
                  </a:lnTo>
                  <a:lnTo>
                    <a:pt x="1155" y="3905034"/>
                  </a:lnTo>
                  <a:lnTo>
                    <a:pt x="3467" y="3903878"/>
                  </a:lnTo>
                  <a:lnTo>
                    <a:pt x="4622" y="3903878"/>
                  </a:lnTo>
                  <a:lnTo>
                    <a:pt x="4622" y="3833571"/>
                  </a:lnTo>
                  <a:close/>
                </a:path>
                <a:path extrusionOk="0" h="4010025" w="5079">
                  <a:moveTo>
                    <a:pt x="4622" y="3726383"/>
                  </a:moveTo>
                  <a:lnTo>
                    <a:pt x="0" y="3726383"/>
                  </a:lnTo>
                  <a:lnTo>
                    <a:pt x="0" y="3796690"/>
                  </a:lnTo>
                  <a:lnTo>
                    <a:pt x="1155" y="3797846"/>
                  </a:lnTo>
                  <a:lnTo>
                    <a:pt x="3467" y="3796690"/>
                  </a:lnTo>
                  <a:lnTo>
                    <a:pt x="4622" y="3796690"/>
                  </a:lnTo>
                  <a:lnTo>
                    <a:pt x="4622" y="3726383"/>
                  </a:lnTo>
                  <a:close/>
                </a:path>
                <a:path extrusionOk="0" h="4010025" w="5079">
                  <a:moveTo>
                    <a:pt x="4622" y="3620338"/>
                  </a:moveTo>
                  <a:lnTo>
                    <a:pt x="3467" y="3619195"/>
                  </a:lnTo>
                  <a:lnTo>
                    <a:pt x="0" y="3619195"/>
                  </a:lnTo>
                  <a:lnTo>
                    <a:pt x="0" y="3689502"/>
                  </a:lnTo>
                  <a:lnTo>
                    <a:pt x="1155" y="3690658"/>
                  </a:lnTo>
                  <a:lnTo>
                    <a:pt x="3467" y="3690658"/>
                  </a:lnTo>
                  <a:lnTo>
                    <a:pt x="3467" y="3689502"/>
                  </a:lnTo>
                  <a:lnTo>
                    <a:pt x="4622" y="3689502"/>
                  </a:lnTo>
                  <a:lnTo>
                    <a:pt x="4622" y="3620338"/>
                  </a:lnTo>
                  <a:close/>
                </a:path>
                <a:path extrusionOk="0" h="4010025" w="5079">
                  <a:moveTo>
                    <a:pt x="4622" y="3514306"/>
                  </a:moveTo>
                  <a:lnTo>
                    <a:pt x="3467" y="3511994"/>
                  </a:lnTo>
                  <a:lnTo>
                    <a:pt x="0" y="3511994"/>
                  </a:lnTo>
                  <a:lnTo>
                    <a:pt x="0" y="3583457"/>
                  </a:lnTo>
                  <a:lnTo>
                    <a:pt x="3467" y="3583457"/>
                  </a:lnTo>
                  <a:lnTo>
                    <a:pt x="4622" y="3582301"/>
                  </a:lnTo>
                  <a:lnTo>
                    <a:pt x="4622" y="3514306"/>
                  </a:lnTo>
                  <a:close/>
                </a:path>
                <a:path extrusionOk="0" h="4010025" w="5079">
                  <a:moveTo>
                    <a:pt x="4622" y="3407105"/>
                  </a:moveTo>
                  <a:lnTo>
                    <a:pt x="3467" y="3407105"/>
                  </a:lnTo>
                  <a:lnTo>
                    <a:pt x="3467" y="3405962"/>
                  </a:lnTo>
                  <a:lnTo>
                    <a:pt x="1155" y="3405962"/>
                  </a:lnTo>
                  <a:lnTo>
                    <a:pt x="0" y="3407105"/>
                  </a:lnTo>
                  <a:lnTo>
                    <a:pt x="0" y="3476269"/>
                  </a:lnTo>
                  <a:lnTo>
                    <a:pt x="3467" y="3476269"/>
                  </a:lnTo>
                  <a:lnTo>
                    <a:pt x="4622" y="3475113"/>
                  </a:lnTo>
                  <a:lnTo>
                    <a:pt x="4622" y="3407105"/>
                  </a:lnTo>
                  <a:close/>
                </a:path>
                <a:path extrusionOk="0" h="4010025" w="5079">
                  <a:moveTo>
                    <a:pt x="4622" y="3298761"/>
                  </a:moveTo>
                  <a:lnTo>
                    <a:pt x="0" y="3298761"/>
                  </a:lnTo>
                  <a:lnTo>
                    <a:pt x="0" y="3370224"/>
                  </a:lnTo>
                  <a:lnTo>
                    <a:pt x="4622" y="3370224"/>
                  </a:lnTo>
                  <a:lnTo>
                    <a:pt x="4622" y="3298761"/>
                  </a:lnTo>
                  <a:close/>
                </a:path>
                <a:path extrusionOk="0" h="4010025" w="5079">
                  <a:moveTo>
                    <a:pt x="4622" y="3192729"/>
                  </a:moveTo>
                  <a:lnTo>
                    <a:pt x="0" y="3192729"/>
                  </a:lnTo>
                  <a:lnTo>
                    <a:pt x="0" y="3261880"/>
                  </a:lnTo>
                  <a:lnTo>
                    <a:pt x="1155" y="3263036"/>
                  </a:lnTo>
                  <a:lnTo>
                    <a:pt x="3467" y="3261880"/>
                  </a:lnTo>
                  <a:lnTo>
                    <a:pt x="4622" y="3261880"/>
                  </a:lnTo>
                  <a:lnTo>
                    <a:pt x="4622" y="3192729"/>
                  </a:lnTo>
                  <a:close/>
                </a:path>
                <a:path extrusionOk="0" h="4010025" w="5079">
                  <a:moveTo>
                    <a:pt x="4622" y="3086684"/>
                  </a:moveTo>
                  <a:lnTo>
                    <a:pt x="3467" y="3085528"/>
                  </a:lnTo>
                  <a:lnTo>
                    <a:pt x="0" y="3085528"/>
                  </a:lnTo>
                  <a:lnTo>
                    <a:pt x="0" y="3154692"/>
                  </a:lnTo>
                  <a:lnTo>
                    <a:pt x="1155" y="3155848"/>
                  </a:lnTo>
                  <a:lnTo>
                    <a:pt x="3467" y="3155848"/>
                  </a:lnTo>
                  <a:lnTo>
                    <a:pt x="3467" y="3154692"/>
                  </a:lnTo>
                  <a:lnTo>
                    <a:pt x="4622" y="3154692"/>
                  </a:lnTo>
                  <a:lnTo>
                    <a:pt x="4622" y="3086684"/>
                  </a:lnTo>
                  <a:close/>
                </a:path>
                <a:path extrusionOk="0" h="4010025" w="5079">
                  <a:moveTo>
                    <a:pt x="4622" y="2979483"/>
                  </a:moveTo>
                  <a:lnTo>
                    <a:pt x="3467" y="2978340"/>
                  </a:lnTo>
                  <a:lnTo>
                    <a:pt x="0" y="2978340"/>
                  </a:lnTo>
                  <a:lnTo>
                    <a:pt x="0" y="3049803"/>
                  </a:lnTo>
                  <a:lnTo>
                    <a:pt x="3467" y="3049803"/>
                  </a:lnTo>
                  <a:lnTo>
                    <a:pt x="4622" y="3047492"/>
                  </a:lnTo>
                  <a:lnTo>
                    <a:pt x="4622" y="2979483"/>
                  </a:lnTo>
                  <a:close/>
                </a:path>
                <a:path extrusionOk="0" h="4010025" w="5079">
                  <a:moveTo>
                    <a:pt x="4622" y="2872295"/>
                  </a:moveTo>
                  <a:lnTo>
                    <a:pt x="3467" y="2872295"/>
                  </a:lnTo>
                  <a:lnTo>
                    <a:pt x="3467" y="2871139"/>
                  </a:lnTo>
                  <a:lnTo>
                    <a:pt x="1155" y="2871139"/>
                  </a:lnTo>
                  <a:lnTo>
                    <a:pt x="0" y="2872295"/>
                  </a:lnTo>
                  <a:lnTo>
                    <a:pt x="0" y="2942602"/>
                  </a:lnTo>
                  <a:lnTo>
                    <a:pt x="3467" y="2942602"/>
                  </a:lnTo>
                  <a:lnTo>
                    <a:pt x="4622" y="2940304"/>
                  </a:lnTo>
                  <a:lnTo>
                    <a:pt x="4622" y="2872295"/>
                  </a:lnTo>
                  <a:close/>
                </a:path>
                <a:path extrusionOk="0" h="4010025" w="5079">
                  <a:moveTo>
                    <a:pt x="4622" y="2763951"/>
                  </a:moveTo>
                  <a:lnTo>
                    <a:pt x="0" y="2763951"/>
                  </a:lnTo>
                  <a:lnTo>
                    <a:pt x="0" y="2836570"/>
                  </a:lnTo>
                  <a:lnTo>
                    <a:pt x="4622" y="2836570"/>
                  </a:lnTo>
                  <a:lnTo>
                    <a:pt x="4622" y="2763951"/>
                  </a:lnTo>
                  <a:close/>
                </a:path>
                <a:path extrusionOk="0" h="4010025" w="5079">
                  <a:moveTo>
                    <a:pt x="4622" y="2657906"/>
                  </a:moveTo>
                  <a:lnTo>
                    <a:pt x="0" y="2657906"/>
                  </a:lnTo>
                  <a:lnTo>
                    <a:pt x="0" y="2728226"/>
                  </a:lnTo>
                  <a:lnTo>
                    <a:pt x="1155" y="2729369"/>
                  </a:lnTo>
                  <a:lnTo>
                    <a:pt x="3467" y="2728226"/>
                  </a:lnTo>
                  <a:lnTo>
                    <a:pt x="4622" y="2728226"/>
                  </a:lnTo>
                  <a:lnTo>
                    <a:pt x="4622" y="2657906"/>
                  </a:lnTo>
                  <a:close/>
                </a:path>
                <a:path extrusionOk="0" h="4010025" w="5079">
                  <a:moveTo>
                    <a:pt x="4622" y="2553030"/>
                  </a:moveTo>
                  <a:lnTo>
                    <a:pt x="3467" y="2550718"/>
                  </a:lnTo>
                  <a:lnTo>
                    <a:pt x="0" y="2550718"/>
                  </a:lnTo>
                  <a:lnTo>
                    <a:pt x="0" y="2621026"/>
                  </a:lnTo>
                  <a:lnTo>
                    <a:pt x="1155" y="2622181"/>
                  </a:lnTo>
                  <a:lnTo>
                    <a:pt x="3467" y="2622181"/>
                  </a:lnTo>
                  <a:lnTo>
                    <a:pt x="3467" y="2621026"/>
                  </a:lnTo>
                  <a:lnTo>
                    <a:pt x="4622" y="2621026"/>
                  </a:lnTo>
                  <a:lnTo>
                    <a:pt x="4622" y="2553030"/>
                  </a:lnTo>
                  <a:close/>
                </a:path>
                <a:path extrusionOk="0" h="4010025" w="5079">
                  <a:moveTo>
                    <a:pt x="4622" y="2445829"/>
                  </a:moveTo>
                  <a:lnTo>
                    <a:pt x="3467" y="2444673"/>
                  </a:lnTo>
                  <a:lnTo>
                    <a:pt x="0" y="2444673"/>
                  </a:lnTo>
                  <a:lnTo>
                    <a:pt x="0" y="2514993"/>
                  </a:lnTo>
                  <a:lnTo>
                    <a:pt x="3467" y="2514993"/>
                  </a:lnTo>
                  <a:lnTo>
                    <a:pt x="4622" y="2513838"/>
                  </a:lnTo>
                  <a:lnTo>
                    <a:pt x="4622" y="2445829"/>
                  </a:lnTo>
                  <a:close/>
                </a:path>
                <a:path extrusionOk="0" h="4010025" w="5079">
                  <a:moveTo>
                    <a:pt x="4622" y="2338641"/>
                  </a:moveTo>
                  <a:lnTo>
                    <a:pt x="3467" y="2338641"/>
                  </a:lnTo>
                  <a:lnTo>
                    <a:pt x="3467" y="2337485"/>
                  </a:lnTo>
                  <a:lnTo>
                    <a:pt x="1155" y="2337485"/>
                  </a:lnTo>
                  <a:lnTo>
                    <a:pt x="0" y="2338641"/>
                  </a:lnTo>
                  <a:lnTo>
                    <a:pt x="0" y="2407793"/>
                  </a:lnTo>
                  <a:lnTo>
                    <a:pt x="3467" y="2407793"/>
                  </a:lnTo>
                  <a:lnTo>
                    <a:pt x="4622" y="2406650"/>
                  </a:lnTo>
                  <a:lnTo>
                    <a:pt x="4622" y="2338641"/>
                  </a:lnTo>
                  <a:close/>
                </a:path>
                <a:path extrusionOk="0" h="4010025" w="5079">
                  <a:moveTo>
                    <a:pt x="4622" y="2230297"/>
                  </a:moveTo>
                  <a:lnTo>
                    <a:pt x="0" y="2230297"/>
                  </a:lnTo>
                  <a:lnTo>
                    <a:pt x="0" y="2301773"/>
                  </a:lnTo>
                  <a:lnTo>
                    <a:pt x="4622" y="2301773"/>
                  </a:lnTo>
                  <a:lnTo>
                    <a:pt x="4622" y="2230297"/>
                  </a:lnTo>
                  <a:close/>
                </a:path>
                <a:path extrusionOk="0" h="4010025" w="5079">
                  <a:moveTo>
                    <a:pt x="4622" y="2124252"/>
                  </a:moveTo>
                  <a:lnTo>
                    <a:pt x="0" y="2124252"/>
                  </a:lnTo>
                  <a:lnTo>
                    <a:pt x="0" y="2193417"/>
                  </a:lnTo>
                  <a:lnTo>
                    <a:pt x="1155" y="2195715"/>
                  </a:lnTo>
                  <a:lnTo>
                    <a:pt x="3467" y="2193417"/>
                  </a:lnTo>
                  <a:lnTo>
                    <a:pt x="4622" y="2193417"/>
                  </a:lnTo>
                  <a:lnTo>
                    <a:pt x="4622" y="2124252"/>
                  </a:lnTo>
                  <a:close/>
                </a:path>
                <a:path extrusionOk="0" h="4010025" w="5079">
                  <a:moveTo>
                    <a:pt x="4622" y="2018220"/>
                  </a:moveTo>
                  <a:lnTo>
                    <a:pt x="3467" y="2017064"/>
                  </a:lnTo>
                  <a:lnTo>
                    <a:pt x="0" y="2017064"/>
                  </a:lnTo>
                  <a:lnTo>
                    <a:pt x="0" y="2086216"/>
                  </a:lnTo>
                  <a:lnTo>
                    <a:pt x="1155" y="2088527"/>
                  </a:lnTo>
                  <a:lnTo>
                    <a:pt x="3467" y="2088527"/>
                  </a:lnTo>
                  <a:lnTo>
                    <a:pt x="3467" y="2086216"/>
                  </a:lnTo>
                  <a:lnTo>
                    <a:pt x="4622" y="2086216"/>
                  </a:lnTo>
                  <a:lnTo>
                    <a:pt x="4622" y="2018220"/>
                  </a:lnTo>
                  <a:close/>
                </a:path>
                <a:path extrusionOk="0" h="4010025" w="5079">
                  <a:moveTo>
                    <a:pt x="4622" y="1911019"/>
                  </a:moveTo>
                  <a:lnTo>
                    <a:pt x="3467" y="1909876"/>
                  </a:lnTo>
                  <a:lnTo>
                    <a:pt x="0" y="1909876"/>
                  </a:lnTo>
                  <a:lnTo>
                    <a:pt x="0" y="1981327"/>
                  </a:lnTo>
                  <a:lnTo>
                    <a:pt x="3467" y="1981327"/>
                  </a:lnTo>
                  <a:lnTo>
                    <a:pt x="4622" y="1979028"/>
                  </a:lnTo>
                  <a:lnTo>
                    <a:pt x="4622" y="1911019"/>
                  </a:lnTo>
                  <a:close/>
                </a:path>
                <a:path extrusionOk="0" h="4010025" w="5079">
                  <a:moveTo>
                    <a:pt x="4622" y="1803831"/>
                  </a:moveTo>
                  <a:lnTo>
                    <a:pt x="3467" y="1803831"/>
                  </a:lnTo>
                  <a:lnTo>
                    <a:pt x="3467" y="1802676"/>
                  </a:lnTo>
                  <a:lnTo>
                    <a:pt x="1155" y="1802676"/>
                  </a:lnTo>
                  <a:lnTo>
                    <a:pt x="0" y="1803831"/>
                  </a:lnTo>
                  <a:lnTo>
                    <a:pt x="0" y="1874139"/>
                  </a:lnTo>
                  <a:lnTo>
                    <a:pt x="3467" y="1874139"/>
                  </a:lnTo>
                  <a:lnTo>
                    <a:pt x="4622" y="1871840"/>
                  </a:lnTo>
                  <a:lnTo>
                    <a:pt x="4622" y="1803831"/>
                  </a:lnTo>
                  <a:close/>
                </a:path>
                <a:path extrusionOk="0" h="4010025" w="5079">
                  <a:moveTo>
                    <a:pt x="4622" y="1695488"/>
                  </a:moveTo>
                  <a:lnTo>
                    <a:pt x="0" y="1695488"/>
                  </a:lnTo>
                  <a:lnTo>
                    <a:pt x="0" y="1768106"/>
                  </a:lnTo>
                  <a:lnTo>
                    <a:pt x="4622" y="1768106"/>
                  </a:lnTo>
                  <a:lnTo>
                    <a:pt x="4622" y="1695488"/>
                  </a:lnTo>
                  <a:close/>
                </a:path>
                <a:path extrusionOk="0" h="4010025" w="5079">
                  <a:moveTo>
                    <a:pt x="4622" y="1590598"/>
                  </a:moveTo>
                  <a:lnTo>
                    <a:pt x="0" y="1590598"/>
                  </a:lnTo>
                  <a:lnTo>
                    <a:pt x="0" y="1659763"/>
                  </a:lnTo>
                  <a:lnTo>
                    <a:pt x="1155" y="1660906"/>
                  </a:lnTo>
                  <a:lnTo>
                    <a:pt x="3467" y="1659763"/>
                  </a:lnTo>
                  <a:lnTo>
                    <a:pt x="4622" y="1659763"/>
                  </a:lnTo>
                  <a:lnTo>
                    <a:pt x="4622" y="1590598"/>
                  </a:lnTo>
                  <a:close/>
                </a:path>
                <a:path extrusionOk="0" h="4010025" w="5079">
                  <a:moveTo>
                    <a:pt x="4622" y="1484566"/>
                  </a:moveTo>
                  <a:lnTo>
                    <a:pt x="3467" y="1483410"/>
                  </a:lnTo>
                  <a:lnTo>
                    <a:pt x="0" y="1483410"/>
                  </a:lnTo>
                  <a:lnTo>
                    <a:pt x="0" y="1552562"/>
                  </a:lnTo>
                  <a:lnTo>
                    <a:pt x="1155" y="1553718"/>
                  </a:lnTo>
                  <a:lnTo>
                    <a:pt x="3467" y="1553718"/>
                  </a:lnTo>
                  <a:lnTo>
                    <a:pt x="3467" y="1552562"/>
                  </a:lnTo>
                  <a:lnTo>
                    <a:pt x="4622" y="1552562"/>
                  </a:lnTo>
                  <a:lnTo>
                    <a:pt x="4622" y="1484566"/>
                  </a:lnTo>
                  <a:close/>
                </a:path>
                <a:path extrusionOk="0" h="4010025" w="5079">
                  <a:moveTo>
                    <a:pt x="4622" y="1269022"/>
                  </a:moveTo>
                  <a:lnTo>
                    <a:pt x="0" y="1269022"/>
                  </a:lnTo>
                  <a:lnTo>
                    <a:pt x="0" y="1446530"/>
                  </a:lnTo>
                  <a:lnTo>
                    <a:pt x="4622" y="1446530"/>
                  </a:lnTo>
                  <a:lnTo>
                    <a:pt x="4622" y="1269022"/>
                  </a:lnTo>
                  <a:close/>
                </a:path>
                <a:path extrusionOk="0" h="4010025" w="5079">
                  <a:moveTo>
                    <a:pt x="4622" y="1161834"/>
                  </a:moveTo>
                  <a:lnTo>
                    <a:pt x="0" y="1161834"/>
                  </a:lnTo>
                  <a:lnTo>
                    <a:pt x="0" y="1234440"/>
                  </a:lnTo>
                  <a:lnTo>
                    <a:pt x="4622" y="1234440"/>
                  </a:lnTo>
                  <a:lnTo>
                    <a:pt x="4622" y="1161834"/>
                  </a:lnTo>
                  <a:close/>
                </a:path>
                <a:path extrusionOk="0" h="4010025" w="5079">
                  <a:moveTo>
                    <a:pt x="4622" y="1055789"/>
                  </a:moveTo>
                  <a:lnTo>
                    <a:pt x="0" y="1055789"/>
                  </a:lnTo>
                  <a:lnTo>
                    <a:pt x="0" y="1124953"/>
                  </a:lnTo>
                  <a:lnTo>
                    <a:pt x="1155" y="1127252"/>
                  </a:lnTo>
                  <a:lnTo>
                    <a:pt x="3467" y="1124953"/>
                  </a:lnTo>
                  <a:lnTo>
                    <a:pt x="4622" y="1124953"/>
                  </a:lnTo>
                  <a:lnTo>
                    <a:pt x="4622" y="1055789"/>
                  </a:lnTo>
                  <a:close/>
                </a:path>
                <a:path extrusionOk="0" h="4010025" w="5079">
                  <a:moveTo>
                    <a:pt x="4622" y="949769"/>
                  </a:moveTo>
                  <a:lnTo>
                    <a:pt x="3467" y="948601"/>
                  </a:lnTo>
                  <a:lnTo>
                    <a:pt x="0" y="948601"/>
                  </a:lnTo>
                  <a:lnTo>
                    <a:pt x="0" y="1018908"/>
                  </a:lnTo>
                  <a:lnTo>
                    <a:pt x="1155" y="1020064"/>
                  </a:lnTo>
                  <a:lnTo>
                    <a:pt x="3467" y="1020064"/>
                  </a:lnTo>
                  <a:lnTo>
                    <a:pt x="3467" y="1018908"/>
                  </a:lnTo>
                  <a:lnTo>
                    <a:pt x="4622" y="1018908"/>
                  </a:lnTo>
                  <a:lnTo>
                    <a:pt x="4622" y="949769"/>
                  </a:lnTo>
                  <a:close/>
                </a:path>
                <a:path extrusionOk="0" h="4010025" w="5079">
                  <a:moveTo>
                    <a:pt x="4622" y="842556"/>
                  </a:moveTo>
                  <a:lnTo>
                    <a:pt x="3467" y="841413"/>
                  </a:lnTo>
                  <a:lnTo>
                    <a:pt x="0" y="841413"/>
                  </a:lnTo>
                  <a:lnTo>
                    <a:pt x="0" y="912863"/>
                  </a:lnTo>
                  <a:lnTo>
                    <a:pt x="3467" y="912863"/>
                  </a:lnTo>
                  <a:lnTo>
                    <a:pt x="4622" y="911720"/>
                  </a:lnTo>
                  <a:lnTo>
                    <a:pt x="4622" y="842556"/>
                  </a:lnTo>
                  <a:close/>
                </a:path>
                <a:path extrusionOk="0" h="4010025" w="5079">
                  <a:moveTo>
                    <a:pt x="4622" y="735368"/>
                  </a:moveTo>
                  <a:lnTo>
                    <a:pt x="3467" y="735368"/>
                  </a:lnTo>
                  <a:lnTo>
                    <a:pt x="3467" y="734212"/>
                  </a:lnTo>
                  <a:lnTo>
                    <a:pt x="1155" y="734212"/>
                  </a:lnTo>
                  <a:lnTo>
                    <a:pt x="0" y="735368"/>
                  </a:lnTo>
                  <a:lnTo>
                    <a:pt x="0" y="805675"/>
                  </a:lnTo>
                  <a:lnTo>
                    <a:pt x="3467" y="805675"/>
                  </a:lnTo>
                  <a:lnTo>
                    <a:pt x="4622" y="804519"/>
                  </a:lnTo>
                  <a:lnTo>
                    <a:pt x="4622" y="735368"/>
                  </a:lnTo>
                  <a:close/>
                </a:path>
                <a:path extrusionOk="0" h="4010025" w="5079">
                  <a:moveTo>
                    <a:pt x="4622" y="677735"/>
                  </a:moveTo>
                  <a:lnTo>
                    <a:pt x="0" y="677735"/>
                  </a:lnTo>
                  <a:lnTo>
                    <a:pt x="0" y="698487"/>
                  </a:lnTo>
                  <a:lnTo>
                    <a:pt x="1155" y="698487"/>
                  </a:lnTo>
                  <a:lnTo>
                    <a:pt x="1155" y="699630"/>
                  </a:lnTo>
                  <a:lnTo>
                    <a:pt x="3467" y="698487"/>
                  </a:lnTo>
                  <a:lnTo>
                    <a:pt x="4622" y="698487"/>
                  </a:lnTo>
                  <a:lnTo>
                    <a:pt x="4622" y="677735"/>
                  </a:lnTo>
                  <a:close/>
                </a:path>
                <a:path extrusionOk="0" h="4010025" w="5079">
                  <a:moveTo>
                    <a:pt x="4622" y="416102"/>
                  </a:moveTo>
                  <a:lnTo>
                    <a:pt x="3467" y="414947"/>
                  </a:lnTo>
                  <a:lnTo>
                    <a:pt x="0" y="414947"/>
                  </a:lnTo>
                  <a:lnTo>
                    <a:pt x="0" y="484098"/>
                  </a:lnTo>
                  <a:lnTo>
                    <a:pt x="1155" y="485254"/>
                  </a:lnTo>
                  <a:lnTo>
                    <a:pt x="3467" y="485254"/>
                  </a:lnTo>
                  <a:lnTo>
                    <a:pt x="3467" y="484098"/>
                  </a:lnTo>
                  <a:lnTo>
                    <a:pt x="4622" y="484098"/>
                  </a:lnTo>
                  <a:lnTo>
                    <a:pt x="4622" y="416102"/>
                  </a:lnTo>
                  <a:close/>
                </a:path>
                <a:path extrusionOk="0" h="4010025" w="5079">
                  <a:moveTo>
                    <a:pt x="4622" y="308902"/>
                  </a:moveTo>
                  <a:lnTo>
                    <a:pt x="3467" y="307746"/>
                  </a:lnTo>
                  <a:lnTo>
                    <a:pt x="0" y="307746"/>
                  </a:lnTo>
                  <a:lnTo>
                    <a:pt x="0" y="378066"/>
                  </a:lnTo>
                  <a:lnTo>
                    <a:pt x="3467" y="378066"/>
                  </a:lnTo>
                  <a:lnTo>
                    <a:pt x="4622" y="376910"/>
                  </a:lnTo>
                  <a:lnTo>
                    <a:pt x="4622" y="308902"/>
                  </a:lnTo>
                  <a:close/>
                </a:path>
                <a:path extrusionOk="0" h="4010025" w="5079">
                  <a:moveTo>
                    <a:pt x="4622" y="201714"/>
                  </a:moveTo>
                  <a:lnTo>
                    <a:pt x="3467" y="201714"/>
                  </a:lnTo>
                  <a:lnTo>
                    <a:pt x="3467" y="200558"/>
                  </a:lnTo>
                  <a:lnTo>
                    <a:pt x="1155" y="200558"/>
                  </a:lnTo>
                  <a:lnTo>
                    <a:pt x="0" y="201714"/>
                  </a:lnTo>
                  <a:lnTo>
                    <a:pt x="0" y="270865"/>
                  </a:lnTo>
                  <a:lnTo>
                    <a:pt x="3467" y="270865"/>
                  </a:lnTo>
                  <a:lnTo>
                    <a:pt x="4622" y="269709"/>
                  </a:lnTo>
                  <a:lnTo>
                    <a:pt x="4622" y="201714"/>
                  </a:lnTo>
                  <a:close/>
                </a:path>
                <a:path extrusionOk="0" h="4010025" w="5079">
                  <a:moveTo>
                    <a:pt x="4622" y="93383"/>
                  </a:moveTo>
                  <a:lnTo>
                    <a:pt x="0" y="93383"/>
                  </a:lnTo>
                  <a:lnTo>
                    <a:pt x="0" y="165976"/>
                  </a:lnTo>
                  <a:lnTo>
                    <a:pt x="4622" y="165976"/>
                  </a:lnTo>
                  <a:lnTo>
                    <a:pt x="4622" y="93383"/>
                  </a:lnTo>
                  <a:close/>
                </a:path>
                <a:path extrusionOk="0" h="4010025" w="5079">
                  <a:moveTo>
                    <a:pt x="4622" y="1155"/>
                  </a:moveTo>
                  <a:lnTo>
                    <a:pt x="3467" y="1155"/>
                  </a:lnTo>
                  <a:lnTo>
                    <a:pt x="3467" y="0"/>
                  </a:lnTo>
                  <a:lnTo>
                    <a:pt x="1155" y="0"/>
                  </a:lnTo>
                  <a:lnTo>
                    <a:pt x="0" y="1155"/>
                  </a:lnTo>
                  <a:lnTo>
                    <a:pt x="0" y="57632"/>
                  </a:lnTo>
                  <a:lnTo>
                    <a:pt x="1155" y="58788"/>
                  </a:lnTo>
                  <a:lnTo>
                    <a:pt x="3467" y="57632"/>
                  </a:lnTo>
                  <a:lnTo>
                    <a:pt x="4622" y="57632"/>
                  </a:lnTo>
                  <a:lnTo>
                    <a:pt x="4622" y="11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5"/>
            <p:cNvSpPr/>
            <p:nvPr/>
          </p:nvSpPr>
          <p:spPr>
            <a:xfrm>
              <a:off x="6060262" y="6538727"/>
              <a:ext cx="5080" cy="70485"/>
            </a:xfrm>
            <a:custGeom>
              <a:rect b="b" l="l" r="r" t="t"/>
              <a:pathLst>
                <a:path extrusionOk="0" h="70484" w="5079">
                  <a:moveTo>
                    <a:pt x="0" y="69156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6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6060262" y="6431535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4610" y="71461"/>
                  </a:lnTo>
                  <a:lnTo>
                    <a:pt x="3458" y="71461"/>
                  </a:lnTo>
                  <a:lnTo>
                    <a:pt x="1152" y="72614"/>
                  </a:lnTo>
                  <a:lnTo>
                    <a:pt x="1152" y="71461"/>
                  </a:lnTo>
                  <a:lnTo>
                    <a:pt x="0" y="71461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6060262" y="632549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1152"/>
                  </a:lnTo>
                  <a:lnTo>
                    <a:pt x="4610" y="68004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6060262" y="6218303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6060262" y="6111111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70308"/>
                  </a:moveTo>
                  <a:lnTo>
                    <a:pt x="0" y="3456"/>
                  </a:ln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2304"/>
                  </a:lnTo>
                  <a:lnTo>
                    <a:pt x="4610" y="3456"/>
                  </a:lnTo>
                  <a:lnTo>
                    <a:pt x="4610" y="70308"/>
                  </a:lnTo>
                  <a:lnTo>
                    <a:pt x="3458" y="71461"/>
                  </a:lnTo>
                  <a:lnTo>
                    <a:pt x="1152" y="71461"/>
                  </a:lnTo>
                  <a:lnTo>
                    <a:pt x="0" y="71461"/>
                  </a:lnTo>
                  <a:lnTo>
                    <a:pt x="0" y="70308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6060262" y="6005071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5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5"/>
                  </a:lnTo>
                  <a:lnTo>
                    <a:pt x="4610" y="69156"/>
                  </a:lnTo>
                  <a:lnTo>
                    <a:pt x="3458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6060262" y="5897879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6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6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1152" y="71462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5"/>
            <p:cNvSpPr/>
            <p:nvPr/>
          </p:nvSpPr>
          <p:spPr>
            <a:xfrm>
              <a:off x="6060262" y="5791840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3"/>
                  </a:lnTo>
                  <a:lnTo>
                    <a:pt x="4610" y="69156"/>
                  </a:lnTo>
                  <a:lnTo>
                    <a:pt x="3458" y="69156"/>
                  </a:lnTo>
                  <a:lnTo>
                    <a:pt x="1152" y="70308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5"/>
            <p:cNvSpPr/>
            <p:nvPr/>
          </p:nvSpPr>
          <p:spPr>
            <a:xfrm>
              <a:off x="6060262" y="5684648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69156"/>
                  </a:lnTo>
                  <a:lnTo>
                    <a:pt x="3458" y="69156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6060262" y="5577458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5"/>
            <p:cNvSpPr/>
            <p:nvPr/>
          </p:nvSpPr>
          <p:spPr>
            <a:xfrm>
              <a:off x="6060262" y="5470258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6060262" y="5363070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5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5"/>
                  </a:lnTo>
                  <a:lnTo>
                    <a:pt x="4610" y="71460"/>
                  </a:lnTo>
                  <a:lnTo>
                    <a:pt x="3458" y="71460"/>
                  </a:lnTo>
                  <a:lnTo>
                    <a:pt x="1152" y="72613"/>
                  </a:lnTo>
                  <a:lnTo>
                    <a:pt x="1152" y="71460"/>
                  </a:lnTo>
                  <a:lnTo>
                    <a:pt x="0" y="71460"/>
                  </a:lnTo>
                  <a:lnTo>
                    <a:pt x="0" y="6915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5"/>
            <p:cNvSpPr/>
            <p:nvPr/>
          </p:nvSpPr>
          <p:spPr>
            <a:xfrm>
              <a:off x="6060262" y="525702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2304"/>
                  </a:lnTo>
                  <a:lnTo>
                    <a:pt x="4610" y="68004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6060262" y="5149837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2304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2304"/>
                  </a:lnTo>
                  <a:lnTo>
                    <a:pt x="4610" y="68004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5"/>
            <p:cNvSpPr/>
            <p:nvPr/>
          </p:nvSpPr>
          <p:spPr>
            <a:xfrm>
              <a:off x="6060262" y="5043804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5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5"/>
                  </a:lnTo>
                  <a:lnTo>
                    <a:pt x="3458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6060262" y="4936604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3458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6060262" y="4829416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7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1152" y="71462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6060262" y="4723371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4"/>
                  </a:lnTo>
                  <a:lnTo>
                    <a:pt x="4610" y="69157"/>
                  </a:lnTo>
                  <a:lnTo>
                    <a:pt x="3458" y="69157"/>
                  </a:lnTo>
                  <a:lnTo>
                    <a:pt x="1152" y="71462"/>
                  </a:lnTo>
                  <a:lnTo>
                    <a:pt x="0" y="69157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6060262" y="4616183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5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1"/>
                  </a:lnTo>
                  <a:lnTo>
                    <a:pt x="4610" y="68005"/>
                  </a:lnTo>
                  <a:lnTo>
                    <a:pt x="4610" y="69157"/>
                  </a:lnTo>
                  <a:lnTo>
                    <a:pt x="3458" y="69157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69157"/>
                  </a:lnTo>
                  <a:lnTo>
                    <a:pt x="0" y="6800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6060262" y="4508995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5"/>
            <p:cNvSpPr/>
            <p:nvPr/>
          </p:nvSpPr>
          <p:spPr>
            <a:xfrm>
              <a:off x="6060262" y="4401794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5"/>
            <p:cNvSpPr/>
            <p:nvPr/>
          </p:nvSpPr>
          <p:spPr>
            <a:xfrm>
              <a:off x="6060262" y="4294606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70307"/>
                  </a:moveTo>
                  <a:lnTo>
                    <a:pt x="0" y="3456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3456"/>
                  </a:lnTo>
                  <a:lnTo>
                    <a:pt x="4610" y="70307"/>
                  </a:lnTo>
                  <a:lnTo>
                    <a:pt x="4610" y="71460"/>
                  </a:lnTo>
                  <a:lnTo>
                    <a:pt x="3458" y="71460"/>
                  </a:lnTo>
                  <a:lnTo>
                    <a:pt x="1152" y="72613"/>
                  </a:lnTo>
                  <a:lnTo>
                    <a:pt x="1152" y="71460"/>
                  </a:lnTo>
                  <a:lnTo>
                    <a:pt x="0" y="71460"/>
                  </a:lnTo>
                  <a:lnTo>
                    <a:pt x="0" y="7030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6060262" y="4189717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3"/>
                  </a:lnTo>
                  <a:lnTo>
                    <a:pt x="4610" y="69156"/>
                  </a:lnTo>
                  <a:lnTo>
                    <a:pt x="3458" y="69156"/>
                  </a:lnTo>
                  <a:lnTo>
                    <a:pt x="1152" y="70308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6060262" y="4082529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3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68003"/>
                  </a:lnTo>
                  <a:lnTo>
                    <a:pt x="4610" y="69156"/>
                  </a:lnTo>
                  <a:lnTo>
                    <a:pt x="3458" y="69156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69156"/>
                  </a:lnTo>
                  <a:lnTo>
                    <a:pt x="0" y="68003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6060262" y="3975328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6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6060262" y="3868140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5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5"/>
                  </a:lnTo>
                  <a:lnTo>
                    <a:pt x="3458" y="70308"/>
                  </a:lnTo>
                  <a:lnTo>
                    <a:pt x="1152" y="70308"/>
                  </a:lnTo>
                  <a:lnTo>
                    <a:pt x="0" y="70308"/>
                  </a:lnTo>
                  <a:lnTo>
                    <a:pt x="0" y="6915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6060262" y="3760952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0307"/>
                  </a:lnTo>
                  <a:lnTo>
                    <a:pt x="3458" y="70307"/>
                  </a:lnTo>
                  <a:lnTo>
                    <a:pt x="1152" y="72614"/>
                  </a:lnTo>
                  <a:lnTo>
                    <a:pt x="1152" y="70307"/>
                  </a:lnTo>
                  <a:lnTo>
                    <a:pt x="0" y="70307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6060262" y="3654907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4"/>
                  </a:lnTo>
                  <a:lnTo>
                    <a:pt x="4610" y="69157"/>
                  </a:lnTo>
                  <a:lnTo>
                    <a:pt x="3458" y="69157"/>
                  </a:lnTo>
                  <a:lnTo>
                    <a:pt x="1152" y="71462"/>
                  </a:lnTo>
                  <a:lnTo>
                    <a:pt x="0" y="69157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6060262" y="3547719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68004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1"/>
                  </a:lnTo>
                  <a:lnTo>
                    <a:pt x="4610" y="68004"/>
                  </a:lnTo>
                  <a:lnTo>
                    <a:pt x="4610" y="70309"/>
                  </a:lnTo>
                  <a:lnTo>
                    <a:pt x="3458" y="70309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0309"/>
                  </a:lnTo>
                  <a:lnTo>
                    <a:pt x="0" y="68004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6060262" y="3440531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70310"/>
                  </a:moveTo>
                  <a:lnTo>
                    <a:pt x="0" y="3457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3457"/>
                  </a:lnTo>
                  <a:lnTo>
                    <a:pt x="4610" y="70310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7031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6060262" y="3333330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0" y="70310"/>
                  </a:moveTo>
                  <a:lnTo>
                    <a:pt x="0" y="3457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3457"/>
                  </a:lnTo>
                  <a:lnTo>
                    <a:pt x="4610" y="70310"/>
                  </a:lnTo>
                  <a:lnTo>
                    <a:pt x="3458" y="71462"/>
                  </a:lnTo>
                  <a:lnTo>
                    <a:pt x="1152" y="71462"/>
                  </a:lnTo>
                  <a:lnTo>
                    <a:pt x="0" y="71462"/>
                  </a:lnTo>
                  <a:lnTo>
                    <a:pt x="0" y="7031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6060262" y="3226142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70308"/>
                  </a:moveTo>
                  <a:lnTo>
                    <a:pt x="0" y="3457"/>
                  </a:lnTo>
                  <a:lnTo>
                    <a:pt x="0" y="2305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2305"/>
                  </a:lnTo>
                  <a:lnTo>
                    <a:pt x="4610" y="2305"/>
                  </a:lnTo>
                  <a:lnTo>
                    <a:pt x="4610" y="3457"/>
                  </a:lnTo>
                  <a:lnTo>
                    <a:pt x="4610" y="70308"/>
                  </a:lnTo>
                  <a:lnTo>
                    <a:pt x="4610" y="71461"/>
                  </a:lnTo>
                  <a:lnTo>
                    <a:pt x="3458" y="71461"/>
                  </a:lnTo>
                  <a:lnTo>
                    <a:pt x="1152" y="72614"/>
                  </a:lnTo>
                  <a:lnTo>
                    <a:pt x="1152" y="71461"/>
                  </a:lnTo>
                  <a:lnTo>
                    <a:pt x="0" y="71461"/>
                  </a:lnTo>
                  <a:lnTo>
                    <a:pt x="0" y="70308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6060262" y="3121253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2"/>
                  </a:moveTo>
                  <a:lnTo>
                    <a:pt x="0" y="1151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0"/>
                  </a:lnTo>
                  <a:lnTo>
                    <a:pt x="4610" y="1151"/>
                  </a:lnTo>
                  <a:lnTo>
                    <a:pt x="4610" y="68002"/>
                  </a:lnTo>
                  <a:lnTo>
                    <a:pt x="4610" y="69156"/>
                  </a:lnTo>
                  <a:lnTo>
                    <a:pt x="3458" y="69156"/>
                  </a:lnTo>
                  <a:lnTo>
                    <a:pt x="1152" y="70308"/>
                  </a:lnTo>
                  <a:lnTo>
                    <a:pt x="0" y="69156"/>
                  </a:lnTo>
                  <a:lnTo>
                    <a:pt x="0" y="68002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5"/>
            <p:cNvSpPr/>
            <p:nvPr/>
          </p:nvSpPr>
          <p:spPr>
            <a:xfrm>
              <a:off x="6060262" y="3014065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8002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68002"/>
                  </a:lnTo>
                  <a:lnTo>
                    <a:pt x="4610" y="69156"/>
                  </a:lnTo>
                  <a:lnTo>
                    <a:pt x="3458" y="69156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69156"/>
                  </a:lnTo>
                  <a:lnTo>
                    <a:pt x="0" y="68002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6060262" y="2906864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6"/>
                  </a:moveTo>
                  <a:lnTo>
                    <a:pt x="0" y="2304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4610" y="1152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6060262" y="2799676"/>
              <a:ext cx="5080" cy="70485"/>
            </a:xfrm>
            <a:custGeom>
              <a:rect b="b" l="l" r="r" t="t"/>
              <a:pathLst>
                <a:path extrusionOk="0" h="70485" w="5079">
                  <a:moveTo>
                    <a:pt x="0" y="69157"/>
                  </a:moveTo>
                  <a:lnTo>
                    <a:pt x="0" y="2305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2305"/>
                  </a:lnTo>
                  <a:lnTo>
                    <a:pt x="4610" y="69157"/>
                  </a:lnTo>
                  <a:lnTo>
                    <a:pt x="3458" y="70309"/>
                  </a:lnTo>
                  <a:lnTo>
                    <a:pt x="1152" y="70309"/>
                  </a:lnTo>
                  <a:lnTo>
                    <a:pt x="0" y="70309"/>
                  </a:lnTo>
                  <a:lnTo>
                    <a:pt x="0" y="69157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6060262" y="2692488"/>
              <a:ext cx="5080" cy="73025"/>
            </a:xfrm>
            <a:custGeom>
              <a:rect b="b" l="l" r="r" t="t"/>
              <a:pathLst>
                <a:path extrusionOk="0" h="73025" w="5079">
                  <a:moveTo>
                    <a:pt x="0" y="69156"/>
                  </a:moveTo>
                  <a:lnTo>
                    <a:pt x="0" y="2304"/>
                  </a:lnTo>
                  <a:lnTo>
                    <a:pt x="0" y="1151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1"/>
                  </a:lnTo>
                  <a:lnTo>
                    <a:pt x="4610" y="1151"/>
                  </a:lnTo>
                  <a:lnTo>
                    <a:pt x="4610" y="2304"/>
                  </a:lnTo>
                  <a:lnTo>
                    <a:pt x="4610" y="69156"/>
                  </a:lnTo>
                  <a:lnTo>
                    <a:pt x="4610" y="71460"/>
                  </a:lnTo>
                  <a:lnTo>
                    <a:pt x="3458" y="71460"/>
                  </a:lnTo>
                  <a:lnTo>
                    <a:pt x="1152" y="72613"/>
                  </a:lnTo>
                  <a:lnTo>
                    <a:pt x="1152" y="71460"/>
                  </a:lnTo>
                  <a:lnTo>
                    <a:pt x="0" y="71460"/>
                  </a:lnTo>
                  <a:lnTo>
                    <a:pt x="0" y="69156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6060262" y="2599118"/>
              <a:ext cx="5080" cy="59055"/>
            </a:xfrm>
            <a:custGeom>
              <a:rect b="b" l="l" r="r" t="t"/>
              <a:pathLst>
                <a:path extrusionOk="0" h="59055" w="5079">
                  <a:moveTo>
                    <a:pt x="0" y="55325"/>
                  </a:moveTo>
                  <a:lnTo>
                    <a:pt x="0" y="3457"/>
                  </a:lnTo>
                  <a:lnTo>
                    <a:pt x="0" y="1152"/>
                  </a:lnTo>
                  <a:lnTo>
                    <a:pt x="1152" y="0"/>
                  </a:lnTo>
                  <a:lnTo>
                    <a:pt x="3458" y="0"/>
                  </a:lnTo>
                  <a:lnTo>
                    <a:pt x="3458" y="1152"/>
                  </a:lnTo>
                  <a:lnTo>
                    <a:pt x="4610" y="1152"/>
                  </a:lnTo>
                  <a:lnTo>
                    <a:pt x="4610" y="3457"/>
                  </a:lnTo>
                  <a:lnTo>
                    <a:pt x="4610" y="55325"/>
                  </a:lnTo>
                  <a:lnTo>
                    <a:pt x="4610" y="57630"/>
                  </a:lnTo>
                  <a:lnTo>
                    <a:pt x="3458" y="57630"/>
                  </a:lnTo>
                  <a:lnTo>
                    <a:pt x="1152" y="58782"/>
                  </a:lnTo>
                  <a:lnTo>
                    <a:pt x="0" y="57630"/>
                  </a:lnTo>
                  <a:lnTo>
                    <a:pt x="0" y="5532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5"/>
            <p:cNvSpPr/>
            <p:nvPr/>
          </p:nvSpPr>
          <p:spPr>
            <a:xfrm>
              <a:off x="6068339" y="2868828"/>
              <a:ext cx="3726815" cy="0"/>
            </a:xfrm>
            <a:custGeom>
              <a:rect b="b" l="l" r="r" t="t"/>
              <a:pathLst>
                <a:path extrusionOk="0" h="120000" w="3726815">
                  <a:moveTo>
                    <a:pt x="3726372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5"/>
            <p:cNvSpPr/>
            <p:nvPr/>
          </p:nvSpPr>
          <p:spPr>
            <a:xfrm>
              <a:off x="9778568" y="2805442"/>
              <a:ext cx="130810" cy="129539"/>
            </a:xfrm>
            <a:custGeom>
              <a:rect b="b" l="l" r="r" t="t"/>
              <a:pathLst>
                <a:path extrusionOk="0" h="129539" w="130809">
                  <a:moveTo>
                    <a:pt x="0" y="0"/>
                  </a:moveTo>
                  <a:lnTo>
                    <a:pt x="0" y="129095"/>
                  </a:lnTo>
                  <a:lnTo>
                    <a:pt x="130251" y="63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6" name="Google Shape;936;p35"/>
          <p:cNvSpPr txBox="1"/>
          <p:nvPr/>
        </p:nvSpPr>
        <p:spPr>
          <a:xfrm>
            <a:off x="3785336" y="4449725"/>
            <a:ext cx="1371182" cy="1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makeNewSale ()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" name="Google Shape;937;p35"/>
          <p:cNvGrpSpPr/>
          <p:nvPr/>
        </p:nvGrpSpPr>
        <p:grpSpPr>
          <a:xfrm>
            <a:off x="1491780" y="4822241"/>
            <a:ext cx="5008245" cy="1210310"/>
            <a:chOff x="5203888" y="3035960"/>
            <a:chExt cx="5008245" cy="1210310"/>
          </a:xfrm>
        </p:grpSpPr>
        <p:sp>
          <p:nvSpPr>
            <p:cNvPr id="938" name="Google Shape;938;p35"/>
            <p:cNvSpPr/>
            <p:nvPr/>
          </p:nvSpPr>
          <p:spPr>
            <a:xfrm>
              <a:off x="5203888" y="3035960"/>
              <a:ext cx="5008245" cy="1210310"/>
            </a:xfrm>
            <a:custGeom>
              <a:rect b="b" l="l" r="r" t="t"/>
              <a:pathLst>
                <a:path extrusionOk="0" h="1210310" w="5008245">
                  <a:moveTo>
                    <a:pt x="0" y="1210230"/>
                  </a:moveTo>
                  <a:lnTo>
                    <a:pt x="5008072" y="1210230"/>
                  </a:lnTo>
                  <a:lnTo>
                    <a:pt x="5008072" y="0"/>
                  </a:lnTo>
                  <a:lnTo>
                    <a:pt x="0" y="0"/>
                  </a:lnTo>
                  <a:lnTo>
                    <a:pt x="0" y="121023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5883922" y="3098203"/>
              <a:ext cx="899160" cy="179070"/>
            </a:xfrm>
            <a:custGeom>
              <a:rect b="b" l="l" r="r" t="t"/>
              <a:pathLst>
                <a:path extrusionOk="0" h="179070" w="899159">
                  <a:moveTo>
                    <a:pt x="899033" y="0"/>
                  </a:moveTo>
                  <a:lnTo>
                    <a:pt x="0" y="0"/>
                  </a:lnTo>
                  <a:lnTo>
                    <a:pt x="0" y="178650"/>
                  </a:lnTo>
                  <a:lnTo>
                    <a:pt x="899033" y="178650"/>
                  </a:lnTo>
                  <a:lnTo>
                    <a:pt x="899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0" name="Google Shape;940;p35"/>
          <p:cNvSpPr txBox="1"/>
          <p:nvPr/>
        </p:nvSpPr>
        <p:spPr>
          <a:xfrm>
            <a:off x="2171814" y="4842916"/>
            <a:ext cx="8991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more items ]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1" name="Google Shape;941;p35"/>
          <p:cNvGrpSpPr/>
          <p:nvPr/>
        </p:nvGrpSpPr>
        <p:grpSpPr>
          <a:xfrm>
            <a:off x="1491780" y="4822241"/>
            <a:ext cx="5008245" cy="1217219"/>
            <a:chOff x="5203888" y="3035960"/>
            <a:chExt cx="5008245" cy="1217219"/>
          </a:xfrm>
        </p:grpSpPr>
        <p:sp>
          <p:nvSpPr>
            <p:cNvPr id="942" name="Google Shape;942;p35"/>
            <p:cNvSpPr/>
            <p:nvPr/>
          </p:nvSpPr>
          <p:spPr>
            <a:xfrm>
              <a:off x="5203888" y="4239844"/>
              <a:ext cx="5008245" cy="13335"/>
            </a:xfrm>
            <a:custGeom>
              <a:rect b="b" l="l" r="r" t="t"/>
              <a:pathLst>
                <a:path extrusionOk="0" h="13335" w="5008245">
                  <a:moveTo>
                    <a:pt x="5008067" y="0"/>
                  </a:moveTo>
                  <a:lnTo>
                    <a:pt x="0" y="0"/>
                  </a:lnTo>
                  <a:lnTo>
                    <a:pt x="0" y="12712"/>
                  </a:lnTo>
                  <a:lnTo>
                    <a:pt x="5008067" y="12712"/>
                  </a:lnTo>
                  <a:lnTo>
                    <a:pt x="50080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5203888" y="3035960"/>
              <a:ext cx="584835" cy="334645"/>
            </a:xfrm>
            <a:custGeom>
              <a:rect b="b" l="l" r="r" t="t"/>
              <a:pathLst>
                <a:path extrusionOk="0" h="334645" w="584835">
                  <a:moveTo>
                    <a:pt x="0" y="334255"/>
                  </a:moveTo>
                  <a:lnTo>
                    <a:pt x="417243" y="334255"/>
                  </a:lnTo>
                  <a:lnTo>
                    <a:pt x="584371" y="167128"/>
                  </a:lnTo>
                  <a:lnTo>
                    <a:pt x="584371" y="0"/>
                  </a:lnTo>
                  <a:lnTo>
                    <a:pt x="0" y="0"/>
                  </a:lnTo>
                  <a:lnTo>
                    <a:pt x="0" y="334255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4" name="Google Shape;944;p35"/>
          <p:cNvSpPr txBox="1"/>
          <p:nvPr/>
        </p:nvSpPr>
        <p:spPr>
          <a:xfrm>
            <a:off x="1614983" y="4858157"/>
            <a:ext cx="3403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5"/>
          <p:cNvSpPr/>
          <p:nvPr/>
        </p:nvSpPr>
        <p:spPr>
          <a:xfrm>
            <a:off x="3077756" y="3862120"/>
            <a:ext cx="1919605" cy="286385"/>
          </a:xfrm>
          <a:custGeom>
            <a:rect b="b" l="l" r="r" t="t"/>
            <a:pathLst>
              <a:path extrusionOk="0" h="286385" w="1919604">
                <a:moveTo>
                  <a:pt x="1919084" y="0"/>
                </a:moveTo>
                <a:lnTo>
                  <a:pt x="0" y="0"/>
                </a:lnTo>
                <a:lnTo>
                  <a:pt x="0" y="286335"/>
                </a:lnTo>
                <a:lnTo>
                  <a:pt x="1919084" y="286335"/>
                </a:lnTo>
                <a:lnTo>
                  <a:pt x="19190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6" name="Google Shape;946;p35"/>
          <p:cNvPicPr preferRelativeResize="0"/>
          <p:nvPr/>
        </p:nvPicPr>
        <p:blipFill rotWithShape="1">
          <a:blip r:embed="rId3">
            <a:alphaModFix/>
          </a:blip>
          <a:srcRect b="83141" l="6365" r="85563" t="5023"/>
          <a:stretch/>
        </p:blipFill>
        <p:spPr>
          <a:xfrm>
            <a:off x="1898583" y="3229291"/>
            <a:ext cx="762001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35"/>
          <p:cNvSpPr txBox="1"/>
          <p:nvPr/>
        </p:nvSpPr>
        <p:spPr>
          <a:xfrm>
            <a:off x="8144722" y="5093399"/>
            <a:ext cx="3733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makeNewSale()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enterItem(itemID, quantity)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endSale()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makePayment(amount)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6"/>
          <p:cNvSpPr txBox="1"/>
          <p:nvPr>
            <p:ph type="title"/>
          </p:nvPr>
        </p:nvSpPr>
        <p:spPr>
          <a:xfrm>
            <a:off x="268604" y="1194283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 Model</a:t>
            </a:r>
            <a:endParaRPr/>
          </a:p>
        </p:txBody>
      </p:sp>
      <p:pic>
        <p:nvPicPr>
          <p:cNvPr id="953" name="Google Shape;95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7600" y="3048000"/>
            <a:ext cx="7950535" cy="63898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7"/>
          <p:cNvSpPr txBox="1"/>
          <p:nvPr>
            <p:ph type="title"/>
          </p:nvPr>
        </p:nvSpPr>
        <p:spPr>
          <a:xfrm>
            <a:off x="268604" y="1194283"/>
            <a:ext cx="124675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Sale</a:t>
            </a:r>
            <a:endParaRPr/>
          </a:p>
        </p:txBody>
      </p:sp>
      <p:pic>
        <p:nvPicPr>
          <p:cNvPr id="959" name="Google Shape;9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9323" y="3810000"/>
            <a:ext cx="9326151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8"/>
          <p:cNvSpPr/>
          <p:nvPr/>
        </p:nvSpPr>
        <p:spPr>
          <a:xfrm>
            <a:off x="279400" y="38735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635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8"/>
          <p:cNvSpPr/>
          <p:nvPr/>
        </p:nvSpPr>
        <p:spPr>
          <a:xfrm>
            <a:off x="279400" y="312420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381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8"/>
          <p:cNvSpPr/>
          <p:nvPr/>
        </p:nvSpPr>
        <p:spPr>
          <a:xfrm>
            <a:off x="279400" y="6616700"/>
            <a:ext cx="12446000" cy="0"/>
          </a:xfrm>
          <a:custGeom>
            <a:rect b="b" l="l" r="r" t="t"/>
            <a:pathLst>
              <a:path extrusionOk="0" h="120000" w="12446000">
                <a:moveTo>
                  <a:pt x="0" y="0"/>
                </a:moveTo>
                <a:lnTo>
                  <a:pt x="12446000" y="0"/>
                </a:lnTo>
              </a:path>
            </a:pathLst>
          </a:custGeom>
          <a:noFill/>
          <a:ln cap="flat" cmpd="sng" w="38100">
            <a:solidFill>
              <a:srgbClr val="006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8"/>
          <p:cNvSpPr txBox="1"/>
          <p:nvPr/>
        </p:nvSpPr>
        <p:spPr>
          <a:xfrm>
            <a:off x="316284" y="6598155"/>
            <a:ext cx="12225655" cy="258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04800" lvl="0" marL="317500" marR="7543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Clr>
                <a:srgbClr val="0069B5"/>
              </a:buClr>
              <a:buSzPts val="3000"/>
              <a:buFont typeface="Lucida Sans"/>
              <a:buChar char="•"/>
            </a:pPr>
            <a:r>
              <a:rPr lang="en-US" sz="2400">
                <a:solidFill>
                  <a:srgbClr val="0069B5"/>
                </a:solidFill>
                <a:latin typeface="Lucida Sans"/>
                <a:ea typeface="Lucida Sans"/>
                <a:cs typeface="Lucida Sans"/>
                <a:sym typeface="Lucida Sans"/>
              </a:rPr>
              <a:t>Modeling the dynamic behavior is often more rewarding than modeling the static  structure w.r.t. understanding a domain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04800" lvl="0" marL="317500" marR="29845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Clr>
                <a:srgbClr val="0069B5"/>
              </a:buClr>
              <a:buSzPts val="3000"/>
              <a:buFont typeface="Lucida Sans"/>
              <a:buChar char="•"/>
            </a:pPr>
            <a:r>
              <a:rPr lang="en-US" sz="2400">
                <a:solidFill>
                  <a:srgbClr val="0069B5"/>
                </a:solidFill>
                <a:latin typeface="Lucida Sans"/>
                <a:ea typeface="Lucida Sans"/>
                <a:cs typeface="Lucida Sans"/>
                <a:sym typeface="Lucida Sans"/>
              </a:rPr>
              <a:t>Modeling the dynamic behavior is often particularly useful if the control-flow is more  involved; but only draw the part that is relevant to understand the problem at hand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04800" lvl="0" marL="3175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Clr>
                <a:srgbClr val="0069B5"/>
              </a:buClr>
              <a:buSzPts val="3000"/>
              <a:buFont typeface="Lucida Sans"/>
              <a:buChar char="•"/>
            </a:pPr>
            <a:r>
              <a:rPr lang="en-US" sz="2400">
                <a:solidFill>
                  <a:srgbClr val="0069B5"/>
                </a:solidFill>
                <a:latin typeface="Lucida Sans"/>
                <a:ea typeface="Lucida Sans"/>
                <a:cs typeface="Lucida Sans"/>
                <a:sym typeface="Lucida Sans"/>
              </a:rPr>
              <a:t>The UML is often used informally - this is OK if everyone interprets the diagrams in the  same way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68" name="Google Shape;968;p38"/>
          <p:cNvSpPr txBox="1"/>
          <p:nvPr/>
        </p:nvSpPr>
        <p:spPr>
          <a:xfrm>
            <a:off x="787400" y="1370849"/>
            <a:ext cx="311721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>
                <a:solidFill>
                  <a:srgbClr val="0069B5"/>
                </a:solidFill>
                <a:latin typeface="Lucida Sans"/>
                <a:ea typeface="Lucida Sans"/>
                <a:cs typeface="Lucida Sans"/>
                <a:sym typeface="Lucida Sans"/>
              </a:rPr>
              <a:t>Summary</a:t>
            </a:r>
            <a:endParaRPr b="0" i="0" sz="56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69" name="Google Shape;969;p38"/>
          <p:cNvSpPr txBox="1"/>
          <p:nvPr>
            <p:ph type="title"/>
          </p:nvPr>
        </p:nvSpPr>
        <p:spPr>
          <a:xfrm>
            <a:off x="965951" y="3998711"/>
            <a:ext cx="10926300" cy="21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12065" marR="508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The goal of this lecture is to enable you to  systematically carry out small(er) software  projects that produce quality software.</a:t>
            </a:r>
            <a:endParaRPr sz="4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2020-11-06T07:30:50Z</dcterms:created>
  <dc:creator>Admin</dc:creator>
</cp:coreProperties>
</file>