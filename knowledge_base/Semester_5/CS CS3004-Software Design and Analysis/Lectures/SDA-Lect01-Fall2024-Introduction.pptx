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drawingml.chart+xml" PartName="/ppt/charts/chart1.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office.chartstyle+xml" PartName="/ppt/charts/style1.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y="6858000" cx="12192000"/>
  <p:notesSz cx="6858000" cy="9144000"/>
  <p:embeddedFontLst>
    <p:embeddedFont>
      <p:font typeface="Roboto"/>
      <p:regular r:id="rId64"/>
      <p:bold r:id="rId65"/>
      <p:italic r:id="rId66"/>
      <p:boldItalic r:id="rId67"/>
    </p:embeddedFont>
    <p:embeddedFont>
      <p:font typeface="Helvetica Neue"/>
      <p:regular r:id="rId68"/>
      <p:bold r:id="rId69"/>
      <p:italic r:id="rId70"/>
      <p:boldItalic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2" roundtripDataSignature="AMtx7min12iqj2CrXJJSe8+7xB3jS2kY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45E0AF0-D17D-4758-B639-3A15DE2A9DE9}">
  <a:tblStyle styleId="{145E0AF0-D17D-4758-B639-3A15DE2A9DE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7898344B-D4ED-448C-B0CB-42717F0D090E}" styleName="Table_1">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2" Type="http://customschemas.google.com/relationships/presentationmetadata" Target="meta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HelveticaNeue-boldItalic.fntdata"/><Relationship Id="rId70" Type="http://schemas.openxmlformats.org/officeDocument/2006/relationships/font" Target="fonts/HelveticaNeue-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Roboto-regular.fntdata"/><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Roboto-italic.fntdata"/><Relationship Id="rId21" Type="http://schemas.openxmlformats.org/officeDocument/2006/relationships/slide" Target="slides/slide15.xml"/><Relationship Id="rId65" Type="http://schemas.openxmlformats.org/officeDocument/2006/relationships/font" Target="fonts/Roboto-bold.fntdata"/><Relationship Id="rId24" Type="http://schemas.openxmlformats.org/officeDocument/2006/relationships/slide" Target="slides/slide18.xml"/><Relationship Id="rId68" Type="http://schemas.openxmlformats.org/officeDocument/2006/relationships/font" Target="fonts/HelveticaNeue-regular.fntdata"/><Relationship Id="rId23" Type="http://schemas.openxmlformats.org/officeDocument/2006/relationships/slide" Target="slides/slide17.xml"/><Relationship Id="rId67" Type="http://schemas.openxmlformats.org/officeDocument/2006/relationships/font" Target="fonts/Roboto-bold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HelveticaNeue-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8779030667482933"/>
          <c:y val="1.1173492370352296E-2"/>
        </c:manualLayout>
      </c:layout>
      <c:overlay val="0"/>
      <c:spPr>
        <a:noFill/>
        <a:ln>
          <a:noFill/>
        </a:ln>
        <a:effectLst/>
      </c:spPr>
      <c:txPr>
        <a:bodyPr rot="0" spcFirstLastPara="1" vertOverflow="ellipsis" vert="horz" wrap="square" anchor="ctr" anchorCtr="1"/>
        <a:lstStyle/>
        <a:p>
          <a:pPr>
            <a:defRPr sz="2128" b="1" i="0" u="none" strike="noStrike" kern="1200" cap="all"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Weightage %</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F1AA-4228-B085-242FD0811022}"/>
              </c:ext>
            </c:extLst>
          </c:dPt>
          <c:dPt>
            <c:idx val="1"/>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F1AA-4228-B085-242FD0811022}"/>
              </c:ext>
            </c:extLst>
          </c:dPt>
          <c:dPt>
            <c:idx val="2"/>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F1AA-4228-B085-242FD0811022}"/>
              </c:ext>
            </c:extLst>
          </c:dPt>
          <c:dPt>
            <c:idx val="3"/>
            <c:bubble3D val="0"/>
            <c:spPr>
              <a:solidFill>
                <a:schemeClr val="accent1">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F1AA-4228-B085-242FD0811022}"/>
              </c:ext>
            </c:extLst>
          </c:dPt>
          <c:dPt>
            <c:idx val="4"/>
            <c:bubble3D val="0"/>
            <c:spPr>
              <a:solidFill>
                <a:schemeClr val="accent3">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9-F1AA-4228-B085-242FD0811022}"/>
              </c:ext>
            </c:extLst>
          </c:dPt>
          <c:dPt>
            <c:idx val="5"/>
            <c:bubble3D val="0"/>
            <c:spPr>
              <a:solidFill>
                <a:schemeClr val="accent5">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B-F1AA-4228-B085-242FD0811022}"/>
              </c:ext>
            </c:extLst>
          </c:dPt>
          <c:dPt>
            <c:idx val="6"/>
            <c:bubble3D val="0"/>
            <c:spPr>
              <a:solidFill>
                <a:schemeClr val="accent1">
                  <a:lumMod val="80000"/>
                  <a:lumOff val="2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C-BB27-4FCE-A9EF-955CB8C28C37}"/>
              </c:ext>
            </c:extLst>
          </c:dPt>
          <c:dLbls>
            <c:dLbl>
              <c:idx val="0"/>
              <c:layout>
                <c:manualLayout>
                  <c:x val="-9.5751065324845078E-3"/>
                  <c:y val="2.9795979654272775E-2"/>
                </c:manualLayout>
              </c:layout>
              <c:tx>
                <c:rich>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fld id="{859267A8-F826-4F0F-9849-F5A4A5EFD07A}" type="CATEGORYNAME">
                      <a:rPr lang="en-US" dirty="0"/>
                      <a:pPr>
                        <a:defRPr/>
                      </a:pPr>
                      <a:t>[CATEGORY NAME]</a:t>
                    </a:fld>
                    <a:r>
                      <a:rPr lang="en-US" baseline="0" dirty="0"/>
                      <a:t>
10</a:t>
                    </a:r>
                  </a:p>
                </c:rich>
              </c:tx>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17199285108975265"/>
                      <c:h val="0.13210792479213196"/>
                    </c:manualLayout>
                  </c15:layout>
                  <c15:dlblFieldTable/>
                  <c15:showDataLabelsRange val="0"/>
                </c:ext>
                <c:ext xmlns:c16="http://schemas.microsoft.com/office/drawing/2014/chart" uri="{C3380CC4-5D6E-409C-BE32-E72D297353CC}">
                  <c16:uniqueId val="{00000001-F1AA-4228-B085-242FD0811022}"/>
                </c:ext>
              </c:extLst>
            </c:dLbl>
            <c:dLbl>
              <c:idx val="1"/>
              <c:tx>
                <c:rich>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fld id="{E7834D33-4A32-44E2-93EB-AAE6D9E16931}" type="CATEGORYNAME">
                      <a:rPr lang="en-US" smtClean="0"/>
                      <a:pPr>
                        <a:defRPr>
                          <a:solidFill>
                            <a:schemeClr val="accent1"/>
                          </a:solidFill>
                        </a:defRPr>
                      </a:pPr>
                      <a:t>[CATEGORY NAME]</a:t>
                    </a:fld>
                    <a:r>
                      <a:rPr lang="en-US" baseline="0" dirty="0"/>
                      <a:t>
10</a:t>
                    </a:r>
                  </a:p>
                </c:rich>
              </c:tx>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F1AA-4228-B085-242FD0811022}"/>
                </c:ext>
              </c:extLst>
            </c:dLbl>
            <c:dLbl>
              <c:idx val="2"/>
              <c:tx>
                <c:rich>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fld id="{94CC32BE-99DD-46FF-B78E-1DBD2AAEF458}" type="CATEGORYNAME">
                      <a:rPr lang="en-US"/>
                      <a:pPr>
                        <a:defRPr>
                          <a:solidFill>
                            <a:schemeClr val="accent1"/>
                          </a:solidFill>
                        </a:defRPr>
                      </a:pPr>
                      <a:t>[CATEGORY NAME]</a:t>
                    </a:fld>
                    <a:r>
                      <a:rPr lang="en-US" baseline="0" dirty="0"/>
                      <a:t>
</a:t>
                    </a:r>
                    <a:fld id="{A151ECAA-0929-42B9-9AA3-96A56B80FCF9}" type="VALUE">
                      <a:rPr lang="en-US" baseline="0" smtClean="0"/>
                      <a:pPr>
                        <a:defRPr>
                          <a:solidFill>
                            <a:schemeClr val="accent1"/>
                          </a:solidFill>
                        </a:defRPr>
                      </a:pPr>
                      <a:t>[VALUE]</a:t>
                    </a:fld>
                    <a:endParaRPr lang="en-US" baseline="0" dirty="0"/>
                  </a:p>
                </c:rich>
              </c:tx>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F1AA-4228-B085-242FD0811022}"/>
                </c:ext>
              </c:extLst>
            </c:dLbl>
            <c:dLbl>
              <c:idx val="3"/>
              <c:tx>
                <c:rich>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fld id="{CC46580C-904E-420C-B606-DEDB59B9BF48}" type="CATEGORYNAME">
                      <a:rPr lang="en-US"/>
                      <a:pPr>
                        <a:defRPr>
                          <a:solidFill>
                            <a:schemeClr val="accent1"/>
                          </a:solidFill>
                        </a:defRPr>
                      </a:pPr>
                      <a:t>[CATEGORY NAME]</a:t>
                    </a:fld>
                    <a:r>
                      <a:rPr lang="en-US" baseline="0" dirty="0"/>
                      <a:t>
</a:t>
                    </a:r>
                    <a:fld id="{8C79AD2F-2B33-4A6E-9749-FC608B57639B}" type="VALUE">
                      <a:rPr lang="en-US" baseline="0" smtClean="0"/>
                      <a:pPr>
                        <a:defRPr>
                          <a:solidFill>
                            <a:schemeClr val="accent1"/>
                          </a:solidFill>
                        </a:defRPr>
                      </a:pPr>
                      <a:t>[VALUE]</a:t>
                    </a:fld>
                    <a:endParaRPr lang="en-US" baseline="0" dirty="0"/>
                  </a:p>
                </c:rich>
              </c:tx>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F1AA-4228-B085-242FD0811022}"/>
                </c:ext>
              </c:extLst>
            </c:dLbl>
            <c:dLbl>
              <c:idx val="4"/>
              <c:layout>
                <c:manualLayout>
                  <c:x val="-2.3937766331211668E-3"/>
                  <c:y val="-1.6507930813552312E-4"/>
                </c:manualLayout>
              </c:layout>
              <c:tx>
                <c:rich>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fld id="{E52A6BCB-A80B-417C-98E3-00E24AF4CEB4}" type="CATEGORYNAME">
                      <a:rPr lang="en-US" dirty="0"/>
                      <a:pPr>
                        <a:defRPr>
                          <a:solidFill>
                            <a:schemeClr val="accent1"/>
                          </a:solidFill>
                        </a:defRPr>
                      </a:pPr>
                      <a:t>[CATEGORY NAME]</a:t>
                    </a:fld>
                    <a:r>
                      <a:rPr lang="en-US" baseline="0" dirty="0"/>
                      <a:t>
10</a:t>
                    </a:r>
                  </a:p>
                </c:rich>
              </c:tx>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31852798192943677"/>
                      <c:h val="0.12625315934889805"/>
                    </c:manualLayout>
                  </c15:layout>
                  <c15:dlblFieldTable/>
                  <c15:showDataLabelsRange val="0"/>
                </c:ext>
                <c:ext xmlns:c16="http://schemas.microsoft.com/office/drawing/2014/chart" uri="{C3380CC4-5D6E-409C-BE32-E72D297353CC}">
                  <c16:uniqueId val="{00000009-F1AA-4228-B085-242FD0811022}"/>
                </c:ext>
              </c:extLst>
            </c:dLbl>
            <c:dLbl>
              <c:idx val="5"/>
              <c:tx>
                <c:rich>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fld id="{4ECBC87D-3D38-457D-99DE-23D5AC2EE4B1}" type="CATEGORYNAME">
                      <a:rPr lang="en-US"/>
                      <a:pPr>
                        <a:defRPr>
                          <a:solidFill>
                            <a:schemeClr val="accent1"/>
                          </a:solidFill>
                        </a:defRPr>
                      </a:pPr>
                      <a:t>[CATEGORY NAME]</a:t>
                    </a:fld>
                    <a:r>
                      <a:rPr lang="en-US" baseline="0" dirty="0"/>
                      <a:t>
</a:t>
                    </a:r>
                    <a:fld id="{7F66144D-2ED0-4F52-B70E-CBC0A832A502}" type="VALUE">
                      <a:rPr lang="en-US" baseline="0" smtClean="0"/>
                      <a:pPr>
                        <a:defRPr>
                          <a:solidFill>
                            <a:schemeClr val="accent1"/>
                          </a:solidFill>
                        </a:defRPr>
                      </a:pPr>
                      <a:t>[VALUE]</a:t>
                    </a:fld>
                    <a:endParaRPr lang="en-US" baseline="0" dirty="0"/>
                  </a:p>
                </c:rich>
              </c:tx>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F1AA-4228-B085-242FD0811022}"/>
                </c:ext>
              </c:extLst>
            </c:dLbl>
            <c:dLbl>
              <c:idx val="6"/>
              <c:layout>
                <c:manualLayout>
                  <c:x val="-2.393776633121123E-3"/>
                  <c:y val="2.4916044980047545E-2"/>
                </c:manualLayout>
              </c:layout>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1">
                          <a:lumMod val="80000"/>
                          <a:lumOff val="20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C-BB27-4FCE-A9EF-955CB8C28C37}"/>
                </c:ext>
              </c:extLst>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Quizzes</c:v>
                </c:pt>
                <c:pt idx="1">
                  <c:v>Assignments</c:v>
                </c:pt>
                <c:pt idx="2">
                  <c:v>Midterm 1</c:v>
                </c:pt>
                <c:pt idx="3">
                  <c:v>Midterm 2</c:v>
                </c:pt>
                <c:pt idx="4">
                  <c:v>Project</c:v>
                </c:pt>
                <c:pt idx="5">
                  <c:v>Final </c:v>
                </c:pt>
                <c:pt idx="6">
                  <c:v>Tasks</c:v>
                </c:pt>
              </c:strCache>
            </c:strRef>
          </c:cat>
          <c:val>
            <c:numRef>
              <c:f>Sheet1!$B$2:$B$8</c:f>
              <c:numCache>
                <c:formatCode>General</c:formatCode>
                <c:ptCount val="7"/>
                <c:pt idx="0">
                  <c:v>5</c:v>
                </c:pt>
                <c:pt idx="1">
                  <c:v>15</c:v>
                </c:pt>
                <c:pt idx="2">
                  <c:v>12.5</c:v>
                </c:pt>
                <c:pt idx="3">
                  <c:v>12.5</c:v>
                </c:pt>
                <c:pt idx="4">
                  <c:v>15</c:v>
                </c:pt>
                <c:pt idx="5">
                  <c:v>40</c:v>
                </c:pt>
                <c:pt idx="6">
                  <c:v>5</c:v>
                </c:pt>
              </c:numCache>
            </c:numRef>
          </c:val>
          <c:extLst>
            <c:ext xmlns:c16="http://schemas.microsoft.com/office/drawing/2014/chart" uri="{C3380CC4-5D6E-409C-BE32-E72D297353CC}">
              <c16:uniqueId val="{0000000C-F1AA-4228-B085-242FD0811022}"/>
            </c:ext>
          </c:extLst>
        </c:ser>
        <c:dLbls>
          <c:dLblPos val="outEnd"/>
          <c:showLegendKey val="0"/>
          <c:showVal val="0"/>
          <c:showCatName val="1"/>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144" name="Google Shape;14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52" name="Google Shape;15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Reference link</a:t>
            </a:r>
            <a:r>
              <a:rPr lang="en-US"/>
              <a:t>: https://www.tatvasoft.com/blog/top-12-software-development-methodologies-and-its-advantages-disadvantages/</a:t>
            </a:r>
            <a:endParaRPr/>
          </a:p>
          <a:p>
            <a:pPr indent="0" lvl="0" marL="0" rtl="0" algn="l">
              <a:spcBef>
                <a:spcPts val="0"/>
              </a:spcBef>
              <a:spcAft>
                <a:spcPts val="0"/>
              </a:spcAft>
              <a:buNone/>
            </a:pPr>
            <a:r>
              <a:t/>
            </a:r>
            <a:endParaRPr/>
          </a:p>
        </p:txBody>
      </p:sp>
      <p:sp>
        <p:nvSpPr>
          <p:cNvPr id="175" name="Google Shape;17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Software reliability is the probability of failure-free operation of a computer program for a specified period in a specified environment</a:t>
            </a:r>
            <a:endParaRPr/>
          </a:p>
        </p:txBody>
      </p:sp>
      <p:sp>
        <p:nvSpPr>
          <p:cNvPr id="201" name="Google Shape;20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230" name="Google Shape;23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80" name="Google Shape;28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88" name="Google Shape;28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6" name="Google Shape;29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5" name="Google Shape;30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Ass01: Use cases </a:t>
            </a:r>
            <a:endParaRPr/>
          </a:p>
          <a:p>
            <a:pPr indent="0" lvl="0" marL="0" rtl="0" algn="l">
              <a:spcBef>
                <a:spcPts val="0"/>
              </a:spcBef>
              <a:spcAft>
                <a:spcPts val="0"/>
              </a:spcAft>
              <a:buNone/>
            </a:pPr>
            <a:r>
              <a:rPr lang="en-US"/>
              <a:t>Ass02: Domain Model+ SSD</a:t>
            </a:r>
            <a:endParaRPr/>
          </a:p>
          <a:p>
            <a:pPr indent="0" lvl="0" marL="0" rtl="0" algn="l">
              <a:spcBef>
                <a:spcPts val="0"/>
              </a:spcBef>
              <a:spcAft>
                <a:spcPts val="0"/>
              </a:spcAft>
              <a:buNone/>
            </a:pPr>
            <a:r>
              <a:rPr lang="en-US"/>
              <a:t>Ass03: SD + class diagram</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Best quizzes consideration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Project: Java (three tier architecture code )</a:t>
            </a:r>
            <a:endParaRPr/>
          </a:p>
        </p:txBody>
      </p:sp>
      <p:sp>
        <p:nvSpPr>
          <p:cNvPr id="314" name="Google Shape;314;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goal of the OMG was a common portable and interoperable object model with methods and data that work using all types of development environments on all types of platforms.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41" name="Google Shape;341;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JavaScript is a scripting language which helps you create interactive web pages.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TypeScript is an open-source pure object-oriented programing language. It is a strongly typed superset of JavaScript which compiles to plain JavaScript.</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 Ruby is great for building desktop applications, static websites, data processing services, and even automation tools. It's used for </a:t>
            </a:r>
            <a:r>
              <a:rPr b="1" i="0" lang="en-US" sz="1200">
                <a:solidFill>
                  <a:schemeClr val="dk1"/>
                </a:solidFill>
                <a:latin typeface="Calibri"/>
                <a:ea typeface="Calibri"/>
                <a:cs typeface="Calibri"/>
                <a:sym typeface="Calibri"/>
              </a:rPr>
              <a:t>web servers, DevOps, and web scraping and crawling</a:t>
            </a:r>
            <a:endParaRPr/>
          </a:p>
        </p:txBody>
      </p:sp>
      <p:sp>
        <p:nvSpPr>
          <p:cNvPr id="364" name="Google Shape;364;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that time , c++ was dominating the market and used for developing the software applications. </a:t>
            </a:r>
            <a:endParaRPr/>
          </a:p>
          <a:p>
            <a:pPr indent="0" lvl="0" marL="0" marR="0" rtl="0" algn="l">
              <a:lnSpc>
                <a:spcPct val="100000"/>
              </a:lnSpc>
              <a:spcBef>
                <a:spcPts val="0"/>
              </a:spcBef>
              <a:spcAft>
                <a:spcPts val="0"/>
              </a:spcAft>
              <a:buClr>
                <a:schemeClr val="dk1"/>
              </a:buClr>
              <a:buSzPts val="1200"/>
              <a:buFont typeface="Calibri"/>
              <a:buNone/>
            </a:pPr>
            <a:r>
              <a:rPr lang="en-US"/>
              <a:t>The need for developing Java was developing embedded system.</a:t>
            </a:r>
            <a:endParaRPr/>
          </a:p>
          <a:p>
            <a:pPr indent="0" lvl="0" marL="0" marR="0" rtl="0" algn="l">
              <a:lnSpc>
                <a:spcPct val="100000"/>
              </a:lnSpc>
              <a:spcBef>
                <a:spcPts val="0"/>
              </a:spcBef>
              <a:spcAft>
                <a:spcPts val="0"/>
              </a:spcAft>
              <a:buClr>
                <a:schemeClr val="dk1"/>
              </a:buClr>
              <a:buSzPts val="1200"/>
              <a:buFont typeface="Calibri"/>
              <a:buNone/>
            </a:pPr>
            <a:r>
              <a:rPr lang="en-US"/>
              <a:t>Runtime requirements for running c++ was very high.</a:t>
            </a:r>
            <a:endParaRPr/>
          </a:p>
          <a:p>
            <a:pPr indent="0" lvl="0" marL="0" rtl="0" algn="l">
              <a:spcBef>
                <a:spcPts val="0"/>
              </a:spcBef>
              <a:spcAft>
                <a:spcPts val="0"/>
              </a:spcAft>
              <a:buNone/>
            </a:pPr>
            <a:r>
              <a:t/>
            </a:r>
            <a:endParaRPr/>
          </a:p>
        </p:txBody>
      </p:sp>
      <p:sp>
        <p:nvSpPr>
          <p:cNvPr id="395" name="Google Shape;395;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9:notes"/>
          <p:cNvSpPr/>
          <p:nvPr>
            <p:ph idx="2" type="sldImg"/>
          </p:nvPr>
        </p:nvSpPr>
        <p:spPr>
          <a:xfrm>
            <a:off x="835025" y="1004888"/>
            <a:ext cx="6100763" cy="34321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machine code is a set of instructions in machine language or binary that can be directly executed by the CPU while the bytecode is an intermediate code generated from compiling a source code which can be executed by a virtual machine.</a:t>
            </a:r>
            <a:endParaRPr/>
          </a:p>
        </p:txBody>
      </p:sp>
      <p:sp>
        <p:nvSpPr>
          <p:cNvPr id="411" name="Google Shape;411;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 Byte code and absence of pointer support makes the java a secure language.</a:t>
            </a:r>
            <a:endParaRPr/>
          </a:p>
          <a:p>
            <a:pPr indent="0" lvl="0" marL="0" rtl="0" algn="l">
              <a:spcBef>
                <a:spcPts val="0"/>
              </a:spcBef>
              <a:spcAft>
                <a:spcPts val="0"/>
              </a:spcAft>
              <a:buNone/>
            </a:pPr>
            <a:r>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though there are refference variables in java which act in a similar ways like pointer that is holding the address of an object</a:t>
            </a:r>
            <a:br>
              <a:rPr lang="en-US"/>
            </a:br>
            <a:br>
              <a:rPr lang="en-US"/>
            </a:br>
            <a:r>
              <a:rPr b="0" i="0" lang="en-US" sz="1200">
                <a:solidFill>
                  <a:schemeClr val="dk1"/>
                </a:solidFill>
                <a:latin typeface="Calibri"/>
                <a:ea typeface="Calibri"/>
                <a:cs typeface="Calibri"/>
                <a:sym typeface="Calibri"/>
              </a:rPr>
              <a:t>for example consider</a:t>
            </a:r>
            <a:br>
              <a:rPr lang="en-US"/>
            </a:br>
            <a:br>
              <a:rPr lang="en-US"/>
            </a:br>
            <a:r>
              <a:rPr b="0" i="0" lang="en-US" sz="1200">
                <a:solidFill>
                  <a:schemeClr val="dk1"/>
                </a:solidFill>
                <a:latin typeface="Calibri"/>
                <a:ea typeface="Calibri"/>
                <a:cs typeface="Calibri"/>
                <a:sym typeface="Calibri"/>
              </a:rPr>
              <a:t>class A</a:t>
            </a:r>
            <a:br>
              <a:rPr lang="en-US"/>
            </a:br>
            <a:r>
              <a:rPr b="0" i="0" lang="en-US" sz="1200">
                <a:solidFill>
                  <a:schemeClr val="dk1"/>
                </a:solidFill>
                <a:latin typeface="Calibri"/>
                <a:ea typeface="Calibri"/>
                <a:cs typeface="Calibri"/>
                <a:sym typeface="Calibri"/>
              </a:rPr>
              <a:t>{</a:t>
            </a:r>
            <a:br>
              <a:rPr lang="en-US"/>
            </a:br>
            <a:br>
              <a:rPr lang="en-US"/>
            </a:br>
            <a:br>
              <a:rPr lang="en-US"/>
            </a:br>
            <a:br>
              <a:rPr lang="en-US"/>
            </a:br>
            <a:r>
              <a:rPr b="0" i="0" lang="en-US" sz="1200">
                <a:solidFill>
                  <a:schemeClr val="dk1"/>
                </a:solidFill>
                <a:latin typeface="Calibri"/>
                <a:ea typeface="Calibri"/>
                <a:cs typeface="Calibri"/>
                <a:sym typeface="Calibri"/>
              </a:rPr>
              <a:t>}</a:t>
            </a:r>
            <a:br>
              <a:rPr lang="en-US"/>
            </a:br>
            <a:r>
              <a:rPr b="0" i="0" lang="en-US" sz="1200">
                <a:solidFill>
                  <a:schemeClr val="dk1"/>
                </a:solidFill>
                <a:latin typeface="Calibri"/>
                <a:ea typeface="Calibri"/>
                <a:cs typeface="Calibri"/>
                <a:sym typeface="Calibri"/>
              </a:rPr>
              <a:t>class B</a:t>
            </a:r>
            <a:br>
              <a:rPr lang="en-US"/>
            </a:br>
            <a:r>
              <a:rPr b="0" i="0" lang="en-US" sz="1200">
                <a:solidFill>
                  <a:schemeClr val="dk1"/>
                </a:solidFill>
                <a:latin typeface="Calibri"/>
                <a:ea typeface="Calibri"/>
                <a:cs typeface="Calibri"/>
                <a:sym typeface="Calibri"/>
              </a:rPr>
              <a:t>{</a:t>
            </a:r>
            <a:br>
              <a:rPr lang="en-US"/>
            </a:br>
            <a:r>
              <a:rPr b="0" i="0" lang="en-US" sz="1200">
                <a:solidFill>
                  <a:schemeClr val="dk1"/>
                </a:solidFill>
                <a:latin typeface="Calibri"/>
                <a:ea typeface="Calibri"/>
                <a:cs typeface="Calibri"/>
                <a:sym typeface="Calibri"/>
              </a:rPr>
              <a:t>A a= new A();</a:t>
            </a:r>
            <a:br>
              <a:rPr lang="en-US"/>
            </a:br>
            <a:br>
              <a:rPr lang="en-US"/>
            </a:br>
            <a:r>
              <a:rPr b="0" i="0" lang="en-US" sz="1200">
                <a:solidFill>
                  <a:schemeClr val="dk1"/>
                </a:solidFill>
                <a:latin typeface="Calibri"/>
                <a:ea typeface="Calibri"/>
                <a:cs typeface="Calibri"/>
                <a:sym typeface="Calibri"/>
              </a:rPr>
              <a:t>}</a:t>
            </a:r>
            <a:br>
              <a:rPr lang="en-US"/>
            </a:br>
            <a:br>
              <a:rPr lang="en-US"/>
            </a:br>
            <a:r>
              <a:rPr b="0" i="0" lang="en-US" sz="1200">
                <a:solidFill>
                  <a:schemeClr val="dk1"/>
                </a:solidFill>
                <a:latin typeface="Calibri"/>
                <a:ea typeface="Calibri"/>
                <a:cs typeface="Calibri"/>
                <a:sym typeface="Calibri"/>
              </a:rPr>
              <a:t>here </a:t>
            </a:r>
            <a:r>
              <a:rPr b="1" i="0" lang="en-US" sz="1200">
                <a:solidFill>
                  <a:schemeClr val="dk1"/>
                </a:solidFill>
                <a:latin typeface="Calibri"/>
                <a:ea typeface="Calibri"/>
                <a:cs typeface="Calibri"/>
                <a:sym typeface="Calibri"/>
              </a:rPr>
              <a:t>'a' </a:t>
            </a:r>
            <a:r>
              <a:rPr b="0" i="0" lang="en-US" sz="1200">
                <a:solidFill>
                  <a:schemeClr val="dk1"/>
                </a:solidFill>
                <a:latin typeface="Calibri"/>
                <a:ea typeface="Calibri"/>
                <a:cs typeface="Calibri"/>
                <a:sym typeface="Calibri"/>
              </a:rPr>
              <a:t>is a refference variable which stores the address of the object A and the address is not revealed to the user or any other because if u try to access the address of </a:t>
            </a:r>
            <a:r>
              <a:rPr b="1" i="0" lang="en-US" sz="1200">
                <a:solidFill>
                  <a:schemeClr val="dk1"/>
                </a:solidFill>
                <a:latin typeface="Calibri"/>
                <a:ea typeface="Calibri"/>
                <a:cs typeface="Calibri"/>
                <a:sym typeface="Calibri"/>
              </a:rPr>
              <a:t>'a'</a:t>
            </a:r>
            <a:r>
              <a:rPr b="0" i="0" lang="en-US" sz="1200">
                <a:solidFill>
                  <a:schemeClr val="dk1"/>
                </a:solidFill>
                <a:latin typeface="Calibri"/>
                <a:ea typeface="Calibri"/>
                <a:cs typeface="Calibri"/>
                <a:sym typeface="Calibri"/>
              </a:rPr>
              <a:t> it returns a fully qualified address i.e. </a:t>
            </a:r>
            <a:r>
              <a:rPr b="1" i="0" lang="en-US" sz="1200">
                <a:solidFill>
                  <a:schemeClr val="dk1"/>
                </a:solidFill>
                <a:latin typeface="Calibri"/>
                <a:ea typeface="Calibri"/>
                <a:cs typeface="Calibri"/>
                <a:sym typeface="Calibri"/>
              </a:rPr>
              <a:t>packagename.classname@some hexadecimal value </a:t>
            </a:r>
            <a:r>
              <a:rPr b="0" i="0" lang="en-US" sz="1200">
                <a:solidFill>
                  <a:schemeClr val="dk1"/>
                </a:solidFill>
                <a:latin typeface="Calibri"/>
                <a:ea typeface="Calibri"/>
                <a:cs typeface="Calibri"/>
                <a:sym typeface="Calibri"/>
              </a:rPr>
              <a:t>by doing so the security is preserved and illegal access is avoided.</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Most of the pointer related manipulation is done implicitly by the JVM and only references are used by the program. This is in order to abstract the memory from the overall application program in order to keep it safe from corruption, insecure access, etc memory related problems.</a:t>
            </a:r>
            <a:endParaRPr/>
          </a:p>
          <a:p>
            <a:pPr indent="0" lvl="0" marL="0" rtl="0" algn="l">
              <a:spcBef>
                <a:spcPts val="0"/>
              </a:spcBef>
              <a:spcAft>
                <a:spcPts val="0"/>
              </a:spcAft>
              <a:buNone/>
            </a:pPr>
            <a:r>
              <a:t/>
            </a:r>
            <a:endParaRPr/>
          </a:p>
        </p:txBody>
      </p:sp>
      <p:sp>
        <p:nvSpPr>
          <p:cNvPr id="419" name="Google Shape;419;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44:notes"/>
          <p:cNvSpPr/>
          <p:nvPr>
            <p:ph idx="2" type="sldImg"/>
          </p:nvPr>
        </p:nvSpPr>
        <p:spPr>
          <a:xfrm>
            <a:off x="835025" y="1004888"/>
            <a:ext cx="6100763" cy="3432175"/>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40" name="Google Shape;440;p44:notes"/>
          <p:cNvSpPr txBox="1"/>
          <p:nvPr>
            <p:ph idx="1" type="body"/>
          </p:nvPr>
        </p:nvSpPr>
        <p:spPr>
          <a:xfrm>
            <a:off x="1185863" y="4772025"/>
            <a:ext cx="5405437" cy="3810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45:notes"/>
          <p:cNvSpPr/>
          <p:nvPr>
            <p:ph idx="2" type="sldImg"/>
          </p:nvPr>
        </p:nvSpPr>
        <p:spPr>
          <a:xfrm>
            <a:off x="835025" y="1004888"/>
            <a:ext cx="6100763" cy="3432175"/>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60" name="Google Shape;460;p45:notes"/>
          <p:cNvSpPr txBox="1"/>
          <p:nvPr>
            <p:ph idx="1" type="body"/>
          </p:nvPr>
        </p:nvSpPr>
        <p:spPr>
          <a:xfrm>
            <a:off x="1185863" y="4772025"/>
            <a:ext cx="5405437" cy="3810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0" i="0" lang="en-US">
                <a:solidFill>
                  <a:srgbClr val="242729"/>
                </a:solidFill>
                <a:latin typeface="Arial"/>
                <a:ea typeface="Arial"/>
                <a:cs typeface="Arial"/>
                <a:sym typeface="Arial"/>
              </a:rPr>
              <a:t>The OS does </a:t>
            </a:r>
            <a:r>
              <a:rPr b="1" i="0" lang="en-US">
                <a:solidFill>
                  <a:srgbClr val="242729"/>
                </a:solidFill>
                <a:latin typeface="Arial"/>
                <a:ea typeface="Arial"/>
                <a:cs typeface="Arial"/>
                <a:sym typeface="Arial"/>
              </a:rPr>
              <a:t>not</a:t>
            </a:r>
            <a:r>
              <a:rPr b="0" i="0" lang="en-US">
                <a:solidFill>
                  <a:srgbClr val="242729"/>
                </a:solidFill>
                <a:latin typeface="Arial"/>
                <a:ea typeface="Arial"/>
                <a:cs typeface="Arial"/>
                <a:sym typeface="Arial"/>
              </a:rPr>
              <a:t> understand the code without any translation layer. The JVM understands the code. You need to install the java run time (JRE) which runs the JVM on any machine you wish to run java code. This is due to that java is not "native" code like C or C++ instead something is needed to convert the instructions to machine code which the JVM does.</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48:notes"/>
          <p:cNvSpPr/>
          <p:nvPr>
            <p:ph idx="2" type="sldImg"/>
          </p:nvPr>
        </p:nvSpPr>
        <p:spPr>
          <a:xfrm>
            <a:off x="835025" y="1004888"/>
            <a:ext cx="6100763" cy="3432175"/>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90" name="Google Shape;490;p48:notes"/>
          <p:cNvSpPr txBox="1"/>
          <p:nvPr>
            <p:ph idx="1" type="body"/>
          </p:nvPr>
        </p:nvSpPr>
        <p:spPr>
          <a:xfrm>
            <a:off x="1185863" y="4772025"/>
            <a:ext cx="5405437" cy="3810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50:notes"/>
          <p:cNvSpPr/>
          <p:nvPr>
            <p:ph idx="2" type="sldImg"/>
          </p:nvPr>
        </p:nvSpPr>
        <p:spPr>
          <a:xfrm>
            <a:off x="835025" y="1004888"/>
            <a:ext cx="6100763" cy="3432175"/>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506" name="Google Shape;506;p50:notes"/>
          <p:cNvSpPr txBox="1"/>
          <p:nvPr>
            <p:ph idx="1" type="body"/>
          </p:nvPr>
        </p:nvSpPr>
        <p:spPr>
          <a:xfrm>
            <a:off x="1185863" y="4772025"/>
            <a:ext cx="5405437" cy="3810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Class is a keyword and used to declare a new class.</a:t>
            </a:r>
            <a:endParaRPr/>
          </a:p>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 name="Google Shape;532;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6" name="Google Shape;546;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3" name="Google Shape;553;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 name="Google Shape;562;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p:cSld name="Titelfolie">
    <p:bg>
      <p:bgPr>
        <a:solidFill>
          <a:schemeClr val="lt1"/>
        </a:solidFill>
      </p:bgPr>
    </p:bg>
    <p:spTree>
      <p:nvGrpSpPr>
        <p:cNvPr id="15" name="Shape 15"/>
        <p:cNvGrpSpPr/>
        <p:nvPr/>
      </p:nvGrpSpPr>
      <p:grpSpPr>
        <a:xfrm>
          <a:off x="0" y="0"/>
          <a:ext cx="0" cy="0"/>
          <a:chOff x="0" y="0"/>
          <a:chExt cx="0" cy="0"/>
        </a:xfrm>
      </p:grpSpPr>
      <p:sp>
        <p:nvSpPr>
          <p:cNvPr id="16" name="Google Shape;16;p59"/>
          <p:cNvSpPr/>
          <p:nvPr/>
        </p:nvSpPr>
        <p:spPr>
          <a:xfrm>
            <a:off x="-49557" y="1"/>
            <a:ext cx="12241556" cy="6857999"/>
          </a:xfrm>
          <a:prstGeom prst="rect">
            <a:avLst/>
          </a:prstGeom>
          <a:solidFill>
            <a:schemeClr val="dk1"/>
          </a:solidFill>
          <a:ln cap="flat" cmpd="sng" w="9525">
            <a:solidFill>
              <a:schemeClr val="dk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 name="Google Shape;17;p59"/>
          <p:cNvSpPr txBox="1"/>
          <p:nvPr>
            <p:ph type="ctrTitle"/>
          </p:nvPr>
        </p:nvSpPr>
        <p:spPr>
          <a:xfrm>
            <a:off x="864844" y="2042276"/>
            <a:ext cx="103632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59"/>
          <p:cNvSpPr txBox="1"/>
          <p:nvPr>
            <p:ph idx="1" type="subTitle"/>
          </p:nvPr>
        </p:nvSpPr>
        <p:spPr>
          <a:xfrm>
            <a:off x="3411621" y="3933699"/>
            <a:ext cx="8534400" cy="1752600"/>
          </a:xfrm>
          <a:prstGeom prst="rect">
            <a:avLst/>
          </a:prstGeom>
          <a:noFill/>
          <a:ln>
            <a:noFill/>
          </a:ln>
        </p:spPr>
        <p:txBody>
          <a:bodyPr anchorCtr="0" anchor="t" bIns="45700" lIns="91425" spcFirstLastPara="1" rIns="91425" wrap="square" tIns="45700">
            <a:normAutofit/>
          </a:bodyPr>
          <a:lstStyle>
            <a:lvl1pPr lvl="0" algn="r">
              <a:spcBef>
                <a:spcPts val="320"/>
              </a:spcBef>
              <a:spcAft>
                <a:spcPts val="0"/>
              </a:spcAft>
              <a:buClr>
                <a:schemeClr val="dk1"/>
              </a:buClr>
              <a:buSzPts val="1600"/>
              <a:buNone/>
              <a:defRPr sz="1600">
                <a:latin typeface="Arial"/>
                <a:ea typeface="Arial"/>
                <a:cs typeface="Arial"/>
                <a:sym typeface="Arial"/>
              </a:defRPr>
            </a:lvl1pPr>
            <a:lvl2pPr lvl="1" algn="ctr">
              <a:spcBef>
                <a:spcPts val="560"/>
              </a:spcBef>
              <a:spcAft>
                <a:spcPts val="0"/>
              </a:spcAft>
              <a:buClr>
                <a:schemeClr val="dk1"/>
              </a:buClr>
              <a:buSzPts val="2800"/>
              <a:buNone/>
              <a:defRPr/>
            </a:lvl2pPr>
            <a:lvl3pPr lvl="2" algn="ctr">
              <a:spcBef>
                <a:spcPts val="480"/>
              </a:spcBef>
              <a:spcAft>
                <a:spcPts val="0"/>
              </a:spcAft>
              <a:buClr>
                <a:schemeClr val="dk1"/>
              </a:buClr>
              <a:buSzPts val="2400"/>
              <a:buNone/>
              <a:defRPr/>
            </a:lvl3pPr>
            <a:lvl4pPr lvl="3" algn="ctr">
              <a:spcBef>
                <a:spcPts val="400"/>
              </a:spcBef>
              <a:spcAft>
                <a:spcPts val="0"/>
              </a:spcAft>
              <a:buClr>
                <a:schemeClr val="dk1"/>
              </a:buClr>
              <a:buSzPts val="2000"/>
              <a:buNone/>
              <a:defRPr/>
            </a:lvl4pPr>
            <a:lvl5pPr lvl="4" algn="ctr">
              <a:spcBef>
                <a:spcPts val="400"/>
              </a:spcBef>
              <a:spcAft>
                <a:spcPts val="0"/>
              </a:spcAft>
              <a:buClr>
                <a:schemeClr val="dk1"/>
              </a:buClr>
              <a:buSzPts val="2000"/>
              <a:buNone/>
              <a:defRPr/>
            </a:lvl5pPr>
            <a:lvl6pPr lvl="5" algn="ctr">
              <a:spcBef>
                <a:spcPts val="400"/>
              </a:spcBef>
              <a:spcAft>
                <a:spcPts val="0"/>
              </a:spcAft>
              <a:buClr>
                <a:schemeClr val="dk1"/>
              </a:buClr>
              <a:buSzPts val="2000"/>
              <a:buNone/>
              <a:defRPr/>
            </a:lvl6pPr>
            <a:lvl7pPr lvl="6" algn="ctr">
              <a:spcBef>
                <a:spcPts val="400"/>
              </a:spcBef>
              <a:spcAft>
                <a:spcPts val="0"/>
              </a:spcAft>
              <a:buClr>
                <a:schemeClr val="dk1"/>
              </a:buClr>
              <a:buSzPts val="2000"/>
              <a:buNone/>
              <a:defRPr/>
            </a:lvl7pPr>
            <a:lvl8pPr lvl="7" algn="ctr">
              <a:spcBef>
                <a:spcPts val="400"/>
              </a:spcBef>
              <a:spcAft>
                <a:spcPts val="0"/>
              </a:spcAft>
              <a:buClr>
                <a:schemeClr val="dk1"/>
              </a:buClr>
              <a:buSzPts val="2000"/>
              <a:buNone/>
              <a:defRPr/>
            </a:lvl8pPr>
            <a:lvl9pPr lvl="8" algn="ctr">
              <a:spcBef>
                <a:spcPts val="400"/>
              </a:spcBef>
              <a:spcAft>
                <a:spcPts val="0"/>
              </a:spcAft>
              <a:buClr>
                <a:schemeClr val="dk1"/>
              </a:buClr>
              <a:buSzPts val="2000"/>
              <a:buNone/>
              <a:defRPr/>
            </a:lvl9pPr>
          </a:lstStyle>
          <a:p/>
        </p:txBody>
      </p:sp>
      <p:pic>
        <p:nvPicPr>
          <p:cNvPr id="19" name="Google Shape;19;p59"/>
          <p:cNvPicPr preferRelativeResize="0"/>
          <p:nvPr/>
        </p:nvPicPr>
        <p:blipFill rotWithShape="1">
          <a:blip r:embed="rId2">
            <a:alphaModFix/>
          </a:blip>
          <a:srcRect b="0" l="0" r="0" t="0"/>
          <a:stretch/>
        </p:blipFill>
        <p:spPr>
          <a:xfrm>
            <a:off x="10189048" y="5704389"/>
            <a:ext cx="1417293" cy="85972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type="obj">
  <p:cSld name="OBJECT">
    <p:spTree>
      <p:nvGrpSpPr>
        <p:cNvPr id="20" name="Shape 20"/>
        <p:cNvGrpSpPr/>
        <p:nvPr/>
      </p:nvGrpSpPr>
      <p:grpSpPr>
        <a:xfrm>
          <a:off x="0" y="0"/>
          <a:ext cx="0" cy="0"/>
          <a:chOff x="0" y="0"/>
          <a:chExt cx="0" cy="0"/>
        </a:xfrm>
      </p:grpSpPr>
      <p:sp>
        <p:nvSpPr>
          <p:cNvPr id="21" name="Google Shape;21;p6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60"/>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368300" lvl="0" marL="457200" algn="l">
              <a:spcBef>
                <a:spcPts val="440"/>
              </a:spcBef>
              <a:spcAft>
                <a:spcPts val="0"/>
              </a:spcAft>
              <a:buClr>
                <a:schemeClr val="dk1"/>
              </a:buClr>
              <a:buSzPts val="2200"/>
              <a:buChar char="•"/>
              <a:defRPr sz="22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3" name="Google Shape;23;p60"/>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b="0" i="0" sz="1200" u="none" cap="none" strike="noStrike">
                <a:solidFill>
                  <a:srgbClr val="888888"/>
                </a:solidFill>
                <a:latin typeface="Arial"/>
                <a:ea typeface="Arial"/>
                <a:cs typeface="Arial"/>
                <a:sym typeface="Arial"/>
              </a:defRPr>
            </a:lvl1pPr>
            <a:lvl2pPr indent="0" lvl="1" marL="0" algn="r">
              <a:spcBef>
                <a:spcPts val="0"/>
              </a:spcBef>
              <a:buNone/>
              <a:defRPr b="0" i="0" sz="1200" u="none" cap="none" strike="noStrike">
                <a:solidFill>
                  <a:srgbClr val="888888"/>
                </a:solidFill>
                <a:latin typeface="Arial"/>
                <a:ea typeface="Arial"/>
                <a:cs typeface="Arial"/>
                <a:sym typeface="Arial"/>
              </a:defRPr>
            </a:lvl2pPr>
            <a:lvl3pPr indent="0" lvl="2" marL="0" algn="r">
              <a:spcBef>
                <a:spcPts val="0"/>
              </a:spcBef>
              <a:buNone/>
              <a:defRPr b="0" i="0" sz="1200" u="none" cap="none" strike="noStrike">
                <a:solidFill>
                  <a:srgbClr val="888888"/>
                </a:solidFill>
                <a:latin typeface="Arial"/>
                <a:ea typeface="Arial"/>
                <a:cs typeface="Arial"/>
                <a:sym typeface="Arial"/>
              </a:defRPr>
            </a:lvl3pPr>
            <a:lvl4pPr indent="0" lvl="3" marL="0" algn="r">
              <a:spcBef>
                <a:spcPts val="0"/>
              </a:spcBef>
              <a:buNone/>
              <a:defRPr b="0" i="0" sz="1200" u="none" cap="none" strike="noStrike">
                <a:solidFill>
                  <a:srgbClr val="888888"/>
                </a:solidFill>
                <a:latin typeface="Arial"/>
                <a:ea typeface="Arial"/>
                <a:cs typeface="Arial"/>
                <a:sym typeface="Arial"/>
              </a:defRPr>
            </a:lvl4pPr>
            <a:lvl5pPr indent="0" lvl="4" marL="0" algn="r">
              <a:spcBef>
                <a:spcPts val="0"/>
              </a:spcBef>
              <a:buNone/>
              <a:defRPr b="0" i="0" sz="1200" u="none" cap="none" strike="noStrike">
                <a:solidFill>
                  <a:srgbClr val="888888"/>
                </a:solidFill>
                <a:latin typeface="Arial"/>
                <a:ea typeface="Arial"/>
                <a:cs typeface="Arial"/>
                <a:sym typeface="Arial"/>
              </a:defRPr>
            </a:lvl5pPr>
            <a:lvl6pPr indent="0" lvl="5" marL="0" algn="r">
              <a:spcBef>
                <a:spcPts val="0"/>
              </a:spcBef>
              <a:buNone/>
              <a:defRPr b="0" i="0" sz="1200" u="none" cap="none" strike="noStrike">
                <a:solidFill>
                  <a:srgbClr val="888888"/>
                </a:solidFill>
                <a:latin typeface="Arial"/>
                <a:ea typeface="Arial"/>
                <a:cs typeface="Arial"/>
                <a:sym typeface="Arial"/>
              </a:defRPr>
            </a:lvl6pPr>
            <a:lvl7pPr indent="0" lvl="6" marL="0" algn="r">
              <a:spcBef>
                <a:spcPts val="0"/>
              </a:spcBef>
              <a:buNone/>
              <a:defRPr b="0" i="0" sz="1200" u="none" cap="none" strike="noStrike">
                <a:solidFill>
                  <a:srgbClr val="888888"/>
                </a:solidFill>
                <a:latin typeface="Arial"/>
                <a:ea typeface="Arial"/>
                <a:cs typeface="Arial"/>
                <a:sym typeface="Arial"/>
              </a:defRPr>
            </a:lvl7pPr>
            <a:lvl8pPr indent="0" lvl="7" marL="0" algn="r">
              <a:spcBef>
                <a:spcPts val="0"/>
              </a:spcBef>
              <a:buNone/>
              <a:defRPr b="0" i="0" sz="1200" u="none" cap="none" strike="noStrike">
                <a:solidFill>
                  <a:srgbClr val="888888"/>
                </a:solidFill>
                <a:latin typeface="Arial"/>
                <a:ea typeface="Arial"/>
                <a:cs typeface="Arial"/>
                <a:sym typeface="Arial"/>
              </a:defRPr>
            </a:lvl8pPr>
            <a:lvl9pPr indent="0" lvl="8" mar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 name="Shape 24"/>
        <p:cNvGrpSpPr/>
        <p:nvPr/>
      </p:nvGrpSpPr>
      <p:grpSpPr>
        <a:xfrm>
          <a:off x="0" y="0"/>
          <a:ext cx="0" cy="0"/>
          <a:chOff x="0" y="0"/>
          <a:chExt cx="0" cy="0"/>
        </a:xfrm>
      </p:grpSpPr>
      <p:sp>
        <p:nvSpPr>
          <p:cNvPr id="25" name="Google Shape;25;p63"/>
          <p:cNvSpPr txBox="1"/>
          <p:nvPr>
            <p:ph type="title"/>
          </p:nvPr>
        </p:nvSpPr>
        <p:spPr>
          <a:xfrm>
            <a:off x="609600" y="274638"/>
            <a:ext cx="10972800" cy="1143000"/>
          </a:xfrm>
          <a:prstGeom prst="rect">
            <a:avLst/>
          </a:prstGeom>
          <a:noFill/>
          <a:ln>
            <a:noFill/>
          </a:ln>
        </p:spPr>
        <p:txBody>
          <a:bodyPr anchorCtr="0" anchor="ctr" bIns="0" lIns="0" spcFirstLastPara="1" rIns="0" wrap="square" tIns="0">
            <a:normAutofit/>
          </a:bodyPr>
          <a:lstStyle>
            <a:lvl1pPr lvl="0" algn="ctr">
              <a:spcBef>
                <a:spcPts val="0"/>
              </a:spcBef>
              <a:spcAft>
                <a:spcPts val="0"/>
              </a:spcAft>
              <a:buClr>
                <a:schemeClr val="dk1"/>
              </a:buClr>
              <a:buSzPts val="3971"/>
              <a:buFont typeface="Twentieth Century"/>
              <a:buNone/>
              <a:defRPr b="0" i="0" sz="3971">
                <a:solidFill>
                  <a:schemeClr val="dk1"/>
                </a:solidFill>
                <a:latin typeface="Twentieth Century"/>
                <a:ea typeface="Twentieth Century"/>
                <a:cs typeface="Twentieth Century"/>
                <a:sym typeface="Twentieth Centur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63"/>
          <p:cNvSpPr txBox="1"/>
          <p:nvPr>
            <p:ph idx="1" type="body"/>
          </p:nvPr>
        </p:nvSpPr>
        <p:spPr>
          <a:xfrm>
            <a:off x="1388502" y="1900907"/>
            <a:ext cx="4068618" cy="434606"/>
          </a:xfrm>
          <a:prstGeom prst="rect">
            <a:avLst/>
          </a:prstGeom>
          <a:noFill/>
          <a:ln>
            <a:noFill/>
          </a:ln>
        </p:spPr>
        <p:txBody>
          <a:bodyPr anchorCtr="0" anchor="t" bIns="0" lIns="0" spcFirstLastPara="1" rIns="0" wrap="square" tIns="0">
            <a:spAutoFit/>
          </a:bodyPr>
          <a:lstStyle>
            <a:lvl1pPr indent="-407924" lvl="0" marL="457200" algn="l">
              <a:spcBef>
                <a:spcPts val="565"/>
              </a:spcBef>
              <a:spcAft>
                <a:spcPts val="0"/>
              </a:spcAft>
              <a:buClr>
                <a:schemeClr val="dk1"/>
              </a:buClr>
              <a:buSzPts val="2824"/>
              <a:buChar char="•"/>
              <a:defRPr b="1" i="0" sz="2824">
                <a:solidFill>
                  <a:schemeClr val="dk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7" name="Google Shape;27;p63"/>
          <p:cNvSpPr txBox="1"/>
          <p:nvPr>
            <p:ph idx="2" type="body"/>
          </p:nvPr>
        </p:nvSpPr>
        <p:spPr>
          <a:xfrm>
            <a:off x="6280117" y="1434662"/>
            <a:ext cx="4674368" cy="244362"/>
          </a:xfrm>
          <a:prstGeom prst="rect">
            <a:avLst/>
          </a:prstGeom>
          <a:noFill/>
          <a:ln>
            <a:noFill/>
          </a:ln>
        </p:spPr>
        <p:txBody>
          <a:bodyPr anchorCtr="0" anchor="t" bIns="0" lIns="0" spcFirstLastPara="1" rIns="0" wrap="square" tIns="0">
            <a:spAutoFit/>
          </a:bodyPr>
          <a:lstStyle>
            <a:lvl1pPr indent="-329438" lvl="0" marL="457200" algn="l">
              <a:spcBef>
                <a:spcPts val="318"/>
              </a:spcBef>
              <a:spcAft>
                <a:spcPts val="0"/>
              </a:spcAft>
              <a:buClr>
                <a:schemeClr val="dk1"/>
              </a:buClr>
              <a:buSzPts val="1588"/>
              <a:buChar char="•"/>
              <a:defRPr b="1" i="0" sz="1588">
                <a:solidFill>
                  <a:schemeClr val="dk1"/>
                </a:solidFill>
                <a:latin typeface="Twentieth Century"/>
                <a:ea typeface="Twentieth Century"/>
                <a:cs typeface="Twentieth Century"/>
                <a:sym typeface="Twentieth Century"/>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63"/>
          <p:cNvSpPr txBox="1"/>
          <p:nvPr>
            <p:ph idx="11" type="ftr"/>
          </p:nvPr>
        </p:nvSpPr>
        <p:spPr>
          <a:xfrm>
            <a:off x="4165600" y="6356351"/>
            <a:ext cx="3860800" cy="365125"/>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63"/>
          <p:cNvSpPr txBox="1"/>
          <p:nvPr>
            <p:ph idx="10" type="dt"/>
          </p:nvPr>
        </p:nvSpPr>
        <p:spPr>
          <a:xfrm>
            <a:off x="609600" y="6356351"/>
            <a:ext cx="2844800" cy="365125"/>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63"/>
          <p:cNvSpPr txBox="1"/>
          <p:nvPr>
            <p:ph idx="12" type="sldNum"/>
          </p:nvPr>
        </p:nvSpPr>
        <p:spPr>
          <a:xfrm>
            <a:off x="8737600" y="6356351"/>
            <a:ext cx="2844800" cy="365125"/>
          </a:xfrm>
          <a:prstGeom prst="rect">
            <a:avLst/>
          </a:prstGeom>
          <a:noFill/>
          <a:ln>
            <a:noFill/>
          </a:ln>
        </p:spPr>
        <p:txBody>
          <a:bodyPr anchorCtr="0" anchor="ctr" bIns="0" lIns="0" spcFirstLastPara="1" rIns="0" wrap="square" tIns="0">
            <a:noAutofit/>
          </a:bodyPr>
          <a:lstStyle>
            <a:lvl1pPr indent="0" lvl="0" marL="33619" marR="0" algn="r">
              <a:lnSpc>
                <a:spcPct val="118696"/>
              </a:lnSpc>
              <a:spcBef>
                <a:spcPts val="0"/>
              </a:spcBef>
              <a:buNone/>
              <a:defRPr b="1" i="0" sz="1059" u="none" cap="none" strike="noStrike">
                <a:solidFill>
                  <a:srgbClr val="898989"/>
                </a:solidFill>
                <a:latin typeface="Arial"/>
                <a:ea typeface="Arial"/>
                <a:cs typeface="Arial"/>
                <a:sym typeface="Arial"/>
              </a:defRPr>
            </a:lvl1pPr>
            <a:lvl2pPr indent="0" lvl="1" marL="33619" marR="0" algn="r">
              <a:lnSpc>
                <a:spcPct val="118696"/>
              </a:lnSpc>
              <a:spcBef>
                <a:spcPts val="0"/>
              </a:spcBef>
              <a:buNone/>
              <a:defRPr b="1" i="0" sz="1059" u="none" cap="none" strike="noStrike">
                <a:solidFill>
                  <a:srgbClr val="898989"/>
                </a:solidFill>
                <a:latin typeface="Arial"/>
                <a:ea typeface="Arial"/>
                <a:cs typeface="Arial"/>
                <a:sym typeface="Arial"/>
              </a:defRPr>
            </a:lvl2pPr>
            <a:lvl3pPr indent="0" lvl="2" marL="33619" marR="0" algn="r">
              <a:lnSpc>
                <a:spcPct val="118696"/>
              </a:lnSpc>
              <a:spcBef>
                <a:spcPts val="0"/>
              </a:spcBef>
              <a:buNone/>
              <a:defRPr b="1" i="0" sz="1059" u="none" cap="none" strike="noStrike">
                <a:solidFill>
                  <a:srgbClr val="898989"/>
                </a:solidFill>
                <a:latin typeface="Arial"/>
                <a:ea typeface="Arial"/>
                <a:cs typeface="Arial"/>
                <a:sym typeface="Arial"/>
              </a:defRPr>
            </a:lvl3pPr>
            <a:lvl4pPr indent="0" lvl="3" marL="33619" marR="0" algn="r">
              <a:lnSpc>
                <a:spcPct val="118696"/>
              </a:lnSpc>
              <a:spcBef>
                <a:spcPts val="0"/>
              </a:spcBef>
              <a:buNone/>
              <a:defRPr b="1" i="0" sz="1059" u="none" cap="none" strike="noStrike">
                <a:solidFill>
                  <a:srgbClr val="898989"/>
                </a:solidFill>
                <a:latin typeface="Arial"/>
                <a:ea typeface="Arial"/>
                <a:cs typeface="Arial"/>
                <a:sym typeface="Arial"/>
              </a:defRPr>
            </a:lvl4pPr>
            <a:lvl5pPr indent="0" lvl="4" marL="33619" marR="0" algn="r">
              <a:lnSpc>
                <a:spcPct val="118696"/>
              </a:lnSpc>
              <a:spcBef>
                <a:spcPts val="0"/>
              </a:spcBef>
              <a:buNone/>
              <a:defRPr b="1" i="0" sz="1059" u="none" cap="none" strike="noStrike">
                <a:solidFill>
                  <a:srgbClr val="898989"/>
                </a:solidFill>
                <a:latin typeface="Arial"/>
                <a:ea typeface="Arial"/>
                <a:cs typeface="Arial"/>
                <a:sym typeface="Arial"/>
              </a:defRPr>
            </a:lvl5pPr>
            <a:lvl6pPr indent="0" lvl="5" marL="33619" marR="0" algn="r">
              <a:lnSpc>
                <a:spcPct val="118696"/>
              </a:lnSpc>
              <a:spcBef>
                <a:spcPts val="0"/>
              </a:spcBef>
              <a:buNone/>
              <a:defRPr b="1" i="0" sz="1059" u="none" cap="none" strike="noStrike">
                <a:solidFill>
                  <a:srgbClr val="898989"/>
                </a:solidFill>
                <a:latin typeface="Arial"/>
                <a:ea typeface="Arial"/>
                <a:cs typeface="Arial"/>
                <a:sym typeface="Arial"/>
              </a:defRPr>
            </a:lvl6pPr>
            <a:lvl7pPr indent="0" lvl="6" marL="33619" marR="0" algn="r">
              <a:lnSpc>
                <a:spcPct val="118696"/>
              </a:lnSpc>
              <a:spcBef>
                <a:spcPts val="0"/>
              </a:spcBef>
              <a:buNone/>
              <a:defRPr b="1" i="0" sz="1059" u="none" cap="none" strike="noStrike">
                <a:solidFill>
                  <a:srgbClr val="898989"/>
                </a:solidFill>
                <a:latin typeface="Arial"/>
                <a:ea typeface="Arial"/>
                <a:cs typeface="Arial"/>
                <a:sym typeface="Arial"/>
              </a:defRPr>
            </a:lvl7pPr>
            <a:lvl8pPr indent="0" lvl="7" marL="33619" marR="0" algn="r">
              <a:lnSpc>
                <a:spcPct val="118696"/>
              </a:lnSpc>
              <a:spcBef>
                <a:spcPts val="0"/>
              </a:spcBef>
              <a:buNone/>
              <a:defRPr b="1" i="0" sz="1059" u="none" cap="none" strike="noStrike">
                <a:solidFill>
                  <a:srgbClr val="898989"/>
                </a:solidFill>
                <a:latin typeface="Arial"/>
                <a:ea typeface="Arial"/>
                <a:cs typeface="Arial"/>
                <a:sym typeface="Arial"/>
              </a:defRPr>
            </a:lvl8pPr>
            <a:lvl9pPr indent="0" lvl="8" marL="33619" marR="0" algn="r">
              <a:lnSpc>
                <a:spcPct val="118696"/>
              </a:lnSpc>
              <a:spcBef>
                <a:spcPts val="0"/>
              </a:spcBef>
              <a:buNone/>
              <a:defRPr b="1" i="0" sz="1059" u="none" cap="none" strike="noStrike">
                <a:solidFill>
                  <a:srgbClr val="898989"/>
                </a:solidFill>
                <a:latin typeface="Arial"/>
                <a:ea typeface="Arial"/>
                <a:cs typeface="Arial"/>
                <a:sym typeface="Arial"/>
              </a:defRPr>
            </a:lvl9pPr>
          </a:lstStyle>
          <a:p>
            <a:pPr indent="0" lvl="0" marL="33619"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type="blank">
  <p:cSld name="BLANK">
    <p:spTree>
      <p:nvGrpSpPr>
        <p:cNvPr id="31" name="Shape 31"/>
        <p:cNvGrpSpPr/>
        <p:nvPr/>
      </p:nvGrpSpPr>
      <p:grpSpPr>
        <a:xfrm>
          <a:off x="0" y="0"/>
          <a:ext cx="0" cy="0"/>
          <a:chOff x="0" y="0"/>
          <a:chExt cx="0" cy="0"/>
        </a:xfrm>
      </p:grpSpPr>
      <p:sp>
        <p:nvSpPr>
          <p:cNvPr id="32" name="Google Shape;32;p64"/>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b="0" i="0" sz="1200" u="none" cap="none" strike="noStrike">
                <a:solidFill>
                  <a:srgbClr val="888888"/>
                </a:solidFill>
                <a:latin typeface="Arial"/>
                <a:ea typeface="Arial"/>
                <a:cs typeface="Arial"/>
                <a:sym typeface="Arial"/>
              </a:defRPr>
            </a:lvl1pPr>
            <a:lvl2pPr indent="0" lvl="1" marL="0" algn="r">
              <a:spcBef>
                <a:spcPts val="0"/>
              </a:spcBef>
              <a:buNone/>
              <a:defRPr b="0" i="0" sz="1200" u="none" cap="none" strike="noStrike">
                <a:solidFill>
                  <a:srgbClr val="888888"/>
                </a:solidFill>
                <a:latin typeface="Arial"/>
                <a:ea typeface="Arial"/>
                <a:cs typeface="Arial"/>
                <a:sym typeface="Arial"/>
              </a:defRPr>
            </a:lvl2pPr>
            <a:lvl3pPr indent="0" lvl="2" marL="0" algn="r">
              <a:spcBef>
                <a:spcPts val="0"/>
              </a:spcBef>
              <a:buNone/>
              <a:defRPr b="0" i="0" sz="1200" u="none" cap="none" strike="noStrike">
                <a:solidFill>
                  <a:srgbClr val="888888"/>
                </a:solidFill>
                <a:latin typeface="Arial"/>
                <a:ea typeface="Arial"/>
                <a:cs typeface="Arial"/>
                <a:sym typeface="Arial"/>
              </a:defRPr>
            </a:lvl3pPr>
            <a:lvl4pPr indent="0" lvl="3" marL="0" algn="r">
              <a:spcBef>
                <a:spcPts val="0"/>
              </a:spcBef>
              <a:buNone/>
              <a:defRPr b="0" i="0" sz="1200" u="none" cap="none" strike="noStrike">
                <a:solidFill>
                  <a:srgbClr val="888888"/>
                </a:solidFill>
                <a:latin typeface="Arial"/>
                <a:ea typeface="Arial"/>
                <a:cs typeface="Arial"/>
                <a:sym typeface="Arial"/>
              </a:defRPr>
            </a:lvl4pPr>
            <a:lvl5pPr indent="0" lvl="4" marL="0" algn="r">
              <a:spcBef>
                <a:spcPts val="0"/>
              </a:spcBef>
              <a:buNone/>
              <a:defRPr b="0" i="0" sz="1200" u="none" cap="none" strike="noStrike">
                <a:solidFill>
                  <a:srgbClr val="888888"/>
                </a:solidFill>
                <a:latin typeface="Arial"/>
                <a:ea typeface="Arial"/>
                <a:cs typeface="Arial"/>
                <a:sym typeface="Arial"/>
              </a:defRPr>
            </a:lvl5pPr>
            <a:lvl6pPr indent="0" lvl="5" marL="0" algn="r">
              <a:spcBef>
                <a:spcPts val="0"/>
              </a:spcBef>
              <a:buNone/>
              <a:defRPr b="0" i="0" sz="1200" u="none" cap="none" strike="noStrike">
                <a:solidFill>
                  <a:srgbClr val="888888"/>
                </a:solidFill>
                <a:latin typeface="Arial"/>
                <a:ea typeface="Arial"/>
                <a:cs typeface="Arial"/>
                <a:sym typeface="Arial"/>
              </a:defRPr>
            </a:lvl6pPr>
            <a:lvl7pPr indent="0" lvl="6" marL="0" algn="r">
              <a:spcBef>
                <a:spcPts val="0"/>
              </a:spcBef>
              <a:buNone/>
              <a:defRPr b="0" i="0" sz="1200" u="none" cap="none" strike="noStrike">
                <a:solidFill>
                  <a:srgbClr val="888888"/>
                </a:solidFill>
                <a:latin typeface="Arial"/>
                <a:ea typeface="Arial"/>
                <a:cs typeface="Arial"/>
                <a:sym typeface="Arial"/>
              </a:defRPr>
            </a:lvl7pPr>
            <a:lvl8pPr indent="0" lvl="7" marL="0" algn="r">
              <a:spcBef>
                <a:spcPts val="0"/>
              </a:spcBef>
              <a:buNone/>
              <a:defRPr b="0" i="0" sz="1200" u="none" cap="none" strike="noStrike">
                <a:solidFill>
                  <a:srgbClr val="888888"/>
                </a:solidFill>
                <a:latin typeface="Arial"/>
                <a:ea typeface="Arial"/>
                <a:cs typeface="Arial"/>
                <a:sym typeface="Arial"/>
              </a:defRPr>
            </a:lvl8pPr>
            <a:lvl9pPr indent="0" lvl="8" mar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type="titleOnly">
  <p:cSld name="TITLE_ONLY">
    <p:spTree>
      <p:nvGrpSpPr>
        <p:cNvPr id="33" name="Shape 33"/>
        <p:cNvGrpSpPr/>
        <p:nvPr/>
      </p:nvGrpSpPr>
      <p:grpSpPr>
        <a:xfrm>
          <a:off x="0" y="0"/>
          <a:ext cx="0" cy="0"/>
          <a:chOff x="0" y="0"/>
          <a:chExt cx="0" cy="0"/>
        </a:xfrm>
      </p:grpSpPr>
      <p:sp>
        <p:nvSpPr>
          <p:cNvPr id="34" name="Google Shape;34;p6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5"/>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b="0" i="0" sz="1200" u="none" cap="none" strike="noStrike">
                <a:solidFill>
                  <a:srgbClr val="888888"/>
                </a:solidFill>
                <a:latin typeface="Arial"/>
                <a:ea typeface="Arial"/>
                <a:cs typeface="Arial"/>
                <a:sym typeface="Arial"/>
              </a:defRPr>
            </a:lvl1pPr>
            <a:lvl2pPr indent="0" lvl="1" marL="0" algn="r">
              <a:spcBef>
                <a:spcPts val="0"/>
              </a:spcBef>
              <a:buNone/>
              <a:defRPr b="0" i="0" sz="1200" u="none" cap="none" strike="noStrike">
                <a:solidFill>
                  <a:srgbClr val="888888"/>
                </a:solidFill>
                <a:latin typeface="Arial"/>
                <a:ea typeface="Arial"/>
                <a:cs typeface="Arial"/>
                <a:sym typeface="Arial"/>
              </a:defRPr>
            </a:lvl2pPr>
            <a:lvl3pPr indent="0" lvl="2" marL="0" algn="r">
              <a:spcBef>
                <a:spcPts val="0"/>
              </a:spcBef>
              <a:buNone/>
              <a:defRPr b="0" i="0" sz="1200" u="none" cap="none" strike="noStrike">
                <a:solidFill>
                  <a:srgbClr val="888888"/>
                </a:solidFill>
                <a:latin typeface="Arial"/>
                <a:ea typeface="Arial"/>
                <a:cs typeface="Arial"/>
                <a:sym typeface="Arial"/>
              </a:defRPr>
            </a:lvl3pPr>
            <a:lvl4pPr indent="0" lvl="3" marL="0" algn="r">
              <a:spcBef>
                <a:spcPts val="0"/>
              </a:spcBef>
              <a:buNone/>
              <a:defRPr b="0" i="0" sz="1200" u="none" cap="none" strike="noStrike">
                <a:solidFill>
                  <a:srgbClr val="888888"/>
                </a:solidFill>
                <a:latin typeface="Arial"/>
                <a:ea typeface="Arial"/>
                <a:cs typeface="Arial"/>
                <a:sym typeface="Arial"/>
              </a:defRPr>
            </a:lvl4pPr>
            <a:lvl5pPr indent="0" lvl="4" marL="0" algn="r">
              <a:spcBef>
                <a:spcPts val="0"/>
              </a:spcBef>
              <a:buNone/>
              <a:defRPr b="0" i="0" sz="1200" u="none" cap="none" strike="noStrike">
                <a:solidFill>
                  <a:srgbClr val="888888"/>
                </a:solidFill>
                <a:latin typeface="Arial"/>
                <a:ea typeface="Arial"/>
                <a:cs typeface="Arial"/>
                <a:sym typeface="Arial"/>
              </a:defRPr>
            </a:lvl5pPr>
            <a:lvl6pPr indent="0" lvl="5" marL="0" algn="r">
              <a:spcBef>
                <a:spcPts val="0"/>
              </a:spcBef>
              <a:buNone/>
              <a:defRPr b="0" i="0" sz="1200" u="none" cap="none" strike="noStrike">
                <a:solidFill>
                  <a:srgbClr val="888888"/>
                </a:solidFill>
                <a:latin typeface="Arial"/>
                <a:ea typeface="Arial"/>
                <a:cs typeface="Arial"/>
                <a:sym typeface="Arial"/>
              </a:defRPr>
            </a:lvl6pPr>
            <a:lvl7pPr indent="0" lvl="6" marL="0" algn="r">
              <a:spcBef>
                <a:spcPts val="0"/>
              </a:spcBef>
              <a:buNone/>
              <a:defRPr b="0" i="0" sz="1200" u="none" cap="none" strike="noStrike">
                <a:solidFill>
                  <a:srgbClr val="888888"/>
                </a:solidFill>
                <a:latin typeface="Arial"/>
                <a:ea typeface="Arial"/>
                <a:cs typeface="Arial"/>
                <a:sym typeface="Arial"/>
              </a:defRPr>
            </a:lvl7pPr>
            <a:lvl8pPr indent="0" lvl="7" marL="0" algn="r">
              <a:spcBef>
                <a:spcPts val="0"/>
              </a:spcBef>
              <a:buNone/>
              <a:defRPr b="0" i="0" sz="1200" u="none" cap="none" strike="noStrike">
                <a:solidFill>
                  <a:srgbClr val="888888"/>
                </a:solidFill>
                <a:latin typeface="Arial"/>
                <a:ea typeface="Arial"/>
                <a:cs typeface="Arial"/>
                <a:sym typeface="Arial"/>
              </a:defRPr>
            </a:lvl8pPr>
            <a:lvl9pPr indent="0" lvl="8" mar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6" name="Shape 36"/>
        <p:cNvGrpSpPr/>
        <p:nvPr/>
      </p:nvGrpSpPr>
      <p:grpSpPr>
        <a:xfrm>
          <a:off x="0" y="0"/>
          <a:ext cx="0" cy="0"/>
          <a:chOff x="0" y="0"/>
          <a:chExt cx="0" cy="0"/>
        </a:xfrm>
      </p:grpSpPr>
      <p:sp>
        <p:nvSpPr>
          <p:cNvPr id="37" name="Google Shape;37;p66"/>
          <p:cNvSpPr txBox="1"/>
          <p:nvPr>
            <p:ph type="title"/>
          </p:nvPr>
        </p:nvSpPr>
        <p:spPr>
          <a:xfrm>
            <a:off x="609600" y="274638"/>
            <a:ext cx="10972800" cy="1143000"/>
          </a:xfrm>
          <a:prstGeom prst="rect">
            <a:avLst/>
          </a:prstGeom>
          <a:noFill/>
          <a:ln>
            <a:noFill/>
          </a:ln>
        </p:spPr>
        <p:txBody>
          <a:bodyPr anchorCtr="0" anchor="ctr" bIns="0" lIns="0" spcFirstLastPara="1" rIns="0" wrap="square" tIns="0">
            <a:normAutofit/>
          </a:bodyPr>
          <a:lstStyle>
            <a:lvl1pPr lvl="0" algn="ctr">
              <a:spcBef>
                <a:spcPts val="0"/>
              </a:spcBef>
              <a:spcAft>
                <a:spcPts val="0"/>
              </a:spcAft>
              <a:buClr>
                <a:schemeClr val="dk1"/>
              </a:buClr>
              <a:buSzPts val="3971"/>
              <a:buFont typeface="Twentieth Century"/>
              <a:buNone/>
              <a:defRPr b="0" i="0" sz="3971">
                <a:solidFill>
                  <a:schemeClr val="dk1"/>
                </a:solidFill>
                <a:latin typeface="Twentieth Century"/>
                <a:ea typeface="Twentieth Century"/>
                <a:cs typeface="Twentieth Century"/>
                <a:sym typeface="Twentieth Centur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6"/>
          <p:cNvSpPr txBox="1"/>
          <p:nvPr>
            <p:ph idx="11" type="ftr"/>
          </p:nvPr>
        </p:nvSpPr>
        <p:spPr>
          <a:xfrm>
            <a:off x="4165600" y="6356351"/>
            <a:ext cx="3860800" cy="365125"/>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6"/>
          <p:cNvSpPr txBox="1"/>
          <p:nvPr>
            <p:ph idx="10" type="dt"/>
          </p:nvPr>
        </p:nvSpPr>
        <p:spPr>
          <a:xfrm>
            <a:off x="609600" y="6356351"/>
            <a:ext cx="2844800" cy="365125"/>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6"/>
          <p:cNvSpPr txBox="1"/>
          <p:nvPr>
            <p:ph idx="12" type="sldNum"/>
          </p:nvPr>
        </p:nvSpPr>
        <p:spPr>
          <a:xfrm>
            <a:off x="8737600" y="6356351"/>
            <a:ext cx="2844800" cy="365125"/>
          </a:xfrm>
          <a:prstGeom prst="rect">
            <a:avLst/>
          </a:prstGeom>
          <a:noFill/>
          <a:ln>
            <a:noFill/>
          </a:ln>
        </p:spPr>
        <p:txBody>
          <a:bodyPr anchorCtr="0" anchor="ctr" bIns="0" lIns="0" spcFirstLastPara="1" rIns="0" wrap="square" tIns="0">
            <a:noAutofit/>
          </a:bodyPr>
          <a:lstStyle>
            <a:lvl1pPr indent="0" lvl="0" marL="33619" marR="0" algn="r">
              <a:lnSpc>
                <a:spcPct val="118696"/>
              </a:lnSpc>
              <a:spcBef>
                <a:spcPts val="0"/>
              </a:spcBef>
              <a:buNone/>
              <a:defRPr b="1" i="0" sz="1059">
                <a:solidFill>
                  <a:srgbClr val="898989"/>
                </a:solidFill>
                <a:latin typeface="Arial"/>
                <a:ea typeface="Arial"/>
                <a:cs typeface="Arial"/>
                <a:sym typeface="Arial"/>
              </a:defRPr>
            </a:lvl1pPr>
            <a:lvl2pPr indent="0" lvl="1" marL="33619" marR="0" algn="r">
              <a:lnSpc>
                <a:spcPct val="118696"/>
              </a:lnSpc>
              <a:spcBef>
                <a:spcPts val="0"/>
              </a:spcBef>
              <a:buNone/>
              <a:defRPr b="1" i="0" sz="1059">
                <a:solidFill>
                  <a:srgbClr val="898989"/>
                </a:solidFill>
                <a:latin typeface="Arial"/>
                <a:ea typeface="Arial"/>
                <a:cs typeface="Arial"/>
                <a:sym typeface="Arial"/>
              </a:defRPr>
            </a:lvl2pPr>
            <a:lvl3pPr indent="0" lvl="2" marL="33619" marR="0" algn="r">
              <a:lnSpc>
                <a:spcPct val="118696"/>
              </a:lnSpc>
              <a:spcBef>
                <a:spcPts val="0"/>
              </a:spcBef>
              <a:buNone/>
              <a:defRPr b="1" i="0" sz="1059">
                <a:solidFill>
                  <a:srgbClr val="898989"/>
                </a:solidFill>
                <a:latin typeface="Arial"/>
                <a:ea typeface="Arial"/>
                <a:cs typeface="Arial"/>
                <a:sym typeface="Arial"/>
              </a:defRPr>
            </a:lvl3pPr>
            <a:lvl4pPr indent="0" lvl="3" marL="33619" marR="0" algn="r">
              <a:lnSpc>
                <a:spcPct val="118696"/>
              </a:lnSpc>
              <a:spcBef>
                <a:spcPts val="0"/>
              </a:spcBef>
              <a:buNone/>
              <a:defRPr b="1" i="0" sz="1059">
                <a:solidFill>
                  <a:srgbClr val="898989"/>
                </a:solidFill>
                <a:latin typeface="Arial"/>
                <a:ea typeface="Arial"/>
                <a:cs typeface="Arial"/>
                <a:sym typeface="Arial"/>
              </a:defRPr>
            </a:lvl4pPr>
            <a:lvl5pPr indent="0" lvl="4" marL="33619" marR="0" algn="r">
              <a:lnSpc>
                <a:spcPct val="118696"/>
              </a:lnSpc>
              <a:spcBef>
                <a:spcPts val="0"/>
              </a:spcBef>
              <a:buNone/>
              <a:defRPr b="1" i="0" sz="1059">
                <a:solidFill>
                  <a:srgbClr val="898989"/>
                </a:solidFill>
                <a:latin typeface="Arial"/>
                <a:ea typeface="Arial"/>
                <a:cs typeface="Arial"/>
                <a:sym typeface="Arial"/>
              </a:defRPr>
            </a:lvl5pPr>
            <a:lvl6pPr indent="0" lvl="5" marL="33619" marR="0" algn="r">
              <a:lnSpc>
                <a:spcPct val="118696"/>
              </a:lnSpc>
              <a:spcBef>
                <a:spcPts val="0"/>
              </a:spcBef>
              <a:buNone/>
              <a:defRPr b="1" i="0" sz="1059">
                <a:solidFill>
                  <a:srgbClr val="898989"/>
                </a:solidFill>
                <a:latin typeface="Arial"/>
                <a:ea typeface="Arial"/>
                <a:cs typeface="Arial"/>
                <a:sym typeface="Arial"/>
              </a:defRPr>
            </a:lvl6pPr>
            <a:lvl7pPr indent="0" lvl="6" marL="33619" marR="0" algn="r">
              <a:lnSpc>
                <a:spcPct val="118696"/>
              </a:lnSpc>
              <a:spcBef>
                <a:spcPts val="0"/>
              </a:spcBef>
              <a:buNone/>
              <a:defRPr b="1" i="0" sz="1059">
                <a:solidFill>
                  <a:srgbClr val="898989"/>
                </a:solidFill>
                <a:latin typeface="Arial"/>
                <a:ea typeface="Arial"/>
                <a:cs typeface="Arial"/>
                <a:sym typeface="Arial"/>
              </a:defRPr>
            </a:lvl7pPr>
            <a:lvl8pPr indent="0" lvl="7" marL="33619" marR="0" algn="r">
              <a:lnSpc>
                <a:spcPct val="118696"/>
              </a:lnSpc>
              <a:spcBef>
                <a:spcPts val="0"/>
              </a:spcBef>
              <a:buNone/>
              <a:defRPr b="1" i="0" sz="1059">
                <a:solidFill>
                  <a:srgbClr val="898989"/>
                </a:solidFill>
                <a:latin typeface="Arial"/>
                <a:ea typeface="Arial"/>
                <a:cs typeface="Arial"/>
                <a:sym typeface="Arial"/>
              </a:defRPr>
            </a:lvl8pPr>
            <a:lvl9pPr indent="0" lvl="8" marL="33619" marR="0" algn="r">
              <a:lnSpc>
                <a:spcPct val="118696"/>
              </a:lnSpc>
              <a:spcBef>
                <a:spcPts val="0"/>
              </a:spcBef>
              <a:buNone/>
              <a:defRPr b="1" i="0" sz="1059">
                <a:solidFill>
                  <a:srgbClr val="898989"/>
                </a:solidFill>
                <a:latin typeface="Arial"/>
                <a:ea typeface="Arial"/>
                <a:cs typeface="Arial"/>
                <a:sym typeface="Arial"/>
              </a:defRPr>
            </a:lvl9pPr>
          </a:lstStyle>
          <a:p>
            <a:pPr indent="0" lvl="0" marL="33619"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schnittsüberschrift" type="secHead">
  <p:cSld name="SECTION_HEADER">
    <p:spTree>
      <p:nvGrpSpPr>
        <p:cNvPr id="47" name="Shape 47"/>
        <p:cNvGrpSpPr/>
        <p:nvPr/>
      </p:nvGrpSpPr>
      <p:grpSpPr>
        <a:xfrm>
          <a:off x="0" y="0"/>
          <a:ext cx="0" cy="0"/>
          <a:chOff x="0" y="0"/>
          <a:chExt cx="0" cy="0"/>
        </a:xfrm>
      </p:grpSpPr>
      <p:sp>
        <p:nvSpPr>
          <p:cNvPr id="48" name="Google Shape;48;p62"/>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9" name="Google Shape;49;p62"/>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50" name="Google Shape;50;p62"/>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b="0" i="0" sz="1200" u="none" cap="none" strike="noStrike">
                <a:solidFill>
                  <a:schemeClr val="dk1"/>
                </a:solidFill>
                <a:latin typeface="Arial"/>
                <a:ea typeface="Arial"/>
                <a:cs typeface="Arial"/>
                <a:sym typeface="Arial"/>
              </a:defRPr>
            </a:lvl1pPr>
            <a:lvl2pPr indent="0" lvl="1" marL="0" algn="l">
              <a:spcBef>
                <a:spcPts val="0"/>
              </a:spcBef>
              <a:buNone/>
              <a:defRPr b="0" i="0" sz="1200" u="none" cap="none" strike="noStrike">
                <a:solidFill>
                  <a:schemeClr val="dk1"/>
                </a:solidFill>
                <a:latin typeface="Arial"/>
                <a:ea typeface="Arial"/>
                <a:cs typeface="Arial"/>
                <a:sym typeface="Arial"/>
              </a:defRPr>
            </a:lvl2pPr>
            <a:lvl3pPr indent="0" lvl="2" marL="0" algn="l">
              <a:spcBef>
                <a:spcPts val="0"/>
              </a:spcBef>
              <a:buNone/>
              <a:defRPr b="0" i="0" sz="1200" u="none" cap="none" strike="noStrike">
                <a:solidFill>
                  <a:schemeClr val="dk1"/>
                </a:solidFill>
                <a:latin typeface="Arial"/>
                <a:ea typeface="Arial"/>
                <a:cs typeface="Arial"/>
                <a:sym typeface="Arial"/>
              </a:defRPr>
            </a:lvl3pPr>
            <a:lvl4pPr indent="0" lvl="3" marL="0" algn="l">
              <a:spcBef>
                <a:spcPts val="0"/>
              </a:spcBef>
              <a:buNone/>
              <a:defRPr b="0" i="0" sz="1200" u="none" cap="none" strike="noStrike">
                <a:solidFill>
                  <a:schemeClr val="dk1"/>
                </a:solidFill>
                <a:latin typeface="Arial"/>
                <a:ea typeface="Arial"/>
                <a:cs typeface="Arial"/>
                <a:sym typeface="Arial"/>
              </a:defRPr>
            </a:lvl4pPr>
            <a:lvl5pPr indent="0" lvl="4" marL="0" algn="l">
              <a:spcBef>
                <a:spcPts val="0"/>
              </a:spcBef>
              <a:buNone/>
              <a:defRPr b="0" i="0" sz="1200" u="none" cap="none" strike="noStrike">
                <a:solidFill>
                  <a:schemeClr val="dk1"/>
                </a:solidFill>
                <a:latin typeface="Arial"/>
                <a:ea typeface="Arial"/>
                <a:cs typeface="Arial"/>
                <a:sym typeface="Arial"/>
              </a:defRPr>
            </a:lvl5pPr>
            <a:lvl6pPr indent="0" lvl="5" marL="0" algn="l">
              <a:spcBef>
                <a:spcPts val="0"/>
              </a:spcBef>
              <a:buNone/>
              <a:defRPr b="0" i="0" sz="1200" u="none" cap="none" strike="noStrike">
                <a:solidFill>
                  <a:schemeClr val="dk1"/>
                </a:solidFill>
                <a:latin typeface="Arial"/>
                <a:ea typeface="Arial"/>
                <a:cs typeface="Arial"/>
                <a:sym typeface="Arial"/>
              </a:defRPr>
            </a:lvl6pPr>
            <a:lvl7pPr indent="0" lvl="6" marL="0" algn="l">
              <a:spcBef>
                <a:spcPts val="0"/>
              </a:spcBef>
              <a:buNone/>
              <a:defRPr b="0" i="0" sz="1200" u="none" cap="none" strike="noStrike">
                <a:solidFill>
                  <a:schemeClr val="dk1"/>
                </a:solidFill>
                <a:latin typeface="Arial"/>
                <a:ea typeface="Arial"/>
                <a:cs typeface="Arial"/>
                <a:sym typeface="Arial"/>
              </a:defRPr>
            </a:lvl7pPr>
            <a:lvl8pPr indent="0" lvl="7" marL="0" algn="l">
              <a:spcBef>
                <a:spcPts val="0"/>
              </a:spcBef>
              <a:buNone/>
              <a:defRPr b="0" i="0" sz="1200" u="none" cap="none" strike="noStrike">
                <a:solidFill>
                  <a:schemeClr val="dk1"/>
                </a:solidFill>
                <a:latin typeface="Arial"/>
                <a:ea typeface="Arial"/>
                <a:cs typeface="Arial"/>
                <a:sym typeface="Arial"/>
              </a:defRPr>
            </a:lvl8pPr>
            <a:lvl9pPr indent="0" lvl="8" marL="0" algn="l">
              <a:spcBef>
                <a:spcPts val="0"/>
              </a:spcBef>
              <a:buNone/>
              <a:defRPr b="0"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type="title">
  <p:cSld name="TITLE">
    <p:spTree>
      <p:nvGrpSpPr>
        <p:cNvPr id="51" name="Shape 51"/>
        <p:cNvGrpSpPr/>
        <p:nvPr/>
      </p:nvGrpSpPr>
      <p:grpSpPr>
        <a:xfrm>
          <a:off x="0" y="0"/>
          <a:ext cx="0" cy="0"/>
          <a:chOff x="0" y="0"/>
          <a:chExt cx="0" cy="0"/>
        </a:xfrm>
      </p:grpSpPr>
      <p:sp>
        <p:nvSpPr>
          <p:cNvPr id="52" name="Google Shape;52;p67"/>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3200">
                <a:solidFill>
                  <a:schemeClr val="lt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3" name="Google Shape;53;p67"/>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chemeClr val="dk1"/>
              </a:buClr>
              <a:buSzPts val="2400"/>
              <a:buFont typeface="Arial"/>
              <a:buNone/>
              <a:defRPr sz="2400"/>
            </a:lvl1pPr>
            <a:lvl2pPr lvl="1" algn="ctr">
              <a:spcBef>
                <a:spcPts val="360"/>
              </a:spcBef>
              <a:spcAft>
                <a:spcPts val="0"/>
              </a:spcAft>
              <a:buClr>
                <a:schemeClr val="dk1"/>
              </a:buClr>
              <a:buSzPts val="1800"/>
              <a:buFont typeface="Arial"/>
              <a:buNone/>
              <a:defRPr/>
            </a:lvl2pPr>
            <a:lvl3pPr lvl="2" algn="ctr">
              <a:spcBef>
                <a:spcPts val="360"/>
              </a:spcBef>
              <a:spcAft>
                <a:spcPts val="0"/>
              </a:spcAft>
              <a:buClr>
                <a:schemeClr val="dk1"/>
              </a:buClr>
              <a:buSzPts val="1800"/>
              <a:buFont typeface="Arial"/>
              <a:buNone/>
              <a:defRPr/>
            </a:lvl3pPr>
            <a:lvl4pPr lvl="3" algn="ctr">
              <a:spcBef>
                <a:spcPts val="360"/>
              </a:spcBef>
              <a:spcAft>
                <a:spcPts val="0"/>
              </a:spcAft>
              <a:buClr>
                <a:schemeClr val="dk1"/>
              </a:buClr>
              <a:buSzPts val="1800"/>
              <a:buFont typeface="Arial"/>
              <a:buNone/>
              <a:defRPr/>
            </a:lvl4pPr>
            <a:lvl5pPr lvl="4" algn="ctr">
              <a:spcBef>
                <a:spcPts val="360"/>
              </a:spcBef>
              <a:spcAft>
                <a:spcPts val="0"/>
              </a:spcAft>
              <a:buClr>
                <a:schemeClr val="dk1"/>
              </a:buClr>
              <a:buSzPts val="18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54" name="Google Shape;54;p67"/>
          <p:cNvSpPr txBox="1"/>
          <p:nvPr>
            <p:ph idx="10" type="dt"/>
          </p:nvPr>
        </p:nvSpPr>
        <p:spPr>
          <a:xfrm>
            <a:off x="304800" y="6248400"/>
            <a:ext cx="29464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sz="1800">
                <a:solidFill>
                  <a:srgbClr val="FFFFF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type="obj">
  <p:cSld name="OBJECT">
    <p:spTree>
      <p:nvGrpSpPr>
        <p:cNvPr id="55" name="Shape 55"/>
        <p:cNvGrpSpPr/>
        <p:nvPr/>
      </p:nvGrpSpPr>
      <p:grpSpPr>
        <a:xfrm>
          <a:off x="0" y="0"/>
          <a:ext cx="0" cy="0"/>
          <a:chOff x="0" y="0"/>
          <a:chExt cx="0" cy="0"/>
        </a:xfrm>
      </p:grpSpPr>
      <p:sp>
        <p:nvSpPr>
          <p:cNvPr id="56" name="Google Shape;56;p68"/>
          <p:cNvSpPr txBox="1"/>
          <p:nvPr>
            <p:ph type="title"/>
          </p:nvPr>
        </p:nvSpPr>
        <p:spPr>
          <a:xfrm>
            <a:off x="349942" y="84677"/>
            <a:ext cx="11367925"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68"/>
          <p:cNvSpPr txBox="1"/>
          <p:nvPr>
            <p:ph idx="1" type="body"/>
          </p:nvPr>
        </p:nvSpPr>
        <p:spPr>
          <a:xfrm>
            <a:off x="349942" y="1456266"/>
            <a:ext cx="11367925" cy="4588933"/>
          </a:xfrm>
          <a:prstGeom prst="rect">
            <a:avLst/>
          </a:prstGeom>
          <a:noFill/>
          <a:ln>
            <a:noFill/>
          </a:ln>
        </p:spPr>
        <p:txBody>
          <a:bodyPr anchorCtr="0" anchor="t" bIns="45700" lIns="91425" spcFirstLastPara="1" rIns="91425" wrap="square" tIns="45700">
            <a:noAutofit/>
          </a:bodyPr>
          <a:lstStyle>
            <a:lvl1pPr indent="-368300" lvl="0" marL="457200" algn="l">
              <a:spcBef>
                <a:spcPts val="440"/>
              </a:spcBef>
              <a:spcAft>
                <a:spcPts val="0"/>
              </a:spcAft>
              <a:buClr>
                <a:schemeClr val="dk1"/>
              </a:buClr>
              <a:buSzPts val="2200"/>
              <a:buFont typeface="Arial"/>
              <a:buChar char="•"/>
              <a:defRPr sz="22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8" name="Google Shape;58;p68"/>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type="twoObj">
  <p:cSld name="TWO_OBJECTS">
    <p:spTree>
      <p:nvGrpSpPr>
        <p:cNvPr id="59" name="Shape 59"/>
        <p:cNvGrpSpPr/>
        <p:nvPr/>
      </p:nvGrpSpPr>
      <p:grpSpPr>
        <a:xfrm>
          <a:off x="0" y="0"/>
          <a:ext cx="0" cy="0"/>
          <a:chOff x="0" y="0"/>
          <a:chExt cx="0" cy="0"/>
        </a:xfrm>
      </p:grpSpPr>
      <p:sp>
        <p:nvSpPr>
          <p:cNvPr id="60" name="Google Shape;60;p69"/>
          <p:cNvSpPr txBox="1"/>
          <p:nvPr>
            <p:ph type="title"/>
          </p:nvPr>
        </p:nvSpPr>
        <p:spPr>
          <a:xfrm>
            <a:off x="349942" y="84677"/>
            <a:ext cx="11367925"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1" name="Google Shape;61;p69"/>
          <p:cNvSpPr txBox="1"/>
          <p:nvPr>
            <p:ph idx="1" type="body"/>
          </p:nvPr>
        </p:nvSpPr>
        <p:spPr>
          <a:xfrm>
            <a:off x="914400" y="1981200"/>
            <a:ext cx="508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vl1pPr>
            <a:lvl2pPr indent="-342900" lvl="1" marL="914400" algn="l">
              <a:spcBef>
                <a:spcPts val="360"/>
              </a:spcBef>
              <a:spcAft>
                <a:spcPts val="0"/>
              </a:spcAft>
              <a:buClr>
                <a:schemeClr val="dk1"/>
              </a:buClr>
              <a:buSzPts val="1800"/>
              <a:buFont typeface="Arial"/>
              <a:buChar char="–"/>
              <a:defRPr sz="1800"/>
            </a:lvl2pPr>
            <a:lvl3pPr indent="-342900" lvl="2" marL="1371600" algn="l">
              <a:spcBef>
                <a:spcPts val="360"/>
              </a:spcBef>
              <a:spcAft>
                <a:spcPts val="0"/>
              </a:spcAft>
              <a:buClr>
                <a:schemeClr val="dk1"/>
              </a:buClr>
              <a:buSzPts val="1800"/>
              <a:buFont typeface="Arial"/>
              <a:buChar char="•"/>
              <a:defRPr sz="18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62" name="Google Shape;62;p69"/>
          <p:cNvSpPr txBox="1"/>
          <p:nvPr>
            <p:ph idx="2" type="body"/>
          </p:nvPr>
        </p:nvSpPr>
        <p:spPr>
          <a:xfrm>
            <a:off x="6197600" y="1981200"/>
            <a:ext cx="508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vl1pPr>
            <a:lvl2pPr indent="-342900" lvl="1" marL="914400" algn="l">
              <a:spcBef>
                <a:spcPts val="360"/>
              </a:spcBef>
              <a:spcAft>
                <a:spcPts val="0"/>
              </a:spcAft>
              <a:buClr>
                <a:schemeClr val="dk1"/>
              </a:buClr>
              <a:buSzPts val="1800"/>
              <a:buFont typeface="Arial"/>
              <a:buChar char="–"/>
              <a:defRPr sz="1800"/>
            </a:lvl2pPr>
            <a:lvl3pPr indent="-342900" lvl="2" marL="1371600" algn="l">
              <a:spcBef>
                <a:spcPts val="360"/>
              </a:spcBef>
              <a:spcAft>
                <a:spcPts val="0"/>
              </a:spcAft>
              <a:buClr>
                <a:schemeClr val="dk1"/>
              </a:buClr>
              <a:buSzPts val="1800"/>
              <a:buFont typeface="Arial"/>
              <a:buChar char="•"/>
              <a:defRPr sz="18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63" name="Google Shape;63;p69"/>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gleich" type="twoTxTwoObj">
  <p:cSld name="TWO_OBJECTS_WITH_TEXT">
    <p:spTree>
      <p:nvGrpSpPr>
        <p:cNvPr id="64" name="Shape 64"/>
        <p:cNvGrpSpPr/>
        <p:nvPr/>
      </p:nvGrpSpPr>
      <p:grpSpPr>
        <a:xfrm>
          <a:off x="0" y="0"/>
          <a:ext cx="0" cy="0"/>
          <a:chOff x="0" y="0"/>
          <a:chExt cx="0" cy="0"/>
        </a:xfrm>
      </p:grpSpPr>
      <p:sp>
        <p:nvSpPr>
          <p:cNvPr id="65" name="Google Shape;65;p7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6" name="Google Shape;66;p70"/>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Clr>
                <a:schemeClr val="dk1"/>
              </a:buClr>
              <a:buSzPts val="1800"/>
              <a:buFont typeface="Arial"/>
              <a:buNone/>
              <a:defRPr b="1" sz="18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67" name="Google Shape;67;p70"/>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vl1pPr>
            <a:lvl2pPr indent="-342900" lvl="1" marL="914400" algn="l">
              <a:spcBef>
                <a:spcPts val="360"/>
              </a:spcBef>
              <a:spcAft>
                <a:spcPts val="0"/>
              </a:spcAft>
              <a:buClr>
                <a:schemeClr val="dk1"/>
              </a:buClr>
              <a:buSzPts val="1800"/>
              <a:buFont typeface="Arial"/>
              <a:buChar char="–"/>
              <a:defRPr sz="1800"/>
            </a:lvl2pPr>
            <a:lvl3pPr indent="-342900" lvl="2" marL="1371600" algn="l">
              <a:spcBef>
                <a:spcPts val="360"/>
              </a:spcBef>
              <a:spcAft>
                <a:spcPts val="0"/>
              </a:spcAft>
              <a:buClr>
                <a:schemeClr val="dk1"/>
              </a:buClr>
              <a:buSzPts val="1800"/>
              <a:buFont typeface="Arial"/>
              <a:buChar char="•"/>
              <a:defRPr sz="18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8" name="Google Shape;68;p70"/>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Clr>
                <a:schemeClr val="dk1"/>
              </a:buClr>
              <a:buSzPts val="1800"/>
              <a:buFont typeface="Arial"/>
              <a:buNone/>
              <a:defRPr b="1" sz="18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69" name="Google Shape;69;p70"/>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vl1pPr>
            <a:lvl2pPr indent="-342900" lvl="1" marL="914400" algn="l">
              <a:spcBef>
                <a:spcPts val="360"/>
              </a:spcBef>
              <a:spcAft>
                <a:spcPts val="0"/>
              </a:spcAft>
              <a:buClr>
                <a:schemeClr val="dk1"/>
              </a:buClr>
              <a:buSzPts val="1800"/>
              <a:buFont typeface="Arial"/>
              <a:buChar char="–"/>
              <a:defRPr sz="1800"/>
            </a:lvl2pPr>
            <a:lvl3pPr indent="-342900" lvl="2" marL="1371600" algn="l">
              <a:spcBef>
                <a:spcPts val="360"/>
              </a:spcBef>
              <a:spcAft>
                <a:spcPts val="0"/>
              </a:spcAft>
              <a:buClr>
                <a:schemeClr val="dk1"/>
              </a:buClr>
              <a:buSzPts val="1800"/>
              <a:buFont typeface="Arial"/>
              <a:buChar char="•"/>
              <a:defRPr sz="18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70" name="Google Shape;70;p70"/>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type="titleOnly">
  <p:cSld name="TITLE_ONLY">
    <p:spTree>
      <p:nvGrpSpPr>
        <p:cNvPr id="71" name="Shape 71"/>
        <p:cNvGrpSpPr/>
        <p:nvPr/>
      </p:nvGrpSpPr>
      <p:grpSpPr>
        <a:xfrm>
          <a:off x="0" y="0"/>
          <a:ext cx="0" cy="0"/>
          <a:chOff x="0" y="0"/>
          <a:chExt cx="0" cy="0"/>
        </a:xfrm>
      </p:grpSpPr>
      <p:sp>
        <p:nvSpPr>
          <p:cNvPr id="72" name="Google Shape;72;p71"/>
          <p:cNvSpPr txBox="1"/>
          <p:nvPr>
            <p:ph type="title"/>
          </p:nvPr>
        </p:nvSpPr>
        <p:spPr>
          <a:xfrm>
            <a:off x="349942" y="84677"/>
            <a:ext cx="11367925"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 name="Google Shape;73;p71"/>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type="blank">
  <p:cSld name="BLANK">
    <p:spTree>
      <p:nvGrpSpPr>
        <p:cNvPr id="74" name="Shape 74"/>
        <p:cNvGrpSpPr/>
        <p:nvPr/>
      </p:nvGrpSpPr>
      <p:grpSpPr>
        <a:xfrm>
          <a:off x="0" y="0"/>
          <a:ext cx="0" cy="0"/>
          <a:chOff x="0" y="0"/>
          <a:chExt cx="0" cy="0"/>
        </a:xfrm>
      </p:grpSpPr>
      <p:sp>
        <p:nvSpPr>
          <p:cNvPr id="75" name="Google Shape;75;p72"/>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 mit Beschriftung" type="objTx">
  <p:cSld name="OBJECT_WITH_CAPTION_TEXT">
    <p:spTree>
      <p:nvGrpSpPr>
        <p:cNvPr id="76" name="Shape 76"/>
        <p:cNvGrpSpPr/>
        <p:nvPr/>
      </p:nvGrpSpPr>
      <p:grpSpPr>
        <a:xfrm>
          <a:off x="0" y="0"/>
          <a:ext cx="0" cy="0"/>
          <a:chOff x="0" y="0"/>
          <a:chExt cx="0" cy="0"/>
        </a:xfrm>
      </p:grpSpPr>
      <p:sp>
        <p:nvSpPr>
          <p:cNvPr id="77" name="Google Shape;77;p73"/>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8" name="Google Shape;78;p73"/>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vl1pPr>
            <a:lvl2pPr indent="-342900" lvl="1" marL="914400" algn="l">
              <a:spcBef>
                <a:spcPts val="360"/>
              </a:spcBef>
              <a:spcAft>
                <a:spcPts val="0"/>
              </a:spcAft>
              <a:buClr>
                <a:schemeClr val="dk1"/>
              </a:buClr>
              <a:buSzPts val="1800"/>
              <a:buFont typeface="Arial"/>
              <a:buChar char="–"/>
              <a:defRPr sz="1800"/>
            </a:lvl2pPr>
            <a:lvl3pPr indent="-342900" lvl="2" marL="1371600" algn="l">
              <a:spcBef>
                <a:spcPts val="360"/>
              </a:spcBef>
              <a:spcAft>
                <a:spcPts val="0"/>
              </a:spcAft>
              <a:buClr>
                <a:schemeClr val="dk1"/>
              </a:buClr>
              <a:buSzPts val="1800"/>
              <a:buFont typeface="Arial"/>
              <a:buChar char="•"/>
              <a:defRPr sz="18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79" name="Google Shape;79;p73"/>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80" name="Google Shape;80;p73"/>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it Beschriftung" type="picTx">
  <p:cSld name="PICTURE_WITH_CAPTION_TEXT">
    <p:spTree>
      <p:nvGrpSpPr>
        <p:cNvPr id="81" name="Shape 81"/>
        <p:cNvGrpSpPr/>
        <p:nvPr/>
      </p:nvGrpSpPr>
      <p:grpSpPr>
        <a:xfrm>
          <a:off x="0" y="0"/>
          <a:ext cx="0" cy="0"/>
          <a:chOff x="0" y="0"/>
          <a:chExt cx="0" cy="0"/>
        </a:xfrm>
      </p:grpSpPr>
      <p:sp>
        <p:nvSpPr>
          <p:cNvPr id="82" name="Google Shape;82;p74"/>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3" name="Google Shape;83;p74"/>
          <p:cNvSpPr/>
          <p:nvPr>
            <p:ph idx="2" type="pic"/>
          </p:nvPr>
        </p:nvSpPr>
        <p:spPr>
          <a:xfrm>
            <a:off x="2389717" y="612775"/>
            <a:ext cx="7315200" cy="4114800"/>
          </a:xfrm>
          <a:prstGeom prst="rect">
            <a:avLst/>
          </a:prstGeom>
          <a:noFill/>
          <a:ln>
            <a:noFill/>
          </a:ln>
        </p:spPr>
      </p:sp>
      <p:sp>
        <p:nvSpPr>
          <p:cNvPr id="84" name="Google Shape;84;p74"/>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85" name="Google Shape;85;p74"/>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vertikaler Text" type="vertTx">
  <p:cSld name="VERTICAL_TEXT">
    <p:spTree>
      <p:nvGrpSpPr>
        <p:cNvPr id="86" name="Shape 86"/>
        <p:cNvGrpSpPr/>
        <p:nvPr/>
      </p:nvGrpSpPr>
      <p:grpSpPr>
        <a:xfrm>
          <a:off x="0" y="0"/>
          <a:ext cx="0" cy="0"/>
          <a:chOff x="0" y="0"/>
          <a:chExt cx="0" cy="0"/>
        </a:xfrm>
      </p:grpSpPr>
      <p:sp>
        <p:nvSpPr>
          <p:cNvPr id="87" name="Google Shape;87;p75"/>
          <p:cNvSpPr txBox="1"/>
          <p:nvPr>
            <p:ph type="title"/>
          </p:nvPr>
        </p:nvSpPr>
        <p:spPr>
          <a:xfrm>
            <a:off x="349942" y="84677"/>
            <a:ext cx="11367925"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8" name="Google Shape;88;p75"/>
          <p:cNvSpPr txBox="1"/>
          <p:nvPr>
            <p:ph idx="1" type="body"/>
          </p:nvPr>
        </p:nvSpPr>
        <p:spPr>
          <a:xfrm rot="5400000">
            <a:off x="3739438" y="-1933230"/>
            <a:ext cx="4588933" cy="113679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9" name="Google Shape;89;p75"/>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kaler Titel und Text" type="vertTitleAndTx">
  <p:cSld name="VERTICAL_TITLE_AND_VERTICAL_TEXT">
    <p:spTree>
      <p:nvGrpSpPr>
        <p:cNvPr id="90" name="Shape 90"/>
        <p:cNvGrpSpPr/>
        <p:nvPr/>
      </p:nvGrpSpPr>
      <p:grpSpPr>
        <a:xfrm>
          <a:off x="0" y="0"/>
          <a:ext cx="0" cy="0"/>
          <a:chOff x="0" y="0"/>
          <a:chExt cx="0" cy="0"/>
        </a:xfrm>
      </p:grpSpPr>
      <p:sp>
        <p:nvSpPr>
          <p:cNvPr id="91" name="Google Shape;91;p76"/>
          <p:cNvSpPr txBox="1"/>
          <p:nvPr>
            <p:ph type="title"/>
          </p:nvPr>
        </p:nvSpPr>
        <p:spPr>
          <a:xfrm rot="5400000">
            <a:off x="7239000" y="2057400"/>
            <a:ext cx="5486400" cy="2590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2" name="Google Shape;92;p76"/>
          <p:cNvSpPr txBox="1"/>
          <p:nvPr>
            <p:ph idx="1" type="body"/>
          </p:nvPr>
        </p:nvSpPr>
        <p:spPr>
          <a:xfrm rot="5400000">
            <a:off x="1955800" y="-431800"/>
            <a:ext cx="5486400" cy="7569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3" name="Google Shape;93;p76"/>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94" name="Shape 94"/>
        <p:cNvGrpSpPr/>
        <p:nvPr/>
      </p:nvGrpSpPr>
      <p:grpSpPr>
        <a:xfrm>
          <a:off x="0" y="0"/>
          <a:ext cx="0" cy="0"/>
          <a:chOff x="0" y="0"/>
          <a:chExt cx="0" cy="0"/>
        </a:xfrm>
      </p:grpSpPr>
      <p:sp>
        <p:nvSpPr>
          <p:cNvPr id="95" name="Google Shape;95;p7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6" name="Google Shape;96;p77"/>
          <p:cNvSpPr txBox="1"/>
          <p:nvPr>
            <p:ph idx="10" type="dt"/>
          </p:nvPr>
        </p:nvSpPr>
        <p:spPr>
          <a:xfrm>
            <a:off x="609600" y="6248400"/>
            <a:ext cx="2844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7" name="Google Shape;97;p77"/>
          <p:cNvSpPr txBox="1"/>
          <p:nvPr>
            <p:ph idx="11" type="ftr"/>
          </p:nvPr>
        </p:nvSpPr>
        <p:spPr>
          <a:xfrm>
            <a:off x="4165600" y="6248400"/>
            <a:ext cx="3860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8" name="Google Shape;98;p77"/>
          <p:cNvSpPr txBox="1"/>
          <p:nvPr>
            <p:ph idx="12" type="sldNum"/>
          </p:nvPr>
        </p:nvSpPr>
        <p:spPr>
          <a:xfrm>
            <a:off x="8737600" y="6248400"/>
            <a:ext cx="28448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99" name="Shape 99"/>
        <p:cNvGrpSpPr/>
        <p:nvPr/>
      </p:nvGrpSpPr>
      <p:grpSpPr>
        <a:xfrm>
          <a:off x="0" y="0"/>
          <a:ext cx="0" cy="0"/>
          <a:chOff x="0" y="0"/>
          <a:chExt cx="0" cy="0"/>
        </a:xfrm>
      </p:grpSpPr>
      <p:sp>
        <p:nvSpPr>
          <p:cNvPr id="100" name="Google Shape;100;p7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1" name="Google Shape;101;p78"/>
          <p:cNvSpPr txBox="1"/>
          <p:nvPr>
            <p:ph idx="1" type="body"/>
          </p:nvPr>
        </p:nvSpPr>
        <p:spPr>
          <a:xfrm>
            <a:off x="609600" y="1600200"/>
            <a:ext cx="5384800" cy="4495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2" name="Google Shape;102;p78"/>
          <p:cNvSpPr txBox="1"/>
          <p:nvPr>
            <p:ph idx="2" type="body"/>
          </p:nvPr>
        </p:nvSpPr>
        <p:spPr>
          <a:xfrm>
            <a:off x="6197600" y="1600200"/>
            <a:ext cx="5384800" cy="21717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3" name="Google Shape;103;p78"/>
          <p:cNvSpPr txBox="1"/>
          <p:nvPr>
            <p:ph idx="3" type="body"/>
          </p:nvPr>
        </p:nvSpPr>
        <p:spPr>
          <a:xfrm>
            <a:off x="6197600" y="3924300"/>
            <a:ext cx="5384800" cy="21717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4" name="Google Shape;104;p78"/>
          <p:cNvSpPr txBox="1"/>
          <p:nvPr>
            <p:ph idx="10" type="dt"/>
          </p:nvPr>
        </p:nvSpPr>
        <p:spPr>
          <a:xfrm>
            <a:off x="609600" y="6248400"/>
            <a:ext cx="2844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5" name="Google Shape;105;p78"/>
          <p:cNvSpPr txBox="1"/>
          <p:nvPr>
            <p:ph idx="11" type="ftr"/>
          </p:nvPr>
        </p:nvSpPr>
        <p:spPr>
          <a:xfrm>
            <a:off x="4165600" y="6248400"/>
            <a:ext cx="3860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6" name="Google Shape;106;p78"/>
          <p:cNvSpPr txBox="1"/>
          <p:nvPr>
            <p:ph idx="12" type="sldNum"/>
          </p:nvPr>
        </p:nvSpPr>
        <p:spPr>
          <a:xfrm>
            <a:off x="8737600" y="6248400"/>
            <a:ext cx="28448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6.xml"/><Relationship Id="rId10" Type="http://schemas.openxmlformats.org/officeDocument/2006/relationships/slideLayout" Target="../slideLayouts/slideLayout15.xml"/><Relationship Id="rId13" Type="http://schemas.openxmlformats.org/officeDocument/2006/relationships/slideLayout" Target="../slideLayouts/slideLayout18.xml"/><Relationship Id="rId12" Type="http://schemas.openxmlformats.org/officeDocument/2006/relationships/slideLayout" Target="../slideLayouts/slideLayout17.xml"/><Relationship Id="rId1" Type="http://schemas.openxmlformats.org/officeDocument/2006/relationships/image" Target="../media/image8.png"/><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9" Type="http://schemas.openxmlformats.org/officeDocument/2006/relationships/slideLayout" Target="../slideLayouts/slideLayout14.xml"/><Relationship Id="rId15" Type="http://schemas.openxmlformats.org/officeDocument/2006/relationships/theme" Target="../theme/theme1.xml"/><Relationship Id="rId14" Type="http://schemas.openxmlformats.org/officeDocument/2006/relationships/slideLayout" Target="../slideLayouts/slideLayout19.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8"/>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5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 name="Shape 41"/>
        <p:cNvGrpSpPr/>
        <p:nvPr/>
      </p:nvGrpSpPr>
      <p:grpSpPr>
        <a:xfrm>
          <a:off x="0" y="0"/>
          <a:ext cx="0" cy="0"/>
          <a:chOff x="0" y="0"/>
          <a:chExt cx="0" cy="0"/>
        </a:xfrm>
      </p:grpSpPr>
      <p:sp>
        <p:nvSpPr>
          <p:cNvPr id="42" name="Google Shape;42;p61"/>
          <p:cNvSpPr txBox="1"/>
          <p:nvPr>
            <p:ph type="title"/>
          </p:nvPr>
        </p:nvSpPr>
        <p:spPr>
          <a:xfrm>
            <a:off x="349942" y="84677"/>
            <a:ext cx="11367925"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2800" u="none" cap="none" strike="noStrike">
                <a:solidFill>
                  <a:srgbClr val="000000"/>
                </a:solidFill>
                <a:latin typeface="Arial"/>
                <a:ea typeface="Arial"/>
                <a:cs typeface="Arial"/>
                <a:sym typeface="Arial"/>
              </a:defRPr>
            </a:lvl1pPr>
            <a:lvl2pPr lvl="1" marR="0" rtl="0" algn="ctr">
              <a:spcBef>
                <a:spcPts val="0"/>
              </a:spcBef>
              <a:spcAft>
                <a:spcPts val="0"/>
              </a:spcAft>
              <a:buSzPts val="1400"/>
              <a:buNone/>
              <a:defRPr b="0" i="0" sz="2800" u="none" cap="none" strike="noStrike">
                <a:solidFill>
                  <a:srgbClr val="007EB9"/>
                </a:solidFill>
                <a:latin typeface="Arial"/>
                <a:ea typeface="Arial"/>
                <a:cs typeface="Arial"/>
                <a:sym typeface="Arial"/>
              </a:defRPr>
            </a:lvl2pPr>
            <a:lvl3pPr lvl="2" marR="0" rtl="0" algn="ctr">
              <a:spcBef>
                <a:spcPts val="0"/>
              </a:spcBef>
              <a:spcAft>
                <a:spcPts val="0"/>
              </a:spcAft>
              <a:buSzPts val="1400"/>
              <a:buNone/>
              <a:defRPr b="0" i="0" sz="2800" u="none" cap="none" strike="noStrike">
                <a:solidFill>
                  <a:srgbClr val="007EB9"/>
                </a:solidFill>
                <a:latin typeface="Arial"/>
                <a:ea typeface="Arial"/>
                <a:cs typeface="Arial"/>
                <a:sym typeface="Arial"/>
              </a:defRPr>
            </a:lvl3pPr>
            <a:lvl4pPr lvl="3" marR="0" rtl="0" algn="ctr">
              <a:spcBef>
                <a:spcPts val="0"/>
              </a:spcBef>
              <a:spcAft>
                <a:spcPts val="0"/>
              </a:spcAft>
              <a:buSzPts val="1400"/>
              <a:buNone/>
              <a:defRPr b="0" i="0" sz="2800" u="none" cap="none" strike="noStrike">
                <a:solidFill>
                  <a:srgbClr val="007EB9"/>
                </a:solidFill>
                <a:latin typeface="Arial"/>
                <a:ea typeface="Arial"/>
                <a:cs typeface="Arial"/>
                <a:sym typeface="Arial"/>
              </a:defRPr>
            </a:lvl4pPr>
            <a:lvl5pPr lvl="4" marR="0" rtl="0" algn="ctr">
              <a:spcBef>
                <a:spcPts val="0"/>
              </a:spcBef>
              <a:spcAft>
                <a:spcPts val="0"/>
              </a:spcAft>
              <a:buSzPts val="1400"/>
              <a:buNone/>
              <a:defRPr b="0" i="0" sz="2800" u="none" cap="none" strike="noStrike">
                <a:solidFill>
                  <a:srgbClr val="007EB9"/>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43" name="Google Shape;43;p61"/>
          <p:cNvSpPr txBox="1"/>
          <p:nvPr>
            <p:ph idx="1" type="body"/>
          </p:nvPr>
        </p:nvSpPr>
        <p:spPr>
          <a:xfrm>
            <a:off x="349942" y="1456266"/>
            <a:ext cx="11367925" cy="4588933"/>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42900" lvl="1" marL="914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44" name="Google Shape;44;p61"/>
          <p:cNvSpPr txBox="1"/>
          <p:nvPr>
            <p:ph idx="12" type="sldNum"/>
          </p:nvPr>
        </p:nvSpPr>
        <p:spPr>
          <a:xfrm>
            <a:off x="349941" y="6434688"/>
            <a:ext cx="541867" cy="31852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200" u="none" cap="none" strike="noStrike">
                <a:solidFill>
                  <a:schemeClr val="dk1"/>
                </a:solidFill>
                <a:latin typeface="Arial"/>
                <a:ea typeface="Arial"/>
                <a:cs typeface="Arial"/>
                <a:sym typeface="Arial"/>
              </a:defRPr>
            </a:lvl1pPr>
            <a:lvl2pPr indent="0" lvl="1" marL="0" marR="0" rtl="0" algn="l">
              <a:spcBef>
                <a:spcPts val="0"/>
              </a:spcBef>
              <a:buNone/>
              <a:defRPr b="0" i="0" sz="1200" u="none" cap="none" strike="noStrike">
                <a:solidFill>
                  <a:schemeClr val="dk1"/>
                </a:solidFill>
                <a:latin typeface="Arial"/>
                <a:ea typeface="Arial"/>
                <a:cs typeface="Arial"/>
                <a:sym typeface="Arial"/>
              </a:defRPr>
            </a:lvl2pPr>
            <a:lvl3pPr indent="0" lvl="2" marL="0" marR="0" rtl="0" algn="l">
              <a:spcBef>
                <a:spcPts val="0"/>
              </a:spcBef>
              <a:buNone/>
              <a:defRPr b="0" i="0" sz="1200" u="none" cap="none" strike="noStrike">
                <a:solidFill>
                  <a:schemeClr val="dk1"/>
                </a:solidFill>
                <a:latin typeface="Arial"/>
                <a:ea typeface="Arial"/>
                <a:cs typeface="Arial"/>
                <a:sym typeface="Arial"/>
              </a:defRPr>
            </a:lvl3pPr>
            <a:lvl4pPr indent="0" lvl="3" marL="0" marR="0" rtl="0" algn="l">
              <a:spcBef>
                <a:spcPts val="0"/>
              </a:spcBef>
              <a:buNone/>
              <a:defRPr b="0" i="0" sz="1200" u="none" cap="none" strike="noStrike">
                <a:solidFill>
                  <a:schemeClr val="dk1"/>
                </a:solidFill>
                <a:latin typeface="Arial"/>
                <a:ea typeface="Arial"/>
                <a:cs typeface="Arial"/>
                <a:sym typeface="Arial"/>
              </a:defRPr>
            </a:lvl4pPr>
            <a:lvl5pPr indent="0" lvl="4" marL="0" marR="0" rtl="0" algn="l">
              <a:spcBef>
                <a:spcPts val="0"/>
              </a:spcBef>
              <a:buNone/>
              <a:defRPr b="0" i="0" sz="1200" u="none" cap="none" strike="noStrike">
                <a:solidFill>
                  <a:schemeClr val="dk1"/>
                </a:solidFill>
                <a:latin typeface="Arial"/>
                <a:ea typeface="Arial"/>
                <a:cs typeface="Arial"/>
                <a:sym typeface="Arial"/>
              </a:defRPr>
            </a:lvl5pPr>
            <a:lvl6pPr indent="0" lvl="5" marL="0" marR="0" rtl="0" algn="l">
              <a:spcBef>
                <a:spcPts val="0"/>
              </a:spcBef>
              <a:buNone/>
              <a:defRPr b="0" i="0" sz="1200" u="none" cap="none" strike="noStrike">
                <a:solidFill>
                  <a:schemeClr val="dk1"/>
                </a:solidFill>
                <a:latin typeface="Arial"/>
                <a:ea typeface="Arial"/>
                <a:cs typeface="Arial"/>
                <a:sym typeface="Arial"/>
              </a:defRPr>
            </a:lvl6pPr>
            <a:lvl7pPr indent="0" lvl="6" marL="0" marR="0" rtl="0" algn="l">
              <a:spcBef>
                <a:spcPts val="0"/>
              </a:spcBef>
              <a:buNone/>
              <a:defRPr b="0" i="0" sz="1200" u="none" cap="none" strike="noStrike">
                <a:solidFill>
                  <a:schemeClr val="dk1"/>
                </a:solidFill>
                <a:latin typeface="Arial"/>
                <a:ea typeface="Arial"/>
                <a:cs typeface="Arial"/>
                <a:sym typeface="Arial"/>
              </a:defRPr>
            </a:lvl7pPr>
            <a:lvl8pPr indent="0" lvl="7" marL="0" marR="0" rtl="0" algn="l">
              <a:spcBef>
                <a:spcPts val="0"/>
              </a:spcBef>
              <a:buNone/>
              <a:defRPr b="0" i="0" sz="1200" u="none" cap="none" strike="noStrike">
                <a:solidFill>
                  <a:schemeClr val="dk1"/>
                </a:solidFill>
                <a:latin typeface="Arial"/>
                <a:ea typeface="Arial"/>
                <a:cs typeface="Arial"/>
                <a:sym typeface="Arial"/>
              </a:defRPr>
            </a:lvl8pPr>
            <a:lvl9pPr indent="0" lvl="8" marL="0" marR="0" rtl="0" algn="l">
              <a:spcBef>
                <a:spcPts val="0"/>
              </a:spcBef>
              <a:buNone/>
              <a:defRPr b="0"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cxnSp>
        <p:nvCxnSpPr>
          <p:cNvPr id="45" name="Google Shape;45;p61"/>
          <p:cNvCxnSpPr/>
          <p:nvPr/>
        </p:nvCxnSpPr>
        <p:spPr>
          <a:xfrm>
            <a:off x="0" y="6239943"/>
            <a:ext cx="12192000" cy="0"/>
          </a:xfrm>
          <a:prstGeom prst="straightConnector1">
            <a:avLst/>
          </a:prstGeom>
          <a:solidFill>
            <a:schemeClr val="accent1"/>
          </a:solidFill>
          <a:ln cap="flat" cmpd="sng" w="9525">
            <a:solidFill>
              <a:schemeClr val="dk1"/>
            </a:solidFill>
            <a:prstDash val="solid"/>
            <a:round/>
            <a:headEnd len="sm" w="sm" type="none"/>
            <a:tailEnd len="sm" w="sm" type="none"/>
          </a:ln>
        </p:spPr>
      </p:cxnSp>
      <p:pic>
        <p:nvPicPr>
          <p:cNvPr id="46" name="Google Shape;46;p61"/>
          <p:cNvPicPr preferRelativeResize="0"/>
          <p:nvPr/>
        </p:nvPicPr>
        <p:blipFill rotWithShape="1">
          <a:blip r:embed="rId1">
            <a:alphaModFix/>
          </a:blip>
          <a:srcRect b="0" l="0" r="0" t="0"/>
          <a:stretch/>
        </p:blipFill>
        <p:spPr>
          <a:xfrm>
            <a:off x="9989330" y="6341776"/>
            <a:ext cx="1728537" cy="44300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 id="2147483668"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mailto:javaria.imtiaz@nu.edu.pk" TargetMode="External"/><Relationship Id="rId4" Type="http://schemas.openxmlformats.org/officeDocument/2006/relationships/hyperlink" Target="mailto:basharat.hussain@nu.edu.pk" TargetMode="External"/><Relationship Id="rId5" Type="http://schemas.openxmlformats.org/officeDocument/2006/relationships/hyperlink" Target="mailto:javaria.imtiaz@nu.edu.pk" TargetMode="External"/><Relationship Id="rId6"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www.rational.com/" TargetMode="External"/><Relationship Id="rId4" Type="http://schemas.openxmlformats.org/officeDocument/2006/relationships/hyperlink" Target="http://www.rational.com/" TargetMode="External"/><Relationship Id="rId5" Type="http://schemas.openxmlformats.org/officeDocument/2006/relationships/hyperlink" Target="http://www.omg.org/"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chart" Target="../charts/char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2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1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
          <p:cNvSpPr txBox="1"/>
          <p:nvPr>
            <p:ph type="ctrTitle"/>
          </p:nvPr>
        </p:nvSpPr>
        <p:spPr>
          <a:xfrm>
            <a:off x="914400" y="1875674"/>
            <a:ext cx="103632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Roboto"/>
              <a:buNone/>
            </a:pPr>
            <a:r>
              <a:rPr lang="en-US"/>
              <a:t>Software Design and Analysis</a:t>
            </a:r>
            <a:br>
              <a:rPr lang="en-US"/>
            </a:br>
            <a:r>
              <a:rPr lang="en-US"/>
              <a:t>CS-3004</a:t>
            </a:r>
            <a:endParaRPr/>
          </a:p>
        </p:txBody>
      </p:sp>
      <p:sp>
        <p:nvSpPr>
          <p:cNvPr id="112" name="Google Shape;112;p1"/>
          <p:cNvSpPr txBox="1"/>
          <p:nvPr>
            <p:ph idx="1" type="subTitle"/>
          </p:nvPr>
        </p:nvSpPr>
        <p:spPr>
          <a:xfrm>
            <a:off x="7245347" y="4256013"/>
            <a:ext cx="4545105" cy="929485"/>
          </a:xfrm>
          <a:prstGeom prst="rect">
            <a:avLst/>
          </a:prstGeom>
          <a:noFill/>
          <a:ln>
            <a:noFill/>
          </a:ln>
        </p:spPr>
        <p:txBody>
          <a:bodyPr anchorCtr="0" anchor="t" bIns="45700" lIns="91425" spcFirstLastPara="1" rIns="91425" wrap="square" tIns="45700">
            <a:spAutoFit/>
          </a:bodyPr>
          <a:lstStyle/>
          <a:p>
            <a:pPr indent="0" lvl="0" marL="0" rtl="0" algn="r">
              <a:spcBef>
                <a:spcPts val="0"/>
              </a:spcBef>
              <a:spcAft>
                <a:spcPts val="0"/>
              </a:spcAft>
              <a:buClr>
                <a:schemeClr val="lt1"/>
              </a:buClr>
              <a:buSzPts val="1600"/>
              <a:buNone/>
            </a:pPr>
            <a:r>
              <a:rPr lang="en-US">
                <a:solidFill>
                  <a:schemeClr val="lt1"/>
                </a:solidFill>
                <a:latin typeface="Roboto"/>
                <a:ea typeface="Roboto"/>
                <a:cs typeface="Roboto"/>
                <a:sym typeface="Roboto"/>
              </a:rPr>
              <a:t>Dr. Javaria Imtiaz,</a:t>
            </a:r>
            <a:endParaRPr/>
          </a:p>
          <a:p>
            <a:pPr indent="0" lvl="0" marL="0" rtl="0" algn="r">
              <a:spcBef>
                <a:spcPts val="320"/>
              </a:spcBef>
              <a:spcAft>
                <a:spcPts val="0"/>
              </a:spcAft>
              <a:buClr>
                <a:schemeClr val="lt1"/>
              </a:buClr>
              <a:buSzPts val="1600"/>
              <a:buNone/>
            </a:pPr>
            <a:r>
              <a:rPr lang="en-US">
                <a:solidFill>
                  <a:schemeClr val="lt1"/>
                </a:solidFill>
                <a:latin typeface="Roboto"/>
                <a:ea typeface="Roboto"/>
                <a:cs typeface="Roboto"/>
                <a:sym typeface="Roboto"/>
              </a:rPr>
              <a:t> Mr. Basharat Hussain, </a:t>
            </a:r>
            <a:endParaRPr/>
          </a:p>
          <a:p>
            <a:pPr indent="0" lvl="0" marL="0" rtl="0" algn="r">
              <a:spcBef>
                <a:spcPts val="320"/>
              </a:spcBef>
              <a:spcAft>
                <a:spcPts val="0"/>
              </a:spcAft>
              <a:buClr>
                <a:schemeClr val="lt1"/>
              </a:buClr>
              <a:buSzPts val="1600"/>
              <a:buNone/>
            </a:pPr>
            <a:r>
              <a:rPr lang="en-US">
                <a:solidFill>
                  <a:schemeClr val="lt1"/>
                </a:solidFill>
                <a:latin typeface="Roboto"/>
                <a:ea typeface="Roboto"/>
                <a:cs typeface="Roboto"/>
                <a:sym typeface="Roboto"/>
              </a:rPr>
              <a:t>Mr. Majid Hussain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
          <p:cNvSpPr txBox="1"/>
          <p:nvPr>
            <p:ph type="title"/>
          </p:nvPr>
        </p:nvSpPr>
        <p:spPr>
          <a:xfrm>
            <a:off x="838200" y="338231"/>
            <a:ext cx="10515600" cy="132556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Outline</a:t>
            </a:r>
            <a:endParaRPr/>
          </a:p>
        </p:txBody>
      </p:sp>
      <p:sp>
        <p:nvSpPr>
          <p:cNvPr id="118" name="Google Shape;118;p2"/>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Char char="•"/>
            </a:pPr>
            <a:r>
              <a:rPr lang="en-US">
                <a:latin typeface="Helvetica Neue"/>
                <a:ea typeface="Helvetica Neue"/>
                <a:cs typeface="Helvetica Neue"/>
                <a:sym typeface="Helvetica Neue"/>
              </a:rPr>
              <a:t>Introduction to the Course</a:t>
            </a:r>
            <a:endParaRPr/>
          </a:p>
          <a:p>
            <a:pPr indent="-342900" lvl="0" marL="342900" rtl="0" algn="l">
              <a:spcBef>
                <a:spcPts val="440"/>
              </a:spcBef>
              <a:spcAft>
                <a:spcPts val="0"/>
              </a:spcAft>
              <a:buClr>
                <a:schemeClr val="dk1"/>
              </a:buClr>
              <a:buSzPts val="2200"/>
              <a:buChar char="•"/>
            </a:pPr>
            <a:r>
              <a:rPr lang="en-US">
                <a:latin typeface="Helvetica Neue"/>
                <a:ea typeface="Helvetica Neue"/>
                <a:cs typeface="Helvetica Neue"/>
                <a:sym typeface="Helvetica Neue"/>
              </a:rPr>
              <a:t>Course Objectives</a:t>
            </a:r>
            <a:endParaRPr/>
          </a:p>
          <a:p>
            <a:pPr indent="-342900" lvl="0" marL="342900" rtl="0" algn="l">
              <a:spcBef>
                <a:spcPts val="440"/>
              </a:spcBef>
              <a:spcAft>
                <a:spcPts val="0"/>
              </a:spcAft>
              <a:buClr>
                <a:schemeClr val="dk1"/>
              </a:buClr>
              <a:buSzPts val="2200"/>
              <a:buChar char="•"/>
            </a:pPr>
            <a:r>
              <a:rPr lang="en-US">
                <a:latin typeface="Helvetica Neue"/>
                <a:ea typeface="Helvetica Neue"/>
                <a:cs typeface="Helvetica Neue"/>
                <a:sym typeface="Helvetica Neue"/>
              </a:rPr>
              <a:t>Why this course is important for you?</a:t>
            </a:r>
            <a:endParaRPr/>
          </a:p>
          <a:p>
            <a:pPr indent="-342900" lvl="0" marL="342900" rtl="0" algn="l">
              <a:spcBef>
                <a:spcPts val="440"/>
              </a:spcBef>
              <a:spcAft>
                <a:spcPts val="0"/>
              </a:spcAft>
              <a:buClr>
                <a:schemeClr val="dk1"/>
              </a:buClr>
              <a:buSzPts val="2200"/>
              <a:buChar char="•"/>
            </a:pPr>
            <a:r>
              <a:rPr lang="en-US">
                <a:latin typeface="Helvetica Neue"/>
                <a:ea typeface="Helvetica Neue"/>
                <a:cs typeface="Helvetica Neue"/>
                <a:sym typeface="Helvetica Neue"/>
              </a:rPr>
              <a:t>Course Contents and Structure</a:t>
            </a:r>
            <a:endParaRPr/>
          </a:p>
          <a:p>
            <a:pPr indent="-342900" lvl="0" marL="342900" rtl="0" algn="l">
              <a:spcBef>
                <a:spcPts val="440"/>
              </a:spcBef>
              <a:spcAft>
                <a:spcPts val="0"/>
              </a:spcAft>
              <a:buClr>
                <a:schemeClr val="dk1"/>
              </a:buClr>
              <a:buSzPts val="2200"/>
              <a:buChar char="•"/>
            </a:pPr>
            <a:r>
              <a:rPr lang="en-US">
                <a:latin typeface="Helvetica Neue"/>
                <a:ea typeface="Helvetica Neue"/>
                <a:cs typeface="Helvetica Neue"/>
                <a:sym typeface="Helvetica Neue"/>
              </a:rPr>
              <a:t>Course Project</a:t>
            </a:r>
            <a:endParaRPr/>
          </a:p>
          <a:p>
            <a:pPr indent="-203200" lvl="0" marL="342900" rtl="0" algn="l">
              <a:spcBef>
                <a:spcPts val="440"/>
              </a:spcBef>
              <a:spcAft>
                <a:spcPts val="0"/>
              </a:spcAft>
              <a:buClr>
                <a:schemeClr val="dk1"/>
              </a:buClr>
              <a:buSzPts val="2200"/>
              <a:buNone/>
            </a:pPr>
            <a:r>
              <a:t/>
            </a:r>
            <a:endParaRPr>
              <a:latin typeface="Helvetica Neue"/>
              <a:ea typeface="Helvetica Neue"/>
              <a:cs typeface="Helvetica Neue"/>
              <a:sym typeface="Helvetica Neue"/>
            </a:endParaRPr>
          </a:p>
        </p:txBody>
      </p:sp>
      <p:sp>
        <p:nvSpPr>
          <p:cNvPr id="119" name="Google Shape;119;p2"/>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About Dr. Javaria Imtiaz</a:t>
            </a:r>
            <a:endParaRPr/>
          </a:p>
        </p:txBody>
      </p:sp>
      <p:sp>
        <p:nvSpPr>
          <p:cNvPr id="125" name="Google Shape;125;p3"/>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2000"/>
              <a:buChar char="•"/>
            </a:pPr>
            <a:r>
              <a:rPr lang="en-US" sz="2000">
                <a:latin typeface="Helvetica Neue"/>
                <a:ea typeface="Helvetica Neue"/>
                <a:cs typeface="Helvetica Neue"/>
                <a:sym typeface="Helvetica Neue"/>
              </a:rPr>
              <a:t>Assistant Professor</a:t>
            </a:r>
            <a:endParaRPr/>
          </a:p>
          <a:p>
            <a:pPr indent="-342900" lvl="0" marL="342900" rtl="0" algn="l">
              <a:spcBef>
                <a:spcPts val="400"/>
              </a:spcBef>
              <a:spcAft>
                <a:spcPts val="0"/>
              </a:spcAft>
              <a:buClr>
                <a:schemeClr val="dk1"/>
              </a:buClr>
              <a:buSzPts val="2000"/>
              <a:buChar char="•"/>
            </a:pPr>
            <a:r>
              <a:rPr lang="en-US" sz="2000">
                <a:latin typeface="Helvetica Neue"/>
                <a:ea typeface="Helvetica Neue"/>
                <a:cs typeface="Helvetica Neue"/>
                <a:sym typeface="Helvetica Neue"/>
              </a:rPr>
              <a:t>PhD(SE) – FAST-NUCES (2021)</a:t>
            </a:r>
            <a:endParaRPr/>
          </a:p>
          <a:p>
            <a:pPr indent="-285750" lvl="1" marL="742950" rtl="0" algn="l">
              <a:spcBef>
                <a:spcPts val="360"/>
              </a:spcBef>
              <a:spcAft>
                <a:spcPts val="0"/>
              </a:spcAft>
              <a:buClr>
                <a:schemeClr val="dk1"/>
              </a:buClr>
              <a:buSzPts val="1800"/>
              <a:buChar char="–"/>
            </a:pPr>
            <a:r>
              <a:rPr lang="en-US" sz="1800">
                <a:latin typeface="Arial"/>
                <a:ea typeface="Arial"/>
                <a:cs typeface="Arial"/>
                <a:sym typeface="Arial"/>
              </a:rPr>
              <a:t>Full Funded Scholarship</a:t>
            </a:r>
            <a:r>
              <a:rPr lang="en-US" sz="1800">
                <a:latin typeface="Helvetica Neue"/>
                <a:ea typeface="Helvetica Neue"/>
                <a:cs typeface="Helvetica Neue"/>
                <a:sym typeface="Helvetica Neue"/>
              </a:rPr>
              <a:t> </a:t>
            </a:r>
            <a:endParaRPr sz="1800">
              <a:latin typeface="Helvetica Neue"/>
              <a:ea typeface="Helvetica Neue"/>
              <a:cs typeface="Helvetica Neue"/>
              <a:sym typeface="Helvetica Neue"/>
            </a:endParaRPr>
          </a:p>
          <a:p>
            <a:pPr indent="-342900" lvl="0" marL="342900" rtl="0" algn="l">
              <a:spcBef>
                <a:spcPts val="400"/>
              </a:spcBef>
              <a:spcAft>
                <a:spcPts val="0"/>
              </a:spcAft>
              <a:buClr>
                <a:schemeClr val="dk1"/>
              </a:buClr>
              <a:buSzPts val="2000"/>
              <a:buChar char="•"/>
            </a:pPr>
            <a:r>
              <a:rPr lang="en-US" sz="2000">
                <a:latin typeface="Helvetica Neue"/>
                <a:ea typeface="Helvetica Neue"/>
                <a:cs typeface="Helvetica Neue"/>
                <a:sym typeface="Helvetica Neue"/>
              </a:rPr>
              <a:t>Research Associate – Quest UAV Dependability Lab (2018-current)</a:t>
            </a:r>
            <a:endParaRPr/>
          </a:p>
          <a:p>
            <a:pPr indent="-342900" lvl="0" marL="342900" rtl="0" algn="l">
              <a:spcBef>
                <a:spcPts val="400"/>
              </a:spcBef>
              <a:spcAft>
                <a:spcPts val="0"/>
              </a:spcAft>
              <a:buClr>
                <a:schemeClr val="dk1"/>
              </a:buClr>
              <a:buSzPts val="2000"/>
              <a:buChar char="•"/>
            </a:pPr>
            <a:r>
              <a:rPr lang="en-US" sz="2000">
                <a:latin typeface="Helvetica Neue"/>
                <a:ea typeface="Helvetica Neue"/>
                <a:cs typeface="Helvetica Neue"/>
                <a:sym typeface="Helvetica Neue"/>
              </a:rPr>
              <a:t>Professional Trainer of SCM, Web Test Automation, DevOPs</a:t>
            </a:r>
            <a:endParaRPr sz="2000">
              <a:latin typeface="Helvetica Neue"/>
              <a:ea typeface="Helvetica Neue"/>
              <a:cs typeface="Helvetica Neue"/>
              <a:sym typeface="Helvetica Neue"/>
            </a:endParaRPr>
          </a:p>
          <a:p>
            <a:pPr indent="-342900" lvl="0" marL="342900" rtl="0" algn="l">
              <a:spcBef>
                <a:spcPts val="400"/>
              </a:spcBef>
              <a:spcAft>
                <a:spcPts val="0"/>
              </a:spcAft>
              <a:buClr>
                <a:schemeClr val="dk1"/>
              </a:buClr>
              <a:buSzPts val="2000"/>
              <a:buChar char="•"/>
            </a:pPr>
            <a:r>
              <a:rPr lang="en-US" sz="2000">
                <a:latin typeface="Helvetica Neue"/>
                <a:ea typeface="Helvetica Neue"/>
                <a:cs typeface="Helvetica Neue"/>
                <a:sym typeface="Helvetica Neue"/>
              </a:rPr>
              <a:t>Over 9 years of Industry and Academia experience</a:t>
            </a:r>
            <a:endParaRPr/>
          </a:p>
          <a:p>
            <a:pPr indent="-285750" lvl="1" marL="742950" rtl="0" algn="just">
              <a:spcBef>
                <a:spcPts val="360"/>
              </a:spcBef>
              <a:spcAft>
                <a:spcPts val="0"/>
              </a:spcAft>
              <a:buClr>
                <a:schemeClr val="dk1"/>
              </a:buClr>
              <a:buSzPts val="1800"/>
              <a:buChar char="–"/>
            </a:pPr>
            <a:r>
              <a:rPr lang="en-US" sz="1800">
                <a:latin typeface="Helvetica Neue"/>
                <a:ea typeface="Helvetica Neue"/>
                <a:cs typeface="Helvetica Neue"/>
                <a:sym typeface="Helvetica Neue"/>
              </a:rPr>
              <a:t>Expertise: Web Test automation, Software Testing , Web application product lines, Java (SE &amp; EE), UML, Model-driven Software Engineering, DevOPs.</a:t>
            </a:r>
            <a:endParaRPr/>
          </a:p>
          <a:p>
            <a:pPr indent="-342900" lvl="0" marL="342900" rtl="0" algn="l">
              <a:spcBef>
                <a:spcPts val="400"/>
              </a:spcBef>
              <a:spcAft>
                <a:spcPts val="0"/>
              </a:spcAft>
              <a:buClr>
                <a:schemeClr val="dk1"/>
              </a:buClr>
              <a:buSzPts val="2000"/>
              <a:buChar char="•"/>
            </a:pPr>
            <a:r>
              <a:rPr lang="en-US" sz="2000">
                <a:latin typeface="Helvetica Neue"/>
                <a:ea typeface="Helvetica Neue"/>
                <a:cs typeface="Helvetica Neue"/>
                <a:sym typeface="Helvetica Neue"/>
              </a:rPr>
              <a:t>MS(SE) – FAST-NUCES (2015-2017)</a:t>
            </a:r>
            <a:endParaRPr/>
          </a:p>
          <a:p>
            <a:pPr indent="-285750" lvl="1" marL="742950" rtl="0" algn="l">
              <a:spcBef>
                <a:spcPts val="360"/>
              </a:spcBef>
              <a:spcAft>
                <a:spcPts val="0"/>
              </a:spcAft>
              <a:buClr>
                <a:schemeClr val="dk1"/>
              </a:buClr>
              <a:buSzPts val="1800"/>
              <a:buChar char="–"/>
            </a:pPr>
            <a:r>
              <a:rPr lang="en-US" sz="1800">
                <a:latin typeface="Arial"/>
                <a:ea typeface="Arial"/>
                <a:cs typeface="Arial"/>
                <a:sym typeface="Arial"/>
              </a:rPr>
              <a:t>Full Funded Scholarship</a:t>
            </a:r>
            <a:r>
              <a:rPr lang="en-US" sz="1800">
                <a:latin typeface="Helvetica Neue"/>
                <a:ea typeface="Helvetica Neue"/>
                <a:cs typeface="Helvetica Neue"/>
                <a:sym typeface="Helvetica Neue"/>
              </a:rPr>
              <a:t>	</a:t>
            </a:r>
            <a:endParaRPr/>
          </a:p>
          <a:p>
            <a:pPr indent="-285750" lvl="1" marL="742950" rtl="0" algn="l">
              <a:spcBef>
                <a:spcPts val="360"/>
              </a:spcBef>
              <a:spcAft>
                <a:spcPts val="0"/>
              </a:spcAft>
              <a:buClr>
                <a:schemeClr val="dk1"/>
              </a:buClr>
              <a:buSzPts val="1800"/>
              <a:buChar char="–"/>
            </a:pPr>
            <a:r>
              <a:rPr lang="en-US" sz="1800">
                <a:latin typeface="Helvetica Neue"/>
                <a:ea typeface="Helvetica Neue"/>
                <a:cs typeface="Helvetica Neue"/>
                <a:sym typeface="Helvetica Neue"/>
              </a:rPr>
              <a:t>Distinction</a:t>
            </a:r>
            <a:endParaRPr/>
          </a:p>
          <a:p>
            <a:pPr indent="-342900" lvl="0" marL="342900" rtl="0" algn="l">
              <a:spcBef>
                <a:spcPts val="400"/>
              </a:spcBef>
              <a:spcAft>
                <a:spcPts val="0"/>
              </a:spcAft>
              <a:buClr>
                <a:schemeClr val="dk1"/>
              </a:buClr>
              <a:buSzPts val="2000"/>
              <a:buChar char="•"/>
            </a:pPr>
            <a:r>
              <a:rPr lang="en-US" sz="2000">
                <a:latin typeface="Helvetica Neue"/>
                <a:ea typeface="Helvetica Neue"/>
                <a:cs typeface="Helvetica Neue"/>
                <a:sym typeface="Helvetica Neue"/>
              </a:rPr>
              <a:t>Instructor –  FAST-NUCES (2014-2018)</a:t>
            </a:r>
            <a:endParaRPr/>
          </a:p>
          <a:p>
            <a:pPr indent="-342900" lvl="0" marL="342900" rtl="0" algn="l">
              <a:spcBef>
                <a:spcPts val="400"/>
              </a:spcBef>
              <a:spcAft>
                <a:spcPts val="0"/>
              </a:spcAft>
              <a:buClr>
                <a:schemeClr val="dk1"/>
              </a:buClr>
              <a:buSzPts val="2000"/>
              <a:buChar char="•"/>
            </a:pPr>
            <a:r>
              <a:rPr lang="en-US" sz="2000">
                <a:latin typeface="Helvetica Neue"/>
                <a:ea typeface="Helvetica Neue"/>
                <a:cs typeface="Helvetica Neue"/>
                <a:sym typeface="Helvetica Neue"/>
              </a:rPr>
              <a:t>BS(SE) – IIUI (2010-2014)</a:t>
            </a:r>
            <a:endParaRPr/>
          </a:p>
          <a:p>
            <a:pPr indent="-203200" lvl="0" marL="342900" rtl="0" algn="l">
              <a:spcBef>
                <a:spcPts val="440"/>
              </a:spcBef>
              <a:spcAft>
                <a:spcPts val="0"/>
              </a:spcAft>
              <a:buClr>
                <a:schemeClr val="dk1"/>
              </a:buClr>
              <a:buSzPts val="2200"/>
              <a:buNone/>
            </a:pPr>
            <a:r>
              <a:t/>
            </a:r>
            <a:endParaRPr>
              <a:latin typeface="Helvetica Neue"/>
              <a:ea typeface="Helvetica Neue"/>
              <a:cs typeface="Helvetica Neue"/>
              <a:sym typeface="Helvetica Neue"/>
            </a:endParaRPr>
          </a:p>
        </p:txBody>
      </p:sp>
      <p:sp>
        <p:nvSpPr>
          <p:cNvPr id="126" name="Google Shape;126;p3"/>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Helvetica Neue"/>
                <a:ea typeface="Helvetica Neue"/>
                <a:cs typeface="Helvetica Neue"/>
                <a:sym typeface="Helvetica Neue"/>
              </a:rPr>
              <a:t>‹#›</a:t>
            </a:fld>
            <a:endParaRPr>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About Mr. Basharat Hussain</a:t>
            </a:r>
            <a:endParaRPr/>
          </a:p>
        </p:txBody>
      </p:sp>
      <p:sp>
        <p:nvSpPr>
          <p:cNvPr id="132" name="Google Shape;132;p4"/>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latin typeface="Helvetica Neue"/>
                <a:ea typeface="Helvetica Neue"/>
                <a:cs typeface="Helvetica Neue"/>
                <a:sym typeface="Helvetica Neue"/>
              </a:rPr>
              <a:t>Lecturer</a:t>
            </a:r>
            <a:endParaRPr/>
          </a:p>
          <a:p>
            <a:pPr indent="-342900" lvl="0" marL="342900" rtl="0" algn="l">
              <a:spcBef>
                <a:spcPts val="400"/>
              </a:spcBef>
              <a:spcAft>
                <a:spcPts val="0"/>
              </a:spcAft>
              <a:buClr>
                <a:schemeClr val="dk1"/>
              </a:buClr>
              <a:buSzPts val="2000"/>
              <a:buChar char="•"/>
            </a:pPr>
            <a:r>
              <a:rPr lang="en-US" sz="2000">
                <a:latin typeface="Helvetica Neue"/>
                <a:ea typeface="Helvetica Neue"/>
                <a:cs typeface="Helvetica Neue"/>
                <a:sym typeface="Helvetica Neue"/>
              </a:rPr>
              <a:t>PhD(CS) – COMSATS (In-progress)</a:t>
            </a:r>
            <a:endParaRPr/>
          </a:p>
          <a:p>
            <a:pPr indent="0" lvl="0" marL="0" rtl="0" algn="l">
              <a:spcBef>
                <a:spcPts val="400"/>
              </a:spcBef>
              <a:spcAft>
                <a:spcPts val="0"/>
              </a:spcAft>
              <a:buClr>
                <a:schemeClr val="dk1"/>
              </a:buClr>
              <a:buSzPts val="2000"/>
              <a:buNone/>
            </a:pPr>
            <a:r>
              <a:t/>
            </a:r>
            <a:endParaRPr sz="2000">
              <a:latin typeface="Helvetica Neue"/>
              <a:ea typeface="Helvetica Neue"/>
              <a:cs typeface="Helvetica Neue"/>
              <a:sym typeface="Helvetica Neue"/>
            </a:endParaRPr>
          </a:p>
          <a:p>
            <a:pPr indent="-342900" lvl="0" marL="342900" rtl="0" algn="l">
              <a:spcBef>
                <a:spcPts val="400"/>
              </a:spcBef>
              <a:spcAft>
                <a:spcPts val="0"/>
              </a:spcAft>
              <a:buClr>
                <a:schemeClr val="dk1"/>
              </a:buClr>
              <a:buSzPts val="2000"/>
              <a:buChar char="•"/>
            </a:pPr>
            <a:r>
              <a:rPr lang="en-US" sz="2000">
                <a:latin typeface="Helvetica Neue"/>
                <a:ea typeface="Helvetica Neue"/>
                <a:cs typeface="Helvetica Neue"/>
                <a:sym typeface="Helvetica Neue"/>
              </a:rPr>
              <a:t>Over 24 years of Industry and Academia experience</a:t>
            </a:r>
            <a:endParaRPr/>
          </a:p>
          <a:p>
            <a:pPr indent="-285750" lvl="1" marL="742950" rtl="0" algn="just">
              <a:spcBef>
                <a:spcPts val="360"/>
              </a:spcBef>
              <a:spcAft>
                <a:spcPts val="0"/>
              </a:spcAft>
              <a:buClr>
                <a:schemeClr val="dk1"/>
              </a:buClr>
              <a:buSzPts val="1800"/>
              <a:buChar char="–"/>
            </a:pPr>
            <a:r>
              <a:rPr lang="en-US" sz="1800">
                <a:latin typeface="Helvetica Neue"/>
                <a:ea typeface="Helvetica Neue"/>
                <a:cs typeface="Helvetica Neue"/>
                <a:sym typeface="Helvetica Neue"/>
              </a:rPr>
              <a:t>Expertise: .NET, Programming, Design and Architecture, Software Testing , product lines, UML, Model-driven Software Engineering, DevOPs</a:t>
            </a:r>
            <a:endParaRPr sz="1800">
              <a:latin typeface="Helvetica Neue"/>
              <a:ea typeface="Helvetica Neue"/>
              <a:cs typeface="Helvetica Neue"/>
              <a:sym typeface="Helvetica Neue"/>
            </a:endParaRPr>
          </a:p>
          <a:p>
            <a:pPr indent="-171450" lvl="1" marL="742950" rtl="0" algn="just">
              <a:spcBef>
                <a:spcPts val="360"/>
              </a:spcBef>
              <a:spcAft>
                <a:spcPts val="0"/>
              </a:spcAft>
              <a:buClr>
                <a:schemeClr val="dk1"/>
              </a:buClr>
              <a:buSzPts val="1800"/>
              <a:buNone/>
            </a:pPr>
            <a:r>
              <a:t/>
            </a:r>
            <a:endParaRPr sz="1800">
              <a:latin typeface="Helvetica Neue"/>
              <a:ea typeface="Helvetica Neue"/>
              <a:cs typeface="Helvetica Neue"/>
              <a:sym typeface="Helvetica Neue"/>
            </a:endParaRPr>
          </a:p>
          <a:p>
            <a:pPr indent="-342900" lvl="0" marL="342900" rtl="0" algn="l">
              <a:spcBef>
                <a:spcPts val="400"/>
              </a:spcBef>
              <a:spcAft>
                <a:spcPts val="0"/>
              </a:spcAft>
              <a:buClr>
                <a:schemeClr val="dk1"/>
              </a:buClr>
              <a:buSzPts val="2000"/>
              <a:buChar char="•"/>
            </a:pPr>
            <a:r>
              <a:rPr lang="en-US" sz="2000">
                <a:latin typeface="Helvetica Neue"/>
                <a:ea typeface="Helvetica Neue"/>
                <a:cs typeface="Helvetica Neue"/>
                <a:sym typeface="Helvetica Neue"/>
              </a:rPr>
              <a:t>MS(CS) – IIUI (2014-2016)</a:t>
            </a:r>
            <a:endParaRPr/>
          </a:p>
          <a:p>
            <a:pPr indent="-285750" lvl="1" marL="742950" rtl="0" algn="l">
              <a:spcBef>
                <a:spcPts val="360"/>
              </a:spcBef>
              <a:spcAft>
                <a:spcPts val="0"/>
              </a:spcAft>
              <a:buClr>
                <a:schemeClr val="dk1"/>
              </a:buClr>
              <a:buSzPts val="1800"/>
              <a:buChar char="–"/>
            </a:pPr>
            <a:r>
              <a:rPr lang="en-US" sz="1800">
                <a:latin typeface="Arial"/>
                <a:ea typeface="Arial"/>
                <a:cs typeface="Arial"/>
                <a:sym typeface="Arial"/>
              </a:rPr>
              <a:t>Distinction</a:t>
            </a:r>
            <a:r>
              <a:rPr lang="en-US" sz="1800">
                <a:latin typeface="Helvetica Neue"/>
                <a:ea typeface="Helvetica Neue"/>
                <a:cs typeface="Helvetica Neue"/>
                <a:sym typeface="Helvetica Neue"/>
              </a:rPr>
              <a:t> </a:t>
            </a:r>
            <a:endParaRPr/>
          </a:p>
          <a:p>
            <a:pPr indent="-171450" lvl="1" marL="742950" rtl="0" algn="l">
              <a:spcBef>
                <a:spcPts val="360"/>
              </a:spcBef>
              <a:spcAft>
                <a:spcPts val="0"/>
              </a:spcAft>
              <a:buClr>
                <a:schemeClr val="dk1"/>
              </a:buClr>
              <a:buSzPts val="1800"/>
              <a:buNone/>
            </a:pPr>
            <a:r>
              <a:t/>
            </a:r>
            <a:endParaRPr sz="1800">
              <a:latin typeface="Helvetica Neue"/>
              <a:ea typeface="Helvetica Neue"/>
              <a:cs typeface="Helvetica Neue"/>
              <a:sym typeface="Helvetica Neue"/>
            </a:endParaRPr>
          </a:p>
          <a:p>
            <a:pPr indent="-342900" lvl="0" marL="342900" rtl="0" algn="l">
              <a:spcBef>
                <a:spcPts val="400"/>
              </a:spcBef>
              <a:spcAft>
                <a:spcPts val="0"/>
              </a:spcAft>
              <a:buClr>
                <a:schemeClr val="dk1"/>
              </a:buClr>
              <a:buSzPts val="2000"/>
              <a:buChar char="•"/>
            </a:pPr>
            <a:r>
              <a:rPr lang="en-US" sz="2000">
                <a:latin typeface="Helvetica Neue"/>
                <a:ea typeface="Helvetica Neue"/>
                <a:cs typeface="Helvetica Neue"/>
                <a:sym typeface="Helvetica Neue"/>
              </a:rPr>
              <a:t>Instructor –  COMSTAS, RIPHAH, FAST-NUCES</a:t>
            </a:r>
            <a:endParaRPr/>
          </a:p>
        </p:txBody>
      </p:sp>
      <p:sp>
        <p:nvSpPr>
          <p:cNvPr id="133" name="Google Shape;133;p4"/>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Helvetica Neue"/>
                <a:ea typeface="Helvetica Neue"/>
                <a:cs typeface="Helvetica Neue"/>
                <a:sym typeface="Helvetica Neue"/>
              </a:rPr>
              <a:t>‹#›</a:t>
            </a:fld>
            <a:endParaRPr>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About Mr. Majid Hussain</a:t>
            </a:r>
            <a:endParaRPr/>
          </a:p>
        </p:txBody>
      </p:sp>
      <p:sp>
        <p:nvSpPr>
          <p:cNvPr id="139" name="Google Shape;139;p5"/>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203200" lvl="0" marL="342900" rtl="0" algn="l">
              <a:spcBef>
                <a:spcPts val="0"/>
              </a:spcBef>
              <a:spcAft>
                <a:spcPts val="0"/>
              </a:spcAft>
              <a:buClr>
                <a:schemeClr val="dk1"/>
              </a:buClr>
              <a:buSzPts val="2200"/>
              <a:buNone/>
            </a:pPr>
            <a:r>
              <a:t/>
            </a:r>
            <a:endParaRPr>
              <a:latin typeface="Helvetica Neue"/>
              <a:ea typeface="Helvetica Neue"/>
              <a:cs typeface="Helvetica Neue"/>
              <a:sym typeface="Helvetica Neue"/>
            </a:endParaRPr>
          </a:p>
        </p:txBody>
      </p:sp>
      <p:sp>
        <p:nvSpPr>
          <p:cNvPr id="140" name="Google Shape;140;p5"/>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Helvetica Neue"/>
                <a:ea typeface="Helvetica Neue"/>
                <a:cs typeface="Helvetica Neue"/>
                <a:sym typeface="Helvetica Neue"/>
              </a:rPr>
              <a:t>‹#›</a:t>
            </a:fld>
            <a:endParaRPr>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Contact Details</a:t>
            </a:r>
            <a:endParaRPr/>
          </a:p>
        </p:txBody>
      </p:sp>
      <p:sp>
        <p:nvSpPr>
          <p:cNvPr id="147" name="Google Shape;147;p6"/>
          <p:cNvSpPr txBox="1"/>
          <p:nvPr>
            <p:ph idx="1" type="body"/>
          </p:nvPr>
        </p:nvSpPr>
        <p:spPr>
          <a:xfrm>
            <a:off x="833718" y="1600201"/>
            <a:ext cx="10748682" cy="4525963"/>
          </a:xfrm>
          <a:prstGeom prst="rect">
            <a:avLst/>
          </a:prstGeom>
          <a:noFill/>
          <a:ln>
            <a:noFill/>
          </a:ln>
        </p:spPr>
        <p:txBody>
          <a:bodyPr anchorCtr="0" anchor="t" bIns="45700" lIns="91425" spcFirstLastPara="1" rIns="91425" wrap="square" tIns="45700">
            <a:normAutofit fontScale="92500" lnSpcReduction="20000"/>
          </a:bodyPr>
          <a:lstStyle/>
          <a:p>
            <a:pPr indent="-332422" lvl="0" marL="342900" rtl="0" algn="l">
              <a:spcBef>
                <a:spcPts val="0"/>
              </a:spcBef>
              <a:spcAft>
                <a:spcPts val="0"/>
              </a:spcAft>
              <a:buClr>
                <a:schemeClr val="dk1"/>
              </a:buClr>
              <a:buSzPct val="100000"/>
              <a:buChar char="•"/>
            </a:pPr>
            <a:r>
              <a:rPr b="1" lang="en-US">
                <a:latin typeface="Helvetica Neue"/>
                <a:ea typeface="Helvetica Neue"/>
                <a:cs typeface="Helvetica Neue"/>
                <a:sym typeface="Helvetica Neue"/>
              </a:rPr>
              <a:t>Dr. Syeda Javaria Imtiaz</a:t>
            </a:r>
            <a:endParaRPr/>
          </a:p>
          <a:p>
            <a:pPr indent="-276225" lvl="1" marL="742950" rtl="0" algn="l">
              <a:spcBef>
                <a:spcPts val="400"/>
              </a:spcBef>
              <a:spcAft>
                <a:spcPts val="0"/>
              </a:spcAft>
              <a:buClr>
                <a:schemeClr val="dk1"/>
              </a:buClr>
              <a:buSzPct val="100000"/>
              <a:buChar char="–"/>
            </a:pPr>
            <a:r>
              <a:rPr lang="en-US">
                <a:latin typeface="Helvetica Neue"/>
                <a:ea typeface="Helvetica Neue"/>
                <a:cs typeface="Helvetica Neue"/>
                <a:sym typeface="Helvetica Neue"/>
              </a:rPr>
              <a:t>Email: </a:t>
            </a:r>
            <a:r>
              <a:rPr lang="en-US" u="sng">
                <a:solidFill>
                  <a:schemeClr val="hlink"/>
                </a:solidFill>
                <a:latin typeface="Helvetica Neue"/>
                <a:ea typeface="Helvetica Neue"/>
                <a:cs typeface="Helvetica Neue"/>
                <a:sym typeface="Helvetica Neue"/>
                <a:hlinkClick r:id="rId3"/>
              </a:rPr>
              <a:t>javaria.imtiaz@nu.edu.pk</a:t>
            </a:r>
            <a:endParaRPr>
              <a:latin typeface="Helvetica Neue"/>
              <a:ea typeface="Helvetica Neue"/>
              <a:cs typeface="Helvetica Neue"/>
              <a:sym typeface="Helvetica Neue"/>
            </a:endParaRPr>
          </a:p>
          <a:p>
            <a:pPr indent="-276225" lvl="1" marL="742950" rtl="0" algn="l">
              <a:spcBef>
                <a:spcPts val="400"/>
              </a:spcBef>
              <a:spcAft>
                <a:spcPts val="0"/>
              </a:spcAft>
              <a:buClr>
                <a:schemeClr val="dk1"/>
              </a:buClr>
              <a:buSzPct val="100000"/>
              <a:buChar char="–"/>
            </a:pPr>
            <a:r>
              <a:rPr lang="en-US">
                <a:latin typeface="Helvetica Neue"/>
                <a:ea typeface="Helvetica Neue"/>
                <a:cs typeface="Helvetica Neue"/>
                <a:sym typeface="Helvetica Neue"/>
              </a:rPr>
              <a:t>Office: Room (205-B, 2</a:t>
            </a:r>
            <a:r>
              <a:rPr baseline="30000" lang="en-US">
                <a:latin typeface="Helvetica Neue"/>
                <a:ea typeface="Helvetica Neue"/>
                <a:cs typeface="Helvetica Neue"/>
                <a:sym typeface="Helvetica Neue"/>
              </a:rPr>
              <a:t>nd</a:t>
            </a:r>
            <a:r>
              <a:rPr lang="en-US">
                <a:latin typeface="Helvetica Neue"/>
                <a:ea typeface="Helvetica Neue"/>
                <a:cs typeface="Helvetica Neue"/>
                <a:sym typeface="Helvetica Neue"/>
              </a:rPr>
              <a:t> Floor Computer Science Block C)</a:t>
            </a:r>
            <a:endParaRPr/>
          </a:p>
          <a:p>
            <a:pPr indent="-332422" lvl="0" marL="342900" rtl="0" algn="l">
              <a:spcBef>
                <a:spcPts val="440"/>
              </a:spcBef>
              <a:spcAft>
                <a:spcPts val="0"/>
              </a:spcAft>
              <a:buClr>
                <a:schemeClr val="dk1"/>
              </a:buClr>
              <a:buSzPct val="100000"/>
              <a:buChar char="•"/>
            </a:pPr>
            <a:r>
              <a:rPr b="1" lang="en-US">
                <a:latin typeface="Helvetica Neue"/>
                <a:ea typeface="Helvetica Neue"/>
                <a:cs typeface="Helvetica Neue"/>
                <a:sym typeface="Helvetica Neue"/>
              </a:rPr>
              <a:t>Mr. Basharat Hussain </a:t>
            </a:r>
            <a:endParaRPr/>
          </a:p>
          <a:p>
            <a:pPr indent="-276225" lvl="1" marL="742950" rtl="0" algn="l">
              <a:spcBef>
                <a:spcPts val="400"/>
              </a:spcBef>
              <a:spcAft>
                <a:spcPts val="0"/>
              </a:spcAft>
              <a:buClr>
                <a:schemeClr val="dk1"/>
              </a:buClr>
              <a:buSzPct val="100000"/>
              <a:buChar char="–"/>
            </a:pPr>
            <a:r>
              <a:rPr lang="en-US">
                <a:latin typeface="Helvetica Neue"/>
                <a:ea typeface="Helvetica Neue"/>
                <a:cs typeface="Helvetica Neue"/>
                <a:sym typeface="Helvetica Neue"/>
              </a:rPr>
              <a:t>Email: </a:t>
            </a:r>
            <a:r>
              <a:rPr lang="en-US" u="sng">
                <a:solidFill>
                  <a:schemeClr val="hlink"/>
                </a:solidFill>
                <a:latin typeface="Helvetica Neue"/>
                <a:ea typeface="Helvetica Neue"/>
                <a:cs typeface="Helvetica Neue"/>
                <a:sym typeface="Helvetica Neue"/>
                <a:hlinkClick r:id="rId4"/>
              </a:rPr>
              <a:t>basharat.hussain@nu.edu.pk</a:t>
            </a:r>
            <a:endParaRPr>
              <a:latin typeface="Helvetica Neue"/>
              <a:ea typeface="Helvetica Neue"/>
              <a:cs typeface="Helvetica Neue"/>
              <a:sym typeface="Helvetica Neue"/>
            </a:endParaRPr>
          </a:p>
          <a:p>
            <a:pPr indent="-276225" lvl="1" marL="742950" rtl="0" algn="l">
              <a:spcBef>
                <a:spcPts val="400"/>
              </a:spcBef>
              <a:spcAft>
                <a:spcPts val="0"/>
              </a:spcAft>
              <a:buClr>
                <a:schemeClr val="dk1"/>
              </a:buClr>
              <a:buSzPct val="100000"/>
              <a:buChar char="–"/>
            </a:pPr>
            <a:r>
              <a:rPr lang="en-US">
                <a:latin typeface="Helvetica Neue"/>
                <a:ea typeface="Helvetica Neue"/>
                <a:cs typeface="Helvetica Neue"/>
                <a:sym typeface="Helvetica Neue"/>
              </a:rPr>
              <a:t>Office: Room (209-D, 2</a:t>
            </a:r>
            <a:r>
              <a:rPr baseline="30000" lang="en-US">
                <a:latin typeface="Helvetica Neue"/>
                <a:ea typeface="Helvetica Neue"/>
                <a:cs typeface="Helvetica Neue"/>
                <a:sym typeface="Helvetica Neue"/>
              </a:rPr>
              <a:t>nd</a:t>
            </a:r>
            <a:r>
              <a:rPr lang="en-US">
                <a:latin typeface="Helvetica Neue"/>
                <a:ea typeface="Helvetica Neue"/>
                <a:cs typeface="Helvetica Neue"/>
                <a:sym typeface="Helvetica Neue"/>
              </a:rPr>
              <a:t> Floor Computer Science Block A)</a:t>
            </a:r>
            <a:endParaRPr/>
          </a:p>
          <a:p>
            <a:pPr indent="-332422" lvl="0" marL="342900" rtl="0" algn="l">
              <a:spcBef>
                <a:spcPts val="440"/>
              </a:spcBef>
              <a:spcAft>
                <a:spcPts val="0"/>
              </a:spcAft>
              <a:buClr>
                <a:schemeClr val="dk1"/>
              </a:buClr>
              <a:buSzPct val="100000"/>
              <a:buChar char="•"/>
            </a:pPr>
            <a:r>
              <a:rPr b="1" lang="en-US">
                <a:latin typeface="Helvetica Neue"/>
                <a:ea typeface="Helvetica Neue"/>
                <a:cs typeface="Helvetica Neue"/>
                <a:sym typeface="Helvetica Neue"/>
              </a:rPr>
              <a:t>Mr. Majid Hussain</a:t>
            </a:r>
            <a:endParaRPr/>
          </a:p>
          <a:p>
            <a:pPr indent="-276225" lvl="1" marL="742950" rtl="0" algn="l">
              <a:spcBef>
                <a:spcPts val="400"/>
              </a:spcBef>
              <a:spcAft>
                <a:spcPts val="0"/>
              </a:spcAft>
              <a:buClr>
                <a:schemeClr val="dk1"/>
              </a:buClr>
              <a:buSzPct val="100000"/>
              <a:buChar char="–"/>
            </a:pPr>
            <a:r>
              <a:rPr lang="en-US">
                <a:latin typeface="Helvetica Neue"/>
                <a:ea typeface="Helvetica Neue"/>
                <a:cs typeface="Helvetica Neue"/>
                <a:sym typeface="Helvetica Neue"/>
              </a:rPr>
              <a:t>Email: </a:t>
            </a:r>
            <a:r>
              <a:rPr lang="en-US" u="sng">
                <a:solidFill>
                  <a:schemeClr val="hlink"/>
                </a:solidFill>
                <a:latin typeface="Helvetica Neue"/>
                <a:ea typeface="Helvetica Neue"/>
                <a:cs typeface="Helvetica Neue"/>
                <a:sym typeface="Helvetica Neue"/>
                <a:hlinkClick r:id="rId5"/>
              </a:rPr>
              <a:t>majid.hussain@nu.edu.pk</a:t>
            </a:r>
            <a:endParaRPr>
              <a:latin typeface="Helvetica Neue"/>
              <a:ea typeface="Helvetica Neue"/>
              <a:cs typeface="Helvetica Neue"/>
              <a:sym typeface="Helvetica Neue"/>
            </a:endParaRPr>
          </a:p>
          <a:p>
            <a:pPr indent="-276225" lvl="1" marL="742950" rtl="0" algn="l">
              <a:spcBef>
                <a:spcPts val="400"/>
              </a:spcBef>
              <a:spcAft>
                <a:spcPts val="0"/>
              </a:spcAft>
              <a:buClr>
                <a:schemeClr val="dk1"/>
              </a:buClr>
              <a:buSzPct val="100000"/>
              <a:buChar char="–"/>
            </a:pPr>
            <a:r>
              <a:rPr lang="en-US">
                <a:latin typeface="Helvetica Neue"/>
                <a:ea typeface="Helvetica Neue"/>
                <a:cs typeface="Helvetica Neue"/>
                <a:sym typeface="Helvetica Neue"/>
              </a:rPr>
              <a:t>Office: Room (304-C, 3</a:t>
            </a:r>
            <a:r>
              <a:rPr baseline="30000" lang="en-US">
                <a:latin typeface="Helvetica Neue"/>
                <a:ea typeface="Helvetica Neue"/>
                <a:cs typeface="Helvetica Neue"/>
                <a:sym typeface="Helvetica Neue"/>
              </a:rPr>
              <a:t>nd</a:t>
            </a:r>
            <a:r>
              <a:rPr lang="en-US">
                <a:latin typeface="Helvetica Neue"/>
                <a:ea typeface="Helvetica Neue"/>
                <a:cs typeface="Helvetica Neue"/>
                <a:sym typeface="Helvetica Neue"/>
              </a:rPr>
              <a:t> Floor Computer Science Block C)</a:t>
            </a:r>
            <a:endParaRPr/>
          </a:p>
          <a:p>
            <a:pPr indent="-158750" lvl="1" marL="742950" rtl="0" algn="l">
              <a:spcBef>
                <a:spcPts val="400"/>
              </a:spcBef>
              <a:spcAft>
                <a:spcPts val="0"/>
              </a:spcAft>
              <a:buClr>
                <a:schemeClr val="dk1"/>
              </a:buClr>
              <a:buSzPct val="100000"/>
              <a:buNone/>
            </a:pPr>
            <a:r>
              <a:t/>
            </a:r>
            <a:endParaRPr>
              <a:solidFill>
                <a:srgbClr val="FF0000"/>
              </a:solidFill>
              <a:latin typeface="Helvetica Neue"/>
              <a:ea typeface="Helvetica Neue"/>
              <a:cs typeface="Helvetica Neue"/>
              <a:sym typeface="Helvetica Neue"/>
            </a:endParaRPr>
          </a:p>
          <a:p>
            <a:pPr indent="-332422" lvl="0" marL="342900" rtl="0" algn="l">
              <a:spcBef>
                <a:spcPts val="440"/>
              </a:spcBef>
              <a:spcAft>
                <a:spcPts val="0"/>
              </a:spcAft>
              <a:buClr>
                <a:schemeClr val="dk1"/>
              </a:buClr>
              <a:buSzPct val="100000"/>
              <a:buChar char="•"/>
            </a:pPr>
            <a:r>
              <a:rPr b="1" lang="en-US">
                <a:latin typeface="Helvetica Neue"/>
                <a:ea typeface="Helvetica Neue"/>
                <a:cs typeface="Helvetica Neue"/>
                <a:sym typeface="Helvetica Neue"/>
              </a:rPr>
              <a:t>Miscellaneous</a:t>
            </a:r>
            <a:endParaRPr/>
          </a:p>
          <a:p>
            <a:pPr indent="-276225" lvl="1" marL="742950" rtl="0" algn="l">
              <a:spcBef>
                <a:spcPts val="400"/>
              </a:spcBef>
              <a:spcAft>
                <a:spcPts val="0"/>
              </a:spcAft>
              <a:buClr>
                <a:schemeClr val="dk1"/>
              </a:buClr>
              <a:buSzPct val="100000"/>
              <a:buChar char="–"/>
            </a:pPr>
            <a:r>
              <a:rPr lang="en-US">
                <a:latin typeface="Helvetica Neue"/>
                <a:ea typeface="Helvetica Neue"/>
                <a:cs typeface="Helvetica Neue"/>
                <a:sym typeface="Helvetica Neue"/>
              </a:rPr>
              <a:t>Office Hours: Will be Displayed outside my office. </a:t>
            </a:r>
            <a:endParaRPr/>
          </a:p>
          <a:p>
            <a:pPr indent="-276225" lvl="1" marL="742950" rtl="0" algn="l">
              <a:spcBef>
                <a:spcPts val="400"/>
              </a:spcBef>
              <a:spcAft>
                <a:spcPts val="0"/>
              </a:spcAft>
              <a:buClr>
                <a:schemeClr val="dk1"/>
              </a:buClr>
              <a:buSzPct val="100000"/>
              <a:buChar char="–"/>
            </a:pPr>
            <a:r>
              <a:rPr lang="en-US">
                <a:latin typeface="Helvetica Neue"/>
                <a:ea typeface="Helvetica Neue"/>
                <a:cs typeface="Helvetica Neue"/>
                <a:sym typeface="Helvetica Neue"/>
              </a:rPr>
              <a:t>2 Classes of 1.5 hours</a:t>
            </a:r>
            <a:endParaRPr/>
          </a:p>
          <a:p>
            <a:pPr indent="-158750" lvl="1" marL="742950" rtl="0" algn="l">
              <a:spcBef>
                <a:spcPts val="400"/>
              </a:spcBef>
              <a:spcAft>
                <a:spcPts val="0"/>
              </a:spcAft>
              <a:buClr>
                <a:schemeClr val="dk1"/>
              </a:buClr>
              <a:buSzPct val="100000"/>
              <a:buNone/>
            </a:pPr>
            <a:r>
              <a:t/>
            </a:r>
            <a:endParaRPr/>
          </a:p>
          <a:p>
            <a:pPr indent="-203200" lvl="0" marL="342900" rtl="0" algn="l">
              <a:spcBef>
                <a:spcPts val="440"/>
              </a:spcBef>
              <a:spcAft>
                <a:spcPts val="0"/>
              </a:spcAft>
              <a:buClr>
                <a:schemeClr val="dk1"/>
              </a:buClr>
              <a:buSzPct val="100000"/>
              <a:buNone/>
            </a:pPr>
            <a:r>
              <a:t/>
            </a:r>
            <a:endParaRPr/>
          </a:p>
        </p:txBody>
      </p:sp>
      <p:sp>
        <p:nvSpPr>
          <p:cNvPr id="148" name="Google Shape;148;p6"/>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49" name="Google Shape;149;p6"/>
          <p:cNvPicPr preferRelativeResize="0"/>
          <p:nvPr/>
        </p:nvPicPr>
        <p:blipFill rotWithShape="1">
          <a:blip r:embed="rId6">
            <a:alphaModFix/>
          </a:blip>
          <a:srcRect b="0" l="0" r="0" t="0"/>
          <a:stretch/>
        </p:blipFill>
        <p:spPr>
          <a:xfrm rot="-1270150">
            <a:off x="9239361" y="609089"/>
            <a:ext cx="2276941" cy="227249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Lecture Format</a:t>
            </a:r>
            <a:endParaRPr/>
          </a:p>
        </p:txBody>
      </p:sp>
      <p:sp>
        <p:nvSpPr>
          <p:cNvPr id="156" name="Google Shape;156;p7"/>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Char char="•"/>
            </a:pPr>
            <a:r>
              <a:rPr lang="en-US">
                <a:latin typeface="Helvetica Neue"/>
                <a:ea typeface="Helvetica Neue"/>
                <a:cs typeface="Helvetica Neue"/>
                <a:sym typeface="Helvetica Neue"/>
              </a:rPr>
              <a:t>Start with Q &amp; A</a:t>
            </a:r>
            <a:endParaRPr/>
          </a:p>
          <a:p>
            <a:pPr indent="-342900" lvl="0" marL="342900" rtl="0" algn="l">
              <a:spcBef>
                <a:spcPts val="440"/>
              </a:spcBef>
              <a:spcAft>
                <a:spcPts val="0"/>
              </a:spcAft>
              <a:buClr>
                <a:schemeClr val="dk1"/>
              </a:buClr>
              <a:buSzPts val="2200"/>
              <a:buChar char="•"/>
            </a:pPr>
            <a:r>
              <a:rPr lang="en-US">
                <a:latin typeface="Helvetica Neue"/>
                <a:ea typeface="Helvetica Neue"/>
                <a:cs typeface="Helvetica Neue"/>
                <a:sym typeface="Helvetica Neue"/>
              </a:rPr>
              <a:t>Main Lecture</a:t>
            </a:r>
            <a:endParaRPr/>
          </a:p>
          <a:p>
            <a:pPr indent="-285750" lvl="1" marL="742950" rtl="0" algn="l">
              <a:spcBef>
                <a:spcPts val="400"/>
              </a:spcBef>
              <a:spcAft>
                <a:spcPts val="0"/>
              </a:spcAft>
              <a:buClr>
                <a:schemeClr val="dk1"/>
              </a:buClr>
              <a:buSzPts val="2000"/>
              <a:buChar char="–"/>
            </a:pPr>
            <a:r>
              <a:rPr lang="en-US">
                <a:latin typeface="Helvetica Neue"/>
                <a:ea typeface="Helvetica Neue"/>
                <a:cs typeface="Helvetica Neue"/>
                <a:sym typeface="Helvetica Neue"/>
              </a:rPr>
              <a:t>No short breaks in the middle</a:t>
            </a:r>
            <a:endParaRPr/>
          </a:p>
          <a:p>
            <a:pPr indent="-342900" lvl="0" marL="342900" rtl="0" algn="l">
              <a:spcBef>
                <a:spcPts val="440"/>
              </a:spcBef>
              <a:spcAft>
                <a:spcPts val="0"/>
              </a:spcAft>
              <a:buClr>
                <a:schemeClr val="dk1"/>
              </a:buClr>
              <a:buSzPts val="2200"/>
              <a:buChar char="•"/>
            </a:pPr>
            <a:r>
              <a:rPr lang="en-US">
                <a:latin typeface="Helvetica Neue"/>
                <a:ea typeface="Helvetica Neue"/>
                <a:cs typeface="Helvetica Neue"/>
                <a:sym typeface="Helvetica Neue"/>
              </a:rPr>
              <a:t>Practice sessions on various case studies </a:t>
            </a:r>
            <a:endParaRPr/>
          </a:p>
          <a:p>
            <a:pPr indent="-342900" lvl="0" marL="342900" rtl="0" algn="l">
              <a:spcBef>
                <a:spcPts val="440"/>
              </a:spcBef>
              <a:spcAft>
                <a:spcPts val="0"/>
              </a:spcAft>
              <a:buClr>
                <a:schemeClr val="dk1"/>
              </a:buClr>
              <a:buSzPts val="2200"/>
              <a:buChar char="•"/>
            </a:pPr>
            <a:r>
              <a:rPr lang="en-US">
                <a:latin typeface="Helvetica Neue"/>
                <a:ea typeface="Helvetica Neue"/>
                <a:cs typeface="Helvetica Neue"/>
                <a:sym typeface="Helvetica Neue"/>
              </a:rPr>
              <a:t>Designing/Modelling of software artifacts</a:t>
            </a:r>
            <a:endParaRPr/>
          </a:p>
          <a:p>
            <a:pPr indent="-342900" lvl="0" marL="342900" rtl="0" algn="l">
              <a:spcBef>
                <a:spcPts val="440"/>
              </a:spcBef>
              <a:spcAft>
                <a:spcPts val="0"/>
              </a:spcAft>
              <a:buClr>
                <a:schemeClr val="dk1"/>
              </a:buClr>
              <a:buSzPts val="2200"/>
              <a:buChar char="•"/>
            </a:pPr>
            <a:r>
              <a:rPr lang="en-US">
                <a:latin typeface="Helvetica Neue"/>
                <a:ea typeface="Helvetica Neue"/>
                <a:cs typeface="Helvetica Neue"/>
                <a:sym typeface="Helvetica Neue"/>
              </a:rPr>
              <a:t>Translation of design artifacts into code</a:t>
            </a:r>
            <a:endParaRPr/>
          </a:p>
          <a:p>
            <a:pPr indent="-203200" lvl="0" marL="342900" rtl="0" algn="l">
              <a:spcBef>
                <a:spcPts val="440"/>
              </a:spcBef>
              <a:spcAft>
                <a:spcPts val="0"/>
              </a:spcAft>
              <a:buClr>
                <a:schemeClr val="dk1"/>
              </a:buClr>
              <a:buSzPts val="2200"/>
              <a:buNone/>
            </a:pPr>
            <a:r>
              <a:t/>
            </a:r>
            <a:endParaRPr>
              <a:latin typeface="Helvetica Neue"/>
              <a:ea typeface="Helvetica Neue"/>
              <a:cs typeface="Helvetica Neue"/>
              <a:sym typeface="Helvetica Neue"/>
            </a:endParaRPr>
          </a:p>
        </p:txBody>
      </p:sp>
      <p:sp>
        <p:nvSpPr>
          <p:cNvPr id="157" name="Google Shape;157;p7"/>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chemeClr val="dk1"/>
                </a:solidFill>
                <a:latin typeface="Helvetica Neue"/>
                <a:ea typeface="Helvetica Neue"/>
                <a:cs typeface="Helvetica Neue"/>
                <a:sym typeface="Helvetica Neue"/>
              </a:rPr>
              <a:t>‹#›</a:t>
            </a:fld>
            <a:endParaRPr>
              <a:solidFill>
                <a:schemeClr val="dk1"/>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Why this course is important for you?</a:t>
            </a:r>
            <a:endParaRPr/>
          </a:p>
        </p:txBody>
      </p:sp>
      <p:sp>
        <p:nvSpPr>
          <p:cNvPr id="163" name="Google Shape;163;p8"/>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203200" lvl="0" marL="342900" rtl="0" algn="just">
              <a:spcBef>
                <a:spcPts val="0"/>
              </a:spcBef>
              <a:spcAft>
                <a:spcPts val="0"/>
              </a:spcAft>
              <a:buClr>
                <a:schemeClr val="dk1"/>
              </a:buClr>
              <a:buSzPts val="2200"/>
              <a:buNone/>
            </a:pPr>
            <a:r>
              <a:t/>
            </a:r>
            <a:endParaRPr>
              <a:latin typeface="Helvetica Neue"/>
              <a:ea typeface="Helvetica Neue"/>
              <a:cs typeface="Helvetica Neue"/>
              <a:sym typeface="Helvetica Neue"/>
            </a:endParaRPr>
          </a:p>
          <a:p>
            <a:pPr indent="-342900" lvl="0" marL="342900" rtl="0" algn="just">
              <a:spcBef>
                <a:spcPts val="440"/>
              </a:spcBef>
              <a:spcAft>
                <a:spcPts val="0"/>
              </a:spcAft>
              <a:buClr>
                <a:schemeClr val="dk1"/>
              </a:buClr>
              <a:buSzPts val="2200"/>
              <a:buChar char="•"/>
            </a:pPr>
            <a:r>
              <a:rPr lang="en-US">
                <a:latin typeface="Helvetica Neue"/>
                <a:ea typeface="Helvetica Neue"/>
                <a:cs typeface="Helvetica Neue"/>
                <a:sym typeface="Helvetica Neue"/>
              </a:rPr>
              <a:t>Almost every large and complex industrial project follow a detailed design.</a:t>
            </a:r>
            <a:endParaRPr/>
          </a:p>
          <a:p>
            <a:pPr indent="-285750" lvl="1" marL="742950" rtl="0" algn="just">
              <a:spcBef>
                <a:spcPts val="400"/>
              </a:spcBef>
              <a:spcAft>
                <a:spcPts val="0"/>
              </a:spcAft>
              <a:buClr>
                <a:schemeClr val="dk1"/>
              </a:buClr>
              <a:buSzPts val="2000"/>
              <a:buChar char="–"/>
            </a:pPr>
            <a:r>
              <a:rPr lang="en-US">
                <a:latin typeface="Helvetica Neue"/>
                <a:ea typeface="Helvetica Neue"/>
                <a:cs typeface="Helvetica Neue"/>
                <a:sym typeface="Helvetica Neue"/>
              </a:rPr>
              <a:t>Every safety critical system must be well designed according to their safety standards.</a:t>
            </a:r>
            <a:endParaRPr/>
          </a:p>
          <a:p>
            <a:pPr indent="-158750" lvl="1" marL="742950" rtl="0" algn="just">
              <a:spcBef>
                <a:spcPts val="400"/>
              </a:spcBef>
              <a:spcAft>
                <a:spcPts val="0"/>
              </a:spcAft>
              <a:buClr>
                <a:schemeClr val="dk1"/>
              </a:buClr>
              <a:buSzPts val="2000"/>
              <a:buNone/>
            </a:pPr>
            <a:r>
              <a:t/>
            </a:r>
            <a:endParaRPr>
              <a:latin typeface="Helvetica Neue"/>
              <a:ea typeface="Helvetica Neue"/>
              <a:cs typeface="Helvetica Neue"/>
              <a:sym typeface="Helvetica Neue"/>
            </a:endParaRPr>
          </a:p>
          <a:p>
            <a:pPr indent="-342900" lvl="0" marL="342900" rtl="0" algn="just">
              <a:spcBef>
                <a:spcPts val="440"/>
              </a:spcBef>
              <a:spcAft>
                <a:spcPts val="0"/>
              </a:spcAft>
              <a:buClr>
                <a:schemeClr val="dk1"/>
              </a:buClr>
              <a:buSzPts val="2200"/>
              <a:buChar char="•"/>
            </a:pPr>
            <a:r>
              <a:rPr lang="en-US">
                <a:latin typeface="Helvetica Neue"/>
                <a:ea typeface="Helvetica Neue"/>
                <a:cs typeface="Helvetica Neue"/>
                <a:sym typeface="Helvetica Neue"/>
              </a:rPr>
              <a:t>Industry hire requirement analysts and software designers to model the ongoing projects.</a:t>
            </a:r>
            <a:endParaRPr/>
          </a:p>
          <a:p>
            <a:pPr indent="-203200" lvl="0" marL="342900" rtl="0" algn="just">
              <a:spcBef>
                <a:spcPts val="440"/>
              </a:spcBef>
              <a:spcAft>
                <a:spcPts val="0"/>
              </a:spcAft>
              <a:buClr>
                <a:schemeClr val="dk1"/>
              </a:buClr>
              <a:buSzPts val="2200"/>
              <a:buNone/>
            </a:pPr>
            <a:r>
              <a:t/>
            </a:r>
            <a:endParaRPr>
              <a:latin typeface="Helvetica Neue"/>
              <a:ea typeface="Helvetica Neue"/>
              <a:cs typeface="Helvetica Neue"/>
              <a:sym typeface="Helvetica Neue"/>
            </a:endParaRPr>
          </a:p>
          <a:p>
            <a:pPr indent="-342900" lvl="0" marL="342900" rtl="0" algn="just">
              <a:spcBef>
                <a:spcPts val="440"/>
              </a:spcBef>
              <a:spcAft>
                <a:spcPts val="0"/>
              </a:spcAft>
              <a:buClr>
                <a:schemeClr val="dk1"/>
              </a:buClr>
              <a:buSzPts val="2200"/>
              <a:buChar char="•"/>
            </a:pPr>
            <a:r>
              <a:rPr lang="en-US">
                <a:latin typeface="Helvetica Neue"/>
                <a:ea typeface="Helvetica Neue"/>
                <a:cs typeface="Helvetica Neue"/>
                <a:sym typeface="Helvetica Neue"/>
              </a:rPr>
              <a:t>Design artifacts carry a major weightage in FYP. </a:t>
            </a:r>
            <a:endParaRPr/>
          </a:p>
        </p:txBody>
      </p:sp>
      <p:sp>
        <p:nvSpPr>
          <p:cNvPr id="164" name="Google Shape;164;p8"/>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Helvetica Neue"/>
              <a:buNone/>
            </a:pPr>
            <a:r>
              <a:rPr lang="en-US" sz="4000">
                <a:latin typeface="Helvetica Neue"/>
                <a:ea typeface="Helvetica Neue"/>
                <a:cs typeface="Helvetica Neue"/>
                <a:sym typeface="Helvetica Neue"/>
              </a:rPr>
              <a:t>Software Development Process</a:t>
            </a:r>
            <a:endParaRPr/>
          </a:p>
        </p:txBody>
      </p:sp>
      <p:pic>
        <p:nvPicPr>
          <p:cNvPr id="170" name="Google Shape;170;p9"/>
          <p:cNvPicPr preferRelativeResize="0"/>
          <p:nvPr>
            <p:ph idx="1" type="body"/>
          </p:nvPr>
        </p:nvPicPr>
        <p:blipFill rotWithShape="1">
          <a:blip r:embed="rId3">
            <a:alphaModFix/>
          </a:blip>
          <a:srcRect b="0" l="0" r="0" t="0"/>
          <a:stretch/>
        </p:blipFill>
        <p:spPr>
          <a:xfrm>
            <a:off x="2973295" y="1521432"/>
            <a:ext cx="5948408" cy="4525963"/>
          </a:xfrm>
          <a:prstGeom prst="rect">
            <a:avLst/>
          </a:prstGeom>
          <a:noFill/>
          <a:ln>
            <a:noFill/>
          </a:ln>
        </p:spPr>
      </p:pic>
      <p:sp>
        <p:nvSpPr>
          <p:cNvPr id="171" name="Google Shape;171;p9"/>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0"/>
          <p:cNvSpPr txBox="1"/>
          <p:nvPr>
            <p:ph type="title"/>
          </p:nvPr>
        </p:nvSpPr>
        <p:spPr>
          <a:xfrm>
            <a:off x="200221" y="444815"/>
            <a:ext cx="5787943" cy="49844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Helvetica Neue"/>
              <a:buNone/>
            </a:pPr>
            <a:r>
              <a:rPr lang="en-US" sz="3600">
                <a:latin typeface="Helvetica Neue"/>
                <a:ea typeface="Helvetica Neue"/>
                <a:cs typeface="Helvetica Neue"/>
                <a:sym typeface="Helvetica Neue"/>
              </a:rPr>
              <a:t>Software development Methodologies </a:t>
            </a:r>
            <a:endParaRPr/>
          </a:p>
        </p:txBody>
      </p:sp>
      <p:sp>
        <p:nvSpPr>
          <p:cNvPr id="178" name="Google Shape;178;p10"/>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9" name="Google Shape;179;p10"/>
          <p:cNvSpPr txBox="1"/>
          <p:nvPr/>
        </p:nvSpPr>
        <p:spPr>
          <a:xfrm>
            <a:off x="5988164" y="2415404"/>
            <a:ext cx="5049510" cy="73866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Arial"/>
              <a:buChar char="•"/>
            </a:pPr>
            <a:r>
              <a:rPr b="0" i="0" lang="en-US" sz="1400" u="none" cap="none" strike="noStrike">
                <a:solidFill>
                  <a:schemeClr val="dk1"/>
                </a:solidFill>
                <a:latin typeface="Helvetica Neue"/>
                <a:ea typeface="Helvetica Neue"/>
                <a:cs typeface="Helvetica Neue"/>
                <a:sym typeface="Helvetica Neue"/>
              </a:rPr>
              <a:t>frequent alteration in the development project</a:t>
            </a:r>
            <a:endParaRPr/>
          </a:p>
          <a:p>
            <a:pPr indent="-285750" lvl="0" marL="285750" marR="0" rtl="0" algn="l">
              <a:spcBef>
                <a:spcPts val="0"/>
              </a:spcBef>
              <a:spcAft>
                <a:spcPts val="0"/>
              </a:spcAft>
              <a:buClr>
                <a:schemeClr val="dk1"/>
              </a:buClr>
              <a:buSzPts val="1400"/>
              <a:buFont typeface="Arial"/>
              <a:buChar char="•"/>
            </a:pPr>
            <a:r>
              <a:rPr b="0" i="0" lang="en-US" sz="1400" u="none" cap="none" strike="noStrike">
                <a:solidFill>
                  <a:schemeClr val="dk1"/>
                </a:solidFill>
                <a:latin typeface="Helvetica Neue"/>
                <a:ea typeface="Helvetica Neue"/>
                <a:cs typeface="Helvetica Neue"/>
                <a:sym typeface="Helvetica Neue"/>
              </a:rPr>
              <a:t>minimize risk by developing software in short time boxes </a:t>
            </a:r>
            <a:endParaRPr/>
          </a:p>
          <a:p>
            <a:pPr indent="-285750" lvl="0" marL="285750" marR="0" rtl="0" algn="l">
              <a:spcBef>
                <a:spcPts val="0"/>
              </a:spcBef>
              <a:spcAft>
                <a:spcPts val="0"/>
              </a:spcAft>
              <a:buClr>
                <a:schemeClr val="dk1"/>
              </a:buClr>
              <a:buSzPts val="1400"/>
              <a:buFont typeface="Arial"/>
              <a:buChar char="•"/>
            </a:pPr>
            <a:r>
              <a:rPr b="0" i="0" lang="en-US" sz="1400" u="none" cap="none" strike="noStrike">
                <a:solidFill>
                  <a:schemeClr val="dk1"/>
                </a:solidFill>
                <a:latin typeface="Helvetica Neue"/>
                <a:ea typeface="Helvetica Neue"/>
                <a:cs typeface="Helvetica Neue"/>
                <a:sym typeface="Helvetica Neue"/>
              </a:rPr>
              <a:t>changing requirements of the clients.</a:t>
            </a:r>
            <a:endParaRPr/>
          </a:p>
        </p:txBody>
      </p:sp>
      <p:pic>
        <p:nvPicPr>
          <p:cNvPr id="180" name="Google Shape;180;p10"/>
          <p:cNvPicPr preferRelativeResize="0"/>
          <p:nvPr/>
        </p:nvPicPr>
        <p:blipFill rotWithShape="1">
          <a:blip r:embed="rId3">
            <a:alphaModFix/>
          </a:blip>
          <a:srcRect b="0" l="0" r="0" t="0"/>
          <a:stretch/>
        </p:blipFill>
        <p:spPr>
          <a:xfrm>
            <a:off x="853384" y="1369975"/>
            <a:ext cx="4364074" cy="513603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7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Cont..</a:t>
            </a:r>
            <a:endParaRPr/>
          </a:p>
        </p:txBody>
      </p:sp>
      <p:sp>
        <p:nvSpPr>
          <p:cNvPr id="187" name="Google Shape;187;p11"/>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88" name="Google Shape;188;p11"/>
          <p:cNvPicPr preferRelativeResize="0"/>
          <p:nvPr/>
        </p:nvPicPr>
        <p:blipFill rotWithShape="1">
          <a:blip r:embed="rId3">
            <a:alphaModFix/>
          </a:blip>
          <a:srcRect b="0" l="0" r="0" t="0"/>
          <a:stretch/>
        </p:blipFill>
        <p:spPr>
          <a:xfrm>
            <a:off x="534845" y="1855992"/>
            <a:ext cx="5096784" cy="3071011"/>
          </a:xfrm>
          <a:prstGeom prst="rect">
            <a:avLst/>
          </a:prstGeom>
          <a:noFill/>
          <a:ln>
            <a:noFill/>
          </a:ln>
          <a:effectLst>
            <a:outerShdw blurRad="292100" rotWithShape="0" algn="tl" dir="2700000" dist="139700">
              <a:srgbClr val="333333">
                <a:alpha val="64705"/>
              </a:srgbClr>
            </a:outerShdw>
          </a:effectLst>
        </p:spPr>
      </p:pic>
      <p:sp>
        <p:nvSpPr>
          <p:cNvPr id="189" name="Google Shape;189;p11"/>
          <p:cNvSpPr txBox="1"/>
          <p:nvPr/>
        </p:nvSpPr>
        <p:spPr>
          <a:xfrm>
            <a:off x="5631629" y="2560320"/>
            <a:ext cx="5798371" cy="1877437"/>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1600"/>
              <a:buFont typeface="Arial"/>
              <a:buChar char="•"/>
            </a:pPr>
            <a:r>
              <a:rPr b="0" i="0" lang="en-US" sz="1600" u="none" cap="none" strike="noStrike">
                <a:solidFill>
                  <a:schemeClr val="dk1"/>
                </a:solidFill>
                <a:latin typeface="Helvetica Neue"/>
                <a:ea typeface="Helvetica Neue"/>
                <a:cs typeface="Helvetica Neue"/>
                <a:sym typeface="Helvetica Neue"/>
              </a:rPr>
              <a:t>Follow continuous integration and continuous delivery model</a:t>
            </a:r>
            <a:endParaRPr/>
          </a:p>
          <a:p>
            <a:pPr indent="-285750" lvl="0" marL="285750" marR="0" rtl="0" algn="just">
              <a:spcBef>
                <a:spcPts val="0"/>
              </a:spcBef>
              <a:spcAft>
                <a:spcPts val="0"/>
              </a:spcAft>
              <a:buClr>
                <a:schemeClr val="dk1"/>
              </a:buClr>
              <a:buSzPts val="1600"/>
              <a:buFont typeface="Arial"/>
              <a:buChar char="•"/>
            </a:pPr>
            <a:r>
              <a:rPr b="0" i="0" lang="en-US" sz="1600" u="none" cap="none" strike="noStrike">
                <a:solidFill>
                  <a:schemeClr val="dk1"/>
                </a:solidFill>
                <a:latin typeface="Helvetica Neue"/>
                <a:ea typeface="Helvetica Neue"/>
                <a:cs typeface="Helvetica Neue"/>
                <a:sym typeface="Helvetica Neue"/>
              </a:rPr>
              <a:t>development and operational teams to perform everything simultaneously in development, quality assurance, security, and other operations.</a:t>
            </a:r>
            <a:endParaRPr/>
          </a:p>
          <a:p>
            <a:pPr indent="-285750" lvl="0" marL="285750" marR="0" rtl="0" algn="just">
              <a:spcBef>
                <a:spcPts val="0"/>
              </a:spcBef>
              <a:spcAft>
                <a:spcPts val="0"/>
              </a:spcAft>
              <a:buClr>
                <a:schemeClr val="dk1"/>
              </a:buClr>
              <a:buSzPts val="1600"/>
              <a:buFont typeface="Arial"/>
              <a:buChar char="•"/>
            </a:pPr>
            <a:r>
              <a:rPr b="0" i="0" lang="en-US" sz="1600" u="none" cap="none" strike="noStrike">
                <a:solidFill>
                  <a:schemeClr val="dk1"/>
                </a:solidFill>
                <a:latin typeface="Helvetica Neue"/>
                <a:ea typeface="Helvetica Neue"/>
                <a:cs typeface="Helvetica Neue"/>
                <a:sym typeface="Helvetica Neue"/>
              </a:rPr>
              <a:t>It makes the process faster and easier for businesses to process on time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Cont..</a:t>
            </a:r>
            <a:endParaRPr/>
          </a:p>
        </p:txBody>
      </p:sp>
      <p:sp>
        <p:nvSpPr>
          <p:cNvPr id="195" name="Google Shape;195;p12"/>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96" name="Google Shape;196;p12"/>
          <p:cNvPicPr preferRelativeResize="0"/>
          <p:nvPr/>
        </p:nvPicPr>
        <p:blipFill rotWithShape="1">
          <a:blip r:embed="rId3">
            <a:alphaModFix/>
          </a:blip>
          <a:srcRect b="0" l="0" r="0" t="0"/>
          <a:stretch/>
        </p:blipFill>
        <p:spPr>
          <a:xfrm>
            <a:off x="243840" y="129026"/>
            <a:ext cx="4426957" cy="6728974"/>
          </a:xfrm>
          <a:prstGeom prst="rect">
            <a:avLst/>
          </a:prstGeom>
          <a:noFill/>
          <a:ln>
            <a:noFill/>
          </a:ln>
        </p:spPr>
      </p:pic>
      <p:sp>
        <p:nvSpPr>
          <p:cNvPr id="197" name="Google Shape;197;p12"/>
          <p:cNvSpPr txBox="1"/>
          <p:nvPr/>
        </p:nvSpPr>
        <p:spPr>
          <a:xfrm>
            <a:off x="5497158" y="2293522"/>
            <a:ext cx="5577242" cy="1569660"/>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1600"/>
              <a:buFont typeface="Arial"/>
              <a:buChar char="•"/>
            </a:pPr>
            <a:r>
              <a:rPr b="0" i="0" lang="en-US" sz="1600" u="none" cap="none" strike="noStrike">
                <a:solidFill>
                  <a:schemeClr val="dk1"/>
                </a:solidFill>
                <a:latin typeface="Helvetica Neue"/>
                <a:ea typeface="Helvetica Neue"/>
                <a:cs typeface="Helvetica Neue"/>
                <a:sym typeface="Helvetica Neue"/>
              </a:rPr>
              <a:t>For companies where the requirements are highly emerging and rapid changes are easily adhered to.</a:t>
            </a:r>
            <a:endParaRPr/>
          </a:p>
          <a:p>
            <a:pPr indent="-285750" lvl="0" marL="285750" marR="0" rtl="0" algn="just">
              <a:spcBef>
                <a:spcPts val="0"/>
              </a:spcBef>
              <a:spcAft>
                <a:spcPts val="0"/>
              </a:spcAft>
              <a:buClr>
                <a:schemeClr val="dk1"/>
              </a:buClr>
              <a:buSzPts val="1600"/>
              <a:buFont typeface="Arial"/>
              <a:buChar char="•"/>
            </a:pPr>
            <a:r>
              <a:rPr b="0" i="0" lang="en-US" sz="1600" u="none" cap="none" strike="noStrike">
                <a:solidFill>
                  <a:schemeClr val="dk1"/>
                </a:solidFill>
                <a:latin typeface="Helvetica Neue"/>
                <a:ea typeface="Helvetica Neue"/>
                <a:cs typeface="Helvetica Neue"/>
                <a:sym typeface="Helvetica Neue"/>
              </a:rPr>
              <a:t>daily meeting easily helps the developer to make it possible to measure individual productivity.</a:t>
            </a:r>
            <a:endParaRPr/>
          </a:p>
          <a:p>
            <a:pPr indent="-285750" lvl="0" marL="285750" marR="0" rtl="0" algn="just">
              <a:spcBef>
                <a:spcPts val="0"/>
              </a:spcBef>
              <a:spcAft>
                <a:spcPts val="0"/>
              </a:spcAft>
              <a:buClr>
                <a:schemeClr val="dk1"/>
              </a:buClr>
              <a:buSzPts val="1600"/>
              <a:buFont typeface="Arial"/>
              <a:buChar char="•"/>
            </a:pPr>
            <a:r>
              <a:rPr b="0" i="0" lang="en-US" sz="1600" u="none" cap="none" strike="noStrike">
                <a:solidFill>
                  <a:schemeClr val="dk1"/>
                </a:solidFill>
                <a:latin typeface="Helvetica Neue"/>
                <a:ea typeface="Helvetica Neue"/>
                <a:cs typeface="Helvetica Neue"/>
                <a:sym typeface="Helvetica Neue"/>
              </a:rPr>
              <a:t>Due to short sprints and constant feedback, it becomes easier to cope with the changes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Helvetica Neue"/>
              <a:buNone/>
            </a:pPr>
            <a:r>
              <a:rPr lang="en-US" sz="4000">
                <a:latin typeface="Helvetica Neue"/>
                <a:ea typeface="Helvetica Neue"/>
                <a:cs typeface="Helvetica Neue"/>
                <a:sym typeface="Helvetica Neue"/>
              </a:rPr>
              <a:t>Introduction to the Course</a:t>
            </a:r>
            <a:endParaRPr sz="4000">
              <a:latin typeface="Helvetica Neue"/>
              <a:ea typeface="Helvetica Neue"/>
              <a:cs typeface="Helvetica Neue"/>
              <a:sym typeface="Helvetica Neue"/>
            </a:endParaRPr>
          </a:p>
        </p:txBody>
      </p:sp>
      <p:sp>
        <p:nvSpPr>
          <p:cNvPr id="204" name="Google Shape;204;p13"/>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53546" rtl="0" algn="l">
              <a:lnSpc>
                <a:spcPct val="109400"/>
              </a:lnSpc>
              <a:spcBef>
                <a:spcPts val="0"/>
              </a:spcBef>
              <a:spcAft>
                <a:spcPts val="0"/>
              </a:spcAft>
              <a:buClr>
                <a:schemeClr val="dk1"/>
              </a:buClr>
              <a:buSzPts val="2000"/>
              <a:buFont typeface="Arial"/>
              <a:buChar char="•"/>
            </a:pPr>
            <a:r>
              <a:rPr lang="en-US" sz="2000">
                <a:latin typeface="Helvetica Neue"/>
                <a:ea typeface="Helvetica Neue"/>
                <a:cs typeface="Helvetica Neue"/>
                <a:sym typeface="Helvetica Neue"/>
              </a:rPr>
              <a:t>A major engineering problem today</a:t>
            </a:r>
            <a:endParaRPr sz="2000">
              <a:latin typeface="Helvetica Neue"/>
              <a:ea typeface="Helvetica Neue"/>
              <a:cs typeface="Helvetica Neue"/>
              <a:sym typeface="Helvetica Neue"/>
            </a:endParaRPr>
          </a:p>
          <a:p>
            <a:pPr indent="-285750" lvl="1" marL="685800" rtl="0" algn="l">
              <a:lnSpc>
                <a:spcPct val="130125"/>
              </a:lnSpc>
              <a:spcBef>
                <a:spcPts val="320"/>
              </a:spcBef>
              <a:spcAft>
                <a:spcPts val="0"/>
              </a:spcAft>
              <a:buClr>
                <a:schemeClr val="dk1"/>
              </a:buClr>
              <a:buSzPts val="1600"/>
              <a:buFont typeface="Noto Sans Symbols"/>
              <a:buChar char="▪"/>
            </a:pPr>
            <a:r>
              <a:rPr lang="en-US" sz="1600">
                <a:latin typeface="Helvetica Neue"/>
                <a:ea typeface="Helvetica Neue"/>
                <a:cs typeface="Helvetica Neue"/>
                <a:sym typeface="Helvetica Neue"/>
              </a:rPr>
              <a:t> Predictable development </a:t>
            </a:r>
            <a:r>
              <a:rPr lang="en-US" sz="1600">
                <a:solidFill>
                  <a:srgbClr val="FF0000"/>
                </a:solidFill>
                <a:latin typeface="Helvetica Neue"/>
                <a:ea typeface="Helvetica Neue"/>
                <a:cs typeface="Helvetica Neue"/>
                <a:sym typeface="Helvetica Neue"/>
              </a:rPr>
              <a:t>of reliable </a:t>
            </a:r>
            <a:r>
              <a:rPr lang="en-US" sz="1600">
                <a:latin typeface="Helvetica Neue"/>
                <a:ea typeface="Helvetica Neue"/>
                <a:cs typeface="Helvetica Neue"/>
                <a:sym typeface="Helvetica Neue"/>
              </a:rPr>
              <a:t>software systems.</a:t>
            </a:r>
            <a:endParaRPr/>
          </a:p>
          <a:p>
            <a:pPr indent="-184150" lvl="1" marL="685800" rtl="0" algn="l">
              <a:lnSpc>
                <a:spcPct val="130125"/>
              </a:lnSpc>
              <a:spcBef>
                <a:spcPts val="320"/>
              </a:spcBef>
              <a:spcAft>
                <a:spcPts val="0"/>
              </a:spcAft>
              <a:buClr>
                <a:schemeClr val="dk1"/>
              </a:buClr>
              <a:buSzPts val="1600"/>
              <a:buFont typeface="Noto Sans Symbols"/>
              <a:buNone/>
            </a:pPr>
            <a:r>
              <a:t/>
            </a:r>
            <a:endParaRPr sz="1600">
              <a:latin typeface="Helvetica Neue"/>
              <a:ea typeface="Helvetica Neue"/>
              <a:cs typeface="Helvetica Neue"/>
              <a:sym typeface="Helvetica Neue"/>
            </a:endParaRPr>
          </a:p>
          <a:p>
            <a:pPr indent="-342900" lvl="0" marL="353546" rtl="0" algn="l">
              <a:lnSpc>
                <a:spcPct val="109400"/>
              </a:lnSpc>
              <a:spcBef>
                <a:spcPts val="260"/>
              </a:spcBef>
              <a:spcAft>
                <a:spcPts val="0"/>
              </a:spcAft>
              <a:buClr>
                <a:schemeClr val="dk1"/>
              </a:buClr>
              <a:buSzPts val="2000"/>
              <a:buChar char="•"/>
            </a:pPr>
            <a:r>
              <a:rPr lang="en-US" sz="2000">
                <a:latin typeface="Helvetica Neue"/>
                <a:ea typeface="Helvetica Neue"/>
                <a:cs typeface="Helvetica Neue"/>
                <a:sym typeface="Helvetica Neue"/>
              </a:rPr>
              <a:t>The object-oriented paradigm</a:t>
            </a:r>
            <a:endParaRPr sz="2000">
              <a:latin typeface="Helvetica Neue"/>
              <a:ea typeface="Helvetica Neue"/>
              <a:cs typeface="Helvetica Neue"/>
              <a:sym typeface="Helvetica Neue"/>
            </a:endParaRPr>
          </a:p>
          <a:p>
            <a:pPr indent="-285750" lvl="1" marL="742950" rtl="0" algn="just">
              <a:lnSpc>
                <a:spcPct val="128250"/>
              </a:lnSpc>
              <a:spcBef>
                <a:spcPts val="320"/>
              </a:spcBef>
              <a:spcAft>
                <a:spcPts val="0"/>
              </a:spcAft>
              <a:buClr>
                <a:schemeClr val="dk1"/>
              </a:buClr>
              <a:buSzPts val="1600"/>
              <a:buFont typeface="Noto Sans Symbols"/>
              <a:buChar char="▪"/>
            </a:pPr>
            <a:r>
              <a:rPr lang="en-US" sz="1600">
                <a:latin typeface="Helvetica Neue"/>
                <a:ea typeface="Helvetica Neue"/>
                <a:cs typeface="Helvetica Neue"/>
                <a:sym typeface="Helvetica Neue"/>
              </a:rPr>
              <a:t>solutions to many development problems</a:t>
            </a:r>
            <a:endParaRPr/>
          </a:p>
          <a:p>
            <a:pPr indent="-285750" lvl="1" marL="742950" rtl="0" algn="just">
              <a:lnSpc>
                <a:spcPct val="128250"/>
              </a:lnSpc>
              <a:spcBef>
                <a:spcPts val="320"/>
              </a:spcBef>
              <a:spcAft>
                <a:spcPts val="0"/>
              </a:spcAft>
              <a:buClr>
                <a:schemeClr val="dk1"/>
              </a:buClr>
              <a:buSzPts val="1600"/>
              <a:buFont typeface="Noto Sans Symbols"/>
              <a:buChar char="▪"/>
            </a:pPr>
            <a:r>
              <a:rPr lang="en-US" sz="1600">
                <a:latin typeface="Helvetica Neue"/>
                <a:ea typeface="Helvetica Neue"/>
                <a:cs typeface="Helvetica Neue"/>
                <a:sym typeface="Helvetica Neue"/>
              </a:rPr>
              <a:t>provides a reliable design, complexity control, and reusability</a:t>
            </a:r>
            <a:endParaRPr/>
          </a:p>
          <a:p>
            <a:pPr indent="-285750" lvl="1" marL="742950" rtl="0" algn="just">
              <a:lnSpc>
                <a:spcPct val="128250"/>
              </a:lnSpc>
              <a:spcBef>
                <a:spcPts val="320"/>
              </a:spcBef>
              <a:spcAft>
                <a:spcPts val="0"/>
              </a:spcAft>
              <a:buClr>
                <a:schemeClr val="dk1"/>
              </a:buClr>
              <a:buSzPts val="1600"/>
              <a:buFont typeface="Noto Sans Symbols"/>
              <a:buChar char="▪"/>
            </a:pPr>
            <a:r>
              <a:rPr lang="en-US" sz="1600">
                <a:latin typeface="Helvetica Neue"/>
                <a:ea typeface="Helvetica Neue"/>
                <a:cs typeface="Helvetica Neue"/>
                <a:sym typeface="Helvetica Neue"/>
              </a:rPr>
              <a:t>Object-oriented methods can be divided into analysis and design,  implementation languages, and distribution</a:t>
            </a:r>
            <a:endParaRPr/>
          </a:p>
          <a:p>
            <a:pPr indent="-285750" lvl="1" marL="742950" rtl="0" algn="just">
              <a:lnSpc>
                <a:spcPct val="128250"/>
              </a:lnSpc>
              <a:spcBef>
                <a:spcPts val="320"/>
              </a:spcBef>
              <a:spcAft>
                <a:spcPts val="0"/>
              </a:spcAft>
              <a:buClr>
                <a:schemeClr val="dk1"/>
              </a:buClr>
              <a:buSzPts val="1600"/>
              <a:buFont typeface="Noto Sans Symbols"/>
              <a:buChar char="▪"/>
            </a:pPr>
            <a:r>
              <a:rPr lang="en-US" sz="1600">
                <a:latin typeface="Helvetica Neue"/>
                <a:ea typeface="Helvetica Neue"/>
                <a:cs typeface="Helvetica Neue"/>
                <a:sym typeface="Helvetica Neue"/>
              </a:rPr>
              <a:t>Basic to the entire enterprise, however, are analysis and design, which has  remained remarkably stable for years.</a:t>
            </a:r>
            <a:endParaRPr/>
          </a:p>
          <a:p>
            <a:pPr indent="-184150" lvl="1" marL="742950" rtl="0" algn="just">
              <a:lnSpc>
                <a:spcPct val="128250"/>
              </a:lnSpc>
              <a:spcBef>
                <a:spcPts val="320"/>
              </a:spcBef>
              <a:spcAft>
                <a:spcPts val="0"/>
              </a:spcAft>
              <a:buClr>
                <a:schemeClr val="dk1"/>
              </a:buClr>
              <a:buSzPts val="1600"/>
              <a:buFont typeface="Noto Sans Symbols"/>
              <a:buNone/>
            </a:pPr>
            <a:r>
              <a:t/>
            </a:r>
            <a:endParaRPr sz="1600">
              <a:latin typeface="Helvetica Neue"/>
              <a:ea typeface="Helvetica Neue"/>
              <a:cs typeface="Helvetica Neue"/>
              <a:sym typeface="Helvetica Neue"/>
            </a:endParaRPr>
          </a:p>
          <a:p>
            <a:pPr indent="-342900" lvl="0" marL="353546" rtl="0" algn="l">
              <a:lnSpc>
                <a:spcPct val="109400"/>
              </a:lnSpc>
              <a:spcBef>
                <a:spcPts val="260"/>
              </a:spcBef>
              <a:spcAft>
                <a:spcPts val="0"/>
              </a:spcAft>
              <a:buClr>
                <a:schemeClr val="dk1"/>
              </a:buClr>
              <a:buSzPts val="2000"/>
              <a:buChar char="•"/>
            </a:pPr>
            <a:r>
              <a:rPr lang="en-US" sz="2000">
                <a:latin typeface="Helvetica Neue"/>
                <a:ea typeface="Helvetica Neue"/>
                <a:cs typeface="Helvetica Neue"/>
                <a:sym typeface="Helvetica Neue"/>
              </a:rPr>
              <a:t>Object-Oriented Analysis and Design</a:t>
            </a:r>
            <a:endParaRPr/>
          </a:p>
          <a:p>
            <a:pPr indent="-285750" lvl="1" marL="742950" marR="464509" rtl="0" algn="just">
              <a:lnSpc>
                <a:spcPct val="128250"/>
              </a:lnSpc>
              <a:spcBef>
                <a:spcPts val="320"/>
              </a:spcBef>
              <a:spcAft>
                <a:spcPts val="0"/>
              </a:spcAft>
              <a:buClr>
                <a:schemeClr val="dk1"/>
              </a:buClr>
              <a:buSzPts val="1600"/>
              <a:buFont typeface="Noto Sans Symbols"/>
              <a:buChar char="▪"/>
            </a:pPr>
            <a:r>
              <a:rPr lang="en-US" sz="1600">
                <a:latin typeface="Helvetica Neue"/>
                <a:ea typeface="Helvetica Neue"/>
                <a:cs typeface="Helvetica Neue"/>
                <a:sym typeface="Helvetica Neue"/>
              </a:rPr>
              <a:t>overall goals of the object paradigm, the selection of classes, the  relationships among them, and their realization to implement systems</a:t>
            </a:r>
            <a:endParaRPr/>
          </a:p>
          <a:p>
            <a:pPr indent="0" lvl="0" marL="0" rtl="0" algn="l">
              <a:spcBef>
                <a:spcPts val="360"/>
              </a:spcBef>
              <a:spcAft>
                <a:spcPts val="0"/>
              </a:spcAft>
              <a:buClr>
                <a:schemeClr val="dk1"/>
              </a:buClr>
              <a:buSzPts val="1800"/>
              <a:buNone/>
            </a:pPr>
            <a:r>
              <a:t/>
            </a:r>
            <a:endParaRPr sz="1800">
              <a:latin typeface="Helvetica Neue"/>
              <a:ea typeface="Helvetica Neue"/>
              <a:cs typeface="Helvetica Neue"/>
              <a:sym typeface="Helvetica Neue"/>
            </a:endParaRPr>
          </a:p>
        </p:txBody>
      </p:sp>
      <p:sp>
        <p:nvSpPr>
          <p:cNvPr id="205" name="Google Shape;205;p13"/>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sz="4400">
                <a:latin typeface="Helvetica Neue"/>
                <a:ea typeface="Helvetica Neue"/>
                <a:cs typeface="Helvetica Neue"/>
                <a:sym typeface="Helvetica Neue"/>
              </a:rPr>
              <a:t>Introduction to the Course</a:t>
            </a:r>
            <a:endParaRPr/>
          </a:p>
        </p:txBody>
      </p:sp>
      <p:sp>
        <p:nvSpPr>
          <p:cNvPr id="211" name="Google Shape;211;p14"/>
          <p:cNvSpPr txBox="1"/>
          <p:nvPr>
            <p:ph idx="1" type="body"/>
          </p:nvPr>
        </p:nvSpPr>
        <p:spPr>
          <a:xfrm>
            <a:off x="609600" y="1600201"/>
            <a:ext cx="10725150" cy="4525963"/>
          </a:xfrm>
          <a:prstGeom prst="rect">
            <a:avLst/>
          </a:prstGeom>
          <a:noFill/>
          <a:ln>
            <a:noFill/>
          </a:ln>
        </p:spPr>
        <p:txBody>
          <a:bodyPr anchorCtr="0" anchor="t" bIns="45700" lIns="91425" spcFirstLastPara="1" rIns="91425" wrap="square" tIns="45700">
            <a:normAutofit/>
          </a:bodyPr>
          <a:lstStyle/>
          <a:p>
            <a:pPr indent="-152408" lvl="0" marL="163054" rtl="0" algn="just">
              <a:spcBef>
                <a:spcPts val="0"/>
              </a:spcBef>
              <a:spcAft>
                <a:spcPts val="0"/>
              </a:spcAft>
              <a:buClr>
                <a:schemeClr val="dk1"/>
              </a:buClr>
              <a:buSzPts val="2000"/>
              <a:buFont typeface="Arial"/>
              <a:buChar char="•"/>
            </a:pPr>
            <a:r>
              <a:rPr lang="en-US" sz="2000">
                <a:latin typeface="Helvetica Neue"/>
                <a:ea typeface="Helvetica Neue"/>
                <a:cs typeface="Helvetica Neue"/>
                <a:sym typeface="Helvetica Neue"/>
              </a:rPr>
              <a:t>Object-Oriented Analysis and Design</a:t>
            </a:r>
            <a:endParaRPr/>
          </a:p>
          <a:p>
            <a:pPr indent="-25408" lvl="0" marL="163054" rtl="0" algn="just">
              <a:spcBef>
                <a:spcPts val="296"/>
              </a:spcBef>
              <a:spcAft>
                <a:spcPts val="0"/>
              </a:spcAft>
              <a:buClr>
                <a:schemeClr val="dk1"/>
              </a:buClr>
              <a:buSzPts val="2000"/>
              <a:buFont typeface="Arial"/>
              <a:buNone/>
            </a:pPr>
            <a:r>
              <a:t/>
            </a:r>
            <a:endParaRPr sz="2000">
              <a:latin typeface="Helvetica Neue"/>
              <a:ea typeface="Helvetica Neue"/>
              <a:cs typeface="Helvetica Neue"/>
              <a:sym typeface="Helvetica Neue"/>
            </a:endParaRPr>
          </a:p>
          <a:p>
            <a:pPr indent="-342900" lvl="1" marL="656121" marR="4483" rtl="0" algn="just">
              <a:lnSpc>
                <a:spcPct val="85549"/>
              </a:lnSpc>
              <a:spcBef>
                <a:spcPts val="401"/>
              </a:spcBef>
              <a:spcAft>
                <a:spcPts val="0"/>
              </a:spcAft>
              <a:buClr>
                <a:schemeClr val="dk1"/>
              </a:buClr>
              <a:buSzPts val="2000"/>
              <a:buFont typeface="Noto Sans Symbols"/>
              <a:buChar char="⮚"/>
            </a:pPr>
            <a:r>
              <a:rPr lang="en-US">
                <a:latin typeface="Helvetica Neue"/>
                <a:ea typeface="Helvetica Neue"/>
                <a:cs typeface="Helvetica Neue"/>
                <a:sym typeface="Helvetica Neue"/>
              </a:rPr>
              <a:t>Concepts and techniques necessary to effectively use </a:t>
            </a:r>
            <a:r>
              <a:rPr lang="en-US" u="sng">
                <a:solidFill>
                  <a:srgbClr val="00B0F0"/>
                </a:solidFill>
                <a:latin typeface="Helvetica Neue"/>
                <a:ea typeface="Helvetica Neue"/>
                <a:cs typeface="Helvetica Neue"/>
                <a:sym typeface="Helvetica Neue"/>
              </a:rPr>
              <a:t>system requirements</a:t>
            </a:r>
            <a:r>
              <a:rPr lang="en-US">
                <a:latin typeface="Helvetica Neue"/>
                <a:ea typeface="Helvetica Neue"/>
                <a:cs typeface="Helvetica Neue"/>
                <a:sym typeface="Helvetica Neue"/>
              </a:rPr>
              <a:t> to  drive the development of a robust </a:t>
            </a:r>
            <a:r>
              <a:rPr lang="en-US" u="sng">
                <a:solidFill>
                  <a:srgbClr val="00B0F0"/>
                </a:solidFill>
                <a:latin typeface="Helvetica Neue"/>
                <a:ea typeface="Helvetica Neue"/>
                <a:cs typeface="Helvetica Neue"/>
                <a:sym typeface="Helvetica Neue"/>
              </a:rPr>
              <a:t>OO design model</a:t>
            </a:r>
            <a:endParaRPr/>
          </a:p>
          <a:p>
            <a:pPr indent="-215900" lvl="1" marL="656121" marR="4483" rtl="0" algn="just">
              <a:lnSpc>
                <a:spcPct val="85549"/>
              </a:lnSpc>
              <a:spcBef>
                <a:spcPts val="401"/>
              </a:spcBef>
              <a:spcAft>
                <a:spcPts val="0"/>
              </a:spcAft>
              <a:buClr>
                <a:schemeClr val="dk1"/>
              </a:buClr>
              <a:buSzPts val="2000"/>
              <a:buFont typeface="Noto Sans Symbols"/>
              <a:buNone/>
            </a:pPr>
            <a:r>
              <a:t/>
            </a:r>
            <a:endParaRPr u="sng">
              <a:solidFill>
                <a:srgbClr val="00B0F0"/>
              </a:solidFill>
              <a:latin typeface="Helvetica Neue"/>
              <a:ea typeface="Helvetica Neue"/>
              <a:cs typeface="Helvetica Neue"/>
              <a:sym typeface="Helvetica Neue"/>
            </a:endParaRPr>
          </a:p>
          <a:p>
            <a:pPr indent="-342900" lvl="1" marL="656121" rtl="0" algn="just">
              <a:spcBef>
                <a:spcPts val="137"/>
              </a:spcBef>
              <a:spcAft>
                <a:spcPts val="0"/>
              </a:spcAft>
              <a:buClr>
                <a:schemeClr val="dk1"/>
              </a:buClr>
              <a:buSzPts val="2000"/>
              <a:buFont typeface="Noto Sans Symbols"/>
              <a:buChar char="⮚"/>
            </a:pPr>
            <a:r>
              <a:rPr lang="en-US">
                <a:latin typeface="Helvetica Neue"/>
                <a:ea typeface="Helvetica Neue"/>
                <a:cs typeface="Helvetica Neue"/>
                <a:sym typeface="Helvetica Neue"/>
              </a:rPr>
              <a:t>Unified Modeling Language (OOAD/UML) 2.2</a:t>
            </a:r>
            <a:endParaRPr/>
          </a:p>
          <a:p>
            <a:pPr indent="-215900" lvl="1" marL="656121" rtl="0" algn="just">
              <a:spcBef>
                <a:spcPts val="137"/>
              </a:spcBef>
              <a:spcAft>
                <a:spcPts val="0"/>
              </a:spcAft>
              <a:buClr>
                <a:schemeClr val="dk1"/>
              </a:buClr>
              <a:buSzPts val="2000"/>
              <a:buFont typeface="Noto Sans Symbols"/>
              <a:buNone/>
            </a:pPr>
            <a:r>
              <a:t/>
            </a:r>
            <a:endParaRPr>
              <a:latin typeface="Helvetica Neue"/>
              <a:ea typeface="Helvetica Neue"/>
              <a:cs typeface="Helvetica Neue"/>
              <a:sym typeface="Helvetica Neue"/>
            </a:endParaRPr>
          </a:p>
          <a:p>
            <a:pPr indent="-342900" lvl="1" marL="656121" marR="385503" rtl="0" algn="just">
              <a:lnSpc>
                <a:spcPct val="85549"/>
              </a:lnSpc>
              <a:spcBef>
                <a:spcPts val="388"/>
              </a:spcBef>
              <a:spcAft>
                <a:spcPts val="0"/>
              </a:spcAft>
              <a:buClr>
                <a:schemeClr val="dk1"/>
              </a:buClr>
              <a:buSzPts val="2000"/>
              <a:buFont typeface="Noto Sans Symbols"/>
              <a:buChar char="⮚"/>
            </a:pPr>
            <a:r>
              <a:rPr lang="en-US">
                <a:latin typeface="Helvetica Neue"/>
                <a:ea typeface="Helvetica Neue"/>
                <a:cs typeface="Helvetica Neue"/>
                <a:sym typeface="Helvetica Neue"/>
              </a:rPr>
              <a:t>Focus on training by applying UML 2.2 notation to fundamental OOAD  concepts including architecture, objects, classes, components, subsystems,  stereotypes, relationships, and supporting diagrams.</a:t>
            </a:r>
            <a:endParaRPr/>
          </a:p>
          <a:p>
            <a:pPr indent="-215900" lvl="1" marL="656121" marR="385503" rtl="0" algn="just">
              <a:lnSpc>
                <a:spcPct val="85549"/>
              </a:lnSpc>
              <a:spcBef>
                <a:spcPts val="388"/>
              </a:spcBef>
              <a:spcAft>
                <a:spcPts val="0"/>
              </a:spcAft>
              <a:buClr>
                <a:schemeClr val="dk1"/>
              </a:buClr>
              <a:buSzPts val="2000"/>
              <a:buFont typeface="Noto Sans Symbols"/>
              <a:buNone/>
            </a:pPr>
            <a:r>
              <a:t/>
            </a:r>
            <a:endParaRPr>
              <a:latin typeface="Helvetica Neue"/>
              <a:ea typeface="Helvetica Neue"/>
              <a:cs typeface="Helvetica Neue"/>
              <a:sym typeface="Helvetica Neue"/>
            </a:endParaRPr>
          </a:p>
          <a:p>
            <a:pPr indent="-342900" lvl="1" marL="656121" marR="385503" rtl="0" algn="just">
              <a:lnSpc>
                <a:spcPct val="85549"/>
              </a:lnSpc>
              <a:spcBef>
                <a:spcPts val="388"/>
              </a:spcBef>
              <a:spcAft>
                <a:spcPts val="0"/>
              </a:spcAft>
              <a:buClr>
                <a:schemeClr val="dk1"/>
              </a:buClr>
              <a:buSzPts val="2000"/>
              <a:buFont typeface="Noto Sans Symbols"/>
              <a:buChar char="⮚"/>
            </a:pPr>
            <a:r>
              <a:rPr lang="en-US">
                <a:latin typeface="Helvetica Neue"/>
                <a:ea typeface="Helvetica Neue"/>
                <a:cs typeface="Helvetica Neue"/>
                <a:sym typeface="Helvetica Neue"/>
              </a:rPr>
              <a:t>Implementation</a:t>
            </a:r>
            <a:endParaRPr>
              <a:latin typeface="Helvetica Neue"/>
              <a:ea typeface="Helvetica Neue"/>
              <a:cs typeface="Helvetica Neue"/>
              <a:sym typeface="Helvetica Neue"/>
            </a:endParaRPr>
          </a:p>
          <a:p>
            <a:pPr indent="-228600" lvl="0" marL="342900" rtl="0" algn="l">
              <a:spcBef>
                <a:spcPts val="360"/>
              </a:spcBef>
              <a:spcAft>
                <a:spcPts val="0"/>
              </a:spcAft>
              <a:buClr>
                <a:schemeClr val="dk1"/>
              </a:buClr>
              <a:buSzPts val="1800"/>
              <a:buNone/>
            </a:pPr>
            <a:r>
              <a:t/>
            </a:r>
            <a:endParaRPr sz="1800">
              <a:latin typeface="Helvetica Neue"/>
              <a:ea typeface="Helvetica Neue"/>
              <a:cs typeface="Helvetica Neue"/>
              <a:sym typeface="Helvetica Neue"/>
            </a:endParaRPr>
          </a:p>
        </p:txBody>
      </p:sp>
      <p:sp>
        <p:nvSpPr>
          <p:cNvPr id="212" name="Google Shape;212;p14"/>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Traditional Software Development Flow</a:t>
            </a:r>
            <a:endParaRPr/>
          </a:p>
        </p:txBody>
      </p:sp>
      <p:sp>
        <p:nvSpPr>
          <p:cNvPr id="218" name="Google Shape;218;p15"/>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2200"/>
              <a:buChar char="•"/>
            </a:pPr>
            <a:r>
              <a:rPr lang="en-US">
                <a:latin typeface="Helvetica Neue"/>
                <a:ea typeface="Helvetica Neue"/>
                <a:cs typeface="Helvetica Neue"/>
                <a:sym typeface="Helvetica Neue"/>
              </a:rPr>
              <a:t>When a software developer begins work with a new project, it's natural for him to choose to commence scripting the code immediately. </a:t>
            </a:r>
            <a:endParaRPr/>
          </a:p>
          <a:p>
            <a:pPr indent="-203200" lvl="0" marL="342900" rtl="0" algn="just">
              <a:spcBef>
                <a:spcPts val="440"/>
              </a:spcBef>
              <a:spcAft>
                <a:spcPts val="0"/>
              </a:spcAft>
              <a:buClr>
                <a:schemeClr val="dk1"/>
              </a:buClr>
              <a:buSzPts val="2200"/>
              <a:buNone/>
            </a:pPr>
            <a:r>
              <a:t/>
            </a:r>
            <a:endParaRPr>
              <a:latin typeface="Helvetica Neue"/>
              <a:ea typeface="Helvetica Neue"/>
              <a:cs typeface="Helvetica Neue"/>
              <a:sym typeface="Helvetica Neue"/>
            </a:endParaRPr>
          </a:p>
          <a:p>
            <a:pPr indent="-342900" lvl="0" marL="342900" rtl="0" algn="just">
              <a:spcBef>
                <a:spcPts val="440"/>
              </a:spcBef>
              <a:spcAft>
                <a:spcPts val="0"/>
              </a:spcAft>
              <a:buClr>
                <a:schemeClr val="dk1"/>
              </a:buClr>
              <a:buSzPts val="2200"/>
              <a:buChar char="•"/>
            </a:pPr>
            <a:r>
              <a:rPr lang="en-US">
                <a:latin typeface="Helvetica Neue"/>
                <a:ea typeface="Helvetica Neue"/>
                <a:cs typeface="Helvetica Neue"/>
                <a:sym typeface="Helvetica Neue"/>
              </a:rPr>
              <a:t>Regardless of his software knowledge, if someone produces software without laying out a strategy for it, he might as well have been laying bricks without establishing a solid foundation.</a:t>
            </a:r>
            <a:endParaRPr/>
          </a:p>
          <a:p>
            <a:pPr indent="-203200" lvl="0" marL="342900" rtl="0" algn="just">
              <a:spcBef>
                <a:spcPts val="440"/>
              </a:spcBef>
              <a:spcAft>
                <a:spcPts val="0"/>
              </a:spcAft>
              <a:buClr>
                <a:schemeClr val="dk1"/>
              </a:buClr>
              <a:buSzPts val="2200"/>
              <a:buNone/>
            </a:pPr>
            <a:r>
              <a:t/>
            </a:r>
            <a:endParaRPr>
              <a:latin typeface="Helvetica Neue"/>
              <a:ea typeface="Helvetica Neue"/>
              <a:cs typeface="Helvetica Neue"/>
              <a:sym typeface="Helvetica Neue"/>
            </a:endParaRPr>
          </a:p>
          <a:p>
            <a:pPr indent="-342900" lvl="0" marL="342900" rtl="0" algn="just">
              <a:spcBef>
                <a:spcPts val="440"/>
              </a:spcBef>
              <a:spcAft>
                <a:spcPts val="0"/>
              </a:spcAft>
              <a:buClr>
                <a:schemeClr val="dk1"/>
              </a:buClr>
              <a:buSzPts val="2200"/>
              <a:buChar char="•"/>
            </a:pPr>
            <a:r>
              <a:rPr lang="en-US">
                <a:latin typeface="Helvetica Neue"/>
                <a:ea typeface="Helvetica Neue"/>
                <a:cs typeface="Helvetica Neue"/>
                <a:sym typeface="Helvetica Neue"/>
              </a:rPr>
              <a:t>The building will fall no matter how robust the construction process and resource consumption are; similarly, the software would fail without a fundamental layout.</a:t>
            </a:r>
            <a:endParaRPr/>
          </a:p>
          <a:p>
            <a:pPr indent="-203200" lvl="0" marL="342900" rtl="0" algn="just">
              <a:spcBef>
                <a:spcPts val="440"/>
              </a:spcBef>
              <a:spcAft>
                <a:spcPts val="0"/>
              </a:spcAft>
              <a:buClr>
                <a:schemeClr val="dk1"/>
              </a:buClr>
              <a:buSzPts val="2200"/>
              <a:buNone/>
            </a:pPr>
            <a:r>
              <a:t/>
            </a:r>
            <a:endParaRPr>
              <a:latin typeface="Helvetica Neue"/>
              <a:ea typeface="Helvetica Neue"/>
              <a:cs typeface="Helvetica Neue"/>
              <a:sym typeface="Helvetica Neue"/>
            </a:endParaRPr>
          </a:p>
          <a:p>
            <a:pPr indent="-342900" lvl="0" marL="342900" rtl="0" algn="just">
              <a:spcBef>
                <a:spcPts val="440"/>
              </a:spcBef>
              <a:spcAft>
                <a:spcPts val="0"/>
              </a:spcAft>
              <a:buClr>
                <a:schemeClr val="dk1"/>
              </a:buClr>
              <a:buSzPts val="2200"/>
              <a:buChar char="•"/>
            </a:pPr>
            <a:r>
              <a:rPr lang="en-US">
                <a:latin typeface="Helvetica Neue"/>
                <a:ea typeface="Helvetica Neue"/>
                <a:cs typeface="Helvetica Neue"/>
                <a:sym typeface="Helvetica Neue"/>
              </a:rPr>
              <a:t>Nobody wants their efforts to be for waste because they didn't have a plan for them, right? That's where software design comes in, a mechanism that simplifies important software operations in a certain way.</a:t>
            </a:r>
            <a:endParaRPr/>
          </a:p>
          <a:p>
            <a:pPr indent="-203200" lvl="0" marL="342900" rtl="0" algn="l">
              <a:spcBef>
                <a:spcPts val="440"/>
              </a:spcBef>
              <a:spcAft>
                <a:spcPts val="0"/>
              </a:spcAft>
              <a:buClr>
                <a:schemeClr val="dk1"/>
              </a:buClr>
              <a:buSzPts val="2200"/>
              <a:buNone/>
            </a:pPr>
            <a:r>
              <a:t/>
            </a:r>
            <a:endParaRPr>
              <a:latin typeface="Helvetica Neue"/>
              <a:ea typeface="Helvetica Neue"/>
              <a:cs typeface="Helvetica Neue"/>
              <a:sym typeface="Helvetica Neue"/>
            </a:endParaRPr>
          </a:p>
        </p:txBody>
      </p:sp>
      <p:sp>
        <p:nvSpPr>
          <p:cNvPr id="219" name="Google Shape;219;p15"/>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Helvetica Neue"/>
                <a:ea typeface="Helvetica Neue"/>
                <a:cs typeface="Helvetica Neue"/>
                <a:sym typeface="Helvetica Neue"/>
              </a:rPr>
              <a:t>‹#›</a:t>
            </a:fld>
            <a:endParaRPr>
              <a:latin typeface="Helvetica Neue"/>
              <a:ea typeface="Helvetica Neue"/>
              <a:cs typeface="Helvetica Neue"/>
              <a:sym typeface="Helvetica Neu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What is Software Analysis?</a:t>
            </a:r>
            <a:endParaRPr/>
          </a:p>
        </p:txBody>
      </p:sp>
      <p:sp>
        <p:nvSpPr>
          <p:cNvPr id="225" name="Google Shape;225;p16"/>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rgbClr val="0070C0"/>
              </a:buClr>
              <a:buSzPts val="2200"/>
              <a:buChar char="•"/>
            </a:pPr>
            <a:r>
              <a:rPr b="1" lang="en-US">
                <a:solidFill>
                  <a:srgbClr val="0070C0"/>
                </a:solidFill>
                <a:latin typeface="Helvetica Neue"/>
                <a:ea typeface="Helvetica Neue"/>
                <a:cs typeface="Helvetica Neue"/>
                <a:sym typeface="Helvetica Neue"/>
              </a:rPr>
              <a:t>Analysis</a:t>
            </a:r>
            <a:r>
              <a:rPr lang="en-US">
                <a:latin typeface="Helvetica Neue"/>
                <a:ea typeface="Helvetica Neue"/>
                <a:cs typeface="Helvetica Neue"/>
                <a:sym typeface="Helvetica Neue"/>
              </a:rPr>
              <a:t> emphasizes an investigation of the problem and requirements, rather than a solution. </a:t>
            </a:r>
            <a:endParaRPr/>
          </a:p>
          <a:p>
            <a:pPr indent="-285750" lvl="1" marL="742950" rtl="0" algn="just">
              <a:spcBef>
                <a:spcPts val="400"/>
              </a:spcBef>
              <a:spcAft>
                <a:spcPts val="0"/>
              </a:spcAft>
              <a:buClr>
                <a:schemeClr val="dk1"/>
              </a:buClr>
              <a:buSzPts val="2000"/>
              <a:buChar char="–"/>
            </a:pPr>
            <a:r>
              <a:rPr lang="en-US">
                <a:latin typeface="Helvetica Neue"/>
                <a:ea typeface="Helvetica Neue"/>
                <a:cs typeface="Helvetica Neue"/>
                <a:sym typeface="Helvetica Neue"/>
              </a:rPr>
              <a:t>For example, if a new online trading system is desired, how will it be used? What are its functions?</a:t>
            </a:r>
            <a:endParaRPr/>
          </a:p>
          <a:p>
            <a:pPr indent="-203200" lvl="0" marL="342900" rtl="0" algn="just">
              <a:spcBef>
                <a:spcPts val="440"/>
              </a:spcBef>
              <a:spcAft>
                <a:spcPts val="0"/>
              </a:spcAft>
              <a:buClr>
                <a:schemeClr val="dk1"/>
              </a:buClr>
              <a:buSzPts val="2200"/>
              <a:buNone/>
            </a:pPr>
            <a:r>
              <a:t/>
            </a:r>
            <a:endParaRPr>
              <a:latin typeface="Helvetica Neue"/>
              <a:ea typeface="Helvetica Neue"/>
              <a:cs typeface="Helvetica Neue"/>
              <a:sym typeface="Helvetica Neue"/>
            </a:endParaRPr>
          </a:p>
          <a:p>
            <a:pPr indent="-342900" lvl="0" marL="342900" rtl="0" algn="just">
              <a:spcBef>
                <a:spcPts val="440"/>
              </a:spcBef>
              <a:spcAft>
                <a:spcPts val="0"/>
              </a:spcAft>
              <a:buClr>
                <a:schemeClr val="dk1"/>
              </a:buClr>
              <a:buSzPts val="2200"/>
              <a:buChar char="•"/>
            </a:pPr>
            <a:r>
              <a:rPr lang="en-US">
                <a:latin typeface="Helvetica Neue"/>
                <a:ea typeface="Helvetica Neue"/>
                <a:cs typeface="Helvetica Neue"/>
                <a:sym typeface="Helvetica Neue"/>
              </a:rPr>
              <a:t>"</a:t>
            </a:r>
            <a:r>
              <a:rPr b="1" lang="en-US">
                <a:solidFill>
                  <a:srgbClr val="0070C0"/>
                </a:solidFill>
                <a:latin typeface="Helvetica Neue"/>
                <a:ea typeface="Helvetica Neue"/>
                <a:cs typeface="Helvetica Neue"/>
                <a:sym typeface="Helvetica Neue"/>
              </a:rPr>
              <a:t>Analysis</a:t>
            </a:r>
            <a:r>
              <a:rPr lang="en-US">
                <a:latin typeface="Helvetica Neue"/>
                <a:ea typeface="Helvetica Neue"/>
                <a:cs typeface="Helvetica Neue"/>
                <a:sym typeface="Helvetica Neue"/>
              </a:rPr>
              <a:t>" is a broad term, best qualified, as in requirements analysis (an investigation of the requirements) or object-oriented analysis (an investigation of the domain objects).</a:t>
            </a:r>
            <a:endParaRPr/>
          </a:p>
        </p:txBody>
      </p:sp>
      <p:sp>
        <p:nvSpPr>
          <p:cNvPr id="226" name="Google Shape;226;p16"/>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What is Software Design?</a:t>
            </a:r>
            <a:endParaRPr/>
          </a:p>
        </p:txBody>
      </p:sp>
      <p:sp>
        <p:nvSpPr>
          <p:cNvPr id="233" name="Google Shape;233;p17"/>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rgbClr val="0070C0"/>
              </a:buClr>
              <a:buSzPts val="2200"/>
              <a:buChar char="•"/>
            </a:pPr>
            <a:r>
              <a:rPr b="1" lang="en-US">
                <a:solidFill>
                  <a:srgbClr val="0070C0"/>
                </a:solidFill>
                <a:latin typeface="Helvetica Neue"/>
                <a:ea typeface="Helvetica Neue"/>
                <a:cs typeface="Helvetica Neue"/>
                <a:sym typeface="Helvetica Neue"/>
              </a:rPr>
              <a:t>Design</a:t>
            </a:r>
            <a:r>
              <a:rPr lang="en-US">
                <a:latin typeface="Helvetica Neue"/>
                <a:ea typeface="Helvetica Neue"/>
                <a:cs typeface="Helvetica Neue"/>
                <a:sym typeface="Helvetica Neue"/>
              </a:rPr>
              <a:t> emphasizes a conceptual solution (in software and hardware) that fulfills the requirements, rather than its implementation. </a:t>
            </a:r>
            <a:endParaRPr/>
          </a:p>
          <a:p>
            <a:pPr indent="-285750" lvl="1" marL="742950" rtl="0" algn="just">
              <a:spcBef>
                <a:spcPts val="400"/>
              </a:spcBef>
              <a:spcAft>
                <a:spcPts val="0"/>
              </a:spcAft>
              <a:buClr>
                <a:schemeClr val="dk1"/>
              </a:buClr>
              <a:buSzPts val="2000"/>
              <a:buChar char="–"/>
            </a:pPr>
            <a:r>
              <a:rPr lang="en-US">
                <a:latin typeface="Helvetica Neue"/>
                <a:ea typeface="Helvetica Neue"/>
                <a:cs typeface="Helvetica Neue"/>
                <a:sym typeface="Helvetica Neue"/>
              </a:rPr>
              <a:t>For example, a description of a database schema and software objects. </a:t>
            </a:r>
            <a:endParaRPr/>
          </a:p>
          <a:p>
            <a:pPr indent="-146050" lvl="1" marL="742950" rtl="0" algn="just">
              <a:spcBef>
                <a:spcPts val="440"/>
              </a:spcBef>
              <a:spcAft>
                <a:spcPts val="0"/>
              </a:spcAft>
              <a:buClr>
                <a:schemeClr val="dk1"/>
              </a:buClr>
              <a:buSzPts val="2200"/>
              <a:buNone/>
            </a:pPr>
            <a:r>
              <a:t/>
            </a:r>
            <a:endParaRPr sz="2200">
              <a:latin typeface="Helvetica Neue"/>
              <a:ea typeface="Helvetica Neue"/>
              <a:cs typeface="Helvetica Neue"/>
              <a:sym typeface="Helvetica Neue"/>
            </a:endParaRPr>
          </a:p>
          <a:p>
            <a:pPr indent="-342900" lvl="0" marL="342900" rtl="0" algn="just">
              <a:spcBef>
                <a:spcPts val="440"/>
              </a:spcBef>
              <a:spcAft>
                <a:spcPts val="0"/>
              </a:spcAft>
              <a:buClr>
                <a:srgbClr val="0070C0"/>
              </a:buClr>
              <a:buSzPts val="2200"/>
              <a:buChar char="•"/>
            </a:pPr>
            <a:r>
              <a:rPr b="1" lang="en-US">
                <a:solidFill>
                  <a:srgbClr val="0070C0"/>
                </a:solidFill>
                <a:latin typeface="Helvetica Neue"/>
                <a:ea typeface="Helvetica Neue"/>
                <a:cs typeface="Helvetica Neue"/>
                <a:sym typeface="Helvetica Neue"/>
              </a:rPr>
              <a:t>Design</a:t>
            </a:r>
            <a:r>
              <a:rPr lang="en-US">
                <a:latin typeface="Helvetica Neue"/>
                <a:ea typeface="Helvetica Neue"/>
                <a:cs typeface="Helvetica Neue"/>
                <a:sym typeface="Helvetica Neue"/>
              </a:rPr>
              <a:t> ideas often exclude low-level or "obvious" details—obvious to the intended consumers.</a:t>
            </a:r>
            <a:endParaRPr/>
          </a:p>
          <a:p>
            <a:pPr indent="-203200" lvl="0" marL="342900" rtl="0" algn="just">
              <a:spcBef>
                <a:spcPts val="440"/>
              </a:spcBef>
              <a:spcAft>
                <a:spcPts val="0"/>
              </a:spcAft>
              <a:buClr>
                <a:schemeClr val="dk1"/>
              </a:buClr>
              <a:buSzPts val="2200"/>
              <a:buNone/>
            </a:pPr>
            <a:r>
              <a:t/>
            </a:r>
            <a:endParaRPr>
              <a:latin typeface="Helvetica Neue"/>
              <a:ea typeface="Helvetica Neue"/>
              <a:cs typeface="Helvetica Neue"/>
              <a:sym typeface="Helvetica Neue"/>
            </a:endParaRPr>
          </a:p>
          <a:p>
            <a:pPr indent="-342900" lvl="0" marL="342900" rtl="0" algn="just">
              <a:spcBef>
                <a:spcPts val="440"/>
              </a:spcBef>
              <a:spcAft>
                <a:spcPts val="0"/>
              </a:spcAft>
              <a:buClr>
                <a:srgbClr val="0070C0"/>
              </a:buClr>
              <a:buSzPts val="2200"/>
              <a:buChar char="•"/>
            </a:pPr>
            <a:r>
              <a:rPr b="1" lang="en-US">
                <a:solidFill>
                  <a:srgbClr val="0070C0"/>
                </a:solidFill>
                <a:latin typeface="Helvetica Neue"/>
                <a:ea typeface="Helvetica Neue"/>
                <a:cs typeface="Helvetica Neue"/>
                <a:sym typeface="Helvetica Neue"/>
              </a:rPr>
              <a:t>Design</a:t>
            </a:r>
            <a:r>
              <a:rPr lang="en-US">
                <a:latin typeface="Helvetica Neue"/>
                <a:ea typeface="Helvetica Neue"/>
                <a:cs typeface="Helvetica Neue"/>
                <a:sym typeface="Helvetica Neue"/>
              </a:rPr>
              <a:t> can be implemented, and the implementation (such as code) expresses the true and complete realized design.</a:t>
            </a:r>
            <a:endParaRPr/>
          </a:p>
        </p:txBody>
      </p:sp>
      <p:sp>
        <p:nvSpPr>
          <p:cNvPr id="234" name="Google Shape;234;p17"/>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8"/>
          <p:cNvSpPr txBox="1"/>
          <p:nvPr>
            <p:ph idx="1" type="body"/>
          </p:nvPr>
        </p:nvSpPr>
        <p:spPr>
          <a:xfrm>
            <a:off x="1061141" y="1863524"/>
            <a:ext cx="10363200" cy="15001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chemeClr val="dk1"/>
              </a:buClr>
              <a:buSzPts val="2000"/>
              <a:buFont typeface="Arial"/>
              <a:buNone/>
            </a:pPr>
            <a:r>
              <a:rPr lang="en-US"/>
              <a:t>Useful analysis and design have been summarized in the phrase </a:t>
            </a:r>
            <a:r>
              <a:rPr b="1" lang="en-US">
                <a:solidFill>
                  <a:srgbClr val="00B0F0"/>
                </a:solidFill>
              </a:rPr>
              <a:t>do the right thing </a:t>
            </a:r>
            <a:r>
              <a:rPr lang="en-US"/>
              <a:t>(analysis), and </a:t>
            </a:r>
            <a:r>
              <a:rPr b="1" lang="en-US">
                <a:solidFill>
                  <a:srgbClr val="00B0F0"/>
                </a:solidFill>
              </a:rPr>
              <a:t>do the thing right </a:t>
            </a:r>
            <a:r>
              <a:rPr lang="en-US"/>
              <a:t>(design).</a:t>
            </a:r>
            <a:endParaRPr/>
          </a:p>
        </p:txBody>
      </p:sp>
      <p:sp>
        <p:nvSpPr>
          <p:cNvPr id="240" name="Google Shape;240;p18"/>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Helvetica Neue"/>
              <a:buNone/>
            </a:pPr>
            <a:r>
              <a:rPr lang="en-US" sz="3600">
                <a:latin typeface="Helvetica Neue"/>
                <a:ea typeface="Helvetica Neue"/>
                <a:cs typeface="Helvetica Neue"/>
                <a:sym typeface="Helvetica Neue"/>
              </a:rPr>
              <a:t>Course Objectives</a:t>
            </a:r>
            <a:endParaRPr sz="3600">
              <a:latin typeface="Helvetica Neue"/>
              <a:ea typeface="Helvetica Neue"/>
              <a:cs typeface="Helvetica Neue"/>
              <a:sym typeface="Helvetica Neue"/>
            </a:endParaRPr>
          </a:p>
        </p:txBody>
      </p:sp>
      <p:sp>
        <p:nvSpPr>
          <p:cNvPr id="246" name="Google Shape;246;p19"/>
          <p:cNvSpPr txBox="1"/>
          <p:nvPr>
            <p:ph idx="1" type="body"/>
          </p:nvPr>
        </p:nvSpPr>
        <p:spPr>
          <a:xfrm>
            <a:off x="485774" y="1914526"/>
            <a:ext cx="11363325" cy="4525963"/>
          </a:xfrm>
          <a:prstGeom prst="rect">
            <a:avLst/>
          </a:prstGeom>
          <a:noFill/>
          <a:ln>
            <a:noFill/>
          </a:ln>
        </p:spPr>
        <p:txBody>
          <a:bodyPr anchorCtr="0" anchor="t" bIns="45700" lIns="91425" spcFirstLastPara="1" rIns="91425" wrap="square" tIns="45700">
            <a:normAutofit/>
          </a:bodyPr>
          <a:lstStyle/>
          <a:p>
            <a:pPr indent="-152408" lvl="0" marL="163054" rtl="0" algn="l">
              <a:spcBef>
                <a:spcPts val="0"/>
              </a:spcBef>
              <a:spcAft>
                <a:spcPts val="0"/>
              </a:spcAft>
              <a:buClr>
                <a:schemeClr val="dk1"/>
              </a:buClr>
              <a:buSzPts val="1800"/>
              <a:buFont typeface="Arial"/>
              <a:buChar char="•"/>
            </a:pPr>
            <a:r>
              <a:rPr lang="en-US" sz="1800">
                <a:latin typeface="Helvetica Neue"/>
                <a:ea typeface="Helvetica Neue"/>
                <a:cs typeface="Helvetica Neue"/>
                <a:sym typeface="Helvetica Neue"/>
              </a:rPr>
              <a:t>At the end of the course students will be able to:</a:t>
            </a:r>
            <a:endParaRPr/>
          </a:p>
          <a:p>
            <a:pPr indent="-38108" lvl="0" marL="163054" rtl="0" algn="l">
              <a:spcBef>
                <a:spcPts val="88"/>
              </a:spcBef>
              <a:spcAft>
                <a:spcPts val="0"/>
              </a:spcAft>
              <a:buClr>
                <a:schemeClr val="dk1"/>
              </a:buClr>
              <a:buSzPts val="1800"/>
              <a:buFont typeface="Arial"/>
              <a:buNone/>
            </a:pPr>
            <a:r>
              <a:t/>
            </a:r>
            <a:endParaRPr sz="1800">
              <a:latin typeface="Helvetica Neue"/>
              <a:ea typeface="Helvetica Neue"/>
              <a:cs typeface="Helvetica Neue"/>
              <a:sym typeface="Helvetica Neue"/>
            </a:endParaRPr>
          </a:p>
          <a:p>
            <a:pPr indent="-285750" lvl="1" marL="598971" rtl="0" algn="just">
              <a:spcBef>
                <a:spcPts val="115"/>
              </a:spcBef>
              <a:spcAft>
                <a:spcPts val="0"/>
              </a:spcAft>
              <a:buClr>
                <a:schemeClr val="dk1"/>
              </a:buClr>
              <a:buSzPts val="1800"/>
              <a:buFont typeface="Noto Sans Symbols"/>
              <a:buChar char="⮚"/>
            </a:pPr>
            <a:r>
              <a:rPr lang="en-US" sz="1800">
                <a:latin typeface="Helvetica Neue"/>
                <a:ea typeface="Helvetica Neue"/>
                <a:cs typeface="Helvetica Neue"/>
                <a:sym typeface="Helvetica Neue"/>
              </a:rPr>
              <a:t>Analyze problems from an object-oriented perspective</a:t>
            </a:r>
            <a:endParaRPr sz="1800">
              <a:latin typeface="Helvetica Neue"/>
              <a:ea typeface="Helvetica Neue"/>
              <a:cs typeface="Helvetica Neue"/>
              <a:sym typeface="Helvetica Neue"/>
            </a:endParaRPr>
          </a:p>
          <a:p>
            <a:pPr indent="-285750" lvl="1" marL="598971" marR="182666" rtl="0" algn="just">
              <a:lnSpc>
                <a:spcPct val="126944"/>
              </a:lnSpc>
              <a:spcBef>
                <a:spcPts val="383"/>
              </a:spcBef>
              <a:spcAft>
                <a:spcPts val="0"/>
              </a:spcAft>
              <a:buClr>
                <a:schemeClr val="dk1"/>
              </a:buClr>
              <a:buSzPts val="1800"/>
              <a:buFont typeface="Noto Sans Symbols"/>
              <a:buChar char="⮚"/>
            </a:pPr>
            <a:r>
              <a:rPr lang="en-US" sz="1800">
                <a:latin typeface="Helvetica Neue"/>
                <a:ea typeface="Helvetica Neue"/>
                <a:cs typeface="Helvetica Neue"/>
                <a:sym typeface="Helvetica Neue"/>
              </a:rPr>
              <a:t>Apply an iterative, use case-driven, architecture-centric  process to the development of a robust design model</a:t>
            </a:r>
            <a:endParaRPr/>
          </a:p>
          <a:p>
            <a:pPr indent="-285750" lvl="1" marL="598971" marR="396709" rtl="0" algn="just">
              <a:lnSpc>
                <a:spcPct val="126944"/>
              </a:lnSpc>
              <a:spcBef>
                <a:spcPts val="365"/>
              </a:spcBef>
              <a:spcAft>
                <a:spcPts val="0"/>
              </a:spcAft>
              <a:buClr>
                <a:schemeClr val="dk1"/>
              </a:buClr>
              <a:buSzPts val="1800"/>
              <a:buFont typeface="Noto Sans Symbols"/>
              <a:buChar char="⮚"/>
            </a:pPr>
            <a:r>
              <a:rPr lang="en-US" sz="1800">
                <a:latin typeface="Helvetica Neue"/>
                <a:ea typeface="Helvetica Neue"/>
                <a:cs typeface="Helvetica Neue"/>
                <a:sym typeface="Helvetica Neue"/>
              </a:rPr>
              <a:t>Use UML 2.2 to represent the design model that take  advantage of OO concepts of such as abstraction,  encapsulation, inheritance, and polymorphism</a:t>
            </a:r>
            <a:endParaRPr/>
          </a:p>
          <a:p>
            <a:pPr indent="-285750" lvl="1" marL="598971" rtl="0" algn="just">
              <a:spcBef>
                <a:spcPts val="66"/>
              </a:spcBef>
              <a:spcAft>
                <a:spcPts val="0"/>
              </a:spcAft>
              <a:buClr>
                <a:schemeClr val="dk1"/>
              </a:buClr>
              <a:buSzPts val="1800"/>
              <a:buFont typeface="Noto Sans Symbols"/>
              <a:buChar char="⮚"/>
            </a:pPr>
            <a:r>
              <a:rPr lang="en-US" sz="1800">
                <a:latin typeface="Helvetica Neue"/>
                <a:ea typeface="Helvetica Neue"/>
                <a:cs typeface="Helvetica Neue"/>
                <a:sym typeface="Helvetica Neue"/>
              </a:rPr>
              <a:t>Create OO designs and implement in Java</a:t>
            </a:r>
            <a:endParaRPr sz="1800">
              <a:latin typeface="Helvetica Neue"/>
              <a:ea typeface="Helvetica Neue"/>
              <a:cs typeface="Helvetica Neue"/>
              <a:sym typeface="Helvetica Neue"/>
            </a:endParaRPr>
          </a:p>
          <a:p>
            <a:pPr indent="-285750" lvl="1" marL="598971" rtl="0" algn="just">
              <a:spcBef>
                <a:spcPts val="93"/>
              </a:spcBef>
              <a:spcAft>
                <a:spcPts val="0"/>
              </a:spcAft>
              <a:buClr>
                <a:schemeClr val="dk1"/>
              </a:buClr>
              <a:buSzPts val="1800"/>
              <a:buFont typeface="Noto Sans Symbols"/>
              <a:buChar char="⮚"/>
            </a:pPr>
            <a:r>
              <a:rPr lang="en-US" sz="1800">
                <a:latin typeface="Helvetica Neue"/>
                <a:ea typeface="Helvetica Neue"/>
                <a:cs typeface="Helvetica Neue"/>
                <a:sym typeface="Helvetica Neue"/>
              </a:rPr>
              <a:t>Apply design considerations through the use of patterns</a:t>
            </a:r>
            <a:endParaRPr sz="1800">
              <a:latin typeface="Helvetica Neue"/>
              <a:ea typeface="Helvetica Neue"/>
              <a:cs typeface="Helvetica Neue"/>
              <a:sym typeface="Helvetica Neue"/>
            </a:endParaRPr>
          </a:p>
          <a:p>
            <a:pPr indent="-285750" lvl="1" marL="598971" marR="4483" rtl="0" algn="just">
              <a:lnSpc>
                <a:spcPct val="126944"/>
              </a:lnSpc>
              <a:spcBef>
                <a:spcPts val="397"/>
              </a:spcBef>
              <a:spcAft>
                <a:spcPts val="0"/>
              </a:spcAft>
              <a:buClr>
                <a:schemeClr val="dk1"/>
              </a:buClr>
              <a:buSzPts val="1800"/>
              <a:buFont typeface="Noto Sans Symbols"/>
              <a:buChar char="⮚"/>
            </a:pPr>
            <a:r>
              <a:rPr lang="en-US" sz="1800">
                <a:latin typeface="Helvetica Neue"/>
                <a:ea typeface="Helvetica Neue"/>
                <a:cs typeface="Helvetica Neue"/>
                <a:sym typeface="Helvetica Neue"/>
              </a:rPr>
              <a:t>Implement a pilot iterative OO project that leverages all key concepts learned in the course</a:t>
            </a:r>
            <a:endParaRPr sz="1800">
              <a:latin typeface="Helvetica Neue"/>
              <a:ea typeface="Helvetica Neue"/>
              <a:cs typeface="Helvetica Neue"/>
              <a:sym typeface="Helvetica Neue"/>
            </a:endParaRPr>
          </a:p>
          <a:p>
            <a:pPr indent="-228600" lvl="0" marL="342900" rtl="0" algn="l">
              <a:spcBef>
                <a:spcPts val="360"/>
              </a:spcBef>
              <a:spcAft>
                <a:spcPts val="0"/>
              </a:spcAft>
              <a:buClr>
                <a:schemeClr val="dk1"/>
              </a:buClr>
              <a:buSzPts val="1800"/>
              <a:buNone/>
            </a:pPr>
            <a:r>
              <a:t/>
            </a:r>
            <a:endParaRPr sz="1800">
              <a:latin typeface="Helvetica Neue"/>
              <a:ea typeface="Helvetica Neue"/>
              <a:cs typeface="Helvetica Neue"/>
              <a:sym typeface="Helvetica Neue"/>
            </a:endParaRPr>
          </a:p>
        </p:txBody>
      </p:sp>
      <p:pic>
        <p:nvPicPr>
          <p:cNvPr id="247" name="Google Shape;247;p19"/>
          <p:cNvPicPr preferRelativeResize="0"/>
          <p:nvPr/>
        </p:nvPicPr>
        <p:blipFill rotWithShape="1">
          <a:blip r:embed="rId3">
            <a:alphaModFix/>
          </a:blip>
          <a:srcRect b="0" l="0" r="0" t="0"/>
          <a:stretch/>
        </p:blipFill>
        <p:spPr>
          <a:xfrm>
            <a:off x="8951946" y="274638"/>
            <a:ext cx="2630454" cy="2007239"/>
          </a:xfrm>
          <a:prstGeom prst="rect">
            <a:avLst/>
          </a:prstGeom>
          <a:noFill/>
          <a:ln>
            <a:noFill/>
          </a:ln>
        </p:spPr>
      </p:pic>
      <p:sp>
        <p:nvSpPr>
          <p:cNvPr id="248" name="Google Shape;248;p19"/>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sz="4400">
                <a:latin typeface="Helvetica Neue"/>
                <a:ea typeface="Helvetica Neue"/>
                <a:cs typeface="Helvetica Neue"/>
                <a:sym typeface="Helvetica Neue"/>
              </a:rPr>
              <a:t>Course Structure</a:t>
            </a:r>
            <a:endParaRPr>
              <a:latin typeface="Helvetica Neue"/>
              <a:ea typeface="Helvetica Neue"/>
              <a:cs typeface="Helvetica Neue"/>
              <a:sym typeface="Helvetica Neue"/>
            </a:endParaRPr>
          </a:p>
        </p:txBody>
      </p:sp>
      <p:sp>
        <p:nvSpPr>
          <p:cNvPr id="254" name="Google Shape;254;p20"/>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2"/>
              </a:buClr>
              <a:buSzPts val="2200"/>
              <a:buChar char="•"/>
            </a:pPr>
            <a:r>
              <a:rPr lang="en-US">
                <a:solidFill>
                  <a:schemeClr val="dk2"/>
                </a:solidFill>
                <a:latin typeface="Helvetica Neue"/>
                <a:ea typeface="Helvetica Neue"/>
                <a:cs typeface="Helvetica Neue"/>
                <a:sym typeface="Helvetica Neue"/>
              </a:rPr>
              <a:t>3 Credit Hour Course (More applied than you think)</a:t>
            </a:r>
            <a:endParaRPr/>
          </a:p>
          <a:p>
            <a:pPr indent="-285750" lvl="1" marL="742950" rtl="0" algn="l">
              <a:spcBef>
                <a:spcPts val="360"/>
              </a:spcBef>
              <a:spcAft>
                <a:spcPts val="0"/>
              </a:spcAft>
              <a:buClr>
                <a:schemeClr val="dk1"/>
              </a:buClr>
              <a:buSzPts val="1800"/>
              <a:buChar char="–"/>
            </a:pPr>
            <a:r>
              <a:rPr lang="en-US" sz="1800">
                <a:latin typeface="Helvetica Neue"/>
                <a:ea typeface="Helvetica Neue"/>
                <a:cs typeface="Helvetica Neue"/>
                <a:sym typeface="Helvetica Neue"/>
              </a:rPr>
              <a:t>No labs</a:t>
            </a:r>
            <a:endParaRPr/>
          </a:p>
          <a:p>
            <a:pPr indent="-342900" lvl="0" marL="342900" rtl="0" algn="l">
              <a:spcBef>
                <a:spcPts val="440"/>
              </a:spcBef>
              <a:spcAft>
                <a:spcPts val="0"/>
              </a:spcAft>
              <a:buClr>
                <a:schemeClr val="dk2"/>
              </a:buClr>
              <a:buSzPts val="2200"/>
              <a:buChar char="•"/>
            </a:pPr>
            <a:r>
              <a:rPr lang="en-US">
                <a:solidFill>
                  <a:schemeClr val="dk2"/>
                </a:solidFill>
                <a:latin typeface="Helvetica Neue"/>
                <a:ea typeface="Helvetica Neue"/>
                <a:cs typeface="Helvetica Neue"/>
                <a:sym typeface="Helvetica Neue"/>
              </a:rPr>
              <a:t>Programming Language and Tools</a:t>
            </a:r>
            <a:endParaRPr/>
          </a:p>
          <a:p>
            <a:pPr indent="-285750" lvl="1" marL="742950" rtl="0" algn="l">
              <a:spcBef>
                <a:spcPts val="360"/>
              </a:spcBef>
              <a:spcAft>
                <a:spcPts val="0"/>
              </a:spcAft>
              <a:buClr>
                <a:schemeClr val="dk1"/>
              </a:buClr>
              <a:buSzPts val="1800"/>
              <a:buChar char="–"/>
            </a:pPr>
            <a:r>
              <a:rPr lang="en-US" sz="1800">
                <a:latin typeface="Helvetica Neue"/>
                <a:ea typeface="Helvetica Neue"/>
                <a:cs typeface="Helvetica Neue"/>
                <a:sym typeface="Helvetica Neue"/>
              </a:rPr>
              <a:t>Java</a:t>
            </a:r>
            <a:endParaRPr/>
          </a:p>
          <a:p>
            <a:pPr indent="-285750" lvl="1" marL="742950" rtl="0" algn="l">
              <a:spcBef>
                <a:spcPts val="360"/>
              </a:spcBef>
              <a:spcAft>
                <a:spcPts val="0"/>
              </a:spcAft>
              <a:buClr>
                <a:schemeClr val="dk1"/>
              </a:buClr>
              <a:buSzPts val="1800"/>
              <a:buChar char="–"/>
            </a:pPr>
            <a:r>
              <a:rPr lang="en-US" sz="1800">
                <a:latin typeface="Helvetica Neue"/>
                <a:ea typeface="Helvetica Neue"/>
                <a:cs typeface="Helvetica Neue"/>
                <a:sym typeface="Helvetica Neue"/>
              </a:rPr>
              <a:t>UML Case tools like Enterprise Architect, Papyrus etc.</a:t>
            </a:r>
            <a:endParaRPr/>
          </a:p>
          <a:p>
            <a:pPr indent="-342900" lvl="0" marL="342900" rtl="0" algn="l">
              <a:spcBef>
                <a:spcPts val="440"/>
              </a:spcBef>
              <a:spcAft>
                <a:spcPts val="0"/>
              </a:spcAft>
              <a:buClr>
                <a:schemeClr val="dk2"/>
              </a:buClr>
              <a:buSzPts val="2200"/>
              <a:buChar char="•"/>
            </a:pPr>
            <a:r>
              <a:rPr lang="en-US">
                <a:solidFill>
                  <a:schemeClr val="dk2"/>
                </a:solidFill>
                <a:latin typeface="Helvetica Neue"/>
                <a:ea typeface="Helvetica Neue"/>
                <a:cs typeface="Helvetica Neue"/>
                <a:sym typeface="Helvetica Neue"/>
              </a:rPr>
              <a:t>Course Project</a:t>
            </a:r>
            <a:endParaRPr/>
          </a:p>
          <a:p>
            <a:pPr indent="-285750" lvl="1" marL="742950" rtl="0" algn="l">
              <a:spcBef>
                <a:spcPts val="360"/>
              </a:spcBef>
              <a:spcAft>
                <a:spcPts val="0"/>
              </a:spcAft>
              <a:buClr>
                <a:schemeClr val="dk1"/>
              </a:buClr>
              <a:buSzPts val="1800"/>
              <a:buChar char="–"/>
            </a:pPr>
            <a:r>
              <a:rPr lang="en-US" sz="1800">
                <a:latin typeface="Helvetica Neue"/>
                <a:ea typeface="Helvetica Neue"/>
                <a:cs typeface="Helvetica Neue"/>
                <a:sym typeface="Helvetica Neue"/>
              </a:rPr>
              <a:t>Vital and major component of the course</a:t>
            </a:r>
            <a:endParaRPr/>
          </a:p>
          <a:p>
            <a:pPr indent="-285750" lvl="1" marL="742950" rtl="0" algn="l">
              <a:spcBef>
                <a:spcPts val="360"/>
              </a:spcBef>
              <a:spcAft>
                <a:spcPts val="0"/>
              </a:spcAft>
              <a:buClr>
                <a:schemeClr val="dk1"/>
              </a:buClr>
              <a:buSzPts val="1800"/>
              <a:buChar char="–"/>
            </a:pPr>
            <a:r>
              <a:rPr lang="en-US" sz="1800">
                <a:latin typeface="Helvetica Neue"/>
                <a:ea typeface="Helvetica Neue"/>
                <a:cs typeface="Helvetica Neue"/>
                <a:sym typeface="Helvetica Neue"/>
              </a:rPr>
              <a:t>Group of (3) students</a:t>
            </a:r>
            <a:endParaRPr/>
          </a:p>
          <a:p>
            <a:pPr indent="-342900" lvl="0" marL="342900" rtl="0" algn="l">
              <a:spcBef>
                <a:spcPts val="440"/>
              </a:spcBef>
              <a:spcAft>
                <a:spcPts val="0"/>
              </a:spcAft>
              <a:buClr>
                <a:schemeClr val="dk2"/>
              </a:buClr>
              <a:buSzPts val="2200"/>
              <a:buChar char="•"/>
            </a:pPr>
            <a:r>
              <a:rPr lang="en-US">
                <a:solidFill>
                  <a:schemeClr val="dk2"/>
                </a:solidFill>
                <a:latin typeface="Helvetica Neue"/>
                <a:ea typeface="Helvetica Neue"/>
                <a:cs typeface="Helvetica Neue"/>
                <a:sym typeface="Helvetica Neue"/>
              </a:rPr>
              <a:t>Weekly Task</a:t>
            </a:r>
            <a:endParaRPr/>
          </a:p>
          <a:p>
            <a:pPr indent="-285750" lvl="1" marL="742950" rtl="0" algn="l">
              <a:spcBef>
                <a:spcPts val="360"/>
              </a:spcBef>
              <a:spcAft>
                <a:spcPts val="0"/>
              </a:spcAft>
              <a:buClr>
                <a:schemeClr val="dk1"/>
              </a:buClr>
              <a:buSzPts val="1800"/>
              <a:buChar char="–"/>
            </a:pPr>
            <a:r>
              <a:rPr lang="en-US" sz="1800">
                <a:latin typeface="Helvetica Neue"/>
                <a:ea typeface="Helvetica Neue"/>
                <a:cs typeface="Helvetica Neue"/>
                <a:sym typeface="Helvetica Neue"/>
              </a:rPr>
              <a:t>Coding Tasks</a:t>
            </a:r>
            <a:endParaRPr/>
          </a:p>
        </p:txBody>
      </p:sp>
      <p:sp>
        <p:nvSpPr>
          <p:cNvPr id="255" name="Google Shape;255;p20"/>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1"/>
          <p:cNvSpPr txBox="1"/>
          <p:nvPr>
            <p:ph type="title"/>
          </p:nvPr>
        </p:nvSpPr>
        <p:spPr>
          <a:xfrm>
            <a:off x="3568896" y="487010"/>
            <a:ext cx="4517269" cy="459451"/>
          </a:xfrm>
          <a:prstGeom prst="rect">
            <a:avLst/>
          </a:prstGeom>
          <a:noFill/>
          <a:ln>
            <a:noFill/>
          </a:ln>
        </p:spPr>
        <p:txBody>
          <a:bodyPr anchorCtr="0" anchor="ctr" bIns="0" lIns="0" spcFirstLastPara="1" rIns="0" wrap="square" tIns="11200">
            <a:spAutoFit/>
          </a:bodyPr>
          <a:lstStyle/>
          <a:p>
            <a:pPr indent="0" lvl="0" marL="11206" rtl="0" algn="ctr">
              <a:spcBef>
                <a:spcPts val="0"/>
              </a:spcBef>
              <a:spcAft>
                <a:spcPts val="0"/>
              </a:spcAft>
              <a:buClr>
                <a:schemeClr val="dk1"/>
              </a:buClr>
              <a:buSzPts val="2912"/>
              <a:buFont typeface="Helvetica Neue"/>
              <a:buNone/>
            </a:pPr>
            <a:r>
              <a:rPr lang="en-US" sz="2912">
                <a:latin typeface="Helvetica Neue"/>
                <a:ea typeface="Helvetica Neue"/>
                <a:cs typeface="Helvetica Neue"/>
                <a:sym typeface="Helvetica Neue"/>
              </a:rPr>
              <a:t>Course Contents</a:t>
            </a:r>
            <a:endParaRPr sz="2912">
              <a:latin typeface="Helvetica Neue"/>
              <a:ea typeface="Helvetica Neue"/>
              <a:cs typeface="Helvetica Neue"/>
              <a:sym typeface="Helvetica Neue"/>
            </a:endParaRPr>
          </a:p>
        </p:txBody>
      </p:sp>
      <p:sp>
        <p:nvSpPr>
          <p:cNvPr id="262" name="Google Shape;262;p21"/>
          <p:cNvSpPr txBox="1"/>
          <p:nvPr>
            <p:ph idx="12" type="sldNum"/>
          </p:nvPr>
        </p:nvSpPr>
        <p:spPr>
          <a:xfrm>
            <a:off x="9368117" y="5691659"/>
            <a:ext cx="2510118" cy="155940"/>
          </a:xfrm>
          <a:prstGeom prst="rect">
            <a:avLst/>
          </a:prstGeom>
          <a:noFill/>
          <a:ln>
            <a:noFill/>
          </a:ln>
        </p:spPr>
        <p:txBody>
          <a:bodyPr anchorCtr="0" anchor="ctr" bIns="0" lIns="0" spcFirstLastPara="1" rIns="0" wrap="square" tIns="0">
            <a:spAutoFit/>
          </a:bodyPr>
          <a:lstStyle/>
          <a:p>
            <a:pPr indent="0" lvl="0" marL="33619" rtl="0" algn="r">
              <a:lnSpc>
                <a:spcPct val="125700"/>
              </a:lnSpc>
              <a:spcBef>
                <a:spcPts val="0"/>
              </a:spcBef>
              <a:spcAft>
                <a:spcPts val="0"/>
              </a:spcAft>
              <a:buNone/>
            </a:pPr>
            <a:fld id="{00000000-1234-1234-1234-123412341234}" type="slidenum">
              <a:rPr lang="en-US"/>
              <a:t>‹#›</a:t>
            </a:fld>
            <a:endParaRPr/>
          </a:p>
        </p:txBody>
      </p:sp>
      <p:sp>
        <p:nvSpPr>
          <p:cNvPr id="263" name="Google Shape;263;p21"/>
          <p:cNvSpPr txBox="1"/>
          <p:nvPr/>
        </p:nvSpPr>
        <p:spPr>
          <a:xfrm>
            <a:off x="755187" y="1338040"/>
            <a:ext cx="6427694" cy="3831083"/>
          </a:xfrm>
          <a:prstGeom prst="rect">
            <a:avLst/>
          </a:prstGeom>
          <a:noFill/>
          <a:ln>
            <a:noFill/>
          </a:ln>
        </p:spPr>
        <p:txBody>
          <a:bodyPr anchorCtr="0" anchor="t" bIns="0" lIns="0" spcFirstLastPara="1" rIns="0" wrap="square" tIns="36400">
            <a:spAutoFit/>
          </a:bodyPr>
          <a:lstStyle/>
          <a:p>
            <a:pPr indent="0" lvl="0" marL="274559" marR="0" rtl="0" algn="just">
              <a:spcBef>
                <a:spcPts val="0"/>
              </a:spcBef>
              <a:spcAft>
                <a:spcPts val="0"/>
              </a:spcAft>
              <a:buNone/>
            </a:pPr>
            <a:r>
              <a:rPr b="1" i="0" lang="en-US" sz="2400" u="none" cap="none" strike="noStrike">
                <a:solidFill>
                  <a:srgbClr val="0070C0"/>
                </a:solidFill>
                <a:latin typeface="Helvetica Neue"/>
                <a:ea typeface="Helvetica Neue"/>
                <a:cs typeface="Helvetica Neue"/>
                <a:sym typeface="Helvetica Neue"/>
              </a:rPr>
              <a:t>Outline</a:t>
            </a:r>
            <a:endParaRPr b="1" i="0" sz="2400" u="none" cap="none" strike="noStrike">
              <a:solidFill>
                <a:srgbClr val="0070C0"/>
              </a:solidFill>
              <a:latin typeface="Helvetica Neue"/>
              <a:ea typeface="Helvetica Neue"/>
              <a:cs typeface="Helvetica Neue"/>
              <a:sym typeface="Helvetica Neue"/>
            </a:endParaRPr>
          </a:p>
          <a:p>
            <a:pPr indent="0" lvl="0" marL="274559" marR="0" rtl="0" algn="just">
              <a:spcBef>
                <a:spcPts val="287"/>
              </a:spcBef>
              <a:spcAft>
                <a:spcPts val="0"/>
              </a:spcAft>
              <a:buNone/>
            </a:pPr>
            <a:r>
              <a:t/>
            </a:r>
            <a:endParaRPr b="0" i="0" sz="1588" u="none" cap="none" strike="noStrike">
              <a:solidFill>
                <a:srgbClr val="0070C0"/>
              </a:solidFill>
              <a:latin typeface="Helvetica Neue"/>
              <a:ea typeface="Helvetica Neue"/>
              <a:cs typeface="Helvetica Neue"/>
              <a:sym typeface="Helvetica Neue"/>
            </a:endParaRPr>
          </a:p>
          <a:p>
            <a:pPr indent="-342900" lvl="0" marL="354106" marR="252705" rtl="0" algn="just">
              <a:lnSpc>
                <a:spcPct val="106600"/>
              </a:lnSpc>
              <a:spcBef>
                <a:spcPts val="75"/>
              </a:spcBef>
              <a:spcAft>
                <a:spcPts val="0"/>
              </a:spcAft>
              <a:buClr>
                <a:schemeClr val="dk1"/>
              </a:buClr>
              <a:buSzPts val="1600"/>
              <a:buFont typeface="Calibri"/>
              <a:buAutoNum type="arabicPeriod"/>
            </a:pPr>
            <a:r>
              <a:rPr b="0" i="0" lang="en-US" sz="1600" u="none" cap="none" strike="noStrike">
                <a:solidFill>
                  <a:schemeClr val="dk1"/>
                </a:solidFill>
                <a:latin typeface="Helvetica Neue"/>
                <a:ea typeface="Helvetica Neue"/>
                <a:cs typeface="Helvetica Neue"/>
                <a:sym typeface="Helvetica Neue"/>
              </a:rPr>
              <a:t>Introduction to course and pedagogy</a:t>
            </a:r>
            <a:endParaRPr b="0" i="0" sz="1600" u="none" cap="none" strike="noStrike">
              <a:solidFill>
                <a:schemeClr val="dk1"/>
              </a:solidFill>
              <a:latin typeface="Helvetica Neue"/>
              <a:ea typeface="Helvetica Neue"/>
              <a:cs typeface="Helvetica Neue"/>
              <a:sym typeface="Helvetica Neue"/>
            </a:endParaRPr>
          </a:p>
          <a:p>
            <a:pPr indent="-342900" lvl="0" marL="354106" marR="252705" rtl="0" algn="just">
              <a:lnSpc>
                <a:spcPct val="106600"/>
              </a:lnSpc>
              <a:spcBef>
                <a:spcPts val="75"/>
              </a:spcBef>
              <a:spcAft>
                <a:spcPts val="0"/>
              </a:spcAft>
              <a:buClr>
                <a:schemeClr val="dk1"/>
              </a:buClr>
              <a:buSzPts val="1600"/>
              <a:buFont typeface="Calibri"/>
              <a:buAutoNum type="arabicPeriod"/>
            </a:pPr>
            <a:r>
              <a:rPr b="0" i="0" lang="en-US" sz="1600" u="none" cap="none" strike="noStrike">
                <a:solidFill>
                  <a:schemeClr val="dk1"/>
                </a:solidFill>
                <a:latin typeface="Helvetica Neue"/>
                <a:ea typeface="Helvetica Neue"/>
                <a:cs typeface="Helvetica Neue"/>
                <a:sym typeface="Helvetica Neue"/>
              </a:rPr>
              <a:t>Logical architecture – 3 tier and N-tier  architectures</a:t>
            </a:r>
            <a:endParaRPr b="0" i="0" sz="1600" u="none" cap="none" strike="noStrike">
              <a:solidFill>
                <a:schemeClr val="dk1"/>
              </a:solidFill>
              <a:latin typeface="Helvetica Neue"/>
              <a:ea typeface="Helvetica Neue"/>
              <a:cs typeface="Helvetica Neue"/>
              <a:sym typeface="Helvetica Neue"/>
            </a:endParaRPr>
          </a:p>
          <a:p>
            <a:pPr indent="-342900" lvl="0" marL="354106" marR="252705" rtl="0" algn="just">
              <a:lnSpc>
                <a:spcPct val="106600"/>
              </a:lnSpc>
              <a:spcBef>
                <a:spcPts val="75"/>
              </a:spcBef>
              <a:spcAft>
                <a:spcPts val="0"/>
              </a:spcAft>
              <a:buClr>
                <a:schemeClr val="dk1"/>
              </a:buClr>
              <a:buSzPts val="1600"/>
              <a:buFont typeface="Calibri"/>
              <a:buAutoNum type="arabicPeriod"/>
            </a:pPr>
            <a:r>
              <a:rPr b="0" i="0" lang="en-US" sz="1600" u="none" cap="none" strike="noStrike">
                <a:solidFill>
                  <a:schemeClr val="dk1"/>
                </a:solidFill>
                <a:latin typeface="Helvetica Neue"/>
                <a:ea typeface="Helvetica Neue"/>
                <a:cs typeface="Helvetica Neue"/>
                <a:sym typeface="Helvetica Neue"/>
              </a:rPr>
              <a:t>Overview of OOP, OOAD and UML</a:t>
            </a:r>
            <a:endParaRPr/>
          </a:p>
          <a:p>
            <a:pPr indent="-342900" lvl="0" marL="354106" marR="209561" rtl="0" algn="just">
              <a:lnSpc>
                <a:spcPct val="107200"/>
              </a:lnSpc>
              <a:spcBef>
                <a:spcPts val="0"/>
              </a:spcBef>
              <a:spcAft>
                <a:spcPts val="0"/>
              </a:spcAft>
              <a:buClr>
                <a:schemeClr val="dk1"/>
              </a:buClr>
              <a:buSzPts val="1600"/>
              <a:buFont typeface="Calibri"/>
              <a:buAutoNum type="arabicPeriod"/>
            </a:pPr>
            <a:r>
              <a:rPr b="0" i="0" lang="en-US" sz="1600" u="none" cap="none" strike="noStrike">
                <a:solidFill>
                  <a:schemeClr val="dk1"/>
                </a:solidFill>
                <a:latin typeface="Helvetica Neue"/>
                <a:ea typeface="Helvetica Neue"/>
                <a:cs typeface="Helvetica Neue"/>
                <a:sym typeface="Helvetica Neue"/>
              </a:rPr>
              <a:t>Capturing User requirements via Use-Cases</a:t>
            </a:r>
            <a:endParaRPr b="0" i="0" sz="1600" u="none" cap="none" strike="noStrike">
              <a:solidFill>
                <a:schemeClr val="dk1"/>
              </a:solidFill>
              <a:latin typeface="Helvetica Neue"/>
              <a:ea typeface="Helvetica Neue"/>
              <a:cs typeface="Helvetica Neue"/>
              <a:sym typeface="Helvetica Neue"/>
            </a:endParaRPr>
          </a:p>
          <a:p>
            <a:pPr indent="-342900" lvl="0" marL="354107" marR="0" rtl="0" algn="just">
              <a:lnSpc>
                <a:spcPct val="101187"/>
              </a:lnSpc>
              <a:spcBef>
                <a:spcPts val="128"/>
              </a:spcBef>
              <a:spcAft>
                <a:spcPts val="0"/>
              </a:spcAft>
              <a:buClr>
                <a:schemeClr val="dk1"/>
              </a:buClr>
              <a:buSzPts val="1511"/>
              <a:buFont typeface="Calibri"/>
              <a:buAutoNum type="arabicPeriod"/>
            </a:pPr>
            <a:r>
              <a:rPr b="0" i="0" lang="en-US" sz="1600" u="none" cap="none" strike="noStrike">
                <a:solidFill>
                  <a:schemeClr val="dk1"/>
                </a:solidFill>
                <a:latin typeface="Helvetica Neue"/>
                <a:ea typeface="Helvetica Neue"/>
                <a:cs typeface="Helvetica Neue"/>
                <a:sym typeface="Helvetica Neue"/>
              </a:rPr>
              <a:t>Understanding problem domain-Domain Model</a:t>
            </a:r>
            <a:endParaRPr/>
          </a:p>
          <a:p>
            <a:pPr indent="-342900" lvl="0" marL="353546" marR="582177" rtl="0" algn="just">
              <a:lnSpc>
                <a:spcPct val="70000"/>
              </a:lnSpc>
              <a:spcBef>
                <a:spcPts val="710"/>
              </a:spcBef>
              <a:spcAft>
                <a:spcPts val="0"/>
              </a:spcAft>
              <a:buClr>
                <a:schemeClr val="dk1"/>
              </a:buClr>
              <a:buSzPts val="1511"/>
              <a:buFont typeface="Calibri"/>
              <a:buAutoNum type="arabicPeriod"/>
            </a:pPr>
            <a:r>
              <a:rPr b="0" i="0" lang="en-US" sz="1600" u="none" cap="none" strike="noStrike">
                <a:solidFill>
                  <a:schemeClr val="dk1"/>
                </a:solidFill>
                <a:latin typeface="Helvetica Neue"/>
                <a:ea typeface="Helvetica Neue"/>
                <a:cs typeface="Helvetica Neue"/>
                <a:sym typeface="Helvetica Neue"/>
              </a:rPr>
              <a:t>Analyzing actor actions – System  sequence diagrams</a:t>
            </a:r>
            <a:endParaRPr b="0" i="0" sz="1600" u="none" cap="none" strike="noStrike">
              <a:solidFill>
                <a:schemeClr val="dk1"/>
              </a:solidFill>
              <a:latin typeface="Helvetica Neue"/>
              <a:ea typeface="Helvetica Neue"/>
              <a:cs typeface="Helvetica Neue"/>
              <a:sym typeface="Helvetica Neue"/>
            </a:endParaRPr>
          </a:p>
          <a:p>
            <a:pPr indent="-342900" lvl="0" marL="353546" marR="223569" rtl="0" algn="just">
              <a:lnSpc>
                <a:spcPct val="70000"/>
              </a:lnSpc>
              <a:spcBef>
                <a:spcPts val="697"/>
              </a:spcBef>
              <a:spcAft>
                <a:spcPts val="0"/>
              </a:spcAft>
              <a:buClr>
                <a:schemeClr val="dk1"/>
              </a:buClr>
              <a:buSzPts val="1511"/>
              <a:buFont typeface="Calibri"/>
              <a:buAutoNum type="arabicPeriod"/>
            </a:pPr>
            <a:r>
              <a:rPr b="0" i="0" lang="en-US" sz="1600" u="none" cap="none" strike="noStrike">
                <a:solidFill>
                  <a:schemeClr val="dk1"/>
                </a:solidFill>
                <a:latin typeface="Helvetica Neue"/>
                <a:ea typeface="Helvetica Neue"/>
                <a:cs typeface="Helvetica Neue"/>
                <a:sym typeface="Helvetica Neue"/>
              </a:rPr>
              <a:t>Modeling dynamic software behavior  using sequence diagrams</a:t>
            </a:r>
            <a:endParaRPr b="0" i="0" sz="1600" u="none" cap="none" strike="noStrike">
              <a:solidFill>
                <a:schemeClr val="dk1"/>
              </a:solidFill>
              <a:latin typeface="Helvetica Neue"/>
              <a:ea typeface="Helvetica Neue"/>
              <a:cs typeface="Helvetica Neue"/>
              <a:sym typeface="Helvetica Neue"/>
            </a:endParaRPr>
          </a:p>
          <a:p>
            <a:pPr indent="-342900" lvl="0" marL="353546" marR="223569" rtl="0" algn="just">
              <a:lnSpc>
                <a:spcPct val="70000"/>
              </a:lnSpc>
              <a:spcBef>
                <a:spcPts val="697"/>
              </a:spcBef>
              <a:spcAft>
                <a:spcPts val="0"/>
              </a:spcAft>
              <a:buClr>
                <a:schemeClr val="dk1"/>
              </a:buClr>
              <a:buSzPts val="1511"/>
              <a:buFont typeface="Calibri"/>
              <a:buAutoNum type="arabicPeriod"/>
            </a:pPr>
            <a:r>
              <a:rPr b="0" i="0" lang="en-US" sz="1600" u="none" cap="none" strike="noStrike">
                <a:solidFill>
                  <a:schemeClr val="dk1"/>
                </a:solidFill>
                <a:latin typeface="Helvetica Neue"/>
                <a:ea typeface="Helvetica Neue"/>
                <a:cs typeface="Helvetica Neue"/>
                <a:sym typeface="Helvetica Neue"/>
              </a:rPr>
              <a:t>Design class diagrams</a:t>
            </a:r>
            <a:endParaRPr/>
          </a:p>
          <a:p>
            <a:pPr indent="-342900" lvl="0" marL="353546" marR="223569" rtl="0" algn="just">
              <a:lnSpc>
                <a:spcPct val="70000"/>
              </a:lnSpc>
              <a:spcBef>
                <a:spcPts val="697"/>
              </a:spcBef>
              <a:spcAft>
                <a:spcPts val="0"/>
              </a:spcAft>
              <a:buClr>
                <a:schemeClr val="dk1"/>
              </a:buClr>
              <a:buSzPts val="1511"/>
              <a:buFont typeface="Calibri"/>
              <a:buAutoNum type="arabicPeriod"/>
            </a:pPr>
            <a:r>
              <a:rPr b="0" i="0" lang="en-US" sz="1600" u="none" cap="none" strike="noStrike">
                <a:solidFill>
                  <a:schemeClr val="dk1"/>
                </a:solidFill>
                <a:latin typeface="Helvetica Neue"/>
                <a:ea typeface="Helvetica Neue"/>
                <a:cs typeface="Helvetica Neue"/>
                <a:sym typeface="Helvetica Neue"/>
              </a:rPr>
              <a:t>Designing for visibility (Mapping design to code)</a:t>
            </a:r>
            <a:endParaRPr b="0" i="0" sz="1600" u="none" cap="none" strike="noStrike">
              <a:solidFill>
                <a:schemeClr val="dk1"/>
              </a:solidFill>
              <a:latin typeface="Helvetica Neue"/>
              <a:ea typeface="Helvetica Neue"/>
              <a:cs typeface="Helvetica Neue"/>
              <a:sym typeface="Helvetica Neue"/>
            </a:endParaRPr>
          </a:p>
          <a:p>
            <a:pPr indent="-342900" lvl="0" marL="353546" marR="4483" rtl="0" algn="just">
              <a:lnSpc>
                <a:spcPct val="70000"/>
              </a:lnSpc>
              <a:spcBef>
                <a:spcPts val="710"/>
              </a:spcBef>
              <a:spcAft>
                <a:spcPts val="0"/>
              </a:spcAft>
              <a:buClr>
                <a:schemeClr val="dk1"/>
              </a:buClr>
              <a:buSzPts val="1511"/>
              <a:buFont typeface="Calibri"/>
              <a:buAutoNum type="arabicPeriod"/>
            </a:pPr>
            <a:r>
              <a:rPr b="0" i="0" lang="en-US" sz="1600" u="none" cap="none" strike="noStrike">
                <a:solidFill>
                  <a:schemeClr val="dk1"/>
                </a:solidFill>
                <a:latin typeface="Helvetica Neue"/>
                <a:ea typeface="Helvetica Neue"/>
                <a:cs typeface="Helvetica Neue"/>
                <a:sym typeface="Helvetica Neue"/>
              </a:rPr>
              <a:t>Assigning roles and responsibilities using  GRASP</a:t>
            </a:r>
            <a:endParaRPr b="0" i="0" sz="1600" u="none" cap="none" strike="noStrike">
              <a:solidFill>
                <a:schemeClr val="dk1"/>
              </a:solidFill>
              <a:latin typeface="Helvetica Neue"/>
              <a:ea typeface="Helvetica Neue"/>
              <a:cs typeface="Helvetica Neue"/>
              <a:sym typeface="Helvetica Neue"/>
            </a:endParaRPr>
          </a:p>
          <a:p>
            <a:pPr indent="-342900" lvl="0" marL="353546" marR="4483" rtl="0" algn="just">
              <a:lnSpc>
                <a:spcPct val="70000"/>
              </a:lnSpc>
              <a:spcBef>
                <a:spcPts val="710"/>
              </a:spcBef>
              <a:spcAft>
                <a:spcPts val="0"/>
              </a:spcAft>
              <a:buClr>
                <a:schemeClr val="dk1"/>
              </a:buClr>
              <a:buSzPts val="1511"/>
              <a:buFont typeface="Calibri"/>
              <a:buAutoNum type="arabicPeriod"/>
            </a:pPr>
            <a:r>
              <a:rPr b="0" i="0" lang="en-US" sz="1600" u="none" cap="none" strike="noStrike">
                <a:solidFill>
                  <a:schemeClr val="dk1"/>
                </a:solidFill>
                <a:latin typeface="Helvetica Neue"/>
                <a:ea typeface="Helvetica Neue"/>
                <a:cs typeface="Helvetica Neue"/>
                <a:sym typeface="Helvetica Neue"/>
              </a:rPr>
              <a:t>Learning from industry experience – Gang  of Four design patterns</a:t>
            </a:r>
            <a:endParaRPr b="0" i="0" sz="1600" u="none" cap="none" strike="noStrike">
              <a:solidFill>
                <a:schemeClr val="dk1"/>
              </a:solidFill>
              <a:latin typeface="Helvetica Neue"/>
              <a:ea typeface="Helvetica Neue"/>
              <a:cs typeface="Helvetica Neue"/>
              <a:sym typeface="Helvetica Neue"/>
            </a:endParaRPr>
          </a:p>
          <a:p>
            <a:pPr indent="-342900" lvl="0" marL="354107" marR="0" rtl="0" algn="just">
              <a:spcBef>
                <a:spcPts val="128"/>
              </a:spcBef>
              <a:spcAft>
                <a:spcPts val="0"/>
              </a:spcAft>
              <a:buClr>
                <a:schemeClr val="dk1"/>
              </a:buClr>
              <a:buSzPts val="1511"/>
              <a:buFont typeface="Calibri"/>
              <a:buAutoNum type="arabicPeriod"/>
            </a:pPr>
            <a:r>
              <a:rPr b="0" i="0" lang="en-US" sz="1600" u="none" cap="none" strike="noStrike">
                <a:solidFill>
                  <a:schemeClr val="dk1"/>
                </a:solidFill>
                <a:latin typeface="Helvetica Neue"/>
                <a:ea typeface="Helvetica Neue"/>
                <a:cs typeface="Helvetica Neue"/>
                <a:sym typeface="Helvetica Neue"/>
              </a:rPr>
              <a:t>Packaging and deploying software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2"/>
          <p:cNvSpPr txBox="1"/>
          <p:nvPr>
            <p:ph type="title"/>
          </p:nvPr>
        </p:nvSpPr>
        <p:spPr>
          <a:xfrm>
            <a:off x="923925" y="154255"/>
            <a:ext cx="10972800" cy="11430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Course Content</a:t>
            </a:r>
            <a:endParaRPr/>
          </a:p>
        </p:txBody>
      </p:sp>
      <p:graphicFrame>
        <p:nvGraphicFramePr>
          <p:cNvPr id="269" name="Google Shape;269;p22"/>
          <p:cNvGraphicFramePr/>
          <p:nvPr/>
        </p:nvGraphicFramePr>
        <p:xfrm>
          <a:off x="2552700" y="1457325"/>
          <a:ext cx="3000000" cy="3000000"/>
        </p:xfrm>
        <a:graphic>
          <a:graphicData uri="http://schemas.openxmlformats.org/drawingml/2006/table">
            <a:tbl>
              <a:tblPr bandRow="1" firstRow="1">
                <a:noFill/>
                <a:tableStyleId>{145E0AF0-D17D-4758-B639-3A15DE2A9DE9}</a:tableStyleId>
              </a:tblPr>
              <a:tblGrid>
                <a:gridCol w="4914900"/>
                <a:gridCol w="2171700"/>
              </a:tblGrid>
              <a:tr h="1310250">
                <a:tc>
                  <a:txBody>
                    <a:bodyPr/>
                    <a:lstStyle/>
                    <a:p>
                      <a:pPr indent="-285750" lvl="0" marL="285750" marR="0" rtl="0" algn="l">
                        <a:lnSpc>
                          <a:spcPct val="80000"/>
                        </a:lnSpc>
                        <a:spcBef>
                          <a:spcPts val="0"/>
                        </a:spcBef>
                        <a:spcAft>
                          <a:spcPts val="0"/>
                        </a:spcAft>
                        <a:buClr>
                          <a:schemeClr val="dk1"/>
                        </a:buClr>
                        <a:buSzPts val="1600"/>
                        <a:buFont typeface="Arial"/>
                        <a:buChar char="•"/>
                      </a:pPr>
                      <a:r>
                        <a:rPr b="0" lang="en-US" sz="1600" u="none" cap="none" strike="noStrike">
                          <a:solidFill>
                            <a:schemeClr val="dk1"/>
                          </a:solidFill>
                          <a:latin typeface="Helvetica Neue"/>
                          <a:ea typeface="Helvetica Neue"/>
                          <a:cs typeface="Helvetica Neue"/>
                          <a:sym typeface="Helvetica Neue"/>
                        </a:rPr>
                        <a:t>OOP Basics</a:t>
                      </a:r>
                      <a:endParaRPr/>
                    </a:p>
                    <a:p>
                      <a:pPr indent="-285750" lvl="0" marL="285750" marR="0" rtl="0" algn="l">
                        <a:lnSpc>
                          <a:spcPct val="80000"/>
                        </a:lnSpc>
                        <a:spcBef>
                          <a:spcPts val="0"/>
                        </a:spcBef>
                        <a:spcAft>
                          <a:spcPts val="0"/>
                        </a:spcAft>
                        <a:buClr>
                          <a:schemeClr val="dk1"/>
                        </a:buClr>
                        <a:buSzPts val="1600"/>
                        <a:buFont typeface="Arial"/>
                        <a:buChar char="•"/>
                      </a:pPr>
                      <a:r>
                        <a:rPr b="0" lang="en-US" sz="1600" u="none" cap="none" strike="noStrike">
                          <a:solidFill>
                            <a:schemeClr val="dk1"/>
                          </a:solidFill>
                          <a:latin typeface="Helvetica Neue"/>
                          <a:ea typeface="Helvetica Neue"/>
                          <a:cs typeface="Helvetica Neue"/>
                          <a:sym typeface="Helvetica Neue"/>
                        </a:rPr>
                        <a:t>Three tier architecture</a:t>
                      </a:r>
                      <a:endParaRPr/>
                    </a:p>
                    <a:p>
                      <a:pPr indent="-285750" lvl="0" marL="285750" marR="0" rtl="0" algn="l">
                        <a:lnSpc>
                          <a:spcPct val="80000"/>
                        </a:lnSpc>
                        <a:spcBef>
                          <a:spcPts val="0"/>
                        </a:spcBef>
                        <a:spcAft>
                          <a:spcPts val="0"/>
                        </a:spcAft>
                        <a:buClr>
                          <a:schemeClr val="dk1"/>
                        </a:buClr>
                        <a:buSzPts val="1600"/>
                        <a:buFont typeface="Arial"/>
                        <a:buChar char="•"/>
                      </a:pPr>
                      <a:r>
                        <a:rPr b="0" lang="en-US" sz="1600" u="none" cap="none" strike="noStrike">
                          <a:solidFill>
                            <a:schemeClr val="dk1"/>
                          </a:solidFill>
                          <a:latin typeface="Helvetica Neue"/>
                          <a:ea typeface="Helvetica Neue"/>
                          <a:cs typeface="Helvetica Neue"/>
                          <a:sym typeface="Helvetica Neue"/>
                        </a:rPr>
                        <a:t>Requirements elicitation</a:t>
                      </a:r>
                      <a:endParaRPr/>
                    </a:p>
                    <a:p>
                      <a:pPr indent="-285750" lvl="0" marL="285750" marR="0" rtl="0" algn="l">
                        <a:lnSpc>
                          <a:spcPct val="80000"/>
                        </a:lnSpc>
                        <a:spcBef>
                          <a:spcPts val="0"/>
                        </a:spcBef>
                        <a:spcAft>
                          <a:spcPts val="0"/>
                        </a:spcAft>
                        <a:buClr>
                          <a:schemeClr val="dk1"/>
                        </a:buClr>
                        <a:buSzPts val="1600"/>
                        <a:buFont typeface="Arial"/>
                        <a:buChar char="•"/>
                      </a:pPr>
                      <a:r>
                        <a:rPr b="0" lang="en-US" sz="1600" u="none" cap="none" strike="noStrike">
                          <a:solidFill>
                            <a:schemeClr val="dk1"/>
                          </a:solidFill>
                          <a:latin typeface="Helvetica Neue"/>
                          <a:ea typeface="Helvetica Neue"/>
                          <a:cs typeface="Helvetica Neue"/>
                          <a:sym typeface="Helvetica Neue"/>
                        </a:rPr>
                        <a:t>Use cases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80000"/>
                        </a:lnSpc>
                        <a:spcBef>
                          <a:spcPts val="0"/>
                        </a:spcBef>
                        <a:spcAft>
                          <a:spcPts val="0"/>
                        </a:spcAft>
                        <a:buNone/>
                      </a:pPr>
                      <a:r>
                        <a:rPr b="0" lang="en-US" sz="1600" u="none" cap="none" strike="noStrike">
                          <a:solidFill>
                            <a:schemeClr val="dk1"/>
                          </a:solidFill>
                          <a:latin typeface="Helvetica Neue"/>
                          <a:ea typeface="Helvetica Neue"/>
                          <a:cs typeface="Helvetica Neue"/>
                          <a:sym typeface="Helvetica Neue"/>
                        </a:rPr>
                        <a:t>FIRST SESSION</a:t>
                      </a:r>
                      <a:endParaRPr/>
                    </a:p>
                    <a:p>
                      <a:pPr indent="0" lvl="0" marL="0" marR="0" rtl="0" algn="ctr">
                        <a:lnSpc>
                          <a:spcPct val="80000"/>
                        </a:lnSpc>
                        <a:spcBef>
                          <a:spcPts val="0"/>
                        </a:spcBef>
                        <a:spcAft>
                          <a:spcPts val="0"/>
                        </a:spcAft>
                        <a:buNone/>
                      </a:pPr>
                      <a:r>
                        <a:t/>
                      </a:r>
                      <a:endParaRPr b="0" sz="1600" u="none" cap="none" strike="noStrike">
                        <a:solidFill>
                          <a:schemeClr val="dk1"/>
                        </a:solidFill>
                        <a:latin typeface="Helvetica Neue"/>
                        <a:ea typeface="Helvetica Neue"/>
                        <a:cs typeface="Helvetica Neue"/>
                        <a:sym typeface="Helvetica Neue"/>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584975">
                <a:tc>
                  <a:txBody>
                    <a:bodyPr/>
                    <a:lstStyle/>
                    <a:p>
                      <a:pPr indent="-285750" lvl="0" marL="285750" marR="0" rtl="0" algn="l">
                        <a:lnSpc>
                          <a:spcPct val="80000"/>
                        </a:lnSpc>
                        <a:spcBef>
                          <a:spcPts val="0"/>
                        </a:spcBef>
                        <a:spcAft>
                          <a:spcPts val="0"/>
                        </a:spcAft>
                        <a:buClr>
                          <a:schemeClr val="dk1"/>
                        </a:buClr>
                        <a:buSzPts val="1600"/>
                        <a:buFont typeface="Arial"/>
                        <a:buChar char="•"/>
                      </a:pPr>
                      <a:r>
                        <a:rPr b="0" lang="en-US" sz="1600" u="none" cap="none" strike="noStrike">
                          <a:solidFill>
                            <a:schemeClr val="dk1"/>
                          </a:solidFill>
                          <a:latin typeface="Helvetica Neue"/>
                          <a:ea typeface="Helvetica Neue"/>
                          <a:cs typeface="Helvetica Neue"/>
                          <a:sym typeface="Helvetica Neue"/>
                        </a:rPr>
                        <a:t>Domain modeling</a:t>
                      </a:r>
                      <a:endParaRPr/>
                    </a:p>
                    <a:p>
                      <a:pPr indent="-285750" lvl="0" marL="285750" marR="0" rtl="0" algn="l">
                        <a:lnSpc>
                          <a:spcPct val="80000"/>
                        </a:lnSpc>
                        <a:spcBef>
                          <a:spcPts val="0"/>
                        </a:spcBef>
                        <a:spcAft>
                          <a:spcPts val="0"/>
                        </a:spcAft>
                        <a:buClr>
                          <a:schemeClr val="dk1"/>
                        </a:buClr>
                        <a:buSzPts val="1600"/>
                        <a:buFont typeface="Arial"/>
                        <a:buChar char="•"/>
                      </a:pPr>
                      <a:r>
                        <a:rPr b="0" lang="en-US" sz="1600" u="none" cap="none" strike="noStrike">
                          <a:solidFill>
                            <a:schemeClr val="dk1"/>
                          </a:solidFill>
                          <a:latin typeface="Helvetica Neue"/>
                          <a:ea typeface="Helvetica Neue"/>
                          <a:cs typeface="Helvetica Neue"/>
                          <a:sym typeface="Helvetica Neue"/>
                        </a:rPr>
                        <a:t>Interaction modeling </a:t>
                      </a:r>
                      <a:endParaRPr/>
                    </a:p>
                    <a:p>
                      <a:pPr indent="-285750" lvl="0" marL="285750" marR="0" rtl="0" algn="l">
                        <a:lnSpc>
                          <a:spcPct val="80000"/>
                        </a:lnSpc>
                        <a:spcBef>
                          <a:spcPts val="0"/>
                        </a:spcBef>
                        <a:spcAft>
                          <a:spcPts val="0"/>
                        </a:spcAft>
                        <a:buClr>
                          <a:schemeClr val="dk1"/>
                        </a:buClr>
                        <a:buSzPts val="1600"/>
                        <a:buFont typeface="Arial"/>
                        <a:buChar char="•"/>
                      </a:pPr>
                      <a:r>
                        <a:rPr b="0" lang="en-US" sz="1600" u="none" cap="none" strike="noStrike">
                          <a:solidFill>
                            <a:schemeClr val="dk1"/>
                          </a:solidFill>
                          <a:latin typeface="Helvetica Neue"/>
                          <a:ea typeface="Helvetica Neue"/>
                          <a:cs typeface="Helvetica Neue"/>
                          <a:sym typeface="Helvetica Neue"/>
                        </a:rPr>
                        <a:t>GRASP</a:t>
                      </a:r>
                      <a:endParaRPr/>
                    </a:p>
                    <a:p>
                      <a:pPr indent="-285750" lvl="0" marL="285750" marR="0" rtl="0" algn="l">
                        <a:lnSpc>
                          <a:spcPct val="80000"/>
                        </a:lnSpc>
                        <a:spcBef>
                          <a:spcPts val="0"/>
                        </a:spcBef>
                        <a:spcAft>
                          <a:spcPts val="0"/>
                        </a:spcAft>
                        <a:buClr>
                          <a:schemeClr val="dk1"/>
                        </a:buClr>
                        <a:buSzPts val="1600"/>
                        <a:buFont typeface="Arial"/>
                        <a:buChar char="•"/>
                      </a:pPr>
                      <a:r>
                        <a:rPr b="0" lang="en-US" sz="1600" u="none" cap="none" strike="noStrike">
                          <a:solidFill>
                            <a:schemeClr val="dk1"/>
                          </a:solidFill>
                          <a:latin typeface="Helvetica Neue"/>
                          <a:ea typeface="Helvetica Neue"/>
                          <a:cs typeface="Helvetica Neue"/>
                          <a:sym typeface="Helvetica Neue"/>
                        </a:rPr>
                        <a:t>Behavior modeling</a:t>
                      </a:r>
                      <a:endParaRPr/>
                    </a:p>
                    <a:p>
                      <a:pPr indent="-285750" lvl="0" marL="285750" marR="0" rtl="0" algn="l">
                        <a:lnSpc>
                          <a:spcPct val="80000"/>
                        </a:lnSpc>
                        <a:spcBef>
                          <a:spcPts val="0"/>
                        </a:spcBef>
                        <a:spcAft>
                          <a:spcPts val="0"/>
                        </a:spcAft>
                        <a:buClr>
                          <a:schemeClr val="dk1"/>
                        </a:buClr>
                        <a:buSzPts val="1600"/>
                        <a:buFont typeface="Arial"/>
                        <a:buChar char="•"/>
                      </a:pPr>
                      <a:r>
                        <a:rPr b="0" lang="en-US" sz="1600" u="none" cap="none" strike="noStrike">
                          <a:solidFill>
                            <a:schemeClr val="dk1"/>
                          </a:solidFill>
                          <a:latin typeface="Helvetica Neue"/>
                          <a:ea typeface="Helvetica Neue"/>
                          <a:cs typeface="Helvetica Neue"/>
                          <a:sym typeface="Helvetica Neue"/>
                        </a:rPr>
                        <a:t>Gang of four patterns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80000"/>
                        </a:lnSpc>
                        <a:spcBef>
                          <a:spcPts val="0"/>
                        </a:spcBef>
                        <a:spcAft>
                          <a:spcPts val="0"/>
                        </a:spcAft>
                        <a:buNone/>
                      </a:pPr>
                      <a:r>
                        <a:rPr b="0" lang="en-US" sz="1600" u="none" cap="none" strike="noStrike">
                          <a:solidFill>
                            <a:schemeClr val="dk1"/>
                          </a:solidFill>
                          <a:latin typeface="Helvetica Neue"/>
                          <a:ea typeface="Helvetica Neue"/>
                          <a:cs typeface="Helvetica Neue"/>
                          <a:sym typeface="Helvetica Neue"/>
                        </a:rPr>
                        <a:t>SECOND SESSION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584975">
                <a:tc>
                  <a:txBody>
                    <a:bodyPr/>
                    <a:lstStyle/>
                    <a:p>
                      <a:pPr indent="-285750" lvl="0" marL="285750" marR="0" rtl="0" algn="l">
                        <a:lnSpc>
                          <a:spcPct val="80000"/>
                        </a:lnSpc>
                        <a:spcBef>
                          <a:spcPts val="0"/>
                        </a:spcBef>
                        <a:spcAft>
                          <a:spcPts val="0"/>
                        </a:spcAft>
                        <a:buClr>
                          <a:schemeClr val="dk1"/>
                        </a:buClr>
                        <a:buSzPts val="1600"/>
                        <a:buFont typeface="Arial"/>
                        <a:buChar char="•"/>
                      </a:pPr>
                      <a:r>
                        <a:rPr b="0" lang="en-US" sz="1600" u="none" cap="none" strike="noStrike">
                          <a:solidFill>
                            <a:schemeClr val="dk1"/>
                          </a:solidFill>
                          <a:latin typeface="Helvetica Neue"/>
                          <a:ea typeface="Helvetica Neue"/>
                          <a:cs typeface="Helvetica Neue"/>
                          <a:sym typeface="Helvetica Neue"/>
                        </a:rPr>
                        <a:t>Gang of four patterns</a:t>
                      </a:r>
                      <a:endParaRPr/>
                    </a:p>
                    <a:p>
                      <a:pPr indent="-285750" lvl="0" marL="285750" marR="0" rtl="0" algn="l">
                        <a:lnSpc>
                          <a:spcPct val="80000"/>
                        </a:lnSpc>
                        <a:spcBef>
                          <a:spcPts val="0"/>
                        </a:spcBef>
                        <a:spcAft>
                          <a:spcPts val="0"/>
                        </a:spcAft>
                        <a:buClr>
                          <a:schemeClr val="dk1"/>
                        </a:buClr>
                        <a:buSzPts val="1600"/>
                        <a:buFont typeface="Arial"/>
                        <a:buChar char="•"/>
                      </a:pPr>
                      <a:r>
                        <a:rPr b="0" lang="en-US" sz="1600" u="none" cap="none" strike="noStrike">
                          <a:solidFill>
                            <a:schemeClr val="dk1"/>
                          </a:solidFill>
                          <a:latin typeface="Helvetica Neue"/>
                          <a:ea typeface="Helvetica Neue"/>
                          <a:cs typeface="Helvetica Neue"/>
                          <a:sym typeface="Helvetica Neue"/>
                        </a:rPr>
                        <a:t>Logical Architecture</a:t>
                      </a:r>
                      <a:endParaRPr/>
                    </a:p>
                    <a:p>
                      <a:pPr indent="-285750" lvl="0" marL="285750" marR="0" rtl="0" algn="l">
                        <a:lnSpc>
                          <a:spcPct val="80000"/>
                        </a:lnSpc>
                        <a:spcBef>
                          <a:spcPts val="0"/>
                        </a:spcBef>
                        <a:spcAft>
                          <a:spcPts val="0"/>
                        </a:spcAft>
                        <a:buClr>
                          <a:schemeClr val="dk1"/>
                        </a:buClr>
                        <a:buSzPts val="1600"/>
                        <a:buFont typeface="Arial"/>
                        <a:buChar char="•"/>
                      </a:pPr>
                      <a:r>
                        <a:rPr b="0" lang="en-US" sz="1600" u="none" cap="none" strike="noStrike">
                          <a:solidFill>
                            <a:schemeClr val="dk1"/>
                          </a:solidFill>
                          <a:latin typeface="Helvetica Neue"/>
                          <a:ea typeface="Helvetica Neue"/>
                          <a:cs typeface="Helvetica Neue"/>
                          <a:sym typeface="Helvetica Neue"/>
                        </a:rPr>
                        <a:t>Design to code</a:t>
                      </a:r>
                      <a:endParaRPr/>
                    </a:p>
                    <a:p>
                      <a:pPr indent="-285750" lvl="0" marL="285750" marR="0" rtl="0" algn="l">
                        <a:lnSpc>
                          <a:spcPct val="80000"/>
                        </a:lnSpc>
                        <a:spcBef>
                          <a:spcPts val="0"/>
                        </a:spcBef>
                        <a:spcAft>
                          <a:spcPts val="0"/>
                        </a:spcAft>
                        <a:buClr>
                          <a:schemeClr val="dk1"/>
                        </a:buClr>
                        <a:buSzPts val="1600"/>
                        <a:buFont typeface="Arial"/>
                        <a:buChar char="•"/>
                      </a:pPr>
                      <a:r>
                        <a:rPr b="0" lang="en-US" sz="1600" u="none" cap="none" strike="noStrike">
                          <a:solidFill>
                            <a:schemeClr val="dk1"/>
                          </a:solidFill>
                          <a:latin typeface="Helvetica Neue"/>
                          <a:ea typeface="Helvetica Neue"/>
                          <a:cs typeface="Helvetica Neue"/>
                          <a:sym typeface="Helvetica Neue"/>
                        </a:rPr>
                        <a:t>Software Development tools and configuration management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80000"/>
                        </a:lnSpc>
                        <a:spcBef>
                          <a:spcPts val="0"/>
                        </a:spcBef>
                        <a:spcAft>
                          <a:spcPts val="0"/>
                        </a:spcAft>
                        <a:buNone/>
                      </a:pPr>
                      <a:r>
                        <a:rPr b="0" lang="en-US" sz="1600" u="none" cap="none" strike="noStrike">
                          <a:solidFill>
                            <a:schemeClr val="dk1"/>
                          </a:solidFill>
                          <a:latin typeface="Helvetica Neue"/>
                          <a:ea typeface="Helvetica Neue"/>
                          <a:cs typeface="Helvetica Neue"/>
                          <a:sym typeface="Helvetica Neue"/>
                        </a:rPr>
                        <a:t>THIRD SESSION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270" name="Google Shape;270;p22"/>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Textbooks and Supplementary Reading List</a:t>
            </a:r>
            <a:endParaRPr/>
          </a:p>
        </p:txBody>
      </p:sp>
      <p:sp>
        <p:nvSpPr>
          <p:cNvPr id="276" name="Google Shape;276;p23"/>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152408" lvl="0" marL="196674" rtl="0" algn="just">
              <a:spcBef>
                <a:spcPts val="0"/>
              </a:spcBef>
              <a:spcAft>
                <a:spcPts val="0"/>
              </a:spcAft>
              <a:buClr>
                <a:schemeClr val="dk1"/>
              </a:buClr>
              <a:buSzPts val="1800"/>
              <a:buFont typeface="Arial"/>
              <a:buChar char="•"/>
            </a:pPr>
            <a:r>
              <a:rPr lang="en-US" sz="1800">
                <a:latin typeface="Helvetica Neue"/>
                <a:ea typeface="Helvetica Neue"/>
                <a:cs typeface="Helvetica Neue"/>
                <a:sym typeface="Helvetica Neue"/>
              </a:rPr>
              <a:t>Text Book(s)</a:t>
            </a:r>
            <a:endParaRPr/>
          </a:p>
          <a:p>
            <a:pPr indent="-152967" lvl="1" marL="499248" rtl="0" algn="just">
              <a:spcBef>
                <a:spcPts val="168"/>
              </a:spcBef>
              <a:spcAft>
                <a:spcPts val="0"/>
              </a:spcAft>
              <a:buClr>
                <a:schemeClr val="dk1"/>
              </a:buClr>
              <a:buSzPts val="1800"/>
              <a:buFont typeface="Arial"/>
              <a:buChar char="•"/>
            </a:pPr>
            <a:r>
              <a:rPr lang="en-US" sz="1800">
                <a:latin typeface="Helvetica Neue"/>
                <a:ea typeface="Helvetica Neue"/>
                <a:cs typeface="Helvetica Neue"/>
                <a:sym typeface="Helvetica Neue"/>
              </a:rPr>
              <a:t>Craig Larman, </a:t>
            </a:r>
            <a:r>
              <a:rPr lang="en-US" sz="1800" u="sng">
                <a:latin typeface="Helvetica Neue"/>
                <a:ea typeface="Helvetica Neue"/>
                <a:cs typeface="Helvetica Neue"/>
                <a:sym typeface="Helvetica Neue"/>
              </a:rPr>
              <a:t>Applying UML and Patterns</a:t>
            </a:r>
            <a:r>
              <a:rPr lang="en-US" sz="1800">
                <a:latin typeface="Helvetica Neue"/>
                <a:ea typeface="Helvetica Neue"/>
                <a:cs typeface="Helvetica Neue"/>
                <a:sym typeface="Helvetica Neue"/>
              </a:rPr>
              <a:t>, 3</a:t>
            </a:r>
            <a:r>
              <a:rPr baseline="30000" lang="en-US" sz="1800">
                <a:latin typeface="Helvetica Neue"/>
                <a:ea typeface="Helvetica Neue"/>
                <a:cs typeface="Helvetica Neue"/>
                <a:sym typeface="Helvetica Neue"/>
              </a:rPr>
              <a:t>rd </a:t>
            </a:r>
            <a:r>
              <a:rPr lang="en-US" sz="1800">
                <a:latin typeface="Helvetica Neue"/>
                <a:ea typeface="Helvetica Neue"/>
                <a:cs typeface="Helvetica Neue"/>
                <a:sym typeface="Helvetica Neue"/>
              </a:rPr>
              <a:t>edition, 2004.</a:t>
            </a:r>
            <a:endParaRPr sz="1800">
              <a:latin typeface="Helvetica Neue"/>
              <a:ea typeface="Helvetica Neue"/>
              <a:cs typeface="Helvetica Neue"/>
              <a:sym typeface="Helvetica Neue"/>
            </a:endParaRPr>
          </a:p>
          <a:p>
            <a:pPr indent="-152408" lvl="1" marL="499248" marR="63317" rtl="0" algn="just">
              <a:lnSpc>
                <a:spcPct val="95055"/>
              </a:lnSpc>
              <a:spcBef>
                <a:spcPts val="371"/>
              </a:spcBef>
              <a:spcAft>
                <a:spcPts val="0"/>
              </a:spcAft>
              <a:buClr>
                <a:schemeClr val="dk1"/>
              </a:buClr>
              <a:buSzPts val="1800"/>
              <a:buFont typeface="Arial"/>
              <a:buChar char="•"/>
            </a:pPr>
            <a:r>
              <a:rPr lang="en-US" sz="1800">
                <a:latin typeface="Helvetica Neue"/>
                <a:ea typeface="Helvetica Neue"/>
                <a:cs typeface="Helvetica Neue"/>
                <a:sym typeface="Helvetica Neue"/>
              </a:rPr>
              <a:t>Bernd Bruegge, Allen H. Dutoit, </a:t>
            </a:r>
            <a:r>
              <a:rPr lang="en-US" sz="1800" u="sng">
                <a:latin typeface="Helvetica Neue"/>
                <a:ea typeface="Helvetica Neue"/>
                <a:cs typeface="Helvetica Neue"/>
                <a:sym typeface="Helvetica Neue"/>
              </a:rPr>
              <a:t>Object-Oriented Software Engineering, using  UML, Patterns, and Java</a:t>
            </a:r>
            <a:r>
              <a:rPr lang="en-US" sz="1800">
                <a:latin typeface="Helvetica Neue"/>
                <a:ea typeface="Helvetica Neue"/>
                <a:cs typeface="Helvetica Neue"/>
                <a:sym typeface="Helvetica Neue"/>
              </a:rPr>
              <a:t>.</a:t>
            </a:r>
            <a:endParaRPr sz="1800">
              <a:latin typeface="Helvetica Neue"/>
              <a:ea typeface="Helvetica Neue"/>
              <a:cs typeface="Helvetica Neue"/>
              <a:sym typeface="Helvetica Neue"/>
            </a:endParaRPr>
          </a:p>
          <a:p>
            <a:pPr indent="-152967" lvl="1" marL="499248" rtl="0" algn="just">
              <a:spcBef>
                <a:spcPts val="146"/>
              </a:spcBef>
              <a:spcAft>
                <a:spcPts val="0"/>
              </a:spcAft>
              <a:buClr>
                <a:schemeClr val="dk1"/>
              </a:buClr>
              <a:buSzPts val="1800"/>
              <a:buFont typeface="Arial"/>
              <a:buChar char="•"/>
            </a:pPr>
            <a:r>
              <a:rPr lang="en-US" sz="1800">
                <a:latin typeface="Helvetica Neue"/>
                <a:ea typeface="Helvetica Neue"/>
                <a:cs typeface="Helvetica Neue"/>
                <a:sym typeface="Helvetica Neue"/>
              </a:rPr>
              <a:t>UML 2 Toolkit Published by Wiley Publishing, Inc.</a:t>
            </a:r>
            <a:endParaRPr sz="1800">
              <a:latin typeface="Helvetica Neue"/>
              <a:ea typeface="Helvetica Neue"/>
              <a:cs typeface="Helvetica Neue"/>
              <a:sym typeface="Helvetica Neue"/>
            </a:endParaRPr>
          </a:p>
          <a:p>
            <a:pPr indent="-152967" lvl="1" marL="499248" rtl="0" algn="just">
              <a:spcBef>
                <a:spcPts val="172"/>
              </a:spcBef>
              <a:spcAft>
                <a:spcPts val="0"/>
              </a:spcAft>
              <a:buClr>
                <a:schemeClr val="dk1"/>
              </a:buClr>
              <a:buSzPts val="1800"/>
              <a:buFont typeface="Arial"/>
              <a:buChar char="•"/>
            </a:pPr>
            <a:r>
              <a:rPr lang="en-US" sz="1800">
                <a:latin typeface="Helvetica Neue"/>
                <a:ea typeface="Helvetica Neue"/>
                <a:cs typeface="Helvetica Neue"/>
                <a:sym typeface="Helvetica Neue"/>
              </a:rPr>
              <a:t>UML 2.0, Documentat</a:t>
            </a:r>
            <a:r>
              <a:rPr lang="en-US" sz="1800" u="sng">
                <a:solidFill>
                  <a:schemeClr val="hlink"/>
                </a:solidFill>
                <a:latin typeface="Helvetica Neue"/>
                <a:ea typeface="Helvetica Neue"/>
                <a:cs typeface="Helvetica Neue"/>
                <a:sym typeface="Helvetica Neue"/>
                <a:hlinkClick r:id="rId3"/>
              </a:rPr>
              <a:t>ion:</a:t>
            </a:r>
            <a:r>
              <a:rPr lang="en-US" sz="1800" u="sng">
                <a:solidFill>
                  <a:srgbClr val="0000FF"/>
                </a:solidFill>
                <a:latin typeface="Helvetica Neue"/>
                <a:ea typeface="Helvetica Neue"/>
                <a:cs typeface="Helvetica Neue"/>
                <a:sym typeface="Helvetica Neue"/>
                <a:hlinkClick r:id="rId4">
                  <a:extLst>
                    <a:ext uri="{A12FA001-AC4F-418D-AE19-62706E023703}">
                      <ahyp:hlinkClr val="tx"/>
                    </a:ext>
                  </a:extLst>
                </a:hlinkClick>
              </a:rPr>
              <a:t>www.rational.com</a:t>
            </a:r>
            <a:r>
              <a:rPr lang="en-US" sz="1800">
                <a:latin typeface="Helvetica Neue"/>
                <a:ea typeface="Helvetica Neue"/>
                <a:cs typeface="Helvetica Neue"/>
                <a:sym typeface="Helvetica Neue"/>
              </a:rPr>
              <a:t> </a:t>
            </a:r>
            <a:endParaRPr/>
          </a:p>
          <a:p>
            <a:pPr indent="-38667" lvl="1" marL="499248" rtl="0" algn="just">
              <a:spcBef>
                <a:spcPts val="172"/>
              </a:spcBef>
              <a:spcAft>
                <a:spcPts val="0"/>
              </a:spcAft>
              <a:buClr>
                <a:schemeClr val="dk1"/>
              </a:buClr>
              <a:buSzPts val="1800"/>
              <a:buFont typeface="Arial"/>
              <a:buNone/>
            </a:pPr>
            <a:r>
              <a:t/>
            </a:r>
            <a:endParaRPr sz="1800">
              <a:latin typeface="Helvetica Neue"/>
              <a:ea typeface="Helvetica Neue"/>
              <a:cs typeface="Helvetica Neue"/>
              <a:sym typeface="Helvetica Neue"/>
            </a:endParaRPr>
          </a:p>
          <a:p>
            <a:pPr indent="-100858" lvl="0" marL="100858" rtl="0" algn="just">
              <a:spcBef>
                <a:spcPts val="507"/>
              </a:spcBef>
              <a:spcAft>
                <a:spcPts val="0"/>
              </a:spcAft>
              <a:buClr>
                <a:schemeClr val="dk1"/>
              </a:buClr>
              <a:buSzPts val="1800"/>
              <a:buChar char="•"/>
            </a:pPr>
            <a:r>
              <a:rPr lang="en-US" sz="1800">
                <a:latin typeface="Helvetica Neue"/>
                <a:ea typeface="Helvetica Neue"/>
                <a:cs typeface="Helvetica Neue"/>
                <a:sym typeface="Helvetica Neue"/>
              </a:rPr>
              <a:t>Additional Reading List</a:t>
            </a:r>
            <a:endParaRPr sz="1800">
              <a:latin typeface="Helvetica Neue"/>
              <a:ea typeface="Helvetica Neue"/>
              <a:cs typeface="Helvetica Neue"/>
              <a:sym typeface="Helvetica Neue"/>
            </a:endParaRPr>
          </a:p>
          <a:p>
            <a:pPr indent="-152408" lvl="1" marL="499248" marR="38102" rtl="0" algn="just">
              <a:lnSpc>
                <a:spcPct val="95055"/>
              </a:lnSpc>
              <a:spcBef>
                <a:spcPts val="375"/>
              </a:spcBef>
              <a:spcAft>
                <a:spcPts val="0"/>
              </a:spcAft>
              <a:buClr>
                <a:schemeClr val="dk1"/>
              </a:buClr>
              <a:buSzPts val="1800"/>
              <a:buFont typeface="Arial"/>
              <a:buChar char="•"/>
            </a:pPr>
            <a:r>
              <a:rPr lang="en-US" sz="1800">
                <a:latin typeface="Helvetica Neue"/>
                <a:ea typeface="Helvetica Neue"/>
                <a:cs typeface="Helvetica Neue"/>
                <a:sym typeface="Helvetica Neue"/>
              </a:rPr>
              <a:t>Unified Modeling Language: Superstructure, version 2.1.2, formal/07-11-02,  OMG,</a:t>
            </a:r>
            <a:r>
              <a:rPr lang="en-US" sz="1800">
                <a:solidFill>
                  <a:srgbClr val="0562C1"/>
                </a:solidFill>
                <a:latin typeface="Helvetica Neue"/>
                <a:ea typeface="Helvetica Neue"/>
                <a:cs typeface="Helvetica Neue"/>
                <a:sym typeface="Helvetica Neue"/>
              </a:rPr>
              <a:t> </a:t>
            </a:r>
            <a:r>
              <a:rPr lang="en-US" sz="1800" u="sng">
                <a:solidFill>
                  <a:srgbClr val="0562C1"/>
                </a:solidFill>
                <a:latin typeface="Helvetica Neue"/>
                <a:ea typeface="Helvetica Neue"/>
                <a:cs typeface="Helvetica Neue"/>
                <a:sym typeface="Helvetica Neue"/>
                <a:hlinkClick r:id="rId5">
                  <a:extLst>
                    <a:ext uri="{A12FA001-AC4F-418D-AE19-62706E023703}">
                      <ahyp:hlinkClr val="tx"/>
                    </a:ext>
                  </a:extLst>
                </a:hlinkClick>
              </a:rPr>
              <a:t>www.omg.org</a:t>
            </a:r>
            <a:endParaRPr sz="1800">
              <a:latin typeface="Helvetica Neue"/>
              <a:ea typeface="Helvetica Neue"/>
              <a:cs typeface="Helvetica Neue"/>
              <a:sym typeface="Helvetica Neue"/>
            </a:endParaRPr>
          </a:p>
          <a:p>
            <a:pPr indent="-165100" lvl="0" marL="342900" rtl="0" algn="just">
              <a:spcBef>
                <a:spcPts val="26"/>
              </a:spcBef>
              <a:spcAft>
                <a:spcPts val="0"/>
              </a:spcAft>
              <a:buClr>
                <a:schemeClr val="dk1"/>
              </a:buClr>
              <a:buSzPts val="2800"/>
              <a:buNone/>
            </a:pPr>
            <a:r>
              <a:t/>
            </a:r>
            <a:endParaRPr sz="2800">
              <a:latin typeface="Helvetica Neue"/>
              <a:ea typeface="Helvetica Neue"/>
              <a:cs typeface="Helvetica Neue"/>
              <a:sym typeface="Helvetica Neue"/>
            </a:endParaRPr>
          </a:p>
          <a:p>
            <a:pPr indent="-214043" lvl="0" marL="258308" rtl="0" algn="just">
              <a:spcBef>
                <a:spcPts val="4"/>
              </a:spcBef>
              <a:spcAft>
                <a:spcPts val="0"/>
              </a:spcAft>
              <a:buClr>
                <a:schemeClr val="dk1"/>
              </a:buClr>
              <a:buSzPts val="1800"/>
              <a:buFont typeface="Noto Sans Symbols"/>
              <a:buChar char="✔"/>
            </a:pPr>
            <a:r>
              <a:rPr lang="en-US" sz="1800">
                <a:latin typeface="Helvetica Neue"/>
                <a:ea typeface="Helvetica Neue"/>
                <a:cs typeface="Helvetica Neue"/>
                <a:sym typeface="Helvetica Neue"/>
              </a:rPr>
              <a:t>Available in the Library/E-Book</a:t>
            </a:r>
            <a:endParaRPr sz="1800">
              <a:latin typeface="Helvetica Neue"/>
              <a:ea typeface="Helvetica Neue"/>
              <a:cs typeface="Helvetica Neue"/>
              <a:sym typeface="Helvetica Neue"/>
            </a:endParaRPr>
          </a:p>
          <a:p>
            <a:pPr indent="-203200" lvl="0" marL="342900" rtl="0" algn="l">
              <a:spcBef>
                <a:spcPts val="440"/>
              </a:spcBef>
              <a:spcAft>
                <a:spcPts val="0"/>
              </a:spcAft>
              <a:buClr>
                <a:schemeClr val="dk1"/>
              </a:buClr>
              <a:buSzPts val="2200"/>
              <a:buNone/>
            </a:pPr>
            <a:r>
              <a:t/>
            </a:r>
            <a:endParaRPr>
              <a:latin typeface="Helvetica Neue"/>
              <a:ea typeface="Helvetica Neue"/>
              <a:cs typeface="Helvetica Neue"/>
              <a:sym typeface="Helvetica Neue"/>
            </a:endParaRPr>
          </a:p>
        </p:txBody>
      </p:sp>
      <p:sp>
        <p:nvSpPr>
          <p:cNvPr id="277" name="Google Shape;277;p23"/>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Some Rules</a:t>
            </a:r>
            <a:endParaRPr/>
          </a:p>
        </p:txBody>
      </p:sp>
      <p:sp>
        <p:nvSpPr>
          <p:cNvPr id="284" name="Google Shape;284;p24"/>
          <p:cNvSpPr txBox="1"/>
          <p:nvPr>
            <p:ph idx="1" type="body"/>
          </p:nvPr>
        </p:nvSpPr>
        <p:spPr>
          <a:xfrm>
            <a:off x="521074" y="1676401"/>
            <a:ext cx="10657914" cy="4652963"/>
          </a:xfrm>
          <a:prstGeom prst="rect">
            <a:avLst/>
          </a:prstGeom>
          <a:noFill/>
          <a:ln>
            <a:noFill/>
          </a:ln>
        </p:spPr>
        <p:txBody>
          <a:bodyPr anchorCtr="0" anchor="t" bIns="45700" lIns="91425" spcFirstLastPara="1" rIns="91425" wrap="square" tIns="45700">
            <a:normAutofit/>
          </a:bodyPr>
          <a:lstStyle/>
          <a:p>
            <a:pPr indent="-285750" lvl="1" marL="742950" rtl="0" algn="just">
              <a:spcBef>
                <a:spcPts val="0"/>
              </a:spcBef>
              <a:spcAft>
                <a:spcPts val="0"/>
              </a:spcAft>
              <a:buClr>
                <a:schemeClr val="dk1"/>
              </a:buClr>
              <a:buSzPts val="1800"/>
              <a:buChar char="–"/>
            </a:pPr>
            <a:r>
              <a:rPr lang="en-US" sz="1800">
                <a:latin typeface="Helvetica Neue"/>
                <a:ea typeface="Helvetica Neue"/>
                <a:cs typeface="Helvetica Neue"/>
                <a:sym typeface="Helvetica Neue"/>
              </a:rPr>
              <a:t>Raise your hand before asking any question </a:t>
            </a:r>
            <a:endParaRPr/>
          </a:p>
          <a:p>
            <a:pPr indent="0" lvl="1" marL="457200" rtl="0" algn="just">
              <a:spcBef>
                <a:spcPts val="200"/>
              </a:spcBef>
              <a:spcAft>
                <a:spcPts val="0"/>
              </a:spcAft>
              <a:buClr>
                <a:schemeClr val="dk1"/>
              </a:buClr>
              <a:buSzPts val="1000"/>
              <a:buNone/>
            </a:pPr>
            <a:r>
              <a:t/>
            </a:r>
            <a:endParaRPr sz="1000">
              <a:latin typeface="Helvetica Neue"/>
              <a:ea typeface="Helvetica Neue"/>
              <a:cs typeface="Helvetica Neue"/>
              <a:sym typeface="Helvetica Neue"/>
            </a:endParaRPr>
          </a:p>
          <a:p>
            <a:pPr indent="-285750" lvl="1" marL="742950" rtl="0" algn="just">
              <a:spcBef>
                <a:spcPts val="360"/>
              </a:spcBef>
              <a:spcAft>
                <a:spcPts val="0"/>
              </a:spcAft>
              <a:buClr>
                <a:schemeClr val="dk1"/>
              </a:buClr>
              <a:buSzPts val="1800"/>
              <a:buChar char="–"/>
            </a:pPr>
            <a:r>
              <a:rPr lang="en-US" sz="1800">
                <a:latin typeface="Helvetica Neue"/>
                <a:ea typeface="Helvetica Neue"/>
                <a:cs typeface="Helvetica Neue"/>
                <a:sym typeface="Helvetica Neue"/>
              </a:rPr>
              <a:t>Don’t miss a class</a:t>
            </a:r>
            <a:endParaRPr/>
          </a:p>
          <a:p>
            <a:pPr indent="-228600" lvl="2" marL="1143000" rtl="0" algn="just">
              <a:spcBef>
                <a:spcPts val="360"/>
              </a:spcBef>
              <a:spcAft>
                <a:spcPts val="0"/>
              </a:spcAft>
              <a:buClr>
                <a:schemeClr val="dk1"/>
              </a:buClr>
              <a:buSzPts val="1800"/>
              <a:buChar char="•"/>
            </a:pPr>
            <a:r>
              <a:rPr lang="en-US" sz="1800">
                <a:latin typeface="Helvetica Neue"/>
                <a:ea typeface="Helvetica Neue"/>
                <a:cs typeface="Helvetica Neue"/>
                <a:sym typeface="Helvetica Neue"/>
              </a:rPr>
              <a:t>No retakes (except for Mid or Final Exam)</a:t>
            </a:r>
            <a:endParaRPr/>
          </a:p>
          <a:p>
            <a:pPr indent="-127000" lvl="2" marL="1143000" rtl="0" algn="just">
              <a:spcBef>
                <a:spcPts val="320"/>
              </a:spcBef>
              <a:spcAft>
                <a:spcPts val="0"/>
              </a:spcAft>
              <a:buClr>
                <a:schemeClr val="dk1"/>
              </a:buClr>
              <a:buSzPts val="1600"/>
              <a:buNone/>
            </a:pPr>
            <a:r>
              <a:t/>
            </a:r>
            <a:endParaRPr sz="1600">
              <a:latin typeface="Helvetica Neue"/>
              <a:ea typeface="Helvetica Neue"/>
              <a:cs typeface="Helvetica Neue"/>
              <a:sym typeface="Helvetica Neue"/>
            </a:endParaRPr>
          </a:p>
          <a:p>
            <a:pPr indent="-285750" lvl="1" marL="742950" rtl="0" algn="just">
              <a:spcBef>
                <a:spcPts val="360"/>
              </a:spcBef>
              <a:spcAft>
                <a:spcPts val="0"/>
              </a:spcAft>
              <a:buClr>
                <a:schemeClr val="dk1"/>
              </a:buClr>
              <a:buSzPts val="1800"/>
              <a:buChar char="–"/>
            </a:pPr>
            <a:r>
              <a:rPr lang="en-US" sz="1800">
                <a:latin typeface="Helvetica Neue"/>
                <a:ea typeface="Helvetica Neue"/>
                <a:cs typeface="Helvetica Neue"/>
                <a:sym typeface="Helvetica Neue"/>
              </a:rPr>
              <a:t>Don’t “sleep” in the class</a:t>
            </a:r>
            <a:endParaRPr/>
          </a:p>
          <a:p>
            <a:pPr indent="-228600" lvl="2" marL="1143000" rtl="0" algn="just">
              <a:spcBef>
                <a:spcPts val="360"/>
              </a:spcBef>
              <a:spcAft>
                <a:spcPts val="0"/>
              </a:spcAft>
              <a:buClr>
                <a:schemeClr val="dk1"/>
              </a:buClr>
              <a:buSzPts val="1800"/>
              <a:buChar char="•"/>
            </a:pPr>
            <a:r>
              <a:rPr lang="en-US" sz="1800">
                <a:latin typeface="Helvetica Neue"/>
                <a:ea typeface="Helvetica Neue"/>
                <a:cs typeface="Helvetica Neue"/>
                <a:sym typeface="Helvetica Neue"/>
              </a:rPr>
              <a:t>You might miss a quiz ☹</a:t>
            </a:r>
            <a:endParaRPr/>
          </a:p>
          <a:p>
            <a:pPr indent="-165100" lvl="2" marL="1143000" rtl="0" algn="just">
              <a:spcBef>
                <a:spcPts val="200"/>
              </a:spcBef>
              <a:spcAft>
                <a:spcPts val="0"/>
              </a:spcAft>
              <a:buClr>
                <a:schemeClr val="dk1"/>
              </a:buClr>
              <a:buSzPts val="1000"/>
              <a:buNone/>
            </a:pPr>
            <a:r>
              <a:t/>
            </a:r>
            <a:endParaRPr sz="1000">
              <a:latin typeface="Helvetica Neue"/>
              <a:ea typeface="Helvetica Neue"/>
              <a:cs typeface="Helvetica Neue"/>
              <a:sym typeface="Helvetica Neue"/>
            </a:endParaRPr>
          </a:p>
          <a:p>
            <a:pPr indent="-285750" lvl="1" marL="742950" rtl="0" algn="just">
              <a:spcBef>
                <a:spcPts val="360"/>
              </a:spcBef>
              <a:spcAft>
                <a:spcPts val="0"/>
              </a:spcAft>
              <a:buClr>
                <a:schemeClr val="dk1"/>
              </a:buClr>
              <a:buSzPts val="1800"/>
              <a:buChar char="–"/>
            </a:pPr>
            <a:r>
              <a:rPr lang="en-US" sz="1800">
                <a:latin typeface="Helvetica Neue"/>
                <a:ea typeface="Helvetica Neue"/>
                <a:cs typeface="Helvetica Neue"/>
                <a:sym typeface="Helvetica Neue"/>
              </a:rPr>
              <a:t>Avoid using mobile phone in the class</a:t>
            </a:r>
            <a:endParaRPr/>
          </a:p>
          <a:p>
            <a:pPr indent="-196850" lvl="1" marL="742950" rtl="0" algn="just">
              <a:spcBef>
                <a:spcPts val="280"/>
              </a:spcBef>
              <a:spcAft>
                <a:spcPts val="0"/>
              </a:spcAft>
              <a:buClr>
                <a:schemeClr val="dk1"/>
              </a:buClr>
              <a:buSzPts val="1400"/>
              <a:buNone/>
            </a:pPr>
            <a:r>
              <a:t/>
            </a:r>
            <a:endParaRPr sz="1400">
              <a:latin typeface="Helvetica Neue"/>
              <a:ea typeface="Helvetica Neue"/>
              <a:cs typeface="Helvetica Neue"/>
              <a:sym typeface="Helvetica Neue"/>
            </a:endParaRPr>
          </a:p>
          <a:p>
            <a:pPr indent="-285750" lvl="1" marL="742950" rtl="0" algn="just">
              <a:spcBef>
                <a:spcPts val="360"/>
              </a:spcBef>
              <a:spcAft>
                <a:spcPts val="0"/>
              </a:spcAft>
              <a:buClr>
                <a:srgbClr val="FF0000"/>
              </a:buClr>
              <a:buSzPts val="1800"/>
              <a:buChar char="–"/>
            </a:pPr>
            <a:r>
              <a:rPr b="1" lang="en-US" sz="1800">
                <a:solidFill>
                  <a:srgbClr val="FF0000"/>
                </a:solidFill>
                <a:latin typeface="Helvetica Neue"/>
                <a:ea typeface="Helvetica Neue"/>
                <a:cs typeface="Helvetica Neue"/>
                <a:sym typeface="Helvetica Neue"/>
              </a:rPr>
              <a:t>Above all, whatever you do, please do not disturb others </a:t>
            </a:r>
            <a:endParaRPr/>
          </a:p>
          <a:p>
            <a:pPr indent="-285750" lvl="1" marL="742950" rtl="0" algn="just">
              <a:spcBef>
                <a:spcPts val="360"/>
              </a:spcBef>
              <a:spcAft>
                <a:spcPts val="0"/>
              </a:spcAft>
              <a:buClr>
                <a:schemeClr val="dk1"/>
              </a:buClr>
              <a:buSzPts val="1800"/>
              <a:buFont typeface="Calibri"/>
              <a:buNone/>
            </a:pPr>
            <a:r>
              <a:t/>
            </a:r>
            <a:endParaRPr sz="1800">
              <a:latin typeface="Helvetica Neue"/>
              <a:ea typeface="Helvetica Neue"/>
              <a:cs typeface="Helvetica Neue"/>
              <a:sym typeface="Helvetica Neue"/>
            </a:endParaRPr>
          </a:p>
        </p:txBody>
      </p:sp>
      <p:sp>
        <p:nvSpPr>
          <p:cNvPr id="285" name="Google Shape;285;p24"/>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Helvetica Neue"/>
              <a:buNone/>
            </a:pPr>
            <a:r>
              <a:rPr lang="en-US" sz="3600">
                <a:latin typeface="Helvetica Neue"/>
                <a:ea typeface="Helvetica Neue"/>
                <a:cs typeface="Helvetica Neue"/>
                <a:sym typeface="Helvetica Neue"/>
              </a:rPr>
              <a:t>Attendance Policy</a:t>
            </a:r>
            <a:endParaRPr/>
          </a:p>
        </p:txBody>
      </p:sp>
      <p:sp>
        <p:nvSpPr>
          <p:cNvPr id="292" name="Google Shape;292;p25"/>
          <p:cNvSpPr txBox="1"/>
          <p:nvPr>
            <p:ph idx="1" type="body"/>
          </p:nvPr>
        </p:nvSpPr>
        <p:spPr>
          <a:xfrm>
            <a:off x="709332" y="1766047"/>
            <a:ext cx="10460691" cy="4652963"/>
          </a:xfrm>
          <a:prstGeom prst="rect">
            <a:avLst/>
          </a:prstGeom>
          <a:noFill/>
          <a:ln>
            <a:noFill/>
          </a:ln>
        </p:spPr>
        <p:txBody>
          <a:bodyPr anchorCtr="0" anchor="t" bIns="45700" lIns="91425" spcFirstLastPara="1" rIns="91425" wrap="square" tIns="45700">
            <a:normAutofit/>
          </a:bodyPr>
          <a:lstStyle/>
          <a:p>
            <a:pPr indent="-285750" lvl="1" marL="742950" rtl="0" algn="just">
              <a:spcBef>
                <a:spcPts val="0"/>
              </a:spcBef>
              <a:spcAft>
                <a:spcPts val="0"/>
              </a:spcAft>
              <a:buClr>
                <a:schemeClr val="dk1"/>
              </a:buClr>
              <a:buSzPts val="1800"/>
              <a:buChar char="–"/>
            </a:pPr>
            <a:r>
              <a:rPr lang="en-US" sz="1800">
                <a:latin typeface="Helvetica Neue"/>
                <a:ea typeface="Helvetica Neue"/>
                <a:cs typeface="Helvetica Neue"/>
                <a:sym typeface="Helvetica Neue"/>
              </a:rPr>
              <a:t>Attendance will be taken at the beginning of the lecture</a:t>
            </a:r>
            <a:endParaRPr/>
          </a:p>
          <a:p>
            <a:pPr indent="-222250" lvl="1" marL="742950" rtl="0" algn="just">
              <a:spcBef>
                <a:spcPts val="200"/>
              </a:spcBef>
              <a:spcAft>
                <a:spcPts val="0"/>
              </a:spcAft>
              <a:buClr>
                <a:schemeClr val="dk1"/>
              </a:buClr>
              <a:buSzPts val="1000"/>
              <a:buNone/>
            </a:pPr>
            <a:r>
              <a:t/>
            </a:r>
            <a:endParaRPr sz="1000">
              <a:latin typeface="Helvetica Neue"/>
              <a:ea typeface="Helvetica Neue"/>
              <a:cs typeface="Helvetica Neue"/>
              <a:sym typeface="Helvetica Neue"/>
            </a:endParaRPr>
          </a:p>
          <a:p>
            <a:pPr indent="-285750" lvl="1" marL="742950" rtl="0" algn="just">
              <a:spcBef>
                <a:spcPts val="360"/>
              </a:spcBef>
              <a:spcAft>
                <a:spcPts val="0"/>
              </a:spcAft>
              <a:buClr>
                <a:srgbClr val="FF0000"/>
              </a:buClr>
              <a:buSzPts val="1800"/>
              <a:buChar char="–"/>
            </a:pPr>
            <a:r>
              <a:rPr b="1" lang="en-US" sz="1800">
                <a:solidFill>
                  <a:srgbClr val="FF0000"/>
                </a:solidFill>
                <a:latin typeface="Helvetica Neue"/>
                <a:ea typeface="Helvetica Neue"/>
                <a:cs typeface="Helvetica Neue"/>
                <a:sym typeface="Helvetica Neue"/>
              </a:rPr>
              <a:t>80% attendance is mandatory </a:t>
            </a:r>
            <a:endParaRPr/>
          </a:p>
          <a:p>
            <a:pPr indent="-215900" lvl="1" marL="742950" rtl="0" algn="just">
              <a:spcBef>
                <a:spcPts val="220"/>
              </a:spcBef>
              <a:spcAft>
                <a:spcPts val="0"/>
              </a:spcAft>
              <a:buClr>
                <a:schemeClr val="dk1"/>
              </a:buClr>
              <a:buSzPts val="1100"/>
              <a:buNone/>
            </a:pPr>
            <a:r>
              <a:t/>
            </a:r>
            <a:endParaRPr sz="1100">
              <a:latin typeface="Helvetica Neue"/>
              <a:ea typeface="Helvetica Neue"/>
              <a:cs typeface="Helvetica Neue"/>
              <a:sym typeface="Helvetica Neue"/>
            </a:endParaRPr>
          </a:p>
          <a:p>
            <a:pPr indent="-285750" lvl="1" marL="742950" rtl="0" algn="just">
              <a:spcBef>
                <a:spcPts val="360"/>
              </a:spcBef>
              <a:spcAft>
                <a:spcPts val="0"/>
              </a:spcAft>
              <a:buClr>
                <a:schemeClr val="dk1"/>
              </a:buClr>
              <a:buSzPts val="1800"/>
              <a:buChar char="–"/>
            </a:pPr>
            <a:r>
              <a:rPr lang="en-US" sz="1800">
                <a:latin typeface="Helvetica Neue"/>
                <a:ea typeface="Helvetica Neue"/>
                <a:cs typeface="Helvetica Neue"/>
                <a:sym typeface="Helvetica Neue"/>
              </a:rPr>
              <a:t>Students coming late will be marked as </a:t>
            </a:r>
            <a:r>
              <a:rPr b="1" lang="en-US" sz="1800">
                <a:solidFill>
                  <a:srgbClr val="FF0000"/>
                </a:solidFill>
                <a:latin typeface="Helvetica Neue"/>
                <a:ea typeface="Helvetica Neue"/>
                <a:cs typeface="Helvetica Neue"/>
                <a:sym typeface="Helvetica Neue"/>
              </a:rPr>
              <a:t>late</a:t>
            </a:r>
            <a:endParaRPr sz="1800">
              <a:latin typeface="Helvetica Neue"/>
              <a:ea typeface="Helvetica Neue"/>
              <a:cs typeface="Helvetica Neue"/>
              <a:sym typeface="Helvetica Neue"/>
            </a:endParaRPr>
          </a:p>
          <a:p>
            <a:pPr indent="-184150" lvl="1" marL="742950" rtl="0" algn="just">
              <a:spcBef>
                <a:spcPts val="320"/>
              </a:spcBef>
              <a:spcAft>
                <a:spcPts val="0"/>
              </a:spcAft>
              <a:buClr>
                <a:schemeClr val="dk1"/>
              </a:buClr>
              <a:buSzPts val="1600"/>
              <a:buNone/>
            </a:pPr>
            <a:r>
              <a:t/>
            </a:r>
            <a:endParaRPr b="1" sz="1600">
              <a:solidFill>
                <a:srgbClr val="FF0000"/>
              </a:solidFill>
              <a:latin typeface="Helvetica Neue"/>
              <a:ea typeface="Helvetica Neue"/>
              <a:cs typeface="Helvetica Neue"/>
              <a:sym typeface="Helvetica Neue"/>
            </a:endParaRPr>
          </a:p>
          <a:p>
            <a:pPr indent="-285750" lvl="1" marL="742950" rtl="0" algn="just">
              <a:spcBef>
                <a:spcPts val="360"/>
              </a:spcBef>
              <a:spcAft>
                <a:spcPts val="0"/>
              </a:spcAft>
              <a:buClr>
                <a:schemeClr val="dk1"/>
              </a:buClr>
              <a:buSzPts val="1800"/>
              <a:buChar char="–"/>
            </a:pPr>
            <a:r>
              <a:rPr lang="en-US" sz="1800">
                <a:latin typeface="Helvetica Neue"/>
                <a:ea typeface="Helvetica Neue"/>
                <a:cs typeface="Helvetica Neue"/>
                <a:sym typeface="Helvetica Neue"/>
              </a:rPr>
              <a:t>2 late arrivals are equal to an absent</a:t>
            </a:r>
            <a:endParaRPr/>
          </a:p>
          <a:p>
            <a:pPr indent="-171450" lvl="1" marL="742950" rtl="0" algn="just">
              <a:spcBef>
                <a:spcPts val="360"/>
              </a:spcBef>
              <a:spcAft>
                <a:spcPts val="0"/>
              </a:spcAft>
              <a:buClr>
                <a:schemeClr val="dk1"/>
              </a:buClr>
              <a:buSzPts val="1800"/>
              <a:buNone/>
            </a:pPr>
            <a:r>
              <a:t/>
            </a:r>
            <a:endParaRPr sz="1800">
              <a:latin typeface="Helvetica Neue"/>
              <a:ea typeface="Helvetica Neue"/>
              <a:cs typeface="Helvetica Neue"/>
              <a:sym typeface="Helvetica Neue"/>
            </a:endParaRPr>
          </a:p>
          <a:p>
            <a:pPr indent="-285750" lvl="1" marL="742950" rtl="0" algn="just">
              <a:spcBef>
                <a:spcPts val="360"/>
              </a:spcBef>
              <a:spcAft>
                <a:spcPts val="0"/>
              </a:spcAft>
              <a:buClr>
                <a:schemeClr val="dk1"/>
              </a:buClr>
              <a:buSzPts val="1800"/>
              <a:buFont typeface="Calibri"/>
              <a:buNone/>
            </a:pPr>
            <a:r>
              <a:t/>
            </a:r>
            <a:endParaRPr sz="1800">
              <a:solidFill>
                <a:srgbClr val="FF0000"/>
              </a:solidFill>
              <a:latin typeface="Helvetica Neue"/>
              <a:ea typeface="Helvetica Neue"/>
              <a:cs typeface="Helvetica Neue"/>
              <a:sym typeface="Helvetica Neue"/>
            </a:endParaRPr>
          </a:p>
        </p:txBody>
      </p:sp>
      <p:sp>
        <p:nvSpPr>
          <p:cNvPr id="293" name="Google Shape;293;p25"/>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6"/>
          <p:cNvSpPr txBox="1"/>
          <p:nvPr>
            <p:ph idx="1" type="body"/>
          </p:nvPr>
        </p:nvSpPr>
        <p:spPr>
          <a:xfrm>
            <a:off x="609599" y="1882776"/>
            <a:ext cx="10578353" cy="4486275"/>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1800"/>
              <a:buChar char="•"/>
            </a:pPr>
            <a:r>
              <a:rPr lang="en-US" sz="1800">
                <a:latin typeface="Helvetica Neue"/>
                <a:ea typeface="Helvetica Neue"/>
                <a:cs typeface="Helvetica Neue"/>
                <a:sym typeface="Helvetica Neue"/>
              </a:rPr>
              <a:t>All parties involved in any kind of cheating in (Quizzes, Assignments &amp; Projects) will get </a:t>
            </a:r>
            <a:r>
              <a:rPr lang="en-US" sz="1800">
                <a:solidFill>
                  <a:srgbClr val="FF0000"/>
                </a:solidFill>
                <a:latin typeface="Helvetica Neue"/>
                <a:ea typeface="Helvetica Neue"/>
                <a:cs typeface="Helvetica Neue"/>
                <a:sym typeface="Helvetica Neue"/>
              </a:rPr>
              <a:t>ZERO </a:t>
            </a:r>
            <a:r>
              <a:rPr lang="en-US" sz="1800">
                <a:latin typeface="Helvetica Neue"/>
                <a:ea typeface="Helvetica Neue"/>
                <a:cs typeface="Helvetica Neue"/>
                <a:sym typeface="Helvetica Neue"/>
              </a:rPr>
              <a:t>in that exam</a:t>
            </a:r>
            <a:endParaRPr/>
          </a:p>
          <a:p>
            <a:pPr indent="0" lvl="0" marL="0" rtl="0" algn="just">
              <a:spcBef>
                <a:spcPts val="240"/>
              </a:spcBef>
              <a:spcAft>
                <a:spcPts val="0"/>
              </a:spcAft>
              <a:buClr>
                <a:schemeClr val="dk1"/>
              </a:buClr>
              <a:buSzPts val="1200"/>
              <a:buNone/>
            </a:pPr>
            <a:r>
              <a:t/>
            </a:r>
            <a:endParaRPr sz="1200">
              <a:latin typeface="Helvetica Neue"/>
              <a:ea typeface="Helvetica Neue"/>
              <a:cs typeface="Helvetica Neue"/>
              <a:sym typeface="Helvetica Neue"/>
            </a:endParaRPr>
          </a:p>
          <a:p>
            <a:pPr indent="-342900" lvl="0" marL="342900" rtl="0" algn="just">
              <a:spcBef>
                <a:spcPts val="360"/>
              </a:spcBef>
              <a:spcAft>
                <a:spcPts val="0"/>
              </a:spcAft>
              <a:buClr>
                <a:schemeClr val="dk1"/>
              </a:buClr>
              <a:buSzPts val="1800"/>
              <a:buChar char="•"/>
            </a:pPr>
            <a:r>
              <a:rPr lang="en-US" sz="1800">
                <a:latin typeface="Helvetica Neue"/>
                <a:ea typeface="Helvetica Neue"/>
                <a:cs typeface="Helvetica Neue"/>
                <a:sym typeface="Helvetica Neue"/>
              </a:rPr>
              <a:t>Plagiarism in midterm/ final exam may result in </a:t>
            </a:r>
            <a:r>
              <a:rPr lang="en-US" sz="1800">
                <a:solidFill>
                  <a:srgbClr val="FF0000"/>
                </a:solidFill>
                <a:latin typeface="Helvetica Neue"/>
                <a:ea typeface="Helvetica Neue"/>
                <a:cs typeface="Helvetica Neue"/>
                <a:sym typeface="Helvetica Neue"/>
              </a:rPr>
              <a:t>F grade </a:t>
            </a:r>
            <a:r>
              <a:rPr lang="en-US" sz="1800">
                <a:latin typeface="Helvetica Neue"/>
                <a:ea typeface="Helvetica Neue"/>
                <a:cs typeface="Helvetica Neue"/>
                <a:sym typeface="Helvetica Neue"/>
              </a:rPr>
              <a:t>in the course</a:t>
            </a:r>
            <a:endParaRPr/>
          </a:p>
          <a:p>
            <a:pPr indent="-266700" lvl="0" marL="342900" rtl="0" algn="just">
              <a:spcBef>
                <a:spcPts val="240"/>
              </a:spcBef>
              <a:spcAft>
                <a:spcPts val="0"/>
              </a:spcAft>
              <a:buClr>
                <a:schemeClr val="dk1"/>
              </a:buClr>
              <a:buSzPts val="1200"/>
              <a:buNone/>
            </a:pPr>
            <a:r>
              <a:t/>
            </a:r>
            <a:endParaRPr sz="1200">
              <a:latin typeface="Helvetica Neue"/>
              <a:ea typeface="Helvetica Neue"/>
              <a:cs typeface="Helvetica Neue"/>
              <a:sym typeface="Helvetica Neue"/>
            </a:endParaRPr>
          </a:p>
          <a:p>
            <a:pPr indent="-342900" lvl="0" marL="342900" rtl="0" algn="just">
              <a:spcBef>
                <a:spcPts val="360"/>
              </a:spcBef>
              <a:spcAft>
                <a:spcPts val="0"/>
              </a:spcAft>
              <a:buClr>
                <a:schemeClr val="dk1"/>
              </a:buClr>
              <a:buSzPts val="1800"/>
              <a:buChar char="•"/>
            </a:pPr>
            <a:r>
              <a:rPr lang="en-US" sz="1800">
                <a:latin typeface="Helvetica Neue"/>
                <a:ea typeface="Helvetica Neue"/>
                <a:cs typeface="Helvetica Neue"/>
                <a:sym typeface="Helvetica Neue"/>
              </a:rPr>
              <a:t>Habitual cases will be awarded F</a:t>
            </a:r>
            <a:endParaRPr/>
          </a:p>
          <a:p>
            <a:pPr indent="-228600" lvl="0" marL="342900" rtl="0" algn="just">
              <a:spcBef>
                <a:spcPts val="360"/>
              </a:spcBef>
              <a:spcAft>
                <a:spcPts val="0"/>
              </a:spcAft>
              <a:buClr>
                <a:schemeClr val="dk1"/>
              </a:buClr>
              <a:buSzPts val="1800"/>
              <a:buNone/>
            </a:pPr>
            <a:r>
              <a:t/>
            </a:r>
            <a:endParaRPr sz="1800">
              <a:latin typeface="Helvetica Neue"/>
              <a:ea typeface="Helvetica Neue"/>
              <a:cs typeface="Helvetica Neue"/>
              <a:sym typeface="Helvetica Neue"/>
            </a:endParaRPr>
          </a:p>
          <a:p>
            <a:pPr indent="0" lvl="1" marL="457200" rtl="0" algn="just">
              <a:spcBef>
                <a:spcPts val="360"/>
              </a:spcBef>
              <a:spcAft>
                <a:spcPts val="0"/>
              </a:spcAft>
              <a:buClr>
                <a:schemeClr val="dk1"/>
              </a:buClr>
              <a:buSzPts val="1800"/>
              <a:buNone/>
            </a:pPr>
            <a:r>
              <a:rPr lang="en-US" sz="1800">
                <a:latin typeface="Helvetica Neue"/>
                <a:ea typeface="Helvetica Neue"/>
                <a:cs typeface="Helvetica Neue"/>
                <a:sym typeface="Helvetica Neue"/>
              </a:rPr>
              <a:t>	</a:t>
            </a:r>
            <a:endParaRPr/>
          </a:p>
          <a:p>
            <a:pPr indent="0" lvl="0" marL="0" rtl="0" algn="just">
              <a:spcBef>
                <a:spcPts val="360"/>
              </a:spcBef>
              <a:spcAft>
                <a:spcPts val="0"/>
              </a:spcAft>
              <a:buClr>
                <a:schemeClr val="dk1"/>
              </a:buClr>
              <a:buSzPts val="1800"/>
              <a:buNone/>
            </a:pPr>
            <a:r>
              <a:t/>
            </a:r>
            <a:endParaRPr sz="1800">
              <a:latin typeface="Helvetica Neue"/>
              <a:ea typeface="Helvetica Neue"/>
              <a:cs typeface="Helvetica Neue"/>
              <a:sym typeface="Helvetica Neue"/>
            </a:endParaRPr>
          </a:p>
        </p:txBody>
      </p:sp>
      <p:pic>
        <p:nvPicPr>
          <p:cNvPr id="300" name="Google Shape;300;p26"/>
          <p:cNvPicPr preferRelativeResize="0"/>
          <p:nvPr/>
        </p:nvPicPr>
        <p:blipFill rotWithShape="1">
          <a:blip r:embed="rId3">
            <a:alphaModFix/>
          </a:blip>
          <a:srcRect b="0" l="0" r="0" t="0"/>
          <a:stretch/>
        </p:blipFill>
        <p:spPr>
          <a:xfrm>
            <a:off x="8234083" y="3543208"/>
            <a:ext cx="3175000" cy="2568575"/>
          </a:xfrm>
          <a:prstGeom prst="rect">
            <a:avLst/>
          </a:prstGeom>
          <a:noFill/>
          <a:ln>
            <a:noFill/>
          </a:ln>
        </p:spPr>
      </p:pic>
      <p:sp>
        <p:nvSpPr>
          <p:cNvPr id="301" name="Google Shape;301;p2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Dishonesty, Plagiarism</a:t>
            </a:r>
            <a:endParaRPr/>
          </a:p>
        </p:txBody>
      </p:sp>
      <p:sp>
        <p:nvSpPr>
          <p:cNvPr id="302" name="Google Shape;302;p26"/>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Google Classroom Code</a:t>
            </a:r>
            <a:endParaRPr/>
          </a:p>
        </p:txBody>
      </p:sp>
      <p:sp>
        <p:nvSpPr>
          <p:cNvPr id="309" name="Google Shape;309;p27"/>
          <p:cNvSpPr txBox="1"/>
          <p:nvPr>
            <p:ph idx="1" type="body"/>
          </p:nvPr>
        </p:nvSpPr>
        <p:spPr>
          <a:xfrm>
            <a:off x="2152650" y="1690688"/>
            <a:ext cx="7886700" cy="440531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70C0"/>
              </a:buClr>
              <a:buSzPts val="9600"/>
              <a:buNone/>
            </a:pPr>
            <a:r>
              <a:rPr lang="en-US" sz="9600">
                <a:solidFill>
                  <a:srgbClr val="0070C0"/>
                </a:solidFill>
                <a:latin typeface="Arial"/>
                <a:ea typeface="Arial"/>
                <a:cs typeface="Arial"/>
                <a:sym typeface="Arial"/>
              </a:rPr>
              <a:t>y6dpncj</a:t>
            </a:r>
            <a:endParaRPr sz="13800">
              <a:solidFill>
                <a:srgbClr val="0070C0"/>
              </a:solidFill>
              <a:latin typeface="Arial"/>
              <a:ea typeface="Arial"/>
              <a:cs typeface="Arial"/>
              <a:sym typeface="Arial"/>
            </a:endParaRPr>
          </a:p>
        </p:txBody>
      </p:sp>
      <p:sp>
        <p:nvSpPr>
          <p:cNvPr id="310" name="Google Shape;310;p27"/>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Evaluation Breakdown</a:t>
            </a:r>
            <a:endParaRPr/>
          </a:p>
        </p:txBody>
      </p:sp>
      <p:sp>
        <p:nvSpPr>
          <p:cNvPr id="317" name="Google Shape;317;p28"/>
          <p:cNvSpPr txBox="1"/>
          <p:nvPr>
            <p:ph idx="1" type="body"/>
          </p:nvPr>
        </p:nvSpPr>
        <p:spPr>
          <a:xfrm>
            <a:off x="1111064" y="2128838"/>
            <a:ext cx="4149538" cy="2357438"/>
          </a:xfrm>
          <a:prstGeom prst="rect">
            <a:avLst/>
          </a:prstGeom>
          <a:noFill/>
          <a:ln>
            <a:noFill/>
          </a:ln>
        </p:spPr>
        <p:txBody>
          <a:bodyPr anchorCtr="0" anchor="t" bIns="45700" lIns="91425" spcFirstLastPara="1" rIns="91425" wrap="square" tIns="45700">
            <a:normAutofit/>
          </a:bodyPr>
          <a:lstStyle/>
          <a:p>
            <a:pPr indent="-457200" lvl="1" marL="914400" rtl="0" algn="just">
              <a:lnSpc>
                <a:spcPct val="0"/>
              </a:lnSpc>
              <a:spcBef>
                <a:spcPts val="0"/>
              </a:spcBef>
              <a:spcAft>
                <a:spcPts val="0"/>
              </a:spcAft>
              <a:buClr>
                <a:schemeClr val="dk1"/>
              </a:buClr>
              <a:buSzPts val="2000"/>
              <a:buNone/>
            </a:pPr>
            <a:r>
              <a:t/>
            </a:r>
            <a:endParaRPr>
              <a:latin typeface="Helvetica Neue"/>
              <a:ea typeface="Helvetica Neue"/>
              <a:cs typeface="Helvetica Neue"/>
              <a:sym typeface="Helvetica Neue"/>
            </a:endParaRPr>
          </a:p>
          <a:p>
            <a:pPr indent="-342900" lvl="0" marL="342900" rtl="0" algn="just">
              <a:lnSpc>
                <a:spcPct val="80000"/>
              </a:lnSpc>
              <a:spcBef>
                <a:spcPts val="440"/>
              </a:spcBef>
              <a:spcAft>
                <a:spcPts val="0"/>
              </a:spcAft>
              <a:buClr>
                <a:schemeClr val="dk1"/>
              </a:buClr>
              <a:buSzPts val="2200"/>
              <a:buChar char="•"/>
            </a:pPr>
            <a:r>
              <a:rPr lang="en-US">
                <a:solidFill>
                  <a:srgbClr val="0070C0"/>
                </a:solidFill>
                <a:latin typeface="Helvetica Neue"/>
                <a:ea typeface="Helvetica Neue"/>
                <a:cs typeface="Helvetica Neue"/>
                <a:sym typeface="Helvetica Neue"/>
              </a:rPr>
              <a:t>Grading Policy</a:t>
            </a:r>
            <a:endParaRPr/>
          </a:p>
          <a:p>
            <a:pPr indent="-285750" lvl="1" marL="742950" rtl="0" algn="just">
              <a:lnSpc>
                <a:spcPct val="80000"/>
              </a:lnSpc>
              <a:spcBef>
                <a:spcPts val="360"/>
              </a:spcBef>
              <a:spcAft>
                <a:spcPts val="0"/>
              </a:spcAft>
              <a:buClr>
                <a:schemeClr val="dk1"/>
              </a:buClr>
              <a:buSzPts val="1800"/>
              <a:buChar char="–"/>
            </a:pPr>
            <a:r>
              <a:rPr lang="en-US" sz="1800">
                <a:latin typeface="Helvetica Neue"/>
                <a:ea typeface="Helvetica Neue"/>
                <a:cs typeface="Helvetica Neue"/>
                <a:sym typeface="Helvetica Neue"/>
              </a:rPr>
              <a:t>Absolute Grading </a:t>
            </a:r>
            <a:endParaRPr/>
          </a:p>
          <a:p>
            <a:pPr indent="0" lvl="1" marL="457200" rtl="0" algn="just">
              <a:lnSpc>
                <a:spcPct val="80000"/>
              </a:lnSpc>
              <a:spcBef>
                <a:spcPts val="400"/>
              </a:spcBef>
              <a:spcAft>
                <a:spcPts val="0"/>
              </a:spcAft>
              <a:buClr>
                <a:schemeClr val="dk1"/>
              </a:buClr>
              <a:buSzPts val="2000"/>
              <a:buNone/>
            </a:pPr>
            <a:r>
              <a:t/>
            </a:r>
            <a:endParaRPr>
              <a:latin typeface="Helvetica Neue"/>
              <a:ea typeface="Helvetica Neue"/>
              <a:cs typeface="Helvetica Neue"/>
              <a:sym typeface="Helvetica Neue"/>
            </a:endParaRPr>
          </a:p>
          <a:p>
            <a:pPr indent="-533400" lvl="0" marL="533400" rtl="0" algn="just">
              <a:lnSpc>
                <a:spcPct val="80000"/>
              </a:lnSpc>
              <a:spcBef>
                <a:spcPts val="440"/>
              </a:spcBef>
              <a:spcAft>
                <a:spcPts val="0"/>
              </a:spcAft>
              <a:buClr>
                <a:schemeClr val="dk1"/>
              </a:buClr>
              <a:buSzPts val="2200"/>
              <a:buNone/>
            </a:pPr>
            <a:r>
              <a:t/>
            </a:r>
            <a:endParaRPr>
              <a:latin typeface="Helvetica Neue"/>
              <a:ea typeface="Helvetica Neue"/>
              <a:cs typeface="Helvetica Neue"/>
              <a:sym typeface="Helvetica Neue"/>
            </a:endParaRPr>
          </a:p>
          <a:p>
            <a:pPr indent="-393700" lvl="0" marL="533400" rtl="0" algn="just">
              <a:spcBef>
                <a:spcPts val="440"/>
              </a:spcBef>
              <a:spcAft>
                <a:spcPts val="0"/>
              </a:spcAft>
              <a:buClr>
                <a:schemeClr val="dk1"/>
              </a:buClr>
              <a:buSzPts val="2200"/>
              <a:buNone/>
            </a:pPr>
            <a:r>
              <a:t/>
            </a:r>
            <a:endParaRPr>
              <a:latin typeface="Helvetica Neue"/>
              <a:ea typeface="Helvetica Neue"/>
              <a:cs typeface="Helvetica Neue"/>
              <a:sym typeface="Helvetica Neue"/>
            </a:endParaRPr>
          </a:p>
        </p:txBody>
      </p:sp>
      <p:sp>
        <p:nvSpPr>
          <p:cNvPr id="318" name="Google Shape;318;p28"/>
          <p:cNvSpPr txBox="1"/>
          <p:nvPr/>
        </p:nvSpPr>
        <p:spPr>
          <a:xfrm>
            <a:off x="6454588" y="1854199"/>
            <a:ext cx="4149538" cy="4729163"/>
          </a:xfrm>
          <a:prstGeom prst="rect">
            <a:avLst/>
          </a:prstGeom>
          <a:noFill/>
          <a:ln>
            <a:noFill/>
          </a:ln>
        </p:spPr>
        <p:txBody>
          <a:bodyPr anchorCtr="0" anchor="t" bIns="45700" lIns="91425" spcFirstLastPara="1" rIns="91425" wrap="square" tIns="45700">
            <a:normAutofit/>
          </a:bodyPr>
          <a:lstStyle/>
          <a:p>
            <a:pPr indent="-457200" lvl="1" marL="914400" marR="0" rtl="0" algn="just">
              <a:lnSpc>
                <a:spcPct val="0"/>
              </a:lnSpc>
              <a:spcBef>
                <a:spcPts val="0"/>
              </a:spcBef>
              <a:spcAft>
                <a:spcPts val="0"/>
              </a:spcAft>
              <a:buClr>
                <a:schemeClr val="dk1"/>
              </a:buClr>
              <a:buSzPts val="2000"/>
              <a:buFont typeface="Arial"/>
              <a:buNone/>
            </a:pPr>
            <a:r>
              <a:t/>
            </a:r>
            <a:endParaRPr b="0" i="0" sz="2000" u="none" cap="none" strike="noStrike">
              <a:solidFill>
                <a:schemeClr val="dk1"/>
              </a:solidFill>
              <a:latin typeface="Helvetica Neue"/>
              <a:ea typeface="Helvetica Neue"/>
              <a:cs typeface="Helvetica Neue"/>
              <a:sym typeface="Helvetica Neue"/>
            </a:endParaRPr>
          </a:p>
          <a:p>
            <a:pPr indent="-203200" lvl="0" marL="342900" marR="0" rtl="0" algn="just">
              <a:lnSpc>
                <a:spcPct val="80000"/>
              </a:lnSpc>
              <a:spcBef>
                <a:spcPts val="440"/>
              </a:spcBef>
              <a:spcAft>
                <a:spcPts val="0"/>
              </a:spcAft>
              <a:buClr>
                <a:schemeClr val="dk1"/>
              </a:buClr>
              <a:buSzPts val="2200"/>
              <a:buFont typeface="Arial"/>
              <a:buNone/>
            </a:pPr>
            <a:r>
              <a:t/>
            </a:r>
            <a:endParaRPr b="0" i="0" sz="2200" u="none" cap="none" strike="noStrike">
              <a:solidFill>
                <a:srgbClr val="0070C0"/>
              </a:solidFill>
              <a:latin typeface="Helvetica Neue"/>
              <a:ea typeface="Helvetica Neue"/>
              <a:cs typeface="Helvetica Neue"/>
              <a:sym typeface="Helvetica Neue"/>
            </a:endParaRPr>
          </a:p>
          <a:p>
            <a:pPr indent="-342900" lvl="0" marL="342900" marR="0" rtl="0" algn="just">
              <a:lnSpc>
                <a:spcPct val="80000"/>
              </a:lnSpc>
              <a:spcBef>
                <a:spcPts val="440"/>
              </a:spcBef>
              <a:spcAft>
                <a:spcPts val="0"/>
              </a:spcAft>
              <a:buClr>
                <a:schemeClr val="dk1"/>
              </a:buClr>
              <a:buSzPts val="2200"/>
              <a:buFont typeface="Arial"/>
              <a:buChar char="•"/>
            </a:pPr>
            <a:r>
              <a:rPr b="0" i="0" lang="en-US" sz="2200" u="none" cap="none" strike="noStrike">
                <a:solidFill>
                  <a:srgbClr val="0070C0"/>
                </a:solidFill>
                <a:latin typeface="Helvetica Neue"/>
                <a:ea typeface="Helvetica Neue"/>
                <a:cs typeface="Helvetica Neue"/>
                <a:sym typeface="Helvetica Neue"/>
              </a:rPr>
              <a:t>Theory breakdown</a:t>
            </a:r>
            <a:endParaRPr/>
          </a:p>
          <a:p>
            <a:pPr indent="-533400" lvl="0" marL="533400" marR="0" rtl="0" algn="just">
              <a:lnSpc>
                <a:spcPct val="80000"/>
              </a:lnSpc>
              <a:spcBef>
                <a:spcPts val="440"/>
              </a:spcBef>
              <a:spcAft>
                <a:spcPts val="0"/>
              </a:spcAft>
              <a:buClr>
                <a:schemeClr val="dk1"/>
              </a:buClr>
              <a:buSzPts val="2200"/>
              <a:buFont typeface="Arial"/>
              <a:buNone/>
            </a:pPr>
            <a:r>
              <a:t/>
            </a:r>
            <a:endParaRPr b="0" i="0" sz="2200" u="none" cap="none" strike="noStrike">
              <a:solidFill>
                <a:schemeClr val="dk1"/>
              </a:solidFill>
              <a:latin typeface="Helvetica Neue"/>
              <a:ea typeface="Helvetica Neue"/>
              <a:cs typeface="Helvetica Neue"/>
              <a:sym typeface="Helvetica Neue"/>
            </a:endParaRPr>
          </a:p>
          <a:p>
            <a:pPr indent="-393700" lvl="0" marL="533400" marR="0" rtl="0" algn="just">
              <a:spcBef>
                <a:spcPts val="440"/>
              </a:spcBef>
              <a:spcAft>
                <a:spcPts val="0"/>
              </a:spcAft>
              <a:buClr>
                <a:schemeClr val="dk1"/>
              </a:buClr>
              <a:buSzPts val="2200"/>
              <a:buFont typeface="Arial"/>
              <a:buNone/>
            </a:pPr>
            <a:r>
              <a:t/>
            </a:r>
            <a:endParaRPr b="0" i="0" sz="2200" u="none" cap="none" strike="noStrike">
              <a:solidFill>
                <a:schemeClr val="dk1"/>
              </a:solidFill>
              <a:latin typeface="Helvetica Neue"/>
              <a:ea typeface="Helvetica Neue"/>
              <a:cs typeface="Helvetica Neue"/>
              <a:sym typeface="Helvetica Neue"/>
            </a:endParaRPr>
          </a:p>
        </p:txBody>
      </p:sp>
      <p:graphicFrame>
        <p:nvGraphicFramePr>
          <p:cNvPr id="319" name="Google Shape;319;p28"/>
          <p:cNvGraphicFramePr/>
          <p:nvPr/>
        </p:nvGraphicFramePr>
        <p:xfrm>
          <a:off x="5165352" y="2779776"/>
          <a:ext cx="5305424" cy="3567982"/>
        </p:xfrm>
        <a:graphic>
          <a:graphicData uri="http://schemas.openxmlformats.org/drawingml/2006/chart">
            <c:chart r:id="rId3"/>
          </a:graphicData>
        </a:graphic>
      </p:graphicFrame>
      <p:sp>
        <p:nvSpPr>
          <p:cNvPr id="320" name="Google Shape;320;p28"/>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Revision</a:t>
            </a:r>
            <a:endParaRPr/>
          </a:p>
        </p:txBody>
      </p:sp>
      <p:sp>
        <p:nvSpPr>
          <p:cNvPr id="326" name="Google Shape;326;p29"/>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Char char="•"/>
            </a:pPr>
            <a:r>
              <a:rPr lang="en-US">
                <a:latin typeface="Helvetica Neue"/>
                <a:ea typeface="Helvetica Neue"/>
                <a:cs typeface="Helvetica Neue"/>
                <a:sym typeface="Helvetica Neue"/>
              </a:rPr>
              <a:t>Functional vs non-functional Requirements</a:t>
            </a:r>
            <a:endParaRPr/>
          </a:p>
          <a:p>
            <a:pPr indent="-342900" lvl="0" marL="342900" rtl="0" algn="l">
              <a:spcBef>
                <a:spcPts val="440"/>
              </a:spcBef>
              <a:spcAft>
                <a:spcPts val="0"/>
              </a:spcAft>
              <a:buClr>
                <a:schemeClr val="dk1"/>
              </a:buClr>
              <a:buSzPts val="2200"/>
              <a:buChar char="•"/>
            </a:pPr>
            <a:r>
              <a:rPr lang="en-US">
                <a:latin typeface="Helvetica Neue"/>
                <a:ea typeface="Helvetica Neue"/>
                <a:cs typeface="Helvetica Neue"/>
                <a:sym typeface="Helvetica Neue"/>
              </a:rPr>
              <a:t>Difference between Agile, DevOps, Scrum</a:t>
            </a:r>
            <a:endParaRPr/>
          </a:p>
          <a:p>
            <a:pPr indent="-342900" lvl="0" marL="342900" rtl="0" algn="l">
              <a:spcBef>
                <a:spcPts val="440"/>
              </a:spcBef>
              <a:spcAft>
                <a:spcPts val="0"/>
              </a:spcAft>
              <a:buClr>
                <a:schemeClr val="dk1"/>
              </a:buClr>
              <a:buSzPts val="2200"/>
              <a:buChar char="•"/>
            </a:pPr>
            <a:r>
              <a:rPr lang="en-US">
                <a:latin typeface="Helvetica Neue"/>
                <a:ea typeface="Helvetica Neue"/>
                <a:cs typeface="Helvetica Neue"/>
                <a:sym typeface="Helvetica Neue"/>
              </a:rPr>
              <a:t>What is software development life cycle?</a:t>
            </a:r>
            <a:endParaRPr/>
          </a:p>
          <a:p>
            <a:pPr indent="-342900" lvl="0" marL="342900" rtl="0" algn="l">
              <a:spcBef>
                <a:spcPts val="440"/>
              </a:spcBef>
              <a:spcAft>
                <a:spcPts val="0"/>
              </a:spcAft>
              <a:buClr>
                <a:schemeClr val="dk1"/>
              </a:buClr>
              <a:buSzPts val="2200"/>
              <a:buChar char="•"/>
            </a:pPr>
            <a:r>
              <a:rPr lang="en-US">
                <a:latin typeface="Helvetica Neue"/>
                <a:ea typeface="Helvetica Neue"/>
                <a:cs typeface="Helvetica Neue"/>
                <a:sym typeface="Helvetica Neue"/>
              </a:rPr>
              <a:t>What are the phases of SDLC?</a:t>
            </a:r>
            <a:endParaRPr/>
          </a:p>
          <a:p>
            <a:pPr indent="-342900" lvl="0" marL="342900" rtl="0" algn="l">
              <a:spcBef>
                <a:spcPts val="440"/>
              </a:spcBef>
              <a:spcAft>
                <a:spcPts val="0"/>
              </a:spcAft>
              <a:buClr>
                <a:schemeClr val="dk1"/>
              </a:buClr>
              <a:buSzPts val="2200"/>
              <a:buChar char="•"/>
            </a:pPr>
            <a:r>
              <a:rPr lang="en-US">
                <a:latin typeface="Helvetica Neue"/>
                <a:ea typeface="Helvetica Neue"/>
                <a:cs typeface="Helvetica Neue"/>
                <a:sym typeface="Helvetica Neue"/>
              </a:rPr>
              <a:t>What is SRS?</a:t>
            </a:r>
            <a:endParaRPr/>
          </a:p>
          <a:p>
            <a:pPr indent="-342900" lvl="0" marL="342900" rtl="0" algn="l">
              <a:spcBef>
                <a:spcPts val="440"/>
              </a:spcBef>
              <a:spcAft>
                <a:spcPts val="0"/>
              </a:spcAft>
              <a:buClr>
                <a:schemeClr val="dk1"/>
              </a:buClr>
              <a:buSzPts val="2200"/>
              <a:buChar char="•"/>
            </a:pPr>
            <a:r>
              <a:rPr lang="en-US">
                <a:latin typeface="Helvetica Neue"/>
                <a:ea typeface="Helvetica Neue"/>
                <a:cs typeface="Helvetica Neue"/>
                <a:sym typeface="Helvetica Neue"/>
              </a:rPr>
              <a:t>Difference between Analysis and Design?</a:t>
            </a:r>
            <a:endParaRPr/>
          </a:p>
          <a:p>
            <a:pPr indent="-342900" lvl="0" marL="342900" rtl="0" algn="l">
              <a:spcBef>
                <a:spcPts val="440"/>
              </a:spcBef>
              <a:spcAft>
                <a:spcPts val="0"/>
              </a:spcAft>
              <a:buClr>
                <a:schemeClr val="dk1"/>
              </a:buClr>
              <a:buSzPts val="2200"/>
              <a:buChar char="•"/>
            </a:pPr>
            <a:r>
              <a:rPr lang="en-US">
                <a:latin typeface="Helvetica Neue"/>
                <a:ea typeface="Helvetica Neue"/>
                <a:cs typeface="Helvetica Neue"/>
                <a:sym typeface="Helvetica Neue"/>
              </a:rPr>
              <a:t>What is reliability?</a:t>
            </a:r>
            <a:endParaRPr/>
          </a:p>
          <a:p>
            <a:pPr indent="-203200" lvl="0" marL="342900" rtl="0" algn="l">
              <a:spcBef>
                <a:spcPts val="440"/>
              </a:spcBef>
              <a:spcAft>
                <a:spcPts val="0"/>
              </a:spcAft>
              <a:buClr>
                <a:schemeClr val="dk1"/>
              </a:buClr>
              <a:buSzPts val="2200"/>
              <a:buNone/>
            </a:pPr>
            <a:r>
              <a:t/>
            </a:r>
            <a:endParaRPr>
              <a:latin typeface="Helvetica Neue"/>
              <a:ea typeface="Helvetica Neue"/>
              <a:cs typeface="Helvetica Neue"/>
              <a:sym typeface="Helvetica Neue"/>
            </a:endParaRPr>
          </a:p>
        </p:txBody>
      </p:sp>
      <p:sp>
        <p:nvSpPr>
          <p:cNvPr id="327" name="Google Shape;327;p29"/>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Software use during this course</a:t>
            </a:r>
            <a:endParaRPr/>
          </a:p>
        </p:txBody>
      </p:sp>
      <p:sp>
        <p:nvSpPr>
          <p:cNvPr id="333" name="Google Shape;333;p30"/>
          <p:cNvSpPr txBox="1"/>
          <p:nvPr>
            <p:ph idx="1" type="body"/>
          </p:nvPr>
        </p:nvSpPr>
        <p:spPr>
          <a:xfrm>
            <a:off x="804672" y="1600201"/>
            <a:ext cx="10777728" cy="4525963"/>
          </a:xfrm>
          <a:prstGeom prst="rect">
            <a:avLst/>
          </a:prstGeom>
          <a:noFill/>
          <a:ln>
            <a:noFill/>
          </a:ln>
        </p:spPr>
        <p:txBody>
          <a:bodyPr anchorCtr="0" anchor="t" bIns="45700" lIns="91425" spcFirstLastPara="1" rIns="91425" wrap="square" tIns="45700">
            <a:normAutofit/>
          </a:bodyPr>
          <a:lstStyle/>
          <a:p>
            <a:pPr indent="-203200" lvl="0" marL="342900" rtl="0" algn="l">
              <a:spcBef>
                <a:spcPts val="0"/>
              </a:spcBef>
              <a:spcAft>
                <a:spcPts val="0"/>
              </a:spcAft>
              <a:buClr>
                <a:schemeClr val="dk1"/>
              </a:buClr>
              <a:buSzPts val="2200"/>
              <a:buNone/>
            </a:pPr>
            <a:r>
              <a:t/>
            </a:r>
            <a:endParaRPr>
              <a:latin typeface="Helvetica Neue"/>
              <a:ea typeface="Helvetica Neue"/>
              <a:cs typeface="Helvetica Neue"/>
              <a:sym typeface="Helvetica Neue"/>
            </a:endParaRPr>
          </a:p>
          <a:p>
            <a:pPr indent="-203200" lvl="0" marL="342900" rtl="0" algn="l">
              <a:spcBef>
                <a:spcPts val="440"/>
              </a:spcBef>
              <a:spcAft>
                <a:spcPts val="0"/>
              </a:spcAft>
              <a:buClr>
                <a:schemeClr val="dk1"/>
              </a:buClr>
              <a:buSzPts val="2200"/>
              <a:buNone/>
            </a:pPr>
            <a:r>
              <a:t/>
            </a:r>
            <a:endParaRPr>
              <a:latin typeface="Helvetica Neue"/>
              <a:ea typeface="Helvetica Neue"/>
              <a:cs typeface="Helvetica Neue"/>
              <a:sym typeface="Helvetica Neue"/>
            </a:endParaRPr>
          </a:p>
          <a:p>
            <a:pPr indent="-342900" lvl="0" marL="342900" rtl="0" algn="l">
              <a:spcBef>
                <a:spcPts val="440"/>
              </a:spcBef>
              <a:spcAft>
                <a:spcPts val="0"/>
              </a:spcAft>
              <a:buClr>
                <a:schemeClr val="dk1"/>
              </a:buClr>
              <a:buSzPts val="2200"/>
              <a:buChar char="•"/>
            </a:pPr>
            <a:r>
              <a:rPr lang="en-US">
                <a:latin typeface="Helvetica Neue"/>
                <a:ea typeface="Helvetica Neue"/>
                <a:cs typeface="Helvetica Neue"/>
                <a:sym typeface="Helvetica Neue"/>
              </a:rPr>
              <a:t>UML  (</a:t>
            </a:r>
            <a:r>
              <a:rPr lang="en-US">
                <a:solidFill>
                  <a:srgbClr val="0070C0"/>
                </a:solidFill>
                <a:latin typeface="Helvetica Neue"/>
                <a:ea typeface="Helvetica Neue"/>
                <a:cs typeface="Helvetica Neue"/>
                <a:sym typeface="Helvetica Neue"/>
              </a:rPr>
              <a:t>Designing/Modeling Standard</a:t>
            </a:r>
            <a:r>
              <a:rPr lang="en-US">
                <a:latin typeface="Helvetica Neue"/>
                <a:ea typeface="Helvetica Neue"/>
                <a:cs typeface="Helvetica Neue"/>
                <a:sym typeface="Helvetica Neue"/>
              </a:rPr>
              <a:t>)</a:t>
            </a:r>
            <a:endParaRPr/>
          </a:p>
          <a:p>
            <a:pPr indent="-342900" lvl="0" marL="342900" rtl="0" algn="l">
              <a:spcBef>
                <a:spcPts val="440"/>
              </a:spcBef>
              <a:spcAft>
                <a:spcPts val="0"/>
              </a:spcAft>
              <a:buClr>
                <a:schemeClr val="dk1"/>
              </a:buClr>
              <a:buSzPts val="2200"/>
              <a:buChar char="•"/>
            </a:pPr>
            <a:r>
              <a:rPr lang="en-US">
                <a:latin typeface="Helvetica Neue"/>
                <a:ea typeface="Helvetica Neue"/>
                <a:cs typeface="Helvetica Neue"/>
                <a:sym typeface="Helvetica Neue"/>
              </a:rPr>
              <a:t>Rational Software Architect (</a:t>
            </a:r>
            <a:r>
              <a:rPr lang="en-US">
                <a:solidFill>
                  <a:srgbClr val="0070C0"/>
                </a:solidFill>
                <a:latin typeface="Helvetica Neue"/>
                <a:ea typeface="Helvetica Neue"/>
                <a:cs typeface="Helvetica Neue"/>
                <a:sym typeface="Helvetica Neue"/>
              </a:rPr>
              <a:t>Modeling tool</a:t>
            </a:r>
            <a:r>
              <a:rPr lang="en-US">
                <a:latin typeface="Helvetica Neue"/>
                <a:ea typeface="Helvetica Neue"/>
                <a:cs typeface="Helvetica Neue"/>
                <a:sym typeface="Helvetica Neue"/>
              </a:rPr>
              <a:t>)</a:t>
            </a:r>
            <a:endParaRPr/>
          </a:p>
          <a:p>
            <a:pPr indent="-342900" lvl="0" marL="342900" rtl="0" algn="l">
              <a:spcBef>
                <a:spcPts val="440"/>
              </a:spcBef>
              <a:spcAft>
                <a:spcPts val="0"/>
              </a:spcAft>
              <a:buClr>
                <a:schemeClr val="dk1"/>
              </a:buClr>
              <a:buSzPts val="2200"/>
              <a:buChar char="•"/>
            </a:pPr>
            <a:r>
              <a:rPr lang="en-US">
                <a:latin typeface="Helvetica Neue"/>
                <a:ea typeface="Helvetica Neue"/>
                <a:cs typeface="Helvetica Neue"/>
                <a:sym typeface="Helvetica Neue"/>
              </a:rPr>
              <a:t>Eclipse IDE (</a:t>
            </a:r>
            <a:r>
              <a:rPr lang="en-US">
                <a:solidFill>
                  <a:srgbClr val="0070C0"/>
                </a:solidFill>
                <a:latin typeface="Helvetica Neue"/>
                <a:ea typeface="Helvetica Neue"/>
                <a:cs typeface="Helvetica Neue"/>
                <a:sym typeface="Helvetica Neue"/>
              </a:rPr>
              <a:t>Development IDE</a:t>
            </a:r>
            <a:r>
              <a:rPr lang="en-US">
                <a:latin typeface="Helvetica Neue"/>
                <a:ea typeface="Helvetica Neue"/>
                <a:cs typeface="Helvetica Neue"/>
                <a:sym typeface="Helvetica Neue"/>
              </a:rPr>
              <a:t>)</a:t>
            </a:r>
            <a:endParaRPr/>
          </a:p>
          <a:p>
            <a:pPr indent="-203200" lvl="0" marL="342900" rtl="0" algn="l">
              <a:spcBef>
                <a:spcPts val="440"/>
              </a:spcBef>
              <a:spcAft>
                <a:spcPts val="0"/>
              </a:spcAft>
              <a:buClr>
                <a:schemeClr val="dk1"/>
              </a:buClr>
              <a:buSzPts val="2200"/>
              <a:buNone/>
            </a:pPr>
            <a:r>
              <a:t/>
            </a:r>
            <a:endParaRPr>
              <a:latin typeface="Helvetica Neue"/>
              <a:ea typeface="Helvetica Neue"/>
              <a:cs typeface="Helvetica Neue"/>
              <a:sym typeface="Helvetica Neue"/>
            </a:endParaRPr>
          </a:p>
        </p:txBody>
      </p:sp>
      <p:pic>
        <p:nvPicPr>
          <p:cNvPr id="334" name="Google Shape;334;p30"/>
          <p:cNvPicPr preferRelativeResize="0"/>
          <p:nvPr/>
        </p:nvPicPr>
        <p:blipFill rotWithShape="1">
          <a:blip r:embed="rId3">
            <a:alphaModFix/>
          </a:blip>
          <a:srcRect b="0" l="0" r="0" t="0"/>
          <a:stretch/>
        </p:blipFill>
        <p:spPr>
          <a:xfrm>
            <a:off x="7644384" y="1623847"/>
            <a:ext cx="2188472" cy="1592113"/>
          </a:xfrm>
          <a:prstGeom prst="rect">
            <a:avLst/>
          </a:prstGeom>
          <a:noFill/>
          <a:ln>
            <a:noFill/>
          </a:ln>
        </p:spPr>
      </p:pic>
      <p:pic>
        <p:nvPicPr>
          <p:cNvPr id="335" name="Google Shape;335;p30"/>
          <p:cNvPicPr preferRelativeResize="0"/>
          <p:nvPr/>
        </p:nvPicPr>
        <p:blipFill rotWithShape="1">
          <a:blip r:embed="rId4">
            <a:alphaModFix/>
          </a:blip>
          <a:srcRect b="0" l="0" r="0" t="0"/>
          <a:stretch/>
        </p:blipFill>
        <p:spPr>
          <a:xfrm>
            <a:off x="6876288" y="4680207"/>
            <a:ext cx="3962400" cy="920299"/>
          </a:xfrm>
          <a:prstGeom prst="rect">
            <a:avLst/>
          </a:prstGeom>
          <a:noFill/>
          <a:ln>
            <a:noFill/>
          </a:ln>
        </p:spPr>
      </p:pic>
      <p:pic>
        <p:nvPicPr>
          <p:cNvPr id="336" name="Google Shape;336;p30"/>
          <p:cNvPicPr preferRelativeResize="0"/>
          <p:nvPr/>
        </p:nvPicPr>
        <p:blipFill rotWithShape="1">
          <a:blip r:embed="rId5">
            <a:alphaModFix/>
          </a:blip>
          <a:srcRect b="0" l="0" r="0" t="0"/>
          <a:stretch/>
        </p:blipFill>
        <p:spPr>
          <a:xfrm>
            <a:off x="7911084" y="3215960"/>
            <a:ext cx="1281684" cy="1281684"/>
          </a:xfrm>
          <a:prstGeom prst="rect">
            <a:avLst/>
          </a:prstGeom>
          <a:noFill/>
          <a:ln>
            <a:noFill/>
          </a:ln>
        </p:spPr>
      </p:pic>
      <p:sp>
        <p:nvSpPr>
          <p:cNvPr id="337" name="Google Shape;337;p30"/>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Unified Modeling Language</a:t>
            </a:r>
            <a:endParaRPr/>
          </a:p>
        </p:txBody>
      </p:sp>
      <p:sp>
        <p:nvSpPr>
          <p:cNvPr id="344" name="Google Shape;344;p31"/>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200"/>
              <a:buChar char="•"/>
            </a:pPr>
            <a:r>
              <a:rPr lang="en-US">
                <a:latin typeface="Helvetica Neue"/>
                <a:ea typeface="Helvetica Neue"/>
                <a:cs typeface="Helvetica Neue"/>
                <a:sym typeface="Helvetica Neue"/>
              </a:rPr>
              <a:t>A </a:t>
            </a:r>
            <a:r>
              <a:rPr lang="en-US">
                <a:solidFill>
                  <a:srgbClr val="00B0F0"/>
                </a:solidFill>
                <a:latin typeface="Helvetica Neue"/>
                <a:ea typeface="Helvetica Neue"/>
                <a:cs typeface="Helvetica Neue"/>
                <a:sym typeface="Helvetica Neue"/>
              </a:rPr>
              <a:t>de facto industry standard </a:t>
            </a:r>
            <a:r>
              <a:rPr lang="en-US">
                <a:latin typeface="Helvetica Neue"/>
                <a:ea typeface="Helvetica Neue"/>
                <a:cs typeface="Helvetica Neue"/>
                <a:sym typeface="Helvetica Neue"/>
              </a:rPr>
              <a:t>by the Object Management Group (OMG)</a:t>
            </a:r>
            <a:endParaRPr/>
          </a:p>
          <a:p>
            <a:pPr indent="-342900" lvl="0" marL="342900" rtl="0" algn="just">
              <a:spcBef>
                <a:spcPts val="440"/>
              </a:spcBef>
              <a:spcAft>
                <a:spcPts val="0"/>
              </a:spcAft>
              <a:buClr>
                <a:schemeClr val="dk1"/>
              </a:buClr>
              <a:buSzPts val="2200"/>
              <a:buChar char="•"/>
            </a:pPr>
            <a:r>
              <a:rPr lang="en-US">
                <a:latin typeface="Helvetica Neue"/>
                <a:ea typeface="Helvetica Neue"/>
                <a:cs typeface="Helvetica Neue"/>
                <a:sym typeface="Helvetica Neue"/>
              </a:rPr>
              <a:t>Standard  language for </a:t>
            </a:r>
            <a:r>
              <a:rPr lang="en-US">
                <a:solidFill>
                  <a:srgbClr val="00B0F0"/>
                </a:solidFill>
                <a:latin typeface="Helvetica Neue"/>
                <a:ea typeface="Helvetica Neue"/>
                <a:cs typeface="Helvetica Neue"/>
                <a:sym typeface="Helvetica Neue"/>
              </a:rPr>
              <a:t>specifying, visualizing, constructing, and documenting the artifacts of software systems</a:t>
            </a:r>
            <a:r>
              <a:rPr lang="en-US">
                <a:latin typeface="Helvetica Neue"/>
                <a:ea typeface="Helvetica Neue"/>
                <a:cs typeface="Helvetica Neue"/>
                <a:sym typeface="Helvetica Neue"/>
              </a:rPr>
              <a:t>, business modeling and other non-software systems.</a:t>
            </a:r>
            <a:endParaRPr/>
          </a:p>
          <a:p>
            <a:pPr indent="-342900" lvl="0" marL="342900" rtl="0" algn="just">
              <a:spcBef>
                <a:spcPts val="440"/>
              </a:spcBef>
              <a:spcAft>
                <a:spcPts val="0"/>
              </a:spcAft>
              <a:buClr>
                <a:schemeClr val="dk1"/>
              </a:buClr>
              <a:buSzPts val="2200"/>
              <a:buChar char="•"/>
            </a:pPr>
            <a:r>
              <a:rPr lang="en-US">
                <a:latin typeface="Helvetica Neue"/>
                <a:ea typeface="Helvetica Neue"/>
                <a:cs typeface="Helvetica Neue"/>
                <a:sym typeface="Helvetica Neue"/>
              </a:rPr>
              <a:t>The UML represents a collection of </a:t>
            </a:r>
            <a:r>
              <a:rPr lang="en-US">
                <a:solidFill>
                  <a:srgbClr val="00B0F0"/>
                </a:solidFill>
                <a:latin typeface="Helvetica Neue"/>
                <a:ea typeface="Helvetica Neue"/>
                <a:cs typeface="Helvetica Neue"/>
                <a:sym typeface="Helvetica Neue"/>
              </a:rPr>
              <a:t>best engineering practices </a:t>
            </a:r>
            <a:r>
              <a:rPr lang="en-US">
                <a:latin typeface="Helvetica Neue"/>
                <a:ea typeface="Helvetica Neue"/>
                <a:cs typeface="Helvetica Neue"/>
                <a:sym typeface="Helvetica Neue"/>
              </a:rPr>
              <a:t>that have proven successful in the modeling of large and complex systems.</a:t>
            </a:r>
            <a:endParaRPr/>
          </a:p>
          <a:p>
            <a:pPr indent="-342900" lvl="0" marL="342900" rtl="0" algn="just">
              <a:spcBef>
                <a:spcPts val="440"/>
              </a:spcBef>
              <a:spcAft>
                <a:spcPts val="0"/>
              </a:spcAft>
              <a:buClr>
                <a:schemeClr val="dk1"/>
              </a:buClr>
              <a:buSzPts val="2200"/>
              <a:buChar char="•"/>
            </a:pPr>
            <a:r>
              <a:rPr lang="en-US">
                <a:latin typeface="Helvetica Neue"/>
                <a:ea typeface="Helvetica Neue"/>
                <a:cs typeface="Helvetica Neue"/>
                <a:sym typeface="Helvetica Neue"/>
              </a:rPr>
              <a:t>The UML is a very important part of </a:t>
            </a:r>
            <a:r>
              <a:rPr lang="en-US">
                <a:solidFill>
                  <a:srgbClr val="00B0F0"/>
                </a:solidFill>
                <a:latin typeface="Helvetica Neue"/>
                <a:ea typeface="Helvetica Neue"/>
                <a:cs typeface="Helvetica Neue"/>
                <a:sym typeface="Helvetica Neue"/>
              </a:rPr>
              <a:t>developing object oriented software </a:t>
            </a:r>
            <a:r>
              <a:rPr lang="en-US">
                <a:latin typeface="Helvetica Neue"/>
                <a:ea typeface="Helvetica Neue"/>
                <a:cs typeface="Helvetica Neue"/>
                <a:sym typeface="Helvetica Neue"/>
              </a:rPr>
              <a:t>and the software development process. </a:t>
            </a:r>
            <a:endParaRPr/>
          </a:p>
          <a:p>
            <a:pPr indent="-342900" lvl="0" marL="342900" rtl="0" algn="just">
              <a:spcBef>
                <a:spcPts val="440"/>
              </a:spcBef>
              <a:spcAft>
                <a:spcPts val="0"/>
              </a:spcAft>
              <a:buClr>
                <a:schemeClr val="dk1"/>
              </a:buClr>
              <a:buSzPts val="2200"/>
              <a:buChar char="•"/>
            </a:pPr>
            <a:r>
              <a:rPr lang="en-US">
                <a:latin typeface="Helvetica Neue"/>
                <a:ea typeface="Helvetica Neue"/>
                <a:cs typeface="Helvetica Neue"/>
                <a:sym typeface="Helvetica Neue"/>
              </a:rPr>
              <a:t>The UML uses mostly </a:t>
            </a:r>
            <a:r>
              <a:rPr lang="en-US">
                <a:solidFill>
                  <a:srgbClr val="00B0F0"/>
                </a:solidFill>
                <a:latin typeface="Helvetica Neue"/>
                <a:ea typeface="Helvetica Neue"/>
                <a:cs typeface="Helvetica Neue"/>
                <a:sym typeface="Helvetica Neue"/>
              </a:rPr>
              <a:t>graphical notations </a:t>
            </a:r>
            <a:r>
              <a:rPr lang="en-US">
                <a:latin typeface="Helvetica Neue"/>
                <a:ea typeface="Helvetica Neue"/>
                <a:cs typeface="Helvetica Neue"/>
                <a:sym typeface="Helvetica Neue"/>
              </a:rPr>
              <a:t>to express the design of software projects.  </a:t>
            </a:r>
            <a:endParaRPr/>
          </a:p>
          <a:p>
            <a:pPr indent="-342900" lvl="0" marL="342900" rtl="0" algn="just">
              <a:spcBef>
                <a:spcPts val="440"/>
              </a:spcBef>
              <a:spcAft>
                <a:spcPts val="0"/>
              </a:spcAft>
              <a:buClr>
                <a:schemeClr val="dk1"/>
              </a:buClr>
              <a:buSzPts val="2200"/>
              <a:buChar char="•"/>
            </a:pPr>
            <a:r>
              <a:rPr lang="en-US">
                <a:latin typeface="Helvetica Neue"/>
                <a:ea typeface="Helvetica Neue"/>
                <a:cs typeface="Helvetica Neue"/>
                <a:sym typeface="Helvetica Neue"/>
              </a:rPr>
              <a:t>Using the UML helps </a:t>
            </a:r>
            <a:r>
              <a:rPr lang="en-US">
                <a:solidFill>
                  <a:srgbClr val="00B0F0"/>
                </a:solidFill>
                <a:latin typeface="Helvetica Neue"/>
                <a:ea typeface="Helvetica Neue"/>
                <a:cs typeface="Helvetica Neue"/>
                <a:sym typeface="Helvetica Neue"/>
              </a:rPr>
              <a:t>project teams communicate, explore potential designs, and validate the architectural design of the software</a:t>
            </a:r>
            <a:r>
              <a:rPr lang="en-US">
                <a:latin typeface="Helvetica Neue"/>
                <a:ea typeface="Helvetica Neue"/>
                <a:cs typeface="Helvetica Neue"/>
                <a:sym typeface="Helvetica Neue"/>
              </a:rPr>
              <a:t>. </a:t>
            </a:r>
            <a:endParaRPr/>
          </a:p>
          <a:p>
            <a:pPr indent="-203200" lvl="0" marL="342900" rtl="0" algn="l">
              <a:spcBef>
                <a:spcPts val="440"/>
              </a:spcBef>
              <a:spcAft>
                <a:spcPts val="0"/>
              </a:spcAft>
              <a:buClr>
                <a:schemeClr val="dk1"/>
              </a:buClr>
              <a:buSzPts val="2200"/>
              <a:buNone/>
            </a:pPr>
            <a:r>
              <a:t/>
            </a:r>
            <a:endParaRPr/>
          </a:p>
        </p:txBody>
      </p:sp>
      <p:sp>
        <p:nvSpPr>
          <p:cNvPr id="345" name="Google Shape;345;p31"/>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2"/>
          <p:cNvSpPr txBox="1"/>
          <p:nvPr>
            <p:ph type="title"/>
          </p:nvPr>
        </p:nvSpPr>
        <p:spPr>
          <a:xfrm>
            <a:off x="1782291" y="579438"/>
            <a:ext cx="8229600" cy="639762"/>
          </a:xfrm>
          <a:prstGeom prst="rect">
            <a:avLst/>
          </a:prstGeom>
          <a:noFill/>
          <a:ln>
            <a:noFill/>
          </a:ln>
        </p:spPr>
        <p:txBody>
          <a:bodyPr anchorCtr="0" anchor="ctr" bIns="0" lIns="0" spcFirstLastPara="1" rIns="0" wrap="square" tIns="0">
            <a:normAutofit/>
          </a:bodyPr>
          <a:lstStyle/>
          <a:p>
            <a:pPr indent="0" lvl="0" marL="0" rtl="0" algn="ctr">
              <a:spcBef>
                <a:spcPts val="0"/>
              </a:spcBef>
              <a:spcAft>
                <a:spcPts val="0"/>
              </a:spcAft>
              <a:buClr>
                <a:schemeClr val="dk1"/>
              </a:buClr>
              <a:buSzPts val="4000"/>
              <a:buFont typeface="Helvetica Neue"/>
              <a:buNone/>
            </a:pPr>
            <a:r>
              <a:rPr lang="en-US" sz="4000">
                <a:latin typeface="Helvetica Neue"/>
                <a:ea typeface="Helvetica Neue"/>
                <a:cs typeface="Helvetica Neue"/>
                <a:sym typeface="Helvetica Neue"/>
              </a:rPr>
              <a:t>Overview of UML Diagrams</a:t>
            </a:r>
            <a:endParaRPr/>
          </a:p>
        </p:txBody>
      </p:sp>
      <p:pic>
        <p:nvPicPr>
          <p:cNvPr id="351" name="Google Shape;351;p32"/>
          <p:cNvPicPr preferRelativeResize="0"/>
          <p:nvPr/>
        </p:nvPicPr>
        <p:blipFill rotWithShape="1">
          <a:blip r:embed="rId3">
            <a:alphaModFix/>
          </a:blip>
          <a:srcRect b="0" l="0" r="0" t="0"/>
          <a:stretch/>
        </p:blipFill>
        <p:spPr>
          <a:xfrm>
            <a:off x="2514241" y="1664506"/>
            <a:ext cx="6765700" cy="4520424"/>
          </a:xfrm>
          <a:prstGeom prst="rect">
            <a:avLst/>
          </a:prstGeom>
          <a:noFill/>
          <a:ln>
            <a:noFill/>
          </a:ln>
          <a:effectLst>
            <a:outerShdw blurRad="292100" rotWithShape="0" algn="tl" dir="2700000" dist="139700">
              <a:srgbClr val="333333">
                <a:alpha val="64705"/>
              </a:srgbClr>
            </a:outerShdw>
          </a:effectLst>
        </p:spPr>
      </p:pic>
      <p:sp>
        <p:nvSpPr>
          <p:cNvPr id="352" name="Google Shape;352;p32"/>
          <p:cNvSpPr txBox="1"/>
          <p:nvPr>
            <p:ph idx="12" type="sldNum"/>
          </p:nvPr>
        </p:nvSpPr>
        <p:spPr>
          <a:xfrm>
            <a:off x="8737600" y="6356351"/>
            <a:ext cx="2844800" cy="365125"/>
          </a:xfrm>
          <a:prstGeom prst="rect">
            <a:avLst/>
          </a:prstGeom>
          <a:noFill/>
          <a:ln>
            <a:noFill/>
          </a:ln>
        </p:spPr>
        <p:txBody>
          <a:bodyPr anchorCtr="0" anchor="ctr" bIns="0" lIns="0" spcFirstLastPara="1" rIns="0" wrap="square" tIns="0">
            <a:noAutofit/>
          </a:bodyPr>
          <a:lstStyle/>
          <a:p>
            <a:pPr indent="0" lvl="0" marL="33619" rtl="0" algn="r">
              <a:lnSpc>
                <a:spcPct val="125700"/>
              </a:lnSpc>
              <a:spcBef>
                <a:spcPts val="0"/>
              </a:spcBef>
              <a:spcAft>
                <a:spcPts val="0"/>
              </a:spcAft>
              <a:buNone/>
            </a:pPr>
            <a:fld id="{00000000-1234-1234-1234-123412341234}" type="slidenum">
              <a:rPr lang="en-US"/>
              <a:t>‹#›</a:t>
            </a:fld>
            <a:endParaRPr/>
          </a:p>
        </p:txBody>
      </p:sp>
      <p:sp>
        <p:nvSpPr>
          <p:cNvPr id="353" name="Google Shape;353;p32"/>
          <p:cNvSpPr/>
          <p:nvPr/>
        </p:nvSpPr>
        <p:spPr>
          <a:xfrm>
            <a:off x="412376" y="2718558"/>
            <a:ext cx="1994288" cy="156966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600" u="none" cap="none" strike="noStrike">
                <a:solidFill>
                  <a:srgbClr val="00B050"/>
                </a:solidFill>
                <a:latin typeface="Helvetica Neue"/>
                <a:ea typeface="Helvetica Neue"/>
                <a:cs typeface="Helvetica Neue"/>
                <a:sym typeface="Helvetica Neue"/>
              </a:rPr>
              <a:t>emphasizes the </a:t>
            </a:r>
            <a:r>
              <a:rPr b="0" i="0" lang="en-US" sz="1600" u="sng" cap="none" strike="noStrike">
                <a:solidFill>
                  <a:srgbClr val="00B050"/>
                </a:solidFill>
                <a:latin typeface="Helvetica Neue"/>
                <a:ea typeface="Helvetica Neue"/>
                <a:cs typeface="Helvetica Neue"/>
                <a:sym typeface="Helvetica Neue"/>
              </a:rPr>
              <a:t>static structure </a:t>
            </a:r>
            <a:r>
              <a:rPr b="0" i="0" lang="en-US" sz="1600" u="none" cap="none" strike="noStrike">
                <a:solidFill>
                  <a:srgbClr val="00B050"/>
                </a:solidFill>
                <a:latin typeface="Helvetica Neue"/>
                <a:ea typeface="Helvetica Neue"/>
                <a:cs typeface="Helvetica Neue"/>
                <a:sym typeface="Helvetica Neue"/>
              </a:rPr>
              <a:t>of the system using objects, attributes, operations and relationships.</a:t>
            </a:r>
            <a:endParaRPr/>
          </a:p>
        </p:txBody>
      </p:sp>
      <p:sp>
        <p:nvSpPr>
          <p:cNvPr id="354" name="Google Shape;354;p32"/>
          <p:cNvSpPr/>
          <p:nvPr/>
        </p:nvSpPr>
        <p:spPr>
          <a:xfrm>
            <a:off x="9495094" y="2612331"/>
            <a:ext cx="2521198" cy="156966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600" u="none" cap="none" strike="noStrike">
                <a:solidFill>
                  <a:srgbClr val="494429"/>
                </a:solidFill>
                <a:latin typeface="Helvetica Neue"/>
                <a:ea typeface="Helvetica Neue"/>
                <a:cs typeface="Helvetica Neue"/>
                <a:sym typeface="Helvetica Neue"/>
              </a:rPr>
              <a:t>emphasizes the dynamic behavior of the system </a:t>
            </a:r>
            <a:r>
              <a:rPr b="0" i="0" lang="en-US" sz="1600" u="sng" cap="none" strike="noStrike">
                <a:solidFill>
                  <a:srgbClr val="494429"/>
                </a:solidFill>
                <a:latin typeface="Helvetica Neue"/>
                <a:ea typeface="Helvetica Neue"/>
                <a:cs typeface="Helvetica Neue"/>
                <a:sym typeface="Helvetica Neue"/>
              </a:rPr>
              <a:t>by showing collaborations among objects </a:t>
            </a:r>
            <a:r>
              <a:rPr b="0" i="0" lang="en-US" sz="1600" u="none" cap="none" strike="noStrike">
                <a:solidFill>
                  <a:srgbClr val="494429"/>
                </a:solidFill>
                <a:latin typeface="Helvetica Neue"/>
                <a:ea typeface="Helvetica Neue"/>
                <a:cs typeface="Helvetica Neue"/>
                <a:sym typeface="Helvetica Neue"/>
              </a:rPr>
              <a:t>and changes to the internal states of objects.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500"/>
                                        <p:tgtEl>
                                          <p:spTgt spid="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500"/>
                                        <p:tgtEl>
                                          <p:spTgt spid="3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3"/>
          <p:cNvSpPr txBox="1"/>
          <p:nvPr>
            <p:ph idx="12" type="sldNum"/>
          </p:nvPr>
        </p:nvSpPr>
        <p:spPr>
          <a:xfrm>
            <a:off x="8737600" y="6356351"/>
            <a:ext cx="2844800" cy="365125"/>
          </a:xfrm>
          <a:prstGeom prst="rect">
            <a:avLst/>
          </a:prstGeom>
          <a:noFill/>
          <a:ln>
            <a:noFill/>
          </a:ln>
        </p:spPr>
        <p:txBody>
          <a:bodyPr anchorCtr="0" anchor="ctr" bIns="0" lIns="0" spcFirstLastPara="1" rIns="0" wrap="square" tIns="0">
            <a:noAutofit/>
          </a:bodyPr>
          <a:lstStyle/>
          <a:p>
            <a:pPr indent="0" lvl="0" marL="33619" rtl="0" algn="r">
              <a:lnSpc>
                <a:spcPct val="125700"/>
              </a:lnSpc>
              <a:spcBef>
                <a:spcPts val="0"/>
              </a:spcBef>
              <a:spcAft>
                <a:spcPts val="0"/>
              </a:spcAft>
              <a:buNone/>
            </a:pPr>
            <a:fld id="{00000000-1234-1234-1234-123412341234}" type="slidenum">
              <a:rPr lang="en-US"/>
              <a:t>‹#›</a:t>
            </a:fld>
            <a:endParaRPr/>
          </a:p>
        </p:txBody>
      </p:sp>
      <p:pic>
        <p:nvPicPr>
          <p:cNvPr id="360" name="Google Shape;360;p33"/>
          <p:cNvPicPr preferRelativeResize="0"/>
          <p:nvPr/>
        </p:nvPicPr>
        <p:blipFill rotWithShape="1">
          <a:blip r:embed="rId3">
            <a:alphaModFix/>
          </a:blip>
          <a:srcRect b="0" l="0" r="0" t="0"/>
          <a:stretch/>
        </p:blipFill>
        <p:spPr>
          <a:xfrm>
            <a:off x="1095765" y="428187"/>
            <a:ext cx="9860109" cy="592816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4"/>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67" name="Google Shape;367;p34"/>
          <p:cNvSpPr txBox="1"/>
          <p:nvPr/>
        </p:nvSpPr>
        <p:spPr>
          <a:xfrm>
            <a:off x="179294" y="242365"/>
            <a:ext cx="10972800" cy="11430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chemeClr val="dk1"/>
              </a:buClr>
              <a:buSzPts val="4400"/>
              <a:buFont typeface="Helvetica Neue"/>
              <a:buNone/>
            </a:pPr>
            <a:r>
              <a:rPr b="0" i="0" lang="en-US" sz="4400" u="none" cap="none" strike="noStrike">
                <a:solidFill>
                  <a:schemeClr val="dk1"/>
                </a:solidFill>
                <a:latin typeface="Helvetica Neue"/>
                <a:ea typeface="Helvetica Neue"/>
                <a:cs typeface="Helvetica Neue"/>
                <a:sym typeface="Helvetica Neue"/>
              </a:rPr>
              <a:t>Why Java?</a:t>
            </a:r>
            <a:endParaRPr/>
          </a:p>
        </p:txBody>
      </p:sp>
      <p:pic>
        <p:nvPicPr>
          <p:cNvPr id="368" name="Google Shape;368;p34"/>
          <p:cNvPicPr preferRelativeResize="0"/>
          <p:nvPr/>
        </p:nvPicPr>
        <p:blipFill rotWithShape="1">
          <a:blip r:embed="rId3">
            <a:alphaModFix/>
          </a:blip>
          <a:srcRect b="2226" l="8574" r="6793" t="3251"/>
          <a:stretch/>
        </p:blipFill>
        <p:spPr>
          <a:xfrm>
            <a:off x="3689873" y="118332"/>
            <a:ext cx="7885355" cy="6605033"/>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5"/>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74" name="Google Shape;374;p35"/>
          <p:cNvPicPr preferRelativeResize="0"/>
          <p:nvPr/>
        </p:nvPicPr>
        <p:blipFill rotWithShape="1">
          <a:blip r:embed="rId3">
            <a:alphaModFix/>
          </a:blip>
          <a:srcRect b="0" l="2523" r="0" t="0"/>
          <a:stretch/>
        </p:blipFill>
        <p:spPr>
          <a:xfrm>
            <a:off x="1262086" y="0"/>
            <a:ext cx="5651494" cy="6626926"/>
          </a:xfrm>
          <a:prstGeom prst="rect">
            <a:avLst/>
          </a:prstGeom>
          <a:noFill/>
          <a:ln>
            <a:noFill/>
          </a:ln>
        </p:spPr>
      </p:pic>
      <p:sp>
        <p:nvSpPr>
          <p:cNvPr id="375" name="Google Shape;375;p35"/>
          <p:cNvSpPr/>
          <p:nvPr/>
        </p:nvSpPr>
        <p:spPr>
          <a:xfrm>
            <a:off x="7641516" y="2390133"/>
            <a:ext cx="3750832" cy="13234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600" u="none" cap="none" strike="noStrike">
                <a:solidFill>
                  <a:srgbClr val="0070C0"/>
                </a:solidFill>
                <a:latin typeface="Helvetica Neue"/>
                <a:ea typeface="Helvetica Neue"/>
                <a:cs typeface="Helvetica Neue"/>
                <a:sym typeface="Helvetica Neue"/>
              </a:rPr>
              <a:t>“Java is the main language behind Android, which owns an 85% share of the mobile market. It’s also the most popular language for Internet of Things (IoT) devices.”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Java Spread</a:t>
            </a:r>
            <a:endParaRPr>
              <a:latin typeface="Helvetica Neue"/>
              <a:ea typeface="Helvetica Neue"/>
              <a:cs typeface="Helvetica Neue"/>
              <a:sym typeface="Helvetica Neue"/>
            </a:endParaRPr>
          </a:p>
        </p:txBody>
      </p:sp>
      <p:sp>
        <p:nvSpPr>
          <p:cNvPr id="382" name="Google Shape;382;p36"/>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Related image" id="383" name="Google Shape;383;p36"/>
          <p:cNvPicPr preferRelativeResize="0"/>
          <p:nvPr>
            <p:ph idx="4294967295" type="body"/>
          </p:nvPr>
        </p:nvPicPr>
        <p:blipFill rotWithShape="1">
          <a:blip r:embed="rId3">
            <a:alphaModFix/>
          </a:blip>
          <a:srcRect b="0" l="0" r="0" t="0"/>
          <a:stretch/>
        </p:blipFill>
        <p:spPr>
          <a:xfrm>
            <a:off x="1359408" y="1566326"/>
            <a:ext cx="8971386" cy="2444842"/>
          </a:xfrm>
          <a:prstGeom prst="rect">
            <a:avLst/>
          </a:prstGeom>
          <a:noFill/>
          <a:ln>
            <a:noFill/>
          </a:ln>
          <a:effectLst>
            <a:outerShdw blurRad="292100" rotWithShape="0" algn="tl" dir="2700000" dist="139700">
              <a:srgbClr val="333333">
                <a:alpha val="64705"/>
              </a:srgbClr>
            </a:outerShdw>
          </a:effectLst>
        </p:spPr>
      </p:pic>
      <p:sp>
        <p:nvSpPr>
          <p:cNvPr id="384" name="Google Shape;384;p36"/>
          <p:cNvSpPr txBox="1"/>
          <p:nvPr/>
        </p:nvSpPr>
        <p:spPr>
          <a:xfrm>
            <a:off x="2687195" y="4548938"/>
            <a:ext cx="6817610"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u="none" cap="none" strike="noStrike">
                <a:solidFill>
                  <a:schemeClr val="dk1"/>
                </a:solidFill>
                <a:latin typeface="Helvetica Neue"/>
                <a:ea typeface="Helvetica Neue"/>
                <a:cs typeface="Helvetica Neue"/>
                <a:sym typeface="Helvetica Neue"/>
              </a:rPr>
              <a:t>A lot of companies are using Java now-a-days, rather than other languages due to a simple fact: Java is awesomely </a:t>
            </a:r>
            <a:r>
              <a:rPr b="1" i="0" lang="en-US" sz="1800" u="none" cap="none" strike="noStrike">
                <a:solidFill>
                  <a:schemeClr val="dk1"/>
                </a:solidFill>
                <a:latin typeface="Helvetica Neue"/>
                <a:ea typeface="Helvetica Neue"/>
                <a:cs typeface="Helvetica Neue"/>
                <a:sym typeface="Helvetica Neue"/>
              </a:rPr>
              <a:t>platform independent</a:t>
            </a:r>
            <a:r>
              <a:rPr b="0" i="0" lang="en-US" sz="1800" u="none" cap="none" strike="noStrike">
                <a:solidFill>
                  <a:schemeClr val="dk1"/>
                </a:solidFill>
                <a:latin typeface="Helvetica Neue"/>
                <a:ea typeface="Helvetica Neue"/>
                <a:cs typeface="Helvetica Neue"/>
                <a:sym typeface="Helvetica Neue"/>
              </a:rPr>
              <a:t> and </a:t>
            </a:r>
            <a:r>
              <a:rPr b="1" i="0" lang="en-US" sz="1800" u="none" cap="none" strike="noStrike">
                <a:solidFill>
                  <a:schemeClr val="dk1"/>
                </a:solidFill>
                <a:latin typeface="Helvetica Neue"/>
                <a:ea typeface="Helvetica Neue"/>
                <a:cs typeface="Helvetica Neue"/>
                <a:sym typeface="Helvetica Neue"/>
              </a:rPr>
              <a:t>reliable</a:t>
            </a:r>
            <a:r>
              <a:rPr b="0" i="0" lang="en-US" sz="1800" u="none" cap="none" strike="noStrike">
                <a:solidFill>
                  <a:schemeClr val="dk1"/>
                </a:solidFill>
                <a:latin typeface="Helvetica Neue"/>
                <a:ea typeface="Helvetica Neue"/>
                <a:cs typeface="Helvetica Neue"/>
                <a:sym typeface="Helvetica Neue"/>
              </a:rPr>
              <a:t> which makes in famous in almost all fields including android, ios, smart TV, web development.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Helvetica Neue"/>
              <a:buNone/>
            </a:pPr>
            <a:r>
              <a:rPr lang="en-US" sz="4000">
                <a:latin typeface="Helvetica Neue"/>
                <a:ea typeface="Helvetica Neue"/>
                <a:cs typeface="Helvetica Neue"/>
                <a:sym typeface="Helvetica Neue"/>
              </a:rPr>
              <a:t>Motivation behind developing Java </a:t>
            </a:r>
            <a:endParaRPr/>
          </a:p>
        </p:txBody>
      </p:sp>
      <p:sp>
        <p:nvSpPr>
          <p:cNvPr id="390" name="Google Shape;390;p37"/>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Screen Clipping" id="391" name="Google Shape;391;p37"/>
          <p:cNvPicPr preferRelativeResize="0"/>
          <p:nvPr/>
        </p:nvPicPr>
        <p:blipFill rotWithShape="1">
          <a:blip r:embed="rId3">
            <a:alphaModFix/>
          </a:blip>
          <a:srcRect b="0" l="0" r="0" t="0"/>
          <a:stretch/>
        </p:blipFill>
        <p:spPr>
          <a:xfrm>
            <a:off x="1825497" y="1631357"/>
            <a:ext cx="9029543" cy="385504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8"/>
          <p:cNvSpPr txBox="1"/>
          <p:nvPr>
            <p:ph type="title"/>
          </p:nvPr>
        </p:nvSpPr>
        <p:spPr>
          <a:xfrm>
            <a:off x="512064" y="457201"/>
            <a:ext cx="109728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Helvetica Neue"/>
              <a:buNone/>
            </a:pPr>
            <a:r>
              <a:rPr lang="en-US" sz="3600">
                <a:latin typeface="Helvetica Neue"/>
                <a:ea typeface="Helvetica Neue"/>
                <a:cs typeface="Helvetica Neue"/>
                <a:sym typeface="Helvetica Neue"/>
              </a:rPr>
              <a:t>What is Java?</a:t>
            </a:r>
            <a:br>
              <a:rPr lang="en-US" sz="3600">
                <a:latin typeface="Helvetica Neue"/>
                <a:ea typeface="Helvetica Neue"/>
                <a:cs typeface="Helvetica Neue"/>
                <a:sym typeface="Helvetica Neue"/>
              </a:rPr>
            </a:br>
            <a:endParaRPr/>
          </a:p>
        </p:txBody>
      </p:sp>
      <p:sp>
        <p:nvSpPr>
          <p:cNvPr id="398" name="Google Shape;398;p38"/>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1180"/>
              <a:buChar char="•"/>
            </a:pPr>
            <a:r>
              <a:rPr lang="en-US" sz="2000">
                <a:latin typeface="Helvetica Neue"/>
                <a:ea typeface="Helvetica Neue"/>
                <a:cs typeface="Helvetica Neue"/>
                <a:sym typeface="Helvetica Neue"/>
              </a:rPr>
              <a:t>It is an object-oriented language developed by Sun in the mid 1990s.</a:t>
            </a:r>
            <a:endParaRPr/>
          </a:p>
          <a:p>
            <a:pPr indent="-285750" lvl="1" marL="742950" rtl="0" algn="l">
              <a:spcBef>
                <a:spcPts val="187"/>
              </a:spcBef>
              <a:spcAft>
                <a:spcPts val="0"/>
              </a:spcAft>
              <a:buClr>
                <a:srgbClr val="000000"/>
              </a:buClr>
              <a:buSzPts val="1260"/>
              <a:buChar char="•"/>
            </a:pPr>
            <a:r>
              <a:rPr lang="en-US" sz="1800">
                <a:latin typeface="Helvetica Neue"/>
                <a:ea typeface="Helvetica Neue"/>
                <a:cs typeface="Helvetica Neue"/>
                <a:sym typeface="Helvetica Neue"/>
              </a:rPr>
              <a:t>Original language called Oak</a:t>
            </a:r>
            <a:endParaRPr/>
          </a:p>
          <a:p>
            <a:pPr indent="-285750" lvl="1" marL="742950" rtl="0" algn="l">
              <a:spcBef>
                <a:spcPts val="187"/>
              </a:spcBef>
              <a:spcAft>
                <a:spcPts val="0"/>
              </a:spcAft>
              <a:buClr>
                <a:srgbClr val="000000"/>
              </a:buClr>
              <a:buSzPts val="1260"/>
              <a:buChar char="•"/>
            </a:pPr>
            <a:r>
              <a:rPr lang="en-US" sz="1800">
                <a:latin typeface="Helvetica Neue"/>
                <a:ea typeface="Helvetica Neue"/>
                <a:cs typeface="Helvetica Neue"/>
                <a:sym typeface="Helvetica Neue"/>
              </a:rPr>
              <a:t>Intended for embedded systems</a:t>
            </a:r>
            <a:endParaRPr/>
          </a:p>
          <a:p>
            <a:pPr indent="-285750" lvl="1" marL="742950" rtl="0" algn="l">
              <a:spcBef>
                <a:spcPts val="187"/>
              </a:spcBef>
              <a:spcAft>
                <a:spcPts val="0"/>
              </a:spcAft>
              <a:buClr>
                <a:srgbClr val="000000"/>
              </a:buClr>
              <a:buSzPts val="1260"/>
              <a:buChar char="•"/>
            </a:pPr>
            <a:r>
              <a:rPr lang="en-US" sz="1800">
                <a:latin typeface="Helvetica Neue"/>
                <a:ea typeface="Helvetica Neue"/>
                <a:cs typeface="Helvetica Neue"/>
                <a:sym typeface="Helvetica Neue"/>
              </a:rPr>
              <a:t>Based on C and C++</a:t>
            </a:r>
            <a:endParaRPr/>
          </a:p>
          <a:p>
            <a:pPr indent="-285750" lvl="1" marL="742950" rtl="0" algn="l">
              <a:spcBef>
                <a:spcPts val="187"/>
              </a:spcBef>
              <a:spcAft>
                <a:spcPts val="0"/>
              </a:spcAft>
              <a:buClr>
                <a:srgbClr val="000000"/>
              </a:buClr>
              <a:buSzPts val="1260"/>
              <a:buChar char="•"/>
            </a:pPr>
            <a:r>
              <a:rPr lang="en-US" sz="1800">
                <a:latin typeface="Helvetica Neue"/>
                <a:ea typeface="Helvetica Neue"/>
                <a:cs typeface="Helvetica Neue"/>
                <a:sym typeface="Helvetica Neue"/>
              </a:rPr>
              <a:t>Now, popularly used in console, GUI, web and mobile applications</a:t>
            </a:r>
            <a:endParaRPr/>
          </a:p>
          <a:p>
            <a:pPr indent="-210819" lvl="1" marL="742950" rtl="0" algn="l">
              <a:spcBef>
                <a:spcPts val="187"/>
              </a:spcBef>
              <a:spcAft>
                <a:spcPts val="0"/>
              </a:spcAft>
              <a:buClr>
                <a:srgbClr val="000000"/>
              </a:buClr>
              <a:buSzPts val="1180"/>
              <a:buNone/>
            </a:pPr>
            <a:r>
              <a:t/>
            </a:r>
            <a:endParaRPr>
              <a:latin typeface="Helvetica Neue"/>
              <a:ea typeface="Helvetica Neue"/>
              <a:cs typeface="Helvetica Neue"/>
              <a:sym typeface="Helvetica Neue"/>
            </a:endParaRPr>
          </a:p>
          <a:p>
            <a:pPr indent="-267970" lvl="0" marL="342900" rtl="0" algn="l">
              <a:spcBef>
                <a:spcPts val="187"/>
              </a:spcBef>
              <a:spcAft>
                <a:spcPts val="0"/>
              </a:spcAft>
              <a:buClr>
                <a:srgbClr val="000000"/>
              </a:buClr>
              <a:buSzPts val="1180"/>
              <a:buNone/>
            </a:pPr>
            <a:r>
              <a:t/>
            </a:r>
            <a:endParaRPr sz="2000">
              <a:latin typeface="Helvetica Neue"/>
              <a:ea typeface="Helvetica Neue"/>
              <a:cs typeface="Helvetica Neue"/>
              <a:sym typeface="Helvetica Neue"/>
            </a:endParaRPr>
          </a:p>
          <a:p>
            <a:pPr indent="-342900" lvl="0" marL="342900" rtl="0" algn="l">
              <a:spcBef>
                <a:spcPts val="187"/>
              </a:spcBef>
              <a:spcAft>
                <a:spcPts val="0"/>
              </a:spcAft>
              <a:buClr>
                <a:srgbClr val="000000"/>
              </a:buClr>
              <a:buSzPts val="1180"/>
              <a:buChar char="•"/>
            </a:pPr>
            <a:r>
              <a:rPr lang="en-US" sz="2000">
                <a:latin typeface="Helvetica Neue"/>
                <a:ea typeface="Helvetica Neue"/>
                <a:cs typeface="Helvetica Neue"/>
                <a:sym typeface="Helvetica Neue"/>
              </a:rPr>
              <a:t>Sun describes it as</a:t>
            </a:r>
            <a:endParaRPr/>
          </a:p>
          <a:p>
            <a:pPr indent="-285750" lvl="1" marL="742950" rtl="0" algn="l">
              <a:spcBef>
                <a:spcPts val="621"/>
              </a:spcBef>
              <a:spcAft>
                <a:spcPts val="0"/>
              </a:spcAft>
              <a:buClr>
                <a:srgbClr val="000000"/>
              </a:buClr>
              <a:buSzPts val="1360"/>
              <a:buChar char="–"/>
            </a:pPr>
            <a:r>
              <a:rPr lang="en-US" sz="1600">
                <a:latin typeface="Helvetica Neue"/>
                <a:ea typeface="Helvetica Neue"/>
                <a:cs typeface="Helvetica Neue"/>
                <a:sym typeface="Helvetica Neue"/>
              </a:rPr>
              <a:t>"A simple, object-oriented, distributed, interpreted, robust, secure, architecture neutral, portable, high-performance, multi-threaded and dynamic language."</a:t>
            </a:r>
            <a:endParaRPr/>
          </a:p>
          <a:p>
            <a:pPr indent="-190500" lvl="0" marL="342900" rtl="0" algn="l">
              <a:spcBef>
                <a:spcPts val="480"/>
              </a:spcBef>
              <a:spcAft>
                <a:spcPts val="0"/>
              </a:spcAft>
              <a:buClr>
                <a:schemeClr val="dk1"/>
              </a:buClr>
              <a:buSzPts val="2400"/>
              <a:buNone/>
            </a:pPr>
            <a:r>
              <a:t/>
            </a:r>
            <a:endParaRPr sz="2400"/>
          </a:p>
        </p:txBody>
      </p:sp>
      <p:sp>
        <p:nvSpPr>
          <p:cNvPr id="399" name="Google Shape;399;p38"/>
          <p:cNvSpPr txBox="1"/>
          <p:nvPr>
            <p:ph idx="4294967295" type="sldNum"/>
          </p:nvPr>
        </p:nvSpPr>
        <p:spPr>
          <a:xfrm>
            <a:off x="12948458" y="6459786"/>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050">
                <a:solidFill>
                  <a:srgbClr val="FFFFFF"/>
                </a:solidFill>
                <a:latin typeface="Calibri"/>
                <a:ea typeface="Calibri"/>
                <a:cs typeface="Calibri"/>
                <a:sym typeface="Calibri"/>
              </a:rPr>
              <a:t>‹#›</a:t>
            </a:fld>
            <a:endParaRPr sz="1050">
              <a:solidFill>
                <a:srgbClr val="FFFFFF"/>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9"/>
          <p:cNvSpPr txBox="1"/>
          <p:nvPr>
            <p:ph type="title"/>
          </p:nvPr>
        </p:nvSpPr>
        <p:spPr>
          <a:xfrm>
            <a:off x="1754957" y="642284"/>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Helvetica Neue"/>
              <a:buNone/>
            </a:pPr>
            <a:r>
              <a:rPr lang="en-US" sz="3200">
                <a:latin typeface="Helvetica Neue"/>
                <a:ea typeface="Helvetica Neue"/>
                <a:cs typeface="Helvetica Neue"/>
                <a:sym typeface="Helvetica Neue"/>
              </a:rPr>
              <a:t>What was the reason of creation?</a:t>
            </a:r>
            <a:endParaRPr/>
          </a:p>
        </p:txBody>
      </p:sp>
      <p:sp>
        <p:nvSpPr>
          <p:cNvPr id="406" name="Google Shape;406;p39"/>
          <p:cNvSpPr txBox="1"/>
          <p:nvPr>
            <p:ph idx="1" type="body"/>
          </p:nvPr>
        </p:nvSpPr>
        <p:spPr>
          <a:xfrm>
            <a:off x="768096" y="2415282"/>
            <a:ext cx="10021824" cy="1883342"/>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1800"/>
              <a:buFont typeface="Noto Sans Symbols"/>
              <a:buChar char="▪"/>
            </a:pPr>
            <a:r>
              <a:rPr lang="en-US" sz="1800">
                <a:latin typeface="Helvetica Neue"/>
                <a:ea typeface="Helvetica Neue"/>
                <a:cs typeface="Helvetica Neue"/>
                <a:sym typeface="Helvetica Neue"/>
              </a:rPr>
              <a:t>Need a cross-platform language for multiple-device development.</a:t>
            </a:r>
            <a:endParaRPr/>
          </a:p>
          <a:p>
            <a:pPr indent="-342900" lvl="0" marL="342900" rtl="0" algn="just">
              <a:spcBef>
                <a:spcPts val="360"/>
              </a:spcBef>
              <a:spcAft>
                <a:spcPts val="0"/>
              </a:spcAft>
              <a:buClr>
                <a:schemeClr val="dk1"/>
              </a:buClr>
              <a:buSzPts val="1800"/>
              <a:buFont typeface="Noto Sans Symbols"/>
              <a:buChar char="▪"/>
            </a:pPr>
            <a:r>
              <a:rPr lang="en-US" sz="1800">
                <a:latin typeface="Helvetica Neue"/>
                <a:ea typeface="Helvetica Neue"/>
                <a:cs typeface="Helvetica Neue"/>
                <a:sym typeface="Helvetica Neue"/>
              </a:rPr>
              <a:t>C++ though object oriented and widely used was highly resource intensive.</a:t>
            </a:r>
            <a:endParaRPr/>
          </a:p>
          <a:p>
            <a:pPr indent="-342900" lvl="0" marL="342900" rtl="0" algn="just">
              <a:spcBef>
                <a:spcPts val="360"/>
              </a:spcBef>
              <a:spcAft>
                <a:spcPts val="0"/>
              </a:spcAft>
              <a:buClr>
                <a:schemeClr val="dk1"/>
              </a:buClr>
              <a:buSzPts val="1800"/>
              <a:buFont typeface="Noto Sans Symbols"/>
              <a:buChar char="▪"/>
            </a:pPr>
            <a:r>
              <a:rPr lang="en-US" sz="1800">
                <a:latin typeface="Helvetica Neue"/>
                <a:ea typeface="Helvetica Neue"/>
                <a:cs typeface="Helvetica Neue"/>
                <a:sym typeface="Helvetica Neue"/>
              </a:rPr>
              <a:t>Developed with the aim of “</a:t>
            </a:r>
            <a:r>
              <a:rPr b="1" lang="en-US" sz="1800">
                <a:latin typeface="Helvetica Neue"/>
                <a:ea typeface="Helvetica Neue"/>
                <a:cs typeface="Helvetica Neue"/>
                <a:sym typeface="Helvetica Neue"/>
              </a:rPr>
              <a:t>Write Once, Run Anywhere</a:t>
            </a:r>
            <a:r>
              <a:rPr lang="en-US" sz="1800">
                <a:latin typeface="Helvetica Neue"/>
                <a:ea typeface="Helvetica Neue"/>
                <a:cs typeface="Helvetica Neue"/>
                <a:sym typeface="Helvetica Neue"/>
              </a:rPr>
              <a:t>”.</a:t>
            </a:r>
            <a:endParaRPr/>
          </a:p>
          <a:p>
            <a:pPr indent="-190500" lvl="0" marL="342900" rtl="0" algn="just">
              <a:spcBef>
                <a:spcPts val="480"/>
              </a:spcBef>
              <a:spcAft>
                <a:spcPts val="0"/>
              </a:spcAft>
              <a:buClr>
                <a:schemeClr val="dk1"/>
              </a:buClr>
              <a:buSzPts val="2400"/>
              <a:buNone/>
            </a:pPr>
            <a:r>
              <a:t/>
            </a:r>
            <a:endParaRPr sz="2400"/>
          </a:p>
        </p:txBody>
      </p:sp>
      <p:sp>
        <p:nvSpPr>
          <p:cNvPr id="407" name="Google Shape;407;p39"/>
          <p:cNvSpPr txBox="1"/>
          <p:nvPr>
            <p:ph idx="4294967295" type="sldNum"/>
          </p:nvPr>
        </p:nvSpPr>
        <p:spPr>
          <a:xfrm>
            <a:off x="12948458" y="6459786"/>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050">
                <a:solidFill>
                  <a:srgbClr val="FFFFFF"/>
                </a:solidFill>
                <a:latin typeface="Calibri"/>
                <a:ea typeface="Calibri"/>
                <a:cs typeface="Calibri"/>
                <a:sym typeface="Calibri"/>
              </a:rPr>
              <a:t>‹#›</a:t>
            </a:fld>
            <a:endParaRPr sz="1050">
              <a:solidFill>
                <a:srgbClr val="FFFFFF"/>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0"/>
          <p:cNvSpPr txBox="1"/>
          <p:nvPr>
            <p:ph type="title"/>
          </p:nvPr>
        </p:nvSpPr>
        <p:spPr>
          <a:xfrm>
            <a:off x="1981200" y="366077"/>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Helvetica Neue"/>
              <a:buNone/>
            </a:pPr>
            <a:r>
              <a:rPr lang="en-US" sz="3600">
                <a:latin typeface="Helvetica Neue"/>
                <a:ea typeface="Helvetica Neue"/>
                <a:cs typeface="Helvetica Neue"/>
                <a:sym typeface="Helvetica Neue"/>
              </a:rPr>
              <a:t>What is Java? (cont)</a:t>
            </a:r>
            <a:br>
              <a:rPr lang="en-US" sz="3600">
                <a:latin typeface="Helvetica Neue"/>
                <a:ea typeface="Helvetica Neue"/>
                <a:cs typeface="Helvetica Neue"/>
                <a:sym typeface="Helvetica Neue"/>
              </a:rPr>
            </a:br>
            <a:endParaRPr/>
          </a:p>
        </p:txBody>
      </p:sp>
      <p:sp>
        <p:nvSpPr>
          <p:cNvPr id="414" name="Google Shape;414;p40"/>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rgbClr val="000000"/>
              </a:buClr>
              <a:buSzPct val="59000"/>
              <a:buChar char="•"/>
            </a:pPr>
            <a:r>
              <a:rPr lang="en-US" sz="2000">
                <a:solidFill>
                  <a:srgbClr val="0070C0"/>
                </a:solidFill>
                <a:latin typeface="Helvetica Neue"/>
                <a:ea typeface="Helvetica Neue"/>
                <a:cs typeface="Helvetica Neue"/>
                <a:sym typeface="Helvetica Neue"/>
              </a:rPr>
              <a:t>Object-Oriented Programming Language</a:t>
            </a:r>
            <a:endParaRPr/>
          </a:p>
          <a:p>
            <a:pPr indent="-285750" lvl="1" marL="742950" rtl="0" algn="l">
              <a:spcBef>
                <a:spcPts val="187"/>
              </a:spcBef>
              <a:spcAft>
                <a:spcPts val="0"/>
              </a:spcAft>
              <a:buClr>
                <a:srgbClr val="000000"/>
              </a:buClr>
              <a:buSzPct val="70000"/>
              <a:buChar char="•"/>
            </a:pPr>
            <a:r>
              <a:rPr lang="en-US" sz="1800">
                <a:latin typeface="Helvetica Neue"/>
                <a:ea typeface="Helvetica Neue"/>
                <a:cs typeface="Helvetica Neue"/>
                <a:sym typeface="Helvetica Neue"/>
              </a:rPr>
              <a:t>Designed to support Object-Oriented concepts</a:t>
            </a:r>
            <a:endParaRPr/>
          </a:p>
          <a:p>
            <a:pPr indent="-216439" lvl="1" marL="742950" rtl="0" algn="l">
              <a:spcBef>
                <a:spcPts val="187"/>
              </a:spcBef>
              <a:spcAft>
                <a:spcPts val="0"/>
              </a:spcAft>
              <a:buClr>
                <a:srgbClr val="000000"/>
              </a:buClr>
              <a:buSzPct val="59000"/>
              <a:buNone/>
            </a:pPr>
            <a:r>
              <a:t/>
            </a:r>
            <a:endParaRPr>
              <a:latin typeface="Helvetica Neue"/>
              <a:ea typeface="Helvetica Neue"/>
              <a:cs typeface="Helvetica Neue"/>
              <a:sym typeface="Helvetica Neue"/>
            </a:endParaRPr>
          </a:p>
          <a:p>
            <a:pPr indent="-342900" lvl="0" marL="342900" rtl="0" algn="l">
              <a:spcBef>
                <a:spcPts val="187"/>
              </a:spcBef>
              <a:spcAft>
                <a:spcPts val="0"/>
              </a:spcAft>
              <a:buClr>
                <a:srgbClr val="000000"/>
              </a:buClr>
              <a:buSzPct val="59000"/>
              <a:buChar char="•"/>
            </a:pPr>
            <a:r>
              <a:rPr lang="en-US" sz="2000">
                <a:solidFill>
                  <a:srgbClr val="0070C0"/>
                </a:solidFill>
                <a:latin typeface="Helvetica Neue"/>
                <a:ea typeface="Helvetica Neue"/>
                <a:cs typeface="Helvetica Neue"/>
                <a:sym typeface="Helvetica Neue"/>
              </a:rPr>
              <a:t>Platform</a:t>
            </a:r>
            <a:endParaRPr/>
          </a:p>
          <a:p>
            <a:pPr indent="-285750" lvl="1" marL="742950" rtl="0" algn="l">
              <a:spcBef>
                <a:spcPts val="187"/>
              </a:spcBef>
              <a:spcAft>
                <a:spcPts val="0"/>
              </a:spcAft>
              <a:buClr>
                <a:srgbClr val="000000"/>
              </a:buClr>
              <a:buSzPct val="58999"/>
              <a:buChar char="•"/>
            </a:pPr>
            <a:r>
              <a:rPr lang="en-US" sz="1800">
                <a:latin typeface="Helvetica Neue"/>
                <a:ea typeface="Helvetica Neue"/>
                <a:cs typeface="Helvetica Neue"/>
                <a:sym typeface="Helvetica Neue"/>
              </a:rPr>
              <a:t>To execute java on your machine, you need java runtime environment (JVM)</a:t>
            </a:r>
            <a:endParaRPr/>
          </a:p>
          <a:p>
            <a:pPr indent="-285750" lvl="1" marL="742950" rtl="0" algn="l">
              <a:spcBef>
                <a:spcPts val="187"/>
              </a:spcBef>
              <a:spcAft>
                <a:spcPts val="0"/>
              </a:spcAft>
              <a:buClr>
                <a:srgbClr val="000000"/>
              </a:buClr>
              <a:buSzPct val="58999"/>
              <a:buChar char="•"/>
            </a:pPr>
            <a:r>
              <a:rPr lang="en-US" sz="1800">
                <a:latin typeface="Helvetica Neue"/>
                <a:ea typeface="Helvetica Neue"/>
                <a:cs typeface="Helvetica Neue"/>
                <a:sym typeface="Helvetica Neue"/>
              </a:rPr>
              <a:t>JVM accept the byte code and executes the machine.</a:t>
            </a:r>
            <a:endParaRPr/>
          </a:p>
          <a:p>
            <a:pPr indent="-266658" lvl="0" marL="342900" rtl="0" algn="l">
              <a:spcBef>
                <a:spcPts val="187"/>
              </a:spcBef>
              <a:spcAft>
                <a:spcPts val="0"/>
              </a:spcAft>
              <a:buClr>
                <a:srgbClr val="000000"/>
              </a:buClr>
              <a:buSzPct val="58999"/>
              <a:buNone/>
            </a:pPr>
            <a:r>
              <a:t/>
            </a:r>
            <a:endParaRPr>
              <a:latin typeface="Helvetica Neue"/>
              <a:ea typeface="Helvetica Neue"/>
              <a:cs typeface="Helvetica Neue"/>
              <a:sym typeface="Helvetica Neue"/>
            </a:endParaRPr>
          </a:p>
          <a:p>
            <a:pPr indent="-342900" lvl="0" marL="342900" rtl="0" algn="l">
              <a:spcBef>
                <a:spcPts val="187"/>
              </a:spcBef>
              <a:spcAft>
                <a:spcPts val="0"/>
              </a:spcAft>
              <a:buClr>
                <a:srgbClr val="000000"/>
              </a:buClr>
              <a:buSzPct val="59000"/>
              <a:buChar char="•"/>
            </a:pPr>
            <a:r>
              <a:rPr lang="en-US" sz="2000">
                <a:solidFill>
                  <a:srgbClr val="0070C0"/>
                </a:solidFill>
                <a:latin typeface="Helvetica Neue"/>
                <a:ea typeface="Helvetica Neue"/>
                <a:cs typeface="Helvetica Neue"/>
                <a:sym typeface="Helvetica Neue"/>
              </a:rPr>
              <a:t>Distributed</a:t>
            </a:r>
            <a:endParaRPr/>
          </a:p>
          <a:p>
            <a:pPr indent="-285750" lvl="1" marL="742950" rtl="0" algn="l">
              <a:spcBef>
                <a:spcPts val="187"/>
              </a:spcBef>
              <a:spcAft>
                <a:spcPts val="0"/>
              </a:spcAft>
              <a:buClr>
                <a:srgbClr val="000000"/>
              </a:buClr>
              <a:buSzPct val="70000"/>
              <a:buChar char="•"/>
            </a:pPr>
            <a:r>
              <a:rPr lang="en-US" sz="1800">
                <a:latin typeface="Helvetica Neue"/>
                <a:ea typeface="Helvetica Neue"/>
                <a:cs typeface="Helvetica Neue"/>
                <a:sym typeface="Helvetica Neue"/>
              </a:rPr>
              <a:t>Applications are constructed using objects.  Objects can be distributed in multiple locations within a network environment.</a:t>
            </a:r>
            <a:endParaRPr/>
          </a:p>
          <a:p>
            <a:pPr indent="-285750" lvl="1" marL="742950" rtl="0" algn="l">
              <a:spcBef>
                <a:spcPts val="187"/>
              </a:spcBef>
              <a:spcAft>
                <a:spcPts val="0"/>
              </a:spcAft>
              <a:buClr>
                <a:srgbClr val="000000"/>
              </a:buClr>
              <a:buSzPct val="70000"/>
              <a:buChar char="•"/>
            </a:pPr>
            <a:r>
              <a:rPr lang="en-US" sz="1800">
                <a:latin typeface="Helvetica Neue"/>
                <a:ea typeface="Helvetica Neue"/>
                <a:cs typeface="Helvetica Neue"/>
                <a:sym typeface="Helvetica Neue"/>
              </a:rPr>
              <a:t>Extensive integration with TCP/IP</a:t>
            </a:r>
            <a:endParaRPr/>
          </a:p>
          <a:p>
            <a:pPr indent="-273589" lvl="0" marL="342900" rtl="0" algn="l">
              <a:spcBef>
                <a:spcPts val="187"/>
              </a:spcBef>
              <a:spcAft>
                <a:spcPts val="0"/>
              </a:spcAft>
              <a:buClr>
                <a:srgbClr val="000000"/>
              </a:buClr>
              <a:buSzPct val="59000"/>
              <a:buNone/>
            </a:pPr>
            <a:r>
              <a:t/>
            </a:r>
            <a:endParaRPr sz="2000">
              <a:latin typeface="Helvetica Neue"/>
              <a:ea typeface="Helvetica Neue"/>
              <a:cs typeface="Helvetica Neue"/>
              <a:sym typeface="Helvetica Neue"/>
            </a:endParaRPr>
          </a:p>
          <a:p>
            <a:pPr indent="-342900" lvl="0" marL="342900" rtl="0" algn="l">
              <a:spcBef>
                <a:spcPts val="187"/>
              </a:spcBef>
              <a:spcAft>
                <a:spcPts val="0"/>
              </a:spcAft>
              <a:buClr>
                <a:srgbClr val="000000"/>
              </a:buClr>
              <a:buSzPct val="59000"/>
              <a:buChar char="•"/>
            </a:pPr>
            <a:r>
              <a:rPr lang="en-US" sz="2000">
                <a:solidFill>
                  <a:srgbClr val="0070C0"/>
                </a:solidFill>
                <a:latin typeface="Helvetica Neue"/>
                <a:ea typeface="Helvetica Neue"/>
                <a:cs typeface="Helvetica Neue"/>
                <a:sym typeface="Helvetica Neue"/>
              </a:rPr>
              <a:t>Interpreted</a:t>
            </a:r>
            <a:endParaRPr/>
          </a:p>
          <a:p>
            <a:pPr indent="-285750" lvl="1" marL="742950" rtl="0" algn="just">
              <a:spcBef>
                <a:spcPts val="187"/>
              </a:spcBef>
              <a:spcAft>
                <a:spcPts val="0"/>
              </a:spcAft>
              <a:buClr>
                <a:srgbClr val="000000"/>
              </a:buClr>
              <a:buSzPct val="70000"/>
              <a:buChar char="•"/>
            </a:pPr>
            <a:r>
              <a:rPr lang="en-US" sz="1800">
                <a:latin typeface="Helvetica Neue"/>
                <a:ea typeface="Helvetica Neue"/>
                <a:cs typeface="Helvetica Neue"/>
                <a:sym typeface="Helvetica Neue"/>
              </a:rPr>
              <a:t>Java compiles to byte-code (not machine code). Byte code is interpreted.  </a:t>
            </a:r>
            <a:endParaRPr/>
          </a:p>
          <a:p>
            <a:pPr indent="-285750" lvl="1" marL="742950" rtl="0" algn="l">
              <a:spcBef>
                <a:spcPts val="187"/>
              </a:spcBef>
              <a:spcAft>
                <a:spcPts val="0"/>
              </a:spcAft>
              <a:buClr>
                <a:srgbClr val="000000"/>
              </a:buClr>
              <a:buSzPct val="70000"/>
              <a:buChar char="•"/>
            </a:pPr>
            <a:r>
              <a:rPr lang="en-US" sz="1800">
                <a:latin typeface="Helvetica Neue"/>
                <a:ea typeface="Helvetica Neue"/>
                <a:cs typeface="Helvetica Neue"/>
                <a:sym typeface="Helvetica Neue"/>
              </a:rPr>
              <a:t>Most Java versions after 1.2 include a JIT (Just-In-Time) compiler which compiles byte code to machine code.</a:t>
            </a:r>
            <a:endParaRPr/>
          </a:p>
          <a:p>
            <a:pPr indent="-213677" lvl="0" marL="342900" rtl="0" algn="l">
              <a:spcBef>
                <a:spcPts val="407"/>
              </a:spcBef>
              <a:spcAft>
                <a:spcPts val="0"/>
              </a:spcAft>
              <a:buClr>
                <a:schemeClr val="dk1"/>
              </a:buClr>
              <a:buSzPct val="100000"/>
              <a:buNone/>
            </a:pPr>
            <a:r>
              <a:t/>
            </a:r>
            <a:endParaRPr/>
          </a:p>
        </p:txBody>
      </p:sp>
      <p:sp>
        <p:nvSpPr>
          <p:cNvPr id="415" name="Google Shape;415;p40"/>
          <p:cNvSpPr txBox="1"/>
          <p:nvPr>
            <p:ph idx="4294967295" type="sldNum"/>
          </p:nvPr>
        </p:nvSpPr>
        <p:spPr>
          <a:xfrm>
            <a:off x="12948458" y="6459786"/>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050">
                <a:solidFill>
                  <a:srgbClr val="FFFFFF"/>
                </a:solidFill>
                <a:latin typeface="Calibri"/>
                <a:ea typeface="Calibri"/>
                <a:cs typeface="Calibri"/>
                <a:sym typeface="Calibri"/>
              </a:rPr>
              <a:t>‹#›</a:t>
            </a:fld>
            <a:endParaRPr sz="1050">
              <a:solidFill>
                <a:srgbClr val="FFFFFF"/>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1"/>
          <p:cNvSpPr txBox="1"/>
          <p:nvPr>
            <p:ph type="title"/>
          </p:nvPr>
        </p:nvSpPr>
        <p:spPr>
          <a:xfrm>
            <a:off x="2324100" y="327920"/>
            <a:ext cx="7543800" cy="108806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Helvetica Neue"/>
              <a:buNone/>
            </a:pPr>
            <a:r>
              <a:rPr lang="en-US" sz="3600">
                <a:latin typeface="Helvetica Neue"/>
                <a:ea typeface="Helvetica Neue"/>
                <a:cs typeface="Helvetica Neue"/>
                <a:sym typeface="Helvetica Neue"/>
              </a:rPr>
              <a:t>What is Java? (cont)</a:t>
            </a:r>
            <a:endParaRPr/>
          </a:p>
        </p:txBody>
      </p:sp>
      <p:sp>
        <p:nvSpPr>
          <p:cNvPr id="422" name="Google Shape;422;p41"/>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1121"/>
              <a:buChar char="•"/>
            </a:pPr>
            <a:r>
              <a:rPr lang="en-US" sz="1900">
                <a:solidFill>
                  <a:srgbClr val="0070C0"/>
                </a:solidFill>
                <a:latin typeface="Helvetica Neue"/>
                <a:ea typeface="Helvetica Neue"/>
                <a:cs typeface="Helvetica Neue"/>
                <a:sym typeface="Helvetica Neue"/>
              </a:rPr>
              <a:t>Robust</a:t>
            </a:r>
            <a:endParaRPr/>
          </a:p>
          <a:p>
            <a:pPr indent="-285750" lvl="1" marL="742950" rtl="0" algn="l">
              <a:spcBef>
                <a:spcPts val="187"/>
              </a:spcBef>
              <a:spcAft>
                <a:spcPts val="0"/>
              </a:spcAft>
              <a:buClr>
                <a:srgbClr val="000000"/>
              </a:buClr>
              <a:buSzPts val="1260"/>
              <a:buChar char="•"/>
            </a:pPr>
            <a:r>
              <a:rPr lang="en-US" sz="1800">
                <a:latin typeface="Helvetica Neue"/>
                <a:ea typeface="Helvetica Neue"/>
                <a:cs typeface="Helvetica Neue"/>
                <a:sym typeface="Helvetica Neue"/>
              </a:rPr>
              <a:t>Memory management is done automatically</a:t>
            </a:r>
            <a:endParaRPr/>
          </a:p>
          <a:p>
            <a:pPr indent="-285750" lvl="1" marL="742950" rtl="0" algn="l">
              <a:spcBef>
                <a:spcPts val="187"/>
              </a:spcBef>
              <a:spcAft>
                <a:spcPts val="0"/>
              </a:spcAft>
              <a:buClr>
                <a:srgbClr val="000000"/>
              </a:buClr>
              <a:buSzPts val="1260"/>
              <a:buChar char="•"/>
            </a:pPr>
            <a:r>
              <a:rPr lang="en-US" sz="1800">
                <a:latin typeface="Helvetica Neue"/>
                <a:ea typeface="Helvetica Neue"/>
                <a:cs typeface="Helvetica Neue"/>
                <a:sym typeface="Helvetica Neue"/>
              </a:rPr>
              <a:t>Exception handling support</a:t>
            </a:r>
            <a:endParaRPr/>
          </a:p>
          <a:p>
            <a:pPr indent="-210819" lvl="1" marL="742950" rtl="0" algn="l">
              <a:spcBef>
                <a:spcPts val="187"/>
              </a:spcBef>
              <a:spcAft>
                <a:spcPts val="0"/>
              </a:spcAft>
              <a:buClr>
                <a:srgbClr val="000000"/>
              </a:buClr>
              <a:buSzPts val="1180"/>
              <a:buNone/>
            </a:pPr>
            <a:r>
              <a:t/>
            </a:r>
            <a:endParaRPr>
              <a:latin typeface="Helvetica Neue"/>
              <a:ea typeface="Helvetica Neue"/>
              <a:cs typeface="Helvetica Neue"/>
              <a:sym typeface="Helvetica Neue"/>
            </a:endParaRPr>
          </a:p>
          <a:p>
            <a:pPr indent="-342900" lvl="0" marL="342900" rtl="0" algn="l">
              <a:spcBef>
                <a:spcPts val="187"/>
              </a:spcBef>
              <a:spcAft>
                <a:spcPts val="0"/>
              </a:spcAft>
              <a:buClr>
                <a:srgbClr val="000000"/>
              </a:buClr>
              <a:buSzPts val="1121"/>
              <a:buChar char="•"/>
            </a:pPr>
            <a:r>
              <a:rPr lang="en-US" sz="1900">
                <a:solidFill>
                  <a:srgbClr val="0070C0"/>
                </a:solidFill>
                <a:latin typeface="Helvetica Neue"/>
                <a:ea typeface="Helvetica Neue"/>
                <a:cs typeface="Helvetica Neue"/>
                <a:sym typeface="Helvetica Neue"/>
              </a:rPr>
              <a:t>Secure</a:t>
            </a:r>
            <a:endParaRPr/>
          </a:p>
          <a:p>
            <a:pPr indent="-285750" lvl="1" marL="742950" rtl="0" algn="l">
              <a:spcBef>
                <a:spcPts val="187"/>
              </a:spcBef>
              <a:spcAft>
                <a:spcPts val="0"/>
              </a:spcAft>
              <a:buClr>
                <a:srgbClr val="000000"/>
              </a:buClr>
              <a:buSzPts val="1260"/>
              <a:buChar char="•"/>
            </a:pPr>
            <a:r>
              <a:rPr lang="en-US" sz="1800">
                <a:latin typeface="Helvetica Neue"/>
                <a:ea typeface="Helvetica Neue"/>
                <a:cs typeface="Helvetica Neue"/>
                <a:sym typeface="Helvetica Neue"/>
              </a:rPr>
              <a:t>All Java code subject to security model.</a:t>
            </a:r>
            <a:endParaRPr/>
          </a:p>
          <a:p>
            <a:pPr indent="-285750" lvl="1" marL="742950" rtl="0" algn="l">
              <a:spcBef>
                <a:spcPts val="187"/>
              </a:spcBef>
              <a:spcAft>
                <a:spcPts val="0"/>
              </a:spcAft>
              <a:buClr>
                <a:srgbClr val="000000"/>
              </a:buClr>
              <a:buSzPts val="1260"/>
              <a:buChar char="•"/>
            </a:pPr>
            <a:r>
              <a:rPr lang="en-US" sz="1800">
                <a:latin typeface="Helvetica Neue"/>
                <a:ea typeface="Helvetica Neue"/>
                <a:cs typeface="Helvetica Neue"/>
                <a:sym typeface="Helvetica Neue"/>
              </a:rPr>
              <a:t>JVM verify that byte code and ensure that it is not performing any unsafe action.</a:t>
            </a:r>
            <a:endParaRPr/>
          </a:p>
          <a:p>
            <a:pPr indent="-285750" lvl="1" marL="742950" rtl="0" algn="l">
              <a:spcBef>
                <a:spcPts val="187"/>
              </a:spcBef>
              <a:spcAft>
                <a:spcPts val="0"/>
              </a:spcAft>
              <a:buClr>
                <a:srgbClr val="000000"/>
              </a:buClr>
              <a:buSzPts val="1260"/>
              <a:buChar char="•"/>
            </a:pPr>
            <a:r>
              <a:rPr lang="en-US" sz="1800">
                <a:latin typeface="Helvetica Neue"/>
                <a:ea typeface="Helvetica Neue"/>
                <a:cs typeface="Helvetica Neue"/>
                <a:sym typeface="Helvetica Neue"/>
              </a:rPr>
              <a:t>No pointer so access to arbitrary memory location is restricted.</a:t>
            </a:r>
            <a:endParaRPr/>
          </a:p>
          <a:p>
            <a:pPr indent="-267970" lvl="0" marL="342900" rtl="0" algn="l">
              <a:spcBef>
                <a:spcPts val="187"/>
              </a:spcBef>
              <a:spcAft>
                <a:spcPts val="0"/>
              </a:spcAft>
              <a:buClr>
                <a:srgbClr val="000000"/>
              </a:buClr>
              <a:buSzPts val="1180"/>
              <a:buNone/>
            </a:pPr>
            <a:r>
              <a:t/>
            </a:r>
            <a:endParaRPr sz="2000">
              <a:latin typeface="Helvetica Neue"/>
              <a:ea typeface="Helvetica Neue"/>
              <a:cs typeface="Helvetica Neue"/>
              <a:sym typeface="Helvetica Neue"/>
            </a:endParaRPr>
          </a:p>
          <a:p>
            <a:pPr indent="-342900" lvl="0" marL="342900" rtl="0" algn="l">
              <a:spcBef>
                <a:spcPts val="187"/>
              </a:spcBef>
              <a:spcAft>
                <a:spcPts val="0"/>
              </a:spcAft>
              <a:buClr>
                <a:srgbClr val="000000"/>
              </a:buClr>
              <a:buSzPts val="1121"/>
              <a:buChar char="•"/>
            </a:pPr>
            <a:r>
              <a:rPr lang="en-US" sz="1900">
                <a:solidFill>
                  <a:srgbClr val="0070C0"/>
                </a:solidFill>
                <a:latin typeface="Helvetica Neue"/>
                <a:ea typeface="Helvetica Neue"/>
                <a:cs typeface="Helvetica Neue"/>
                <a:sym typeface="Helvetica Neue"/>
              </a:rPr>
              <a:t>Architecture-Neutral/Portable</a:t>
            </a:r>
            <a:endParaRPr/>
          </a:p>
          <a:p>
            <a:pPr indent="-285750" lvl="1" marL="742950" rtl="0" algn="l">
              <a:spcBef>
                <a:spcPts val="187"/>
              </a:spcBef>
              <a:spcAft>
                <a:spcPts val="0"/>
              </a:spcAft>
              <a:buClr>
                <a:srgbClr val="000000"/>
              </a:buClr>
              <a:buSzPts val="1260"/>
              <a:buChar char="•"/>
            </a:pPr>
            <a:r>
              <a:rPr lang="en-US" sz="1800">
                <a:latin typeface="Helvetica Neue"/>
                <a:ea typeface="Helvetica Neue"/>
                <a:cs typeface="Helvetica Neue"/>
                <a:sym typeface="Helvetica Neue"/>
              </a:rPr>
              <a:t>Compiled Java (byte code) will run on any platform which has a Java Virtual Machine</a:t>
            </a:r>
            <a:endParaRPr/>
          </a:p>
          <a:p>
            <a:pPr indent="-285750" lvl="1" marL="742950" rtl="0" algn="l">
              <a:spcBef>
                <a:spcPts val="187"/>
              </a:spcBef>
              <a:spcAft>
                <a:spcPts val="0"/>
              </a:spcAft>
              <a:buClr>
                <a:srgbClr val="000000"/>
              </a:buClr>
              <a:buSzPts val="1260"/>
              <a:buChar char="•"/>
            </a:pPr>
            <a:r>
              <a:rPr lang="en-US" sz="1800">
                <a:latin typeface="Helvetica Neue"/>
                <a:ea typeface="Helvetica Neue"/>
                <a:cs typeface="Helvetica Neue"/>
                <a:sym typeface="Helvetica Neue"/>
              </a:rPr>
              <a:t>The Java Virtual Machine is available for almost all platforms...</a:t>
            </a:r>
            <a:endParaRPr/>
          </a:p>
          <a:p>
            <a:pPr indent="-228600" lvl="2" marL="1143000" rtl="0" algn="l">
              <a:spcBef>
                <a:spcPts val="187"/>
              </a:spcBef>
              <a:spcAft>
                <a:spcPts val="0"/>
              </a:spcAft>
              <a:buClr>
                <a:srgbClr val="000000"/>
              </a:buClr>
              <a:buSzPts val="1260"/>
              <a:buChar char="•"/>
            </a:pPr>
            <a:r>
              <a:rPr lang="en-US" sz="1800">
                <a:latin typeface="Helvetica Neue"/>
                <a:ea typeface="Helvetica Neue"/>
                <a:cs typeface="Helvetica Neue"/>
                <a:sym typeface="Helvetica Neue"/>
              </a:rPr>
              <a:t>Even mainframes.</a:t>
            </a:r>
            <a:endParaRPr/>
          </a:p>
          <a:p>
            <a:pPr indent="-203200" lvl="0" marL="342900" rtl="0" algn="l">
              <a:spcBef>
                <a:spcPts val="440"/>
              </a:spcBef>
              <a:spcAft>
                <a:spcPts val="0"/>
              </a:spcAft>
              <a:buClr>
                <a:schemeClr val="dk1"/>
              </a:buClr>
              <a:buSzPts val="2200"/>
              <a:buNone/>
            </a:pPr>
            <a:r>
              <a:t/>
            </a:r>
            <a:endParaRPr/>
          </a:p>
        </p:txBody>
      </p:sp>
      <p:sp>
        <p:nvSpPr>
          <p:cNvPr id="423" name="Google Shape;423;p41"/>
          <p:cNvSpPr txBox="1"/>
          <p:nvPr>
            <p:ph idx="4294967295" type="sldNum"/>
          </p:nvPr>
        </p:nvSpPr>
        <p:spPr>
          <a:xfrm>
            <a:off x="12948458" y="6459786"/>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050">
                <a:solidFill>
                  <a:srgbClr val="FFFFFF"/>
                </a:solidFill>
                <a:latin typeface="Calibri"/>
                <a:ea typeface="Calibri"/>
                <a:cs typeface="Calibri"/>
                <a:sym typeface="Calibri"/>
              </a:rPr>
              <a:t>‹#›</a:t>
            </a:fld>
            <a:endParaRPr sz="1050">
              <a:solidFill>
                <a:srgbClr val="FFFFFF"/>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2"/>
          <p:cNvSpPr txBox="1"/>
          <p:nvPr>
            <p:ph type="title"/>
          </p:nvPr>
        </p:nvSpPr>
        <p:spPr>
          <a:xfrm>
            <a:off x="2324100" y="572582"/>
            <a:ext cx="7543800" cy="76902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Helvetica Neue"/>
              <a:buNone/>
            </a:pPr>
            <a:r>
              <a:rPr lang="en-US" sz="3600">
                <a:latin typeface="Helvetica Neue"/>
                <a:ea typeface="Helvetica Neue"/>
                <a:cs typeface="Helvetica Neue"/>
                <a:sym typeface="Helvetica Neue"/>
              </a:rPr>
              <a:t>What is Java? (cont)</a:t>
            </a:r>
            <a:endParaRPr/>
          </a:p>
        </p:txBody>
      </p:sp>
      <p:sp>
        <p:nvSpPr>
          <p:cNvPr id="429" name="Google Shape;429;p42"/>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195833" lvl="1" marL="742950" rtl="0" algn="l">
              <a:spcBef>
                <a:spcPts val="0"/>
              </a:spcBef>
              <a:spcAft>
                <a:spcPts val="0"/>
              </a:spcAft>
              <a:buClr>
                <a:srgbClr val="000000"/>
              </a:buClr>
              <a:buSzPts val="1416"/>
              <a:buNone/>
            </a:pPr>
            <a:r>
              <a:t/>
            </a:r>
            <a:endParaRPr sz="2400">
              <a:latin typeface="Helvetica Neue"/>
              <a:ea typeface="Helvetica Neue"/>
              <a:cs typeface="Helvetica Neue"/>
              <a:sym typeface="Helvetica Neue"/>
            </a:endParaRPr>
          </a:p>
          <a:p>
            <a:pPr indent="-342900" lvl="0" marL="342900" rtl="0" algn="l">
              <a:spcBef>
                <a:spcPts val="187"/>
              </a:spcBef>
              <a:spcAft>
                <a:spcPts val="0"/>
              </a:spcAft>
              <a:buClr>
                <a:srgbClr val="000000"/>
              </a:buClr>
              <a:buSzPts val="1121"/>
              <a:buChar char="•"/>
            </a:pPr>
            <a:r>
              <a:rPr lang="en-US" sz="1900">
                <a:solidFill>
                  <a:srgbClr val="0070C0"/>
                </a:solidFill>
                <a:latin typeface="Helvetica Neue"/>
                <a:ea typeface="Helvetica Neue"/>
                <a:cs typeface="Helvetica Neue"/>
                <a:sym typeface="Helvetica Neue"/>
              </a:rPr>
              <a:t>Multi-Threaded</a:t>
            </a:r>
            <a:endParaRPr/>
          </a:p>
          <a:p>
            <a:pPr indent="-285750" lvl="1" marL="742950" rtl="0" algn="l">
              <a:spcBef>
                <a:spcPts val="187"/>
              </a:spcBef>
              <a:spcAft>
                <a:spcPts val="0"/>
              </a:spcAft>
              <a:buClr>
                <a:srgbClr val="000000"/>
              </a:buClr>
              <a:buSzPts val="1400"/>
              <a:buChar char="•"/>
            </a:pPr>
            <a:r>
              <a:rPr lang="en-US">
                <a:latin typeface="Helvetica Neue"/>
                <a:ea typeface="Helvetica Neue"/>
                <a:cs typeface="Helvetica Neue"/>
                <a:sym typeface="Helvetica Neue"/>
              </a:rPr>
              <a:t>Processes contain multiple threads of execution.</a:t>
            </a:r>
            <a:endParaRPr/>
          </a:p>
          <a:p>
            <a:pPr indent="-285750" lvl="1" marL="742950" rtl="0" algn="l">
              <a:spcBef>
                <a:spcPts val="187"/>
              </a:spcBef>
              <a:spcAft>
                <a:spcPts val="0"/>
              </a:spcAft>
              <a:buClr>
                <a:srgbClr val="000000"/>
              </a:buClr>
              <a:buSzPts val="1400"/>
              <a:buChar char="•"/>
            </a:pPr>
            <a:r>
              <a:rPr lang="en-US">
                <a:latin typeface="Helvetica Neue"/>
                <a:ea typeface="Helvetica Neue"/>
                <a:cs typeface="Helvetica Neue"/>
                <a:sym typeface="Helvetica Neue"/>
              </a:rPr>
              <a:t>Similar to multi-tasking but all threads share the same memory space.</a:t>
            </a:r>
            <a:endParaRPr/>
          </a:p>
          <a:p>
            <a:pPr indent="-196850" lvl="1" marL="742950" rtl="0" algn="l">
              <a:spcBef>
                <a:spcPts val="187"/>
              </a:spcBef>
              <a:spcAft>
                <a:spcPts val="0"/>
              </a:spcAft>
              <a:buClr>
                <a:srgbClr val="000000"/>
              </a:buClr>
              <a:buSzPts val="1400"/>
              <a:buNone/>
            </a:pPr>
            <a:r>
              <a:t/>
            </a:r>
            <a:endParaRPr>
              <a:latin typeface="Helvetica Neue"/>
              <a:ea typeface="Helvetica Neue"/>
              <a:cs typeface="Helvetica Neue"/>
              <a:sym typeface="Helvetica Neue"/>
            </a:endParaRPr>
          </a:p>
          <a:p>
            <a:pPr indent="-342900" lvl="0" marL="342900" rtl="0" algn="l">
              <a:spcBef>
                <a:spcPts val="187"/>
              </a:spcBef>
              <a:spcAft>
                <a:spcPts val="0"/>
              </a:spcAft>
              <a:buClr>
                <a:srgbClr val="000000"/>
              </a:buClr>
              <a:buSzPts val="1121"/>
              <a:buChar char="•"/>
            </a:pPr>
            <a:r>
              <a:rPr lang="en-US" sz="1900">
                <a:solidFill>
                  <a:srgbClr val="0070C0"/>
                </a:solidFill>
                <a:latin typeface="Helvetica Neue"/>
                <a:ea typeface="Helvetica Neue"/>
                <a:cs typeface="Helvetica Neue"/>
                <a:sym typeface="Helvetica Neue"/>
              </a:rPr>
              <a:t>Rich set of Libraries</a:t>
            </a:r>
            <a:endParaRPr/>
          </a:p>
          <a:p>
            <a:pPr indent="-285750" lvl="1" marL="742950" rtl="0" algn="l">
              <a:spcBef>
                <a:spcPts val="187"/>
              </a:spcBef>
              <a:spcAft>
                <a:spcPts val="0"/>
              </a:spcAft>
              <a:buClr>
                <a:srgbClr val="000000"/>
              </a:buClr>
              <a:buSzPts val="1400"/>
              <a:buChar char="•"/>
            </a:pPr>
            <a:r>
              <a:rPr lang="en-US">
                <a:latin typeface="Helvetica Neue"/>
                <a:ea typeface="Helvetica Neue"/>
                <a:cs typeface="Helvetica Neue"/>
                <a:sym typeface="Helvetica Neue"/>
              </a:rPr>
              <a:t>The Java API is extensive. </a:t>
            </a:r>
            <a:endParaRPr/>
          </a:p>
          <a:p>
            <a:pPr indent="-285750" lvl="1" marL="742950" rtl="0" algn="l">
              <a:spcBef>
                <a:spcPts val="187"/>
              </a:spcBef>
              <a:spcAft>
                <a:spcPts val="0"/>
              </a:spcAft>
              <a:buClr>
                <a:srgbClr val="000000"/>
              </a:buClr>
              <a:buSzPts val="1400"/>
              <a:buChar char="•"/>
            </a:pPr>
            <a:r>
              <a:rPr lang="en-US">
                <a:latin typeface="Helvetica Neue"/>
                <a:ea typeface="Helvetica Neue"/>
                <a:cs typeface="Helvetica Neue"/>
                <a:sym typeface="Helvetica Neue"/>
              </a:rPr>
              <a:t>The standard JDK comes with over 200 built-in packages containing Java APIs</a:t>
            </a:r>
            <a:endParaRPr/>
          </a:p>
          <a:p>
            <a:pPr indent="-196850" lvl="1" marL="742950" rtl="0" algn="l">
              <a:spcBef>
                <a:spcPts val="187"/>
              </a:spcBef>
              <a:spcAft>
                <a:spcPts val="0"/>
              </a:spcAft>
              <a:buClr>
                <a:srgbClr val="000000"/>
              </a:buClr>
              <a:buSzPts val="1400"/>
              <a:buNone/>
            </a:pPr>
            <a:r>
              <a:t/>
            </a:r>
            <a:endParaRPr>
              <a:latin typeface="Helvetica Neue"/>
              <a:ea typeface="Helvetica Neue"/>
              <a:cs typeface="Helvetica Neue"/>
              <a:sym typeface="Helvetica Neue"/>
            </a:endParaRPr>
          </a:p>
          <a:p>
            <a:pPr indent="-245109" lvl="0" marL="342900" rtl="0" algn="l">
              <a:spcBef>
                <a:spcPts val="187"/>
              </a:spcBef>
              <a:spcAft>
                <a:spcPts val="0"/>
              </a:spcAft>
              <a:buClr>
                <a:srgbClr val="000000"/>
              </a:buClr>
              <a:buSzPts val="1540"/>
              <a:buNone/>
            </a:pPr>
            <a:r>
              <a:t/>
            </a:r>
            <a:endParaRPr>
              <a:latin typeface="Helvetica Neue"/>
              <a:ea typeface="Helvetica Neue"/>
              <a:cs typeface="Helvetica Neue"/>
              <a:sym typeface="Helvetica Neue"/>
            </a:endParaRPr>
          </a:p>
          <a:p>
            <a:pPr indent="-252984" lvl="0" marL="342900" rtl="0" algn="l">
              <a:spcBef>
                <a:spcPts val="187"/>
              </a:spcBef>
              <a:spcAft>
                <a:spcPts val="0"/>
              </a:spcAft>
              <a:buClr>
                <a:srgbClr val="000000"/>
              </a:buClr>
              <a:buSzPts val="1416"/>
              <a:buNone/>
            </a:pPr>
            <a:r>
              <a:t/>
            </a:r>
            <a:endParaRPr sz="2400">
              <a:latin typeface="Helvetica Neue"/>
              <a:ea typeface="Helvetica Neue"/>
              <a:cs typeface="Helvetica Neue"/>
              <a:sym typeface="Helvetica Neue"/>
            </a:endParaRPr>
          </a:p>
          <a:p>
            <a:pPr indent="-195833" lvl="1" marL="742950" rtl="0" algn="l">
              <a:spcBef>
                <a:spcPts val="187"/>
              </a:spcBef>
              <a:spcAft>
                <a:spcPts val="0"/>
              </a:spcAft>
              <a:buClr>
                <a:srgbClr val="000000"/>
              </a:buClr>
              <a:buSzPts val="1416"/>
              <a:buNone/>
            </a:pPr>
            <a:r>
              <a:t/>
            </a:r>
            <a:endParaRPr sz="2400">
              <a:latin typeface="Helvetica Neue"/>
              <a:ea typeface="Helvetica Neue"/>
              <a:cs typeface="Helvetica Neue"/>
              <a:sym typeface="Helvetica Neue"/>
            </a:endParaRPr>
          </a:p>
          <a:p>
            <a:pPr indent="-139700" lvl="0" marL="342900" rtl="0" algn="l">
              <a:spcBef>
                <a:spcPts val="640"/>
              </a:spcBef>
              <a:spcAft>
                <a:spcPts val="0"/>
              </a:spcAft>
              <a:buClr>
                <a:schemeClr val="dk1"/>
              </a:buClr>
              <a:buSzPts val="3200"/>
              <a:buNone/>
            </a:pPr>
            <a:r>
              <a:t/>
            </a:r>
            <a:endParaRPr sz="3200"/>
          </a:p>
        </p:txBody>
      </p:sp>
      <p:sp>
        <p:nvSpPr>
          <p:cNvPr id="430" name="Google Shape;430;p42"/>
          <p:cNvSpPr txBox="1"/>
          <p:nvPr>
            <p:ph idx="4294967295" type="sldNum"/>
          </p:nvPr>
        </p:nvSpPr>
        <p:spPr>
          <a:xfrm>
            <a:off x="12948458" y="6459786"/>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050">
                <a:solidFill>
                  <a:srgbClr val="FFFFFF"/>
                </a:solidFill>
                <a:latin typeface="Calibri"/>
                <a:ea typeface="Calibri"/>
                <a:cs typeface="Calibri"/>
                <a:sym typeface="Calibri"/>
              </a:rPr>
              <a:t>‹#›</a:t>
            </a:fld>
            <a:endParaRPr sz="1050">
              <a:solidFill>
                <a:srgbClr val="FFFFFF"/>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3"/>
          <p:cNvSpPr txBox="1"/>
          <p:nvPr>
            <p:ph type="title"/>
          </p:nvPr>
        </p:nvSpPr>
        <p:spPr>
          <a:xfrm>
            <a:off x="2252692" y="478314"/>
            <a:ext cx="7543800" cy="76902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026"/>
              <a:buFont typeface="Arial"/>
              <a:buNone/>
            </a:pPr>
            <a:r>
              <a:rPr lang="en-US" sz="2700">
                <a:latin typeface="Helvetica Neue"/>
                <a:ea typeface="Helvetica Neue"/>
                <a:cs typeface="Helvetica Neue"/>
                <a:sym typeface="Helvetica Neue"/>
              </a:rPr>
              <a:t>Platform Independence.  How does Java do it?</a:t>
            </a:r>
            <a:endParaRPr/>
          </a:p>
        </p:txBody>
      </p:sp>
      <p:sp>
        <p:nvSpPr>
          <p:cNvPr id="436" name="Google Shape;436;p43"/>
          <p:cNvSpPr txBox="1"/>
          <p:nvPr>
            <p:ph idx="1" type="body"/>
          </p:nvPr>
        </p:nvSpPr>
        <p:spPr>
          <a:xfrm>
            <a:off x="538192" y="1933823"/>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1180"/>
              <a:buChar char="•"/>
            </a:pPr>
            <a:r>
              <a:rPr lang="en-US" sz="2000">
                <a:latin typeface="Helvetica Neue"/>
                <a:ea typeface="Helvetica Neue"/>
                <a:cs typeface="Helvetica Neue"/>
                <a:sym typeface="Helvetica Neue"/>
              </a:rPr>
              <a:t>Java has been described as WORA (Write once, Run Anywhere)</a:t>
            </a:r>
            <a:endParaRPr/>
          </a:p>
          <a:p>
            <a:pPr indent="0" lvl="1" marL="150876" rtl="0" algn="l">
              <a:spcBef>
                <a:spcPts val="187"/>
              </a:spcBef>
              <a:spcAft>
                <a:spcPts val="0"/>
              </a:spcAft>
              <a:buClr>
                <a:srgbClr val="000000"/>
              </a:buClr>
              <a:buSzPts val="1400"/>
              <a:buNone/>
            </a:pPr>
            <a:r>
              <a:t/>
            </a:r>
            <a:endParaRPr>
              <a:latin typeface="Helvetica Neue"/>
              <a:ea typeface="Helvetica Neue"/>
              <a:cs typeface="Helvetica Neue"/>
              <a:sym typeface="Helvetica Neue"/>
            </a:endParaRPr>
          </a:p>
          <a:p>
            <a:pPr indent="-342900" lvl="0" marL="342900" rtl="0" algn="just">
              <a:spcBef>
                <a:spcPts val="187"/>
              </a:spcBef>
              <a:spcAft>
                <a:spcPts val="0"/>
              </a:spcAft>
              <a:buClr>
                <a:srgbClr val="000000"/>
              </a:buClr>
              <a:buSzPts val="1180"/>
              <a:buChar char="•"/>
            </a:pPr>
            <a:r>
              <a:rPr lang="en-US" sz="2000">
                <a:latin typeface="Helvetica Neue"/>
                <a:ea typeface="Helvetica Neue"/>
                <a:cs typeface="Helvetica Neue"/>
                <a:sym typeface="Helvetica Neue"/>
              </a:rPr>
              <a:t>Because Java source code is compiled to byte code and the byte code is interpreted, Java code can be executed anywhere an interpreter is available.</a:t>
            </a:r>
            <a:endParaRPr/>
          </a:p>
          <a:p>
            <a:pPr indent="-262890" lvl="0" marL="342900" rtl="0" algn="l">
              <a:spcBef>
                <a:spcPts val="187"/>
              </a:spcBef>
              <a:spcAft>
                <a:spcPts val="0"/>
              </a:spcAft>
              <a:buClr>
                <a:srgbClr val="000000"/>
              </a:buClr>
              <a:buSzPts val="1260"/>
              <a:buNone/>
            </a:pPr>
            <a:r>
              <a:t/>
            </a:r>
            <a:endParaRPr sz="1800">
              <a:latin typeface="Helvetica Neue"/>
              <a:ea typeface="Helvetica Neue"/>
              <a:cs typeface="Helvetica Neue"/>
              <a:sym typeface="Helvetica Neue"/>
            </a:endParaRPr>
          </a:p>
          <a:p>
            <a:pPr indent="-342900" lvl="0" marL="342900" rtl="0" algn="l">
              <a:spcBef>
                <a:spcPts val="187"/>
              </a:spcBef>
              <a:spcAft>
                <a:spcPts val="0"/>
              </a:spcAft>
              <a:buClr>
                <a:srgbClr val="000000"/>
              </a:buClr>
              <a:buSzPts val="1180"/>
              <a:buChar char="•"/>
            </a:pPr>
            <a:r>
              <a:rPr lang="en-US" sz="2000">
                <a:latin typeface="Helvetica Neue"/>
                <a:ea typeface="Helvetica Neue"/>
                <a:cs typeface="Helvetica Neue"/>
                <a:sym typeface="Helvetica Neue"/>
              </a:rPr>
              <a:t>The "Interpreter" is call the Java Virtual Machine</a:t>
            </a:r>
            <a:endParaRPr/>
          </a:p>
          <a:p>
            <a:pPr indent="-210819" lvl="1" marL="742950" rtl="0" algn="l">
              <a:spcBef>
                <a:spcPts val="187"/>
              </a:spcBef>
              <a:spcAft>
                <a:spcPts val="0"/>
              </a:spcAft>
              <a:buClr>
                <a:srgbClr val="000000"/>
              </a:buClr>
              <a:buSzPts val="1180"/>
              <a:buNone/>
            </a:pPr>
            <a:r>
              <a:t/>
            </a:r>
            <a:endParaRPr>
              <a:latin typeface="Helvetica Neue"/>
              <a:ea typeface="Helvetica Neue"/>
              <a:cs typeface="Helvetica Neue"/>
              <a:sym typeface="Helvetica Neue"/>
            </a:endParaRPr>
          </a:p>
        </p:txBody>
      </p:sp>
      <p:sp>
        <p:nvSpPr>
          <p:cNvPr id="437" name="Google Shape;437;p43"/>
          <p:cNvSpPr txBox="1"/>
          <p:nvPr>
            <p:ph idx="4294967295" type="sldNum"/>
          </p:nvPr>
        </p:nvSpPr>
        <p:spPr>
          <a:xfrm>
            <a:off x="12948458" y="6459786"/>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050">
                <a:solidFill>
                  <a:srgbClr val="FFFFFF"/>
                </a:solidFill>
                <a:latin typeface="Calibri"/>
                <a:ea typeface="Calibri"/>
                <a:cs typeface="Calibri"/>
                <a:sym typeface="Calibri"/>
              </a:rPr>
              <a:t>‹#›</a:t>
            </a:fld>
            <a:endParaRPr sz="1050">
              <a:solidFill>
                <a:srgbClr val="FFFFFF"/>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4"/>
          <p:cNvSpPr txBox="1"/>
          <p:nvPr/>
        </p:nvSpPr>
        <p:spPr>
          <a:xfrm>
            <a:off x="1060704" y="1844059"/>
            <a:ext cx="9012936" cy="276999"/>
          </a:xfrm>
          <a:prstGeom prst="rect">
            <a:avLst/>
          </a:prstGeom>
          <a:noFill/>
          <a:ln>
            <a:noFill/>
          </a:ln>
        </p:spPr>
        <p:txBody>
          <a:bodyPr anchorCtr="0" anchor="t" bIns="0" lIns="0" spcFirstLastPara="1" rIns="0" wrap="square" tIns="0">
            <a:spAutoFit/>
          </a:bodyPr>
          <a:lstStyle/>
          <a:p>
            <a:pPr indent="-211138" lvl="0" marL="211138" marR="0" rtl="0" algn="l">
              <a:spcBef>
                <a:spcPts val="0"/>
              </a:spcBef>
              <a:spcAft>
                <a:spcPts val="0"/>
              </a:spcAft>
              <a:buClr>
                <a:srgbClr val="000000"/>
              </a:buClr>
              <a:buSzPts val="1260"/>
              <a:buFont typeface="Times New Roman"/>
              <a:buChar char="•"/>
            </a:pPr>
            <a:r>
              <a:rPr lang="en-US" sz="1800">
                <a:solidFill>
                  <a:schemeClr val="dk1"/>
                </a:solidFill>
                <a:latin typeface="Helvetica Neue"/>
                <a:ea typeface="Helvetica Neue"/>
                <a:cs typeface="Helvetica Neue"/>
                <a:sym typeface="Helvetica Neue"/>
              </a:rPr>
              <a:t>Traditionally, source code had to be compiled for the target hardware and OS platform:</a:t>
            </a:r>
            <a:endParaRPr/>
          </a:p>
        </p:txBody>
      </p:sp>
      <p:sp>
        <p:nvSpPr>
          <p:cNvPr id="443" name="Google Shape;443;p44"/>
          <p:cNvSpPr txBox="1"/>
          <p:nvPr/>
        </p:nvSpPr>
        <p:spPr>
          <a:xfrm>
            <a:off x="3837892" y="771668"/>
            <a:ext cx="4760452"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0000"/>
              </a:buClr>
              <a:buSzPts val="1064"/>
              <a:buFont typeface="Arial"/>
              <a:buNone/>
            </a:pPr>
            <a:r>
              <a:rPr lang="en-US" sz="2800">
                <a:solidFill>
                  <a:schemeClr val="dk1"/>
                </a:solidFill>
                <a:latin typeface="Helvetica Neue"/>
                <a:ea typeface="Helvetica Neue"/>
                <a:cs typeface="Helvetica Neue"/>
                <a:sym typeface="Helvetica Neue"/>
              </a:rPr>
              <a:t>The Java Virtual Machine.</a:t>
            </a:r>
            <a:endParaRPr/>
          </a:p>
        </p:txBody>
      </p:sp>
      <p:sp>
        <p:nvSpPr>
          <p:cNvPr id="444" name="Google Shape;444;p44"/>
          <p:cNvSpPr/>
          <p:nvPr/>
        </p:nvSpPr>
        <p:spPr>
          <a:xfrm>
            <a:off x="2586649" y="3768393"/>
            <a:ext cx="1052668" cy="188385"/>
          </a:xfrm>
          <a:prstGeom prst="roundRect">
            <a:avLst>
              <a:gd fmla="val 199" name="adj"/>
            </a:avLst>
          </a:prstGeom>
          <a:solidFill>
            <a:srgbClr val="FFFFFF"/>
          </a:solidFill>
          <a:ln cap="flat" cmpd="sng" w="18350">
            <a:solidFill>
              <a:srgbClr val="000000"/>
            </a:solidFill>
            <a:prstDash val="solid"/>
            <a:round/>
            <a:headEnd len="sm" w="sm" type="none"/>
            <a:tailEnd len="sm" w="sm" type="none"/>
          </a:ln>
        </p:spPr>
        <p:txBody>
          <a:bodyPr anchorCtr="1" anchor="ctr" bIns="0" lIns="0" spcFirstLastPara="1" rIns="0" wrap="square" tIns="0">
            <a:spAutoFit/>
          </a:bodyPr>
          <a:lstStyle/>
          <a:p>
            <a:pPr indent="0" lvl="0" marL="0" marR="0" rtl="0" algn="l">
              <a:spcBef>
                <a:spcPts val="0"/>
              </a:spcBef>
              <a:spcAft>
                <a:spcPts val="0"/>
              </a:spcAft>
              <a:buClr>
                <a:srgbClr val="000000"/>
              </a:buClr>
              <a:buSzPts val="734"/>
              <a:buFont typeface="Arial"/>
              <a:buNone/>
            </a:pPr>
            <a:r>
              <a:rPr lang="en-US" sz="1224">
                <a:solidFill>
                  <a:schemeClr val="dk1"/>
                </a:solidFill>
                <a:latin typeface="Helvetica Neue"/>
                <a:ea typeface="Helvetica Neue"/>
                <a:cs typeface="Helvetica Neue"/>
                <a:sym typeface="Helvetica Neue"/>
              </a:rPr>
              <a:t>Source.cpp</a:t>
            </a:r>
            <a:endParaRPr/>
          </a:p>
        </p:txBody>
      </p:sp>
      <p:sp>
        <p:nvSpPr>
          <p:cNvPr id="445" name="Google Shape;445;p44"/>
          <p:cNvSpPr/>
          <p:nvPr/>
        </p:nvSpPr>
        <p:spPr>
          <a:xfrm>
            <a:off x="6522009" y="2907363"/>
            <a:ext cx="1161714" cy="188385"/>
          </a:xfrm>
          <a:prstGeom prst="roundRect">
            <a:avLst>
              <a:gd fmla="val 199" name="adj"/>
            </a:avLst>
          </a:prstGeom>
          <a:solidFill>
            <a:srgbClr val="FFFFFF"/>
          </a:solidFill>
          <a:ln cap="flat" cmpd="sng" w="18350">
            <a:solidFill>
              <a:srgbClr val="000000"/>
            </a:solidFill>
            <a:prstDash val="solid"/>
            <a:round/>
            <a:headEnd len="sm" w="sm" type="none"/>
            <a:tailEnd len="sm" w="sm" type="none"/>
          </a:ln>
        </p:spPr>
        <p:txBody>
          <a:bodyPr anchorCtr="1" anchor="ctr" bIns="0" lIns="0" spcFirstLastPara="1" rIns="0" wrap="square" tIns="0">
            <a:spAutoFit/>
          </a:bodyPr>
          <a:lstStyle/>
          <a:p>
            <a:pPr indent="0" lvl="0" marL="0" marR="0" rtl="0" algn="l">
              <a:spcBef>
                <a:spcPts val="0"/>
              </a:spcBef>
              <a:spcAft>
                <a:spcPts val="0"/>
              </a:spcAft>
              <a:buClr>
                <a:srgbClr val="000000"/>
              </a:buClr>
              <a:buSzPts val="734"/>
              <a:buFont typeface="Arial"/>
              <a:buNone/>
            </a:pPr>
            <a:r>
              <a:rPr lang="en-US" sz="1224">
                <a:solidFill>
                  <a:schemeClr val="dk1"/>
                </a:solidFill>
                <a:latin typeface="Helvetica Neue"/>
                <a:ea typeface="Helvetica Neue"/>
                <a:cs typeface="Helvetica Neue"/>
                <a:sym typeface="Helvetica Neue"/>
              </a:rPr>
              <a:t>i386 binary</a:t>
            </a:r>
            <a:endParaRPr/>
          </a:p>
        </p:txBody>
      </p:sp>
      <p:sp>
        <p:nvSpPr>
          <p:cNvPr id="446" name="Google Shape;446;p44"/>
          <p:cNvSpPr/>
          <p:nvPr/>
        </p:nvSpPr>
        <p:spPr>
          <a:xfrm>
            <a:off x="6522010" y="3739782"/>
            <a:ext cx="1159555" cy="188385"/>
          </a:xfrm>
          <a:prstGeom prst="roundRect">
            <a:avLst>
              <a:gd fmla="val 199" name="adj"/>
            </a:avLst>
          </a:prstGeom>
          <a:solidFill>
            <a:srgbClr val="FFFFFF"/>
          </a:solidFill>
          <a:ln cap="flat" cmpd="sng" w="18350">
            <a:solidFill>
              <a:srgbClr val="000000"/>
            </a:solidFill>
            <a:prstDash val="solid"/>
            <a:round/>
            <a:headEnd len="sm" w="sm" type="none"/>
            <a:tailEnd len="sm" w="sm" type="none"/>
          </a:ln>
        </p:spPr>
        <p:txBody>
          <a:bodyPr anchorCtr="1" anchor="ctr" bIns="0" lIns="0" spcFirstLastPara="1" rIns="0" wrap="square" tIns="0">
            <a:spAutoFit/>
          </a:bodyPr>
          <a:lstStyle/>
          <a:p>
            <a:pPr indent="0" lvl="0" marL="0" marR="0" rtl="0" algn="l">
              <a:spcBef>
                <a:spcPts val="0"/>
              </a:spcBef>
              <a:spcAft>
                <a:spcPts val="0"/>
              </a:spcAft>
              <a:buClr>
                <a:srgbClr val="000000"/>
              </a:buClr>
              <a:buSzPts val="734"/>
              <a:buFont typeface="Arial"/>
              <a:buNone/>
            </a:pPr>
            <a:r>
              <a:rPr lang="en-US" sz="1224">
                <a:solidFill>
                  <a:schemeClr val="dk1"/>
                </a:solidFill>
                <a:latin typeface="Helvetica Neue"/>
                <a:ea typeface="Helvetica Neue"/>
                <a:cs typeface="Helvetica Neue"/>
                <a:sym typeface="Helvetica Neue"/>
              </a:rPr>
              <a:t>SPARC binary</a:t>
            </a:r>
            <a:endParaRPr/>
          </a:p>
        </p:txBody>
      </p:sp>
      <p:sp>
        <p:nvSpPr>
          <p:cNvPr id="447" name="Google Shape;447;p44"/>
          <p:cNvSpPr/>
          <p:nvPr/>
        </p:nvSpPr>
        <p:spPr>
          <a:xfrm>
            <a:off x="6522010" y="4571120"/>
            <a:ext cx="1159555" cy="188385"/>
          </a:xfrm>
          <a:prstGeom prst="roundRect">
            <a:avLst>
              <a:gd fmla="val 199" name="adj"/>
            </a:avLst>
          </a:prstGeom>
          <a:solidFill>
            <a:srgbClr val="FFFFFF"/>
          </a:solidFill>
          <a:ln cap="flat" cmpd="sng" w="18350">
            <a:solidFill>
              <a:srgbClr val="000000"/>
            </a:solidFill>
            <a:prstDash val="solid"/>
            <a:round/>
            <a:headEnd len="sm" w="sm" type="none"/>
            <a:tailEnd len="sm" w="sm" type="none"/>
          </a:ln>
        </p:spPr>
        <p:txBody>
          <a:bodyPr anchorCtr="1" anchor="ctr" bIns="0" lIns="0" spcFirstLastPara="1" rIns="0" wrap="square" tIns="0">
            <a:spAutoFit/>
          </a:bodyPr>
          <a:lstStyle/>
          <a:p>
            <a:pPr indent="0" lvl="0" marL="0" marR="0" rtl="0" algn="l">
              <a:spcBef>
                <a:spcPts val="0"/>
              </a:spcBef>
              <a:spcAft>
                <a:spcPts val="0"/>
              </a:spcAft>
              <a:buClr>
                <a:srgbClr val="000000"/>
              </a:buClr>
              <a:buSzPts val="734"/>
              <a:buFont typeface="Arial"/>
              <a:buNone/>
            </a:pPr>
            <a:r>
              <a:rPr lang="en-US" sz="1224">
                <a:solidFill>
                  <a:schemeClr val="dk1"/>
                </a:solidFill>
                <a:latin typeface="Helvetica Neue"/>
                <a:ea typeface="Helvetica Neue"/>
                <a:cs typeface="Helvetica Neue"/>
                <a:sym typeface="Helvetica Neue"/>
              </a:rPr>
              <a:t>PPC binary</a:t>
            </a:r>
            <a:endParaRPr/>
          </a:p>
        </p:txBody>
      </p:sp>
      <p:sp>
        <p:nvSpPr>
          <p:cNvPr id="448" name="Google Shape;448;p44"/>
          <p:cNvSpPr/>
          <p:nvPr/>
        </p:nvSpPr>
        <p:spPr>
          <a:xfrm>
            <a:off x="4341097" y="2762562"/>
            <a:ext cx="1284795" cy="529810"/>
          </a:xfrm>
          <a:prstGeom prst="ellipse">
            <a:avLst/>
          </a:prstGeom>
          <a:solidFill>
            <a:srgbClr val="FFFFFF"/>
          </a:solidFill>
          <a:ln cap="flat" cmpd="sng" w="9525">
            <a:solidFill>
              <a:srgbClr val="000000"/>
            </a:solidFill>
            <a:prstDash val="solid"/>
            <a:round/>
            <a:headEnd len="sm" w="sm" type="none"/>
            <a:tailEnd len="sm" w="sm" type="none"/>
          </a:ln>
        </p:spPr>
        <p:txBody>
          <a:bodyPr anchorCtr="1" anchor="ctr" bIns="0" lIns="0" spcFirstLastPara="1" rIns="0" wrap="square" tIns="0">
            <a:spAutoFit/>
          </a:bodyPr>
          <a:lstStyle/>
          <a:p>
            <a:pPr indent="0" lvl="0" marL="0" marR="0" rtl="0" algn="ctr">
              <a:spcBef>
                <a:spcPts val="0"/>
              </a:spcBef>
              <a:spcAft>
                <a:spcPts val="0"/>
              </a:spcAft>
              <a:buClr>
                <a:srgbClr val="000000"/>
              </a:buClr>
              <a:buSzPts val="734"/>
              <a:buFont typeface="Arial"/>
              <a:buNone/>
            </a:pPr>
            <a:r>
              <a:rPr lang="en-US" sz="1224">
                <a:solidFill>
                  <a:schemeClr val="dk1"/>
                </a:solidFill>
                <a:latin typeface="Helvetica Neue"/>
                <a:ea typeface="Helvetica Neue"/>
                <a:cs typeface="Helvetica Neue"/>
                <a:sym typeface="Helvetica Neue"/>
              </a:rPr>
              <a:t>Windows </a:t>
            </a:r>
            <a:endParaRPr/>
          </a:p>
          <a:p>
            <a:pPr indent="0" lvl="0" marL="0" marR="0" rtl="0" algn="ctr">
              <a:spcBef>
                <a:spcPts val="0"/>
              </a:spcBef>
              <a:spcAft>
                <a:spcPts val="0"/>
              </a:spcAft>
              <a:buClr>
                <a:srgbClr val="000000"/>
              </a:buClr>
              <a:buSzPts val="734"/>
              <a:buFont typeface="Arial"/>
              <a:buNone/>
            </a:pPr>
            <a:r>
              <a:rPr lang="en-US" sz="1224">
                <a:solidFill>
                  <a:schemeClr val="dk1"/>
                </a:solidFill>
                <a:latin typeface="Helvetica Neue"/>
                <a:ea typeface="Helvetica Neue"/>
                <a:cs typeface="Helvetica Neue"/>
                <a:sym typeface="Helvetica Neue"/>
              </a:rPr>
              <a:t>Compiler</a:t>
            </a:r>
            <a:endParaRPr/>
          </a:p>
        </p:txBody>
      </p:sp>
      <p:sp>
        <p:nvSpPr>
          <p:cNvPr id="449" name="Google Shape;449;p44"/>
          <p:cNvSpPr/>
          <p:nvPr/>
        </p:nvSpPr>
        <p:spPr>
          <a:xfrm>
            <a:off x="4356212" y="3594980"/>
            <a:ext cx="1284795" cy="529810"/>
          </a:xfrm>
          <a:prstGeom prst="ellipse">
            <a:avLst/>
          </a:prstGeom>
          <a:solidFill>
            <a:srgbClr val="FFFFFF"/>
          </a:solidFill>
          <a:ln cap="flat" cmpd="sng" w="9525">
            <a:solidFill>
              <a:srgbClr val="000000"/>
            </a:solidFill>
            <a:prstDash val="solid"/>
            <a:round/>
            <a:headEnd len="sm" w="sm" type="none"/>
            <a:tailEnd len="sm" w="sm" type="none"/>
          </a:ln>
        </p:spPr>
        <p:txBody>
          <a:bodyPr anchorCtr="1" anchor="ctr" bIns="0" lIns="0" spcFirstLastPara="1" rIns="0" wrap="square" tIns="0">
            <a:spAutoFit/>
          </a:bodyPr>
          <a:lstStyle/>
          <a:p>
            <a:pPr indent="0" lvl="0" marL="0" marR="0" rtl="0" algn="ctr">
              <a:spcBef>
                <a:spcPts val="0"/>
              </a:spcBef>
              <a:spcAft>
                <a:spcPts val="0"/>
              </a:spcAft>
              <a:buClr>
                <a:srgbClr val="000000"/>
              </a:buClr>
              <a:buSzPts val="734"/>
              <a:buFont typeface="Arial"/>
              <a:buNone/>
            </a:pPr>
            <a:r>
              <a:rPr lang="en-US" sz="1224">
                <a:solidFill>
                  <a:schemeClr val="dk1"/>
                </a:solidFill>
                <a:latin typeface="Helvetica Neue"/>
                <a:ea typeface="Helvetica Neue"/>
                <a:cs typeface="Helvetica Neue"/>
                <a:sym typeface="Helvetica Neue"/>
              </a:rPr>
              <a:t>Solaris</a:t>
            </a:r>
            <a:endParaRPr/>
          </a:p>
          <a:p>
            <a:pPr indent="0" lvl="0" marL="0" marR="0" rtl="0" algn="ctr">
              <a:spcBef>
                <a:spcPts val="0"/>
              </a:spcBef>
              <a:spcAft>
                <a:spcPts val="0"/>
              </a:spcAft>
              <a:buClr>
                <a:srgbClr val="000000"/>
              </a:buClr>
              <a:buSzPts val="734"/>
              <a:buFont typeface="Arial"/>
              <a:buNone/>
            </a:pPr>
            <a:r>
              <a:rPr lang="en-US" sz="1224">
                <a:solidFill>
                  <a:schemeClr val="dk1"/>
                </a:solidFill>
                <a:latin typeface="Helvetica Neue"/>
                <a:ea typeface="Helvetica Neue"/>
                <a:cs typeface="Helvetica Neue"/>
                <a:sym typeface="Helvetica Neue"/>
              </a:rPr>
              <a:t>Compiler</a:t>
            </a:r>
            <a:endParaRPr/>
          </a:p>
        </p:txBody>
      </p:sp>
      <p:sp>
        <p:nvSpPr>
          <p:cNvPr id="450" name="Google Shape;450;p44"/>
          <p:cNvSpPr/>
          <p:nvPr/>
        </p:nvSpPr>
        <p:spPr>
          <a:xfrm>
            <a:off x="4342177" y="4426317"/>
            <a:ext cx="1284795" cy="529810"/>
          </a:xfrm>
          <a:prstGeom prst="ellipse">
            <a:avLst/>
          </a:prstGeom>
          <a:solidFill>
            <a:srgbClr val="FFFFFF"/>
          </a:solidFill>
          <a:ln cap="flat" cmpd="sng" w="9525">
            <a:solidFill>
              <a:srgbClr val="000000"/>
            </a:solidFill>
            <a:prstDash val="solid"/>
            <a:round/>
            <a:headEnd len="sm" w="sm" type="none"/>
            <a:tailEnd len="sm" w="sm" type="none"/>
          </a:ln>
        </p:spPr>
        <p:txBody>
          <a:bodyPr anchorCtr="1" anchor="ctr" bIns="0" lIns="0" spcFirstLastPara="1" rIns="0" wrap="square" tIns="0">
            <a:spAutoFit/>
          </a:bodyPr>
          <a:lstStyle/>
          <a:p>
            <a:pPr indent="0" lvl="0" marL="0" marR="0" rtl="0" algn="ctr">
              <a:spcBef>
                <a:spcPts val="0"/>
              </a:spcBef>
              <a:spcAft>
                <a:spcPts val="0"/>
              </a:spcAft>
              <a:buClr>
                <a:srgbClr val="000000"/>
              </a:buClr>
              <a:buSzPts val="734"/>
              <a:buFont typeface="Arial"/>
              <a:buNone/>
            </a:pPr>
            <a:r>
              <a:rPr lang="en-US" sz="1224">
                <a:solidFill>
                  <a:schemeClr val="dk1"/>
                </a:solidFill>
                <a:latin typeface="Helvetica Neue"/>
                <a:ea typeface="Helvetica Neue"/>
                <a:cs typeface="Helvetica Neue"/>
                <a:sym typeface="Helvetica Neue"/>
              </a:rPr>
              <a:t>Mac</a:t>
            </a:r>
            <a:endParaRPr/>
          </a:p>
          <a:p>
            <a:pPr indent="0" lvl="0" marL="0" marR="0" rtl="0" algn="ctr">
              <a:spcBef>
                <a:spcPts val="0"/>
              </a:spcBef>
              <a:spcAft>
                <a:spcPts val="0"/>
              </a:spcAft>
              <a:buClr>
                <a:srgbClr val="000000"/>
              </a:buClr>
              <a:buSzPts val="734"/>
              <a:buFont typeface="Arial"/>
              <a:buNone/>
            </a:pPr>
            <a:r>
              <a:rPr lang="en-US" sz="1224">
                <a:solidFill>
                  <a:schemeClr val="dk1"/>
                </a:solidFill>
                <a:latin typeface="Helvetica Neue"/>
                <a:ea typeface="Helvetica Neue"/>
                <a:cs typeface="Helvetica Neue"/>
                <a:sym typeface="Helvetica Neue"/>
              </a:rPr>
              <a:t>Compiler</a:t>
            </a:r>
            <a:endParaRPr/>
          </a:p>
        </p:txBody>
      </p:sp>
      <p:cxnSp>
        <p:nvCxnSpPr>
          <p:cNvPr id="451" name="Google Shape;451;p44"/>
          <p:cNvCxnSpPr/>
          <p:nvPr/>
        </p:nvCxnSpPr>
        <p:spPr>
          <a:xfrm>
            <a:off x="3647955" y="3875000"/>
            <a:ext cx="679106" cy="0"/>
          </a:xfrm>
          <a:prstGeom prst="straightConnector1">
            <a:avLst/>
          </a:prstGeom>
          <a:noFill/>
          <a:ln cap="flat" cmpd="sng" w="18350">
            <a:solidFill>
              <a:srgbClr val="000000"/>
            </a:solidFill>
            <a:prstDash val="solid"/>
            <a:round/>
            <a:headEnd len="med" w="med" type="none"/>
            <a:tailEnd len="lg" w="lg" type="triangle"/>
          </a:ln>
        </p:spPr>
      </p:cxnSp>
      <p:cxnSp>
        <p:nvCxnSpPr>
          <p:cNvPr id="452" name="Google Shape;452;p44"/>
          <p:cNvCxnSpPr/>
          <p:nvPr/>
        </p:nvCxnSpPr>
        <p:spPr>
          <a:xfrm flipH="1" rot="10800000">
            <a:off x="3655513" y="3196975"/>
            <a:ext cx="765479" cy="553865"/>
          </a:xfrm>
          <a:prstGeom prst="straightConnector1">
            <a:avLst/>
          </a:prstGeom>
          <a:noFill/>
          <a:ln cap="flat" cmpd="sng" w="18350">
            <a:solidFill>
              <a:srgbClr val="000000"/>
            </a:solidFill>
            <a:prstDash val="solid"/>
            <a:round/>
            <a:headEnd len="med" w="med" type="none"/>
            <a:tailEnd len="lg" w="lg" type="triangle"/>
          </a:ln>
        </p:spPr>
      </p:cxnSp>
      <p:cxnSp>
        <p:nvCxnSpPr>
          <p:cNvPr id="453" name="Google Shape;453;p44"/>
          <p:cNvCxnSpPr/>
          <p:nvPr/>
        </p:nvCxnSpPr>
        <p:spPr>
          <a:xfrm>
            <a:off x="3655513" y="4013196"/>
            <a:ext cx="728771" cy="547388"/>
          </a:xfrm>
          <a:prstGeom prst="straightConnector1">
            <a:avLst/>
          </a:prstGeom>
          <a:noFill/>
          <a:ln cap="flat" cmpd="sng" w="18350">
            <a:solidFill>
              <a:srgbClr val="000000"/>
            </a:solidFill>
            <a:prstDash val="solid"/>
            <a:round/>
            <a:headEnd len="med" w="med" type="none"/>
            <a:tailEnd len="lg" w="lg" type="triangle"/>
          </a:ln>
        </p:spPr>
      </p:cxnSp>
      <p:cxnSp>
        <p:nvCxnSpPr>
          <p:cNvPr id="454" name="Google Shape;454;p44"/>
          <p:cNvCxnSpPr/>
          <p:nvPr/>
        </p:nvCxnSpPr>
        <p:spPr>
          <a:xfrm>
            <a:off x="5626972" y="3028547"/>
            <a:ext cx="859409" cy="0"/>
          </a:xfrm>
          <a:prstGeom prst="straightConnector1">
            <a:avLst/>
          </a:prstGeom>
          <a:noFill/>
          <a:ln cap="flat" cmpd="sng" w="18350">
            <a:solidFill>
              <a:srgbClr val="000000"/>
            </a:solidFill>
            <a:prstDash val="solid"/>
            <a:round/>
            <a:headEnd len="med" w="med" type="none"/>
            <a:tailEnd len="lg" w="lg" type="triangle"/>
          </a:ln>
        </p:spPr>
      </p:cxnSp>
      <p:cxnSp>
        <p:nvCxnSpPr>
          <p:cNvPr id="455" name="Google Shape;455;p44"/>
          <p:cNvCxnSpPr/>
          <p:nvPr/>
        </p:nvCxnSpPr>
        <p:spPr>
          <a:xfrm>
            <a:off x="5645326" y="3850167"/>
            <a:ext cx="859409" cy="0"/>
          </a:xfrm>
          <a:prstGeom prst="straightConnector1">
            <a:avLst/>
          </a:prstGeom>
          <a:noFill/>
          <a:ln cap="flat" cmpd="sng" w="18350">
            <a:solidFill>
              <a:srgbClr val="000000"/>
            </a:solidFill>
            <a:prstDash val="solid"/>
            <a:round/>
            <a:headEnd len="med" w="med" type="none"/>
            <a:tailEnd len="lg" w="lg" type="triangle"/>
          </a:ln>
        </p:spPr>
      </p:cxnSp>
      <p:cxnSp>
        <p:nvCxnSpPr>
          <p:cNvPr id="456" name="Google Shape;456;p44"/>
          <p:cNvCxnSpPr/>
          <p:nvPr/>
        </p:nvCxnSpPr>
        <p:spPr>
          <a:xfrm>
            <a:off x="5638847" y="4687983"/>
            <a:ext cx="858330" cy="0"/>
          </a:xfrm>
          <a:prstGeom prst="straightConnector1">
            <a:avLst/>
          </a:prstGeom>
          <a:noFill/>
          <a:ln cap="flat" cmpd="sng" w="18350">
            <a:solidFill>
              <a:srgbClr val="000000"/>
            </a:solidFill>
            <a:prstDash val="solid"/>
            <a:round/>
            <a:headEnd len="med" w="med" type="none"/>
            <a:tailEnd len="lg" w="lg" type="triangle"/>
          </a:ln>
        </p:spPr>
      </p:cxnSp>
      <p:sp>
        <p:nvSpPr>
          <p:cNvPr id="457" name="Google Shape;457;p44"/>
          <p:cNvSpPr txBox="1"/>
          <p:nvPr>
            <p:ph idx="4294967295" type="sldNum"/>
          </p:nvPr>
        </p:nvSpPr>
        <p:spPr>
          <a:xfrm>
            <a:off x="12948458" y="6459786"/>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050">
                <a:solidFill>
                  <a:srgbClr val="FFFFFF"/>
                </a:solidFill>
                <a:latin typeface="Calibri"/>
                <a:ea typeface="Calibri"/>
                <a:cs typeface="Calibri"/>
                <a:sym typeface="Calibri"/>
              </a:rPr>
              <a:t>‹#›</a:t>
            </a:fld>
            <a:endParaRPr sz="1050">
              <a:solidFill>
                <a:srgbClr val="FFFFFF"/>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5"/>
          <p:cNvSpPr txBox="1"/>
          <p:nvPr/>
        </p:nvSpPr>
        <p:spPr>
          <a:xfrm>
            <a:off x="1133857" y="1937070"/>
            <a:ext cx="9065514" cy="579646"/>
          </a:xfrm>
          <a:prstGeom prst="rect">
            <a:avLst/>
          </a:prstGeom>
          <a:noFill/>
          <a:ln>
            <a:noFill/>
          </a:ln>
        </p:spPr>
        <p:txBody>
          <a:bodyPr anchorCtr="0" anchor="t" bIns="0" lIns="0" spcFirstLastPara="1" rIns="0" wrap="square" tIns="0">
            <a:spAutoFit/>
          </a:bodyPr>
          <a:lstStyle/>
          <a:p>
            <a:pPr indent="-211138" lvl="0" marL="211138" marR="0" rtl="0" algn="l">
              <a:spcBef>
                <a:spcPts val="0"/>
              </a:spcBef>
              <a:spcAft>
                <a:spcPts val="0"/>
              </a:spcAft>
              <a:buClr>
                <a:srgbClr val="000000"/>
              </a:buClr>
              <a:buSzPts val="1260"/>
              <a:buFont typeface="Helvetica Neue"/>
              <a:buChar char="•"/>
            </a:pPr>
            <a:r>
              <a:rPr lang="en-US" sz="1800">
                <a:solidFill>
                  <a:schemeClr val="dk1"/>
                </a:solidFill>
                <a:latin typeface="Helvetica Neue"/>
                <a:ea typeface="Helvetica Neue"/>
                <a:cs typeface="Helvetica Neue"/>
                <a:sym typeface="Helvetica Neue"/>
              </a:rPr>
              <a:t>Java source files (.java) are compiled to Java bytecode (.class)</a:t>
            </a:r>
            <a:endParaRPr/>
          </a:p>
          <a:p>
            <a:pPr indent="-211138" lvl="0" marL="211138" marR="0" rtl="0" algn="l">
              <a:spcBef>
                <a:spcPts val="187"/>
              </a:spcBef>
              <a:spcAft>
                <a:spcPts val="0"/>
              </a:spcAft>
              <a:buClr>
                <a:srgbClr val="000000"/>
              </a:buClr>
              <a:buSzPts val="1260"/>
              <a:buFont typeface="Helvetica Neue"/>
              <a:buChar char="•"/>
            </a:pPr>
            <a:r>
              <a:rPr lang="en-US" sz="1800">
                <a:solidFill>
                  <a:schemeClr val="dk1"/>
                </a:solidFill>
                <a:latin typeface="Helvetica Neue"/>
                <a:ea typeface="Helvetica Neue"/>
                <a:cs typeface="Helvetica Neue"/>
                <a:sym typeface="Helvetica Neue"/>
              </a:rPr>
              <a:t>Bytecode is interpreted on the target platform within a Java Virtual Machine</a:t>
            </a:r>
            <a:endParaRPr/>
          </a:p>
        </p:txBody>
      </p:sp>
      <p:sp>
        <p:nvSpPr>
          <p:cNvPr id="463" name="Google Shape;463;p45"/>
          <p:cNvSpPr txBox="1"/>
          <p:nvPr/>
        </p:nvSpPr>
        <p:spPr>
          <a:xfrm>
            <a:off x="3911243" y="645363"/>
            <a:ext cx="5298023" cy="3693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0000"/>
              </a:buClr>
              <a:buSzPts val="912"/>
              <a:buFont typeface="Arial"/>
              <a:buNone/>
            </a:pPr>
            <a:r>
              <a:rPr lang="en-US" sz="2400">
                <a:solidFill>
                  <a:schemeClr val="dk1"/>
                </a:solidFill>
                <a:latin typeface="Helvetica Neue"/>
                <a:ea typeface="Helvetica Neue"/>
                <a:cs typeface="Helvetica Neue"/>
                <a:sym typeface="Helvetica Neue"/>
              </a:rPr>
              <a:t>The Java Virtual Machine.</a:t>
            </a:r>
            <a:endParaRPr/>
          </a:p>
        </p:txBody>
      </p:sp>
      <p:sp>
        <p:nvSpPr>
          <p:cNvPr id="464" name="Google Shape;464;p45"/>
          <p:cNvSpPr/>
          <p:nvPr/>
        </p:nvSpPr>
        <p:spPr>
          <a:xfrm>
            <a:off x="2454758" y="3931699"/>
            <a:ext cx="1052668" cy="188385"/>
          </a:xfrm>
          <a:prstGeom prst="roundRect">
            <a:avLst>
              <a:gd fmla="val 199" name="adj"/>
            </a:avLst>
          </a:prstGeom>
          <a:solidFill>
            <a:srgbClr val="FFFFFF"/>
          </a:solidFill>
          <a:ln cap="flat" cmpd="sng" w="18350">
            <a:solidFill>
              <a:srgbClr val="000000"/>
            </a:solidFill>
            <a:prstDash val="solid"/>
            <a:round/>
            <a:headEnd len="sm" w="sm" type="none"/>
            <a:tailEnd len="sm" w="sm" type="none"/>
          </a:ln>
        </p:spPr>
        <p:txBody>
          <a:bodyPr anchorCtr="1" anchor="ctr" bIns="0" lIns="0" spcFirstLastPara="1" rIns="0" wrap="square" tIns="0">
            <a:spAutoFit/>
          </a:bodyPr>
          <a:lstStyle/>
          <a:p>
            <a:pPr indent="0" lvl="0" marL="0" marR="0" rtl="0" algn="l">
              <a:spcBef>
                <a:spcPts val="0"/>
              </a:spcBef>
              <a:spcAft>
                <a:spcPts val="0"/>
              </a:spcAft>
              <a:buClr>
                <a:srgbClr val="000000"/>
              </a:buClr>
              <a:buSzPts val="734"/>
              <a:buFont typeface="Arial"/>
              <a:buNone/>
            </a:pPr>
            <a:r>
              <a:rPr lang="en-US" sz="1224">
                <a:solidFill>
                  <a:schemeClr val="dk1"/>
                </a:solidFill>
                <a:latin typeface="Helvetica Neue"/>
                <a:ea typeface="Helvetica Neue"/>
                <a:cs typeface="Helvetica Neue"/>
                <a:sym typeface="Helvetica Neue"/>
              </a:rPr>
              <a:t>Source.java</a:t>
            </a:r>
            <a:endParaRPr/>
          </a:p>
        </p:txBody>
      </p:sp>
      <p:sp>
        <p:nvSpPr>
          <p:cNvPr id="465" name="Google Shape;465;p45"/>
          <p:cNvSpPr/>
          <p:nvPr/>
        </p:nvSpPr>
        <p:spPr>
          <a:xfrm>
            <a:off x="6872726" y="3062574"/>
            <a:ext cx="1161714" cy="188385"/>
          </a:xfrm>
          <a:prstGeom prst="roundRect">
            <a:avLst>
              <a:gd fmla="val 199" name="adj"/>
            </a:avLst>
          </a:prstGeom>
          <a:solidFill>
            <a:srgbClr val="FFFFFF"/>
          </a:solidFill>
          <a:ln cap="flat" cmpd="sng" w="18350">
            <a:solidFill>
              <a:srgbClr val="000000"/>
            </a:solidFill>
            <a:prstDash val="solid"/>
            <a:round/>
            <a:headEnd len="sm" w="sm" type="none"/>
            <a:tailEnd len="sm" w="sm" type="none"/>
          </a:ln>
        </p:spPr>
        <p:txBody>
          <a:bodyPr anchorCtr="1" anchor="ctr" bIns="0" lIns="0" spcFirstLastPara="1" rIns="0" wrap="square" tIns="0">
            <a:spAutoFit/>
          </a:bodyPr>
          <a:lstStyle/>
          <a:p>
            <a:pPr indent="0" lvl="0" marL="0" marR="0" rtl="0" algn="l">
              <a:spcBef>
                <a:spcPts val="0"/>
              </a:spcBef>
              <a:spcAft>
                <a:spcPts val="0"/>
              </a:spcAft>
              <a:buClr>
                <a:srgbClr val="000000"/>
              </a:buClr>
              <a:buSzPts val="734"/>
              <a:buFont typeface="Arial"/>
              <a:buNone/>
            </a:pPr>
            <a:r>
              <a:rPr lang="en-US" sz="1224">
                <a:solidFill>
                  <a:schemeClr val="dk1"/>
                </a:solidFill>
                <a:latin typeface="Helvetica Neue"/>
                <a:ea typeface="Helvetica Neue"/>
                <a:cs typeface="Helvetica Neue"/>
                <a:sym typeface="Helvetica Neue"/>
              </a:rPr>
              <a:t>i386 VM</a:t>
            </a:r>
            <a:endParaRPr/>
          </a:p>
        </p:txBody>
      </p:sp>
      <p:sp>
        <p:nvSpPr>
          <p:cNvPr id="466" name="Google Shape;466;p45"/>
          <p:cNvSpPr/>
          <p:nvPr/>
        </p:nvSpPr>
        <p:spPr>
          <a:xfrm>
            <a:off x="6872727" y="3894991"/>
            <a:ext cx="1159555" cy="188385"/>
          </a:xfrm>
          <a:prstGeom prst="roundRect">
            <a:avLst>
              <a:gd fmla="val 199" name="adj"/>
            </a:avLst>
          </a:prstGeom>
          <a:solidFill>
            <a:srgbClr val="FFFFFF"/>
          </a:solidFill>
          <a:ln cap="flat" cmpd="sng" w="18350">
            <a:solidFill>
              <a:srgbClr val="000000"/>
            </a:solidFill>
            <a:prstDash val="solid"/>
            <a:round/>
            <a:headEnd len="sm" w="sm" type="none"/>
            <a:tailEnd len="sm" w="sm" type="none"/>
          </a:ln>
        </p:spPr>
        <p:txBody>
          <a:bodyPr anchorCtr="1" anchor="ctr" bIns="0" lIns="0" spcFirstLastPara="1" rIns="0" wrap="square" tIns="0">
            <a:spAutoFit/>
          </a:bodyPr>
          <a:lstStyle/>
          <a:p>
            <a:pPr indent="0" lvl="0" marL="0" marR="0" rtl="0" algn="l">
              <a:spcBef>
                <a:spcPts val="0"/>
              </a:spcBef>
              <a:spcAft>
                <a:spcPts val="0"/>
              </a:spcAft>
              <a:buClr>
                <a:srgbClr val="000000"/>
              </a:buClr>
              <a:buSzPts val="734"/>
              <a:buFont typeface="Arial"/>
              <a:buNone/>
            </a:pPr>
            <a:r>
              <a:rPr lang="en-US" sz="1224">
                <a:solidFill>
                  <a:schemeClr val="dk1"/>
                </a:solidFill>
                <a:latin typeface="Helvetica Neue"/>
                <a:ea typeface="Helvetica Neue"/>
                <a:cs typeface="Helvetica Neue"/>
                <a:sym typeface="Helvetica Neue"/>
              </a:rPr>
              <a:t>SPARC VM</a:t>
            </a:r>
            <a:endParaRPr/>
          </a:p>
        </p:txBody>
      </p:sp>
      <p:sp>
        <p:nvSpPr>
          <p:cNvPr id="467" name="Google Shape;467;p45"/>
          <p:cNvSpPr/>
          <p:nvPr/>
        </p:nvSpPr>
        <p:spPr>
          <a:xfrm>
            <a:off x="6872727" y="4726329"/>
            <a:ext cx="1159555" cy="188385"/>
          </a:xfrm>
          <a:prstGeom prst="roundRect">
            <a:avLst>
              <a:gd fmla="val 199" name="adj"/>
            </a:avLst>
          </a:prstGeom>
          <a:solidFill>
            <a:srgbClr val="FFFFFF"/>
          </a:solidFill>
          <a:ln cap="flat" cmpd="sng" w="18350">
            <a:solidFill>
              <a:srgbClr val="000000"/>
            </a:solidFill>
            <a:prstDash val="solid"/>
            <a:round/>
            <a:headEnd len="sm" w="sm" type="none"/>
            <a:tailEnd len="sm" w="sm" type="none"/>
          </a:ln>
        </p:spPr>
        <p:txBody>
          <a:bodyPr anchorCtr="1" anchor="ctr" bIns="0" lIns="0" spcFirstLastPara="1" rIns="0" wrap="square" tIns="0">
            <a:spAutoFit/>
          </a:bodyPr>
          <a:lstStyle/>
          <a:p>
            <a:pPr indent="0" lvl="0" marL="0" marR="0" rtl="0" algn="l">
              <a:spcBef>
                <a:spcPts val="0"/>
              </a:spcBef>
              <a:spcAft>
                <a:spcPts val="0"/>
              </a:spcAft>
              <a:buClr>
                <a:srgbClr val="000000"/>
              </a:buClr>
              <a:buSzPts val="734"/>
              <a:buFont typeface="Arial"/>
              <a:buNone/>
            </a:pPr>
            <a:r>
              <a:rPr lang="en-US" sz="1224">
                <a:solidFill>
                  <a:schemeClr val="dk1"/>
                </a:solidFill>
                <a:latin typeface="Helvetica Neue"/>
                <a:ea typeface="Helvetica Neue"/>
                <a:cs typeface="Helvetica Neue"/>
                <a:sym typeface="Helvetica Neue"/>
              </a:rPr>
              <a:t>PPC VM</a:t>
            </a:r>
            <a:endParaRPr/>
          </a:p>
        </p:txBody>
      </p:sp>
      <p:sp>
        <p:nvSpPr>
          <p:cNvPr id="468" name="Google Shape;468;p45"/>
          <p:cNvSpPr/>
          <p:nvPr/>
        </p:nvSpPr>
        <p:spPr>
          <a:xfrm>
            <a:off x="3949007" y="3786897"/>
            <a:ext cx="952260" cy="529810"/>
          </a:xfrm>
          <a:prstGeom prst="ellipse">
            <a:avLst/>
          </a:prstGeom>
          <a:solidFill>
            <a:srgbClr val="FFFFFF"/>
          </a:solidFill>
          <a:ln cap="flat" cmpd="sng" w="9525">
            <a:solidFill>
              <a:srgbClr val="000000"/>
            </a:solidFill>
            <a:prstDash val="solid"/>
            <a:round/>
            <a:headEnd len="sm" w="sm" type="none"/>
            <a:tailEnd len="sm" w="sm" type="none"/>
          </a:ln>
        </p:spPr>
        <p:txBody>
          <a:bodyPr anchorCtr="1" anchor="ctr" bIns="0" lIns="0" spcFirstLastPara="1" rIns="0" wrap="square" tIns="0">
            <a:spAutoFit/>
          </a:bodyPr>
          <a:lstStyle/>
          <a:p>
            <a:pPr indent="0" lvl="0" marL="0" marR="0" rtl="0" algn="ctr">
              <a:spcBef>
                <a:spcPts val="0"/>
              </a:spcBef>
              <a:spcAft>
                <a:spcPts val="0"/>
              </a:spcAft>
              <a:buClr>
                <a:srgbClr val="000000"/>
              </a:buClr>
              <a:buSzPts val="734"/>
              <a:buFont typeface="Arial"/>
              <a:buNone/>
            </a:pPr>
            <a:r>
              <a:rPr lang="en-US" sz="1224">
                <a:solidFill>
                  <a:schemeClr val="dk1"/>
                </a:solidFill>
                <a:latin typeface="Helvetica Neue"/>
                <a:ea typeface="Helvetica Neue"/>
                <a:cs typeface="Helvetica Neue"/>
                <a:sym typeface="Helvetica Neue"/>
              </a:rPr>
              <a:t>Java</a:t>
            </a:r>
            <a:endParaRPr/>
          </a:p>
          <a:p>
            <a:pPr indent="0" lvl="0" marL="0" marR="0" rtl="0" algn="ctr">
              <a:spcBef>
                <a:spcPts val="0"/>
              </a:spcBef>
              <a:spcAft>
                <a:spcPts val="0"/>
              </a:spcAft>
              <a:buClr>
                <a:srgbClr val="000000"/>
              </a:buClr>
              <a:buSzPts val="734"/>
              <a:buFont typeface="Arial"/>
              <a:buNone/>
            </a:pPr>
            <a:r>
              <a:rPr lang="en-US" sz="1224">
                <a:solidFill>
                  <a:schemeClr val="dk1"/>
                </a:solidFill>
                <a:latin typeface="Helvetica Neue"/>
                <a:ea typeface="Helvetica Neue"/>
                <a:cs typeface="Helvetica Neue"/>
                <a:sym typeface="Helvetica Neue"/>
              </a:rPr>
              <a:t>Compiler</a:t>
            </a:r>
            <a:endParaRPr/>
          </a:p>
        </p:txBody>
      </p:sp>
      <p:sp>
        <p:nvSpPr>
          <p:cNvPr id="469" name="Google Shape;469;p45"/>
          <p:cNvSpPr/>
          <p:nvPr/>
        </p:nvSpPr>
        <p:spPr>
          <a:xfrm>
            <a:off x="5334210" y="3785961"/>
            <a:ext cx="1010562" cy="565155"/>
          </a:xfrm>
          <a:prstGeom prst="roundRect">
            <a:avLst>
              <a:gd fmla="val 111" name="adj"/>
            </a:avLst>
          </a:prstGeom>
          <a:solidFill>
            <a:srgbClr val="FFFFFF"/>
          </a:solidFill>
          <a:ln cap="flat" cmpd="sng" w="18350">
            <a:solidFill>
              <a:srgbClr val="000000"/>
            </a:solidFill>
            <a:prstDash val="solid"/>
            <a:round/>
            <a:headEnd len="sm" w="sm" type="none"/>
            <a:tailEnd len="sm" w="sm" type="none"/>
          </a:ln>
        </p:spPr>
        <p:txBody>
          <a:bodyPr anchorCtr="1" anchor="ctr" bIns="0" lIns="0" spcFirstLastPara="1" rIns="0" wrap="square" tIns="0">
            <a:spAutoFit/>
          </a:bodyPr>
          <a:lstStyle/>
          <a:p>
            <a:pPr indent="0" lvl="0" marL="0" marR="0" rtl="0" algn="ctr">
              <a:spcBef>
                <a:spcPts val="0"/>
              </a:spcBef>
              <a:spcAft>
                <a:spcPts val="0"/>
              </a:spcAft>
              <a:buClr>
                <a:srgbClr val="000000"/>
              </a:buClr>
              <a:buSzPts val="734"/>
              <a:buFont typeface="Arial"/>
              <a:buNone/>
            </a:pPr>
            <a:r>
              <a:rPr lang="en-US" sz="1224">
                <a:solidFill>
                  <a:schemeClr val="dk1"/>
                </a:solidFill>
                <a:latin typeface="Helvetica Neue"/>
                <a:ea typeface="Helvetica Neue"/>
                <a:cs typeface="Helvetica Neue"/>
                <a:sym typeface="Helvetica Neue"/>
              </a:rPr>
              <a:t>Java </a:t>
            </a:r>
            <a:endParaRPr/>
          </a:p>
          <a:p>
            <a:pPr indent="0" lvl="0" marL="0" marR="0" rtl="0" algn="ctr">
              <a:spcBef>
                <a:spcPts val="0"/>
              </a:spcBef>
              <a:spcAft>
                <a:spcPts val="0"/>
              </a:spcAft>
              <a:buClr>
                <a:srgbClr val="000000"/>
              </a:buClr>
              <a:buSzPts val="734"/>
              <a:buFont typeface="Arial"/>
              <a:buNone/>
            </a:pPr>
            <a:r>
              <a:rPr lang="en-US" sz="1224">
                <a:solidFill>
                  <a:schemeClr val="dk1"/>
                </a:solidFill>
                <a:latin typeface="Helvetica Neue"/>
                <a:ea typeface="Helvetica Neue"/>
                <a:cs typeface="Helvetica Neue"/>
                <a:sym typeface="Helvetica Neue"/>
              </a:rPr>
              <a:t>Bytecode</a:t>
            </a:r>
            <a:endParaRPr/>
          </a:p>
          <a:p>
            <a:pPr indent="0" lvl="0" marL="0" marR="0" rtl="0" algn="ctr">
              <a:spcBef>
                <a:spcPts val="0"/>
              </a:spcBef>
              <a:spcAft>
                <a:spcPts val="0"/>
              </a:spcAft>
              <a:buClr>
                <a:srgbClr val="000000"/>
              </a:buClr>
              <a:buSzPts val="734"/>
              <a:buFont typeface="Arial"/>
              <a:buNone/>
            </a:pPr>
            <a:r>
              <a:rPr lang="en-US" sz="1224">
                <a:solidFill>
                  <a:schemeClr val="dk1"/>
                </a:solidFill>
                <a:latin typeface="Helvetica Neue"/>
                <a:ea typeface="Helvetica Neue"/>
                <a:cs typeface="Helvetica Neue"/>
                <a:sym typeface="Helvetica Neue"/>
              </a:rPr>
              <a:t>Source.class</a:t>
            </a:r>
            <a:endParaRPr sz="1224">
              <a:solidFill>
                <a:schemeClr val="dk1"/>
              </a:solidFill>
              <a:latin typeface="Helvetica Neue"/>
              <a:ea typeface="Helvetica Neue"/>
              <a:cs typeface="Helvetica Neue"/>
              <a:sym typeface="Helvetica Neue"/>
            </a:endParaRPr>
          </a:p>
        </p:txBody>
      </p:sp>
      <p:cxnSp>
        <p:nvCxnSpPr>
          <p:cNvPr id="470" name="Google Shape;470;p45"/>
          <p:cNvCxnSpPr/>
          <p:nvPr/>
        </p:nvCxnSpPr>
        <p:spPr>
          <a:xfrm>
            <a:off x="3537656" y="4044245"/>
            <a:ext cx="389758" cy="0"/>
          </a:xfrm>
          <a:prstGeom prst="straightConnector1">
            <a:avLst/>
          </a:prstGeom>
          <a:noFill/>
          <a:ln cap="flat" cmpd="sng" w="18350">
            <a:solidFill>
              <a:srgbClr val="000000"/>
            </a:solidFill>
            <a:prstDash val="solid"/>
            <a:round/>
            <a:headEnd len="med" w="med" type="none"/>
            <a:tailEnd len="lg" w="lg" type="triangle"/>
          </a:ln>
        </p:spPr>
      </p:cxnSp>
      <p:cxnSp>
        <p:nvCxnSpPr>
          <p:cNvPr id="471" name="Google Shape;471;p45"/>
          <p:cNvCxnSpPr/>
          <p:nvPr/>
        </p:nvCxnSpPr>
        <p:spPr>
          <a:xfrm>
            <a:off x="4916383" y="4059360"/>
            <a:ext cx="411350" cy="0"/>
          </a:xfrm>
          <a:prstGeom prst="straightConnector1">
            <a:avLst/>
          </a:prstGeom>
          <a:noFill/>
          <a:ln cap="flat" cmpd="sng" w="18350">
            <a:solidFill>
              <a:srgbClr val="000000"/>
            </a:solidFill>
            <a:prstDash val="solid"/>
            <a:round/>
            <a:headEnd len="med" w="med" type="none"/>
            <a:tailEnd len="lg" w="lg" type="triangle"/>
          </a:ln>
        </p:spPr>
      </p:cxnSp>
      <p:cxnSp>
        <p:nvCxnSpPr>
          <p:cNvPr id="472" name="Google Shape;472;p45"/>
          <p:cNvCxnSpPr/>
          <p:nvPr/>
        </p:nvCxnSpPr>
        <p:spPr>
          <a:xfrm flipH="1" rot="10800000">
            <a:off x="6375003" y="3307917"/>
            <a:ext cx="490166" cy="598132"/>
          </a:xfrm>
          <a:prstGeom prst="straightConnector1">
            <a:avLst/>
          </a:prstGeom>
          <a:noFill/>
          <a:ln cap="flat" cmpd="sng" w="18350">
            <a:solidFill>
              <a:srgbClr val="000000"/>
            </a:solidFill>
            <a:prstDash val="solid"/>
            <a:round/>
            <a:headEnd len="med" w="med" type="none"/>
            <a:tailEnd len="lg" w="lg" type="triangle"/>
          </a:ln>
        </p:spPr>
      </p:cxnSp>
      <p:cxnSp>
        <p:nvCxnSpPr>
          <p:cNvPr id="473" name="Google Shape;473;p45"/>
          <p:cNvCxnSpPr/>
          <p:nvPr/>
        </p:nvCxnSpPr>
        <p:spPr>
          <a:xfrm>
            <a:off x="6353410" y="4080953"/>
            <a:ext cx="505281" cy="0"/>
          </a:xfrm>
          <a:prstGeom prst="straightConnector1">
            <a:avLst/>
          </a:prstGeom>
          <a:noFill/>
          <a:ln cap="flat" cmpd="sng" w="18350">
            <a:solidFill>
              <a:srgbClr val="000000"/>
            </a:solidFill>
            <a:prstDash val="solid"/>
            <a:round/>
            <a:headEnd len="med" w="med" type="none"/>
            <a:tailEnd len="lg" w="lg" type="triangle"/>
          </a:ln>
        </p:spPr>
      </p:cxnSp>
      <p:cxnSp>
        <p:nvCxnSpPr>
          <p:cNvPr id="474" name="Google Shape;474;p45"/>
          <p:cNvCxnSpPr/>
          <p:nvPr/>
        </p:nvCxnSpPr>
        <p:spPr>
          <a:xfrm>
            <a:off x="6367445" y="4234267"/>
            <a:ext cx="483688" cy="553865"/>
          </a:xfrm>
          <a:prstGeom prst="straightConnector1">
            <a:avLst/>
          </a:prstGeom>
          <a:noFill/>
          <a:ln cap="flat" cmpd="sng" w="18350">
            <a:solidFill>
              <a:srgbClr val="000000"/>
            </a:solidFill>
            <a:prstDash val="solid"/>
            <a:round/>
            <a:headEnd len="med" w="med" type="none"/>
            <a:tailEnd len="lg" w="lg" type="triangle"/>
          </a:ln>
        </p:spPr>
      </p:cxnSp>
      <p:sp>
        <p:nvSpPr>
          <p:cNvPr id="475" name="Google Shape;475;p45"/>
          <p:cNvSpPr txBox="1"/>
          <p:nvPr>
            <p:ph idx="4294967295" type="sldNum"/>
          </p:nvPr>
        </p:nvSpPr>
        <p:spPr>
          <a:xfrm>
            <a:off x="12948458" y="6459786"/>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050">
                <a:solidFill>
                  <a:srgbClr val="FFFFFF"/>
                </a:solidFill>
                <a:latin typeface="Calibri"/>
                <a:ea typeface="Calibri"/>
                <a:cs typeface="Calibri"/>
                <a:sym typeface="Calibri"/>
              </a:rPr>
              <a:t>‹#›</a:t>
            </a:fld>
            <a:endParaRPr sz="1050">
              <a:solidFill>
                <a:srgbClr val="FFFFFF"/>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6"/>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81" name="Google Shape;481;p46"/>
          <p:cNvPicPr preferRelativeResize="0"/>
          <p:nvPr/>
        </p:nvPicPr>
        <p:blipFill rotWithShape="1">
          <a:blip r:embed="rId3">
            <a:alphaModFix/>
          </a:blip>
          <a:srcRect b="26147" l="6132" r="8214" t="11874"/>
          <a:stretch/>
        </p:blipFill>
        <p:spPr>
          <a:xfrm>
            <a:off x="1454529" y="1268220"/>
            <a:ext cx="9004151" cy="436890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47"/>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87" name="Google Shape;487;p47"/>
          <p:cNvPicPr preferRelativeResize="0"/>
          <p:nvPr/>
        </p:nvPicPr>
        <p:blipFill rotWithShape="1">
          <a:blip r:embed="rId3">
            <a:alphaModFix/>
          </a:blip>
          <a:srcRect b="0" l="0" r="0" t="0"/>
          <a:stretch/>
        </p:blipFill>
        <p:spPr>
          <a:xfrm>
            <a:off x="1306773" y="1081927"/>
            <a:ext cx="8953934" cy="429689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48"/>
          <p:cNvSpPr txBox="1"/>
          <p:nvPr/>
        </p:nvSpPr>
        <p:spPr>
          <a:xfrm>
            <a:off x="1292352" y="1845140"/>
            <a:ext cx="7940063" cy="1821011"/>
          </a:xfrm>
          <a:prstGeom prst="rect">
            <a:avLst/>
          </a:prstGeom>
          <a:noFill/>
          <a:ln>
            <a:noFill/>
          </a:ln>
        </p:spPr>
        <p:txBody>
          <a:bodyPr anchorCtr="0" anchor="t" bIns="0" lIns="0" spcFirstLastPara="1" rIns="0" wrap="square" tIns="0">
            <a:spAutoFit/>
          </a:bodyPr>
          <a:lstStyle/>
          <a:p>
            <a:pPr indent="-211138" lvl="0" marL="211138" marR="0" rtl="0" algn="l">
              <a:spcBef>
                <a:spcPts val="0"/>
              </a:spcBef>
              <a:spcAft>
                <a:spcPts val="0"/>
              </a:spcAft>
              <a:buClr>
                <a:srgbClr val="000000"/>
              </a:buClr>
              <a:buSzPts val="1180"/>
              <a:buFont typeface="Helvetica Neue"/>
              <a:buChar char="•"/>
            </a:pPr>
            <a:r>
              <a:rPr lang="en-US" sz="2000">
                <a:solidFill>
                  <a:schemeClr val="dk1"/>
                </a:solidFill>
                <a:latin typeface="Helvetica Neue"/>
                <a:ea typeface="Helvetica Neue"/>
                <a:cs typeface="Helvetica Neue"/>
                <a:sym typeface="Helvetica Neue"/>
              </a:rPr>
              <a:t>The Java SDK comes in three versions:</a:t>
            </a:r>
            <a:endParaRPr/>
          </a:p>
          <a:p>
            <a:pPr indent="-215900" lvl="1" marL="431800" marR="0" rtl="0" algn="l">
              <a:spcBef>
                <a:spcPts val="187"/>
              </a:spcBef>
              <a:spcAft>
                <a:spcPts val="0"/>
              </a:spcAft>
              <a:buClr>
                <a:srgbClr val="000000"/>
              </a:buClr>
              <a:buSzPts val="1260"/>
              <a:buFont typeface="Helvetica Neue"/>
              <a:buChar char="•"/>
            </a:pPr>
            <a:r>
              <a:rPr b="0" i="0" lang="en-US" sz="1800" u="none" cap="none" strike="noStrike">
                <a:solidFill>
                  <a:schemeClr val="dk1"/>
                </a:solidFill>
                <a:latin typeface="Helvetica Neue"/>
                <a:ea typeface="Helvetica Neue"/>
                <a:cs typeface="Helvetica Neue"/>
                <a:sym typeface="Helvetica Neue"/>
              </a:rPr>
              <a:t>J2ME - Micro Edition (for handheld and portable devices)</a:t>
            </a:r>
            <a:endParaRPr/>
          </a:p>
          <a:p>
            <a:pPr indent="-215900" lvl="1" marL="431800" marR="0" rtl="0" algn="l">
              <a:spcBef>
                <a:spcPts val="187"/>
              </a:spcBef>
              <a:spcAft>
                <a:spcPts val="0"/>
              </a:spcAft>
              <a:buClr>
                <a:srgbClr val="000000"/>
              </a:buClr>
              <a:buSzPts val="1260"/>
              <a:buFont typeface="Helvetica Neue"/>
              <a:buChar char="•"/>
            </a:pPr>
            <a:r>
              <a:rPr b="0" i="0" lang="en-US" sz="1800" u="none" cap="none" strike="noStrike">
                <a:solidFill>
                  <a:schemeClr val="dk1"/>
                </a:solidFill>
                <a:latin typeface="Helvetica Neue"/>
                <a:ea typeface="Helvetica Neue"/>
                <a:cs typeface="Helvetica Neue"/>
                <a:sym typeface="Helvetica Neue"/>
              </a:rPr>
              <a:t>J2SE - Standard Edition (PC development)</a:t>
            </a:r>
            <a:endParaRPr/>
          </a:p>
          <a:p>
            <a:pPr indent="-215900" lvl="1" marL="431800" marR="0" rtl="0" algn="l">
              <a:spcBef>
                <a:spcPts val="187"/>
              </a:spcBef>
              <a:spcAft>
                <a:spcPts val="0"/>
              </a:spcAft>
              <a:buClr>
                <a:srgbClr val="000000"/>
              </a:buClr>
              <a:buSzPts val="1260"/>
              <a:buFont typeface="Helvetica Neue"/>
              <a:buChar char="•"/>
            </a:pPr>
            <a:r>
              <a:rPr b="0" i="0" lang="en-US" sz="1800" u="none" cap="none" strike="noStrike">
                <a:solidFill>
                  <a:schemeClr val="dk1"/>
                </a:solidFill>
                <a:latin typeface="Helvetica Neue"/>
                <a:ea typeface="Helvetica Neue"/>
                <a:cs typeface="Helvetica Neue"/>
                <a:sym typeface="Helvetica Neue"/>
              </a:rPr>
              <a:t>J2EE - Enterprise Edition (Distributed and Enterprise Computing)</a:t>
            </a:r>
            <a:endParaRPr/>
          </a:p>
          <a:p>
            <a:pPr indent="-215900" lvl="1" marL="431800" marR="0" rtl="0" algn="l">
              <a:spcBef>
                <a:spcPts val="187"/>
              </a:spcBef>
              <a:spcAft>
                <a:spcPts val="0"/>
              </a:spcAft>
              <a:buNone/>
            </a:pPr>
            <a:r>
              <a:t/>
            </a:r>
            <a:endParaRPr b="0" i="0" sz="2000" u="none" cap="none" strike="noStrike">
              <a:solidFill>
                <a:schemeClr val="dk1"/>
              </a:solidFill>
              <a:latin typeface="Helvetica Neue"/>
              <a:ea typeface="Helvetica Neue"/>
              <a:cs typeface="Helvetica Neue"/>
              <a:sym typeface="Helvetica Neue"/>
            </a:endParaRPr>
          </a:p>
          <a:p>
            <a:pPr indent="-215900" lvl="1" marL="431800" marR="0" rtl="0" algn="l">
              <a:spcBef>
                <a:spcPts val="187"/>
              </a:spcBef>
              <a:spcAft>
                <a:spcPts val="0"/>
              </a:spcAft>
              <a:buNone/>
            </a:pPr>
            <a:r>
              <a:t/>
            </a:r>
            <a:endParaRPr b="0" i="0" sz="1600" u="none" cap="none" strike="noStrike">
              <a:solidFill>
                <a:schemeClr val="dk1"/>
              </a:solidFill>
              <a:latin typeface="Helvetica Neue"/>
              <a:ea typeface="Helvetica Neue"/>
              <a:cs typeface="Helvetica Neue"/>
              <a:sym typeface="Helvetica Neue"/>
            </a:endParaRPr>
          </a:p>
        </p:txBody>
      </p:sp>
      <p:sp>
        <p:nvSpPr>
          <p:cNvPr id="493" name="Google Shape;493;p48"/>
          <p:cNvSpPr txBox="1"/>
          <p:nvPr/>
        </p:nvSpPr>
        <p:spPr>
          <a:xfrm>
            <a:off x="2196830" y="728279"/>
            <a:ext cx="8288290"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0000"/>
              </a:buClr>
              <a:buSzPts val="1216"/>
              <a:buFont typeface="Arial"/>
              <a:buNone/>
            </a:pPr>
            <a:r>
              <a:rPr lang="en-US" sz="3200">
                <a:solidFill>
                  <a:schemeClr val="dk1"/>
                </a:solidFill>
                <a:latin typeface="Helvetica Neue"/>
                <a:ea typeface="Helvetica Neue"/>
                <a:cs typeface="Helvetica Neue"/>
                <a:sym typeface="Helvetica Neue"/>
              </a:rPr>
              <a:t>The Java Software Development Kit (SDK)</a:t>
            </a:r>
            <a:endParaRPr/>
          </a:p>
        </p:txBody>
      </p:sp>
      <p:sp>
        <p:nvSpPr>
          <p:cNvPr id="494" name="Google Shape;494;p48"/>
          <p:cNvSpPr txBox="1"/>
          <p:nvPr>
            <p:ph idx="4294967295" type="sldNum"/>
          </p:nvPr>
        </p:nvSpPr>
        <p:spPr>
          <a:xfrm>
            <a:off x="12948458" y="6459786"/>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050">
                <a:solidFill>
                  <a:srgbClr val="FFFFFF"/>
                </a:solidFill>
                <a:latin typeface="Calibri"/>
                <a:ea typeface="Calibri"/>
                <a:cs typeface="Calibri"/>
                <a:sym typeface="Calibri"/>
              </a:rPr>
              <a:t>‹#›</a:t>
            </a:fld>
            <a:endParaRPr sz="1050">
              <a:solidFill>
                <a:srgbClr val="FFFFFF"/>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9"/>
          <p:cNvSpPr txBox="1"/>
          <p:nvPr>
            <p:ph type="title"/>
          </p:nvPr>
        </p:nvSpPr>
        <p:spPr>
          <a:xfrm>
            <a:off x="1623924" y="658506"/>
            <a:ext cx="5237886" cy="746659"/>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Helvetica Neue"/>
              <a:buNone/>
            </a:pPr>
            <a:r>
              <a:rPr lang="en-US">
                <a:latin typeface="Helvetica Neue"/>
                <a:ea typeface="Helvetica Neue"/>
                <a:cs typeface="Helvetica Neue"/>
                <a:sym typeface="Helvetica Neue"/>
              </a:rPr>
              <a:t>Common Terms</a:t>
            </a:r>
            <a:endParaRPr/>
          </a:p>
        </p:txBody>
      </p:sp>
      <p:sp>
        <p:nvSpPr>
          <p:cNvPr id="501" name="Google Shape;501;p49"/>
          <p:cNvSpPr txBox="1"/>
          <p:nvPr>
            <p:ph idx="4294967295" type="sldNum"/>
          </p:nvPr>
        </p:nvSpPr>
        <p:spPr>
          <a:xfrm>
            <a:off x="12948458" y="6459786"/>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050">
                <a:solidFill>
                  <a:srgbClr val="FFFFFF"/>
                </a:solidFill>
                <a:latin typeface="Calibri"/>
                <a:ea typeface="Calibri"/>
                <a:cs typeface="Calibri"/>
                <a:sym typeface="Calibri"/>
              </a:rPr>
              <a:t>‹#›</a:t>
            </a:fld>
            <a:endParaRPr sz="1050">
              <a:solidFill>
                <a:srgbClr val="FFFFFF"/>
              </a:solidFill>
              <a:latin typeface="Calibri"/>
              <a:ea typeface="Calibri"/>
              <a:cs typeface="Calibri"/>
              <a:sym typeface="Calibri"/>
            </a:endParaRPr>
          </a:p>
        </p:txBody>
      </p:sp>
      <p:sp>
        <p:nvSpPr>
          <p:cNvPr id="502" name="Google Shape;502;p49"/>
          <p:cNvSpPr txBox="1"/>
          <p:nvPr/>
        </p:nvSpPr>
        <p:spPr>
          <a:xfrm>
            <a:off x="597189" y="1845046"/>
            <a:ext cx="8342416" cy="3539430"/>
          </a:xfrm>
          <a:prstGeom prst="rect">
            <a:avLst/>
          </a:prstGeom>
          <a:noFill/>
          <a:ln>
            <a:noFill/>
          </a:ln>
        </p:spPr>
        <p:txBody>
          <a:bodyPr anchorCtr="0" anchor="t" bIns="45700" lIns="91425" spcFirstLastPara="1" rIns="91425" wrap="square" tIns="45700">
            <a:spAutoFit/>
          </a:bodyPr>
          <a:lstStyle/>
          <a:p>
            <a:pPr indent="-257175" lvl="0" marL="257175" marR="0" rtl="0" algn="just">
              <a:spcBef>
                <a:spcPts val="0"/>
              </a:spcBef>
              <a:spcAft>
                <a:spcPts val="0"/>
              </a:spcAft>
              <a:buClr>
                <a:schemeClr val="dk1"/>
              </a:buClr>
              <a:buSzPts val="1600"/>
              <a:buFont typeface="Calibri"/>
              <a:buAutoNum type="arabicPeriod"/>
            </a:pPr>
            <a:r>
              <a:rPr b="1" lang="en-US" sz="1600">
                <a:solidFill>
                  <a:schemeClr val="dk1"/>
                </a:solidFill>
                <a:latin typeface="Arial"/>
                <a:ea typeface="Arial"/>
                <a:cs typeface="Arial"/>
                <a:sym typeface="Arial"/>
              </a:rPr>
              <a:t>JDK</a:t>
            </a:r>
            <a:r>
              <a:rPr lang="en-US" sz="1600">
                <a:solidFill>
                  <a:schemeClr val="dk1"/>
                </a:solidFill>
                <a:latin typeface="Arial"/>
                <a:ea typeface="Arial"/>
                <a:cs typeface="Arial"/>
                <a:sym typeface="Arial"/>
              </a:rPr>
              <a:t> – </a:t>
            </a:r>
            <a:r>
              <a:rPr b="1" lang="en-US" sz="1600">
                <a:solidFill>
                  <a:schemeClr val="dk1"/>
                </a:solidFill>
                <a:latin typeface="Arial"/>
                <a:ea typeface="Arial"/>
                <a:cs typeface="Arial"/>
                <a:sym typeface="Arial"/>
              </a:rPr>
              <a:t>Java Development Kit</a:t>
            </a:r>
            <a:r>
              <a:rPr lang="en-US" sz="1600">
                <a:solidFill>
                  <a:schemeClr val="dk1"/>
                </a:solidFill>
                <a:latin typeface="Arial"/>
                <a:ea typeface="Arial"/>
                <a:cs typeface="Arial"/>
                <a:sym typeface="Arial"/>
              </a:rPr>
              <a:t> (in short JDK) is Kit which provides the environment to </a:t>
            </a:r>
            <a:r>
              <a:rPr b="1" lang="en-US" sz="1600">
                <a:solidFill>
                  <a:schemeClr val="dk1"/>
                </a:solidFill>
                <a:latin typeface="Arial"/>
                <a:ea typeface="Arial"/>
                <a:cs typeface="Arial"/>
                <a:sym typeface="Arial"/>
              </a:rPr>
              <a:t>develop and execute(run)</a:t>
            </a:r>
            <a:r>
              <a:rPr lang="en-US" sz="1600">
                <a:solidFill>
                  <a:schemeClr val="dk1"/>
                </a:solidFill>
                <a:latin typeface="Arial"/>
                <a:ea typeface="Arial"/>
                <a:cs typeface="Arial"/>
                <a:sym typeface="Arial"/>
              </a:rPr>
              <a:t> the Java program. JDK is a kit(or package) which includes two things</a:t>
            </a:r>
            <a:endParaRPr/>
          </a:p>
          <a:p>
            <a:pPr indent="-214312" lvl="1" marL="557213" marR="0" rtl="0" algn="l">
              <a:spcBef>
                <a:spcPts val="0"/>
              </a:spcBef>
              <a:spcAft>
                <a:spcPts val="0"/>
              </a:spcAft>
              <a:buClr>
                <a:schemeClr val="dk1"/>
              </a:buClr>
              <a:buSzPts val="1600"/>
              <a:buFont typeface="Calibri"/>
              <a:buAutoNum type="arabicPeriod"/>
            </a:pPr>
            <a:r>
              <a:rPr b="0" i="0" lang="en-US" sz="1600" u="none" cap="none" strike="noStrike">
                <a:solidFill>
                  <a:schemeClr val="dk1"/>
                </a:solidFill>
                <a:latin typeface="Arial"/>
                <a:ea typeface="Arial"/>
                <a:cs typeface="Arial"/>
                <a:sym typeface="Arial"/>
              </a:rPr>
              <a:t>Development Tools (to provide an environment to develop your java programs)</a:t>
            </a:r>
            <a:endParaRPr/>
          </a:p>
          <a:p>
            <a:pPr indent="-214312" lvl="1" marL="557213" marR="0" rtl="0" algn="l">
              <a:spcBef>
                <a:spcPts val="0"/>
              </a:spcBef>
              <a:spcAft>
                <a:spcPts val="0"/>
              </a:spcAft>
              <a:buClr>
                <a:schemeClr val="dk1"/>
              </a:buClr>
              <a:buSzPts val="1600"/>
              <a:buFont typeface="Calibri"/>
              <a:buAutoNum type="arabicPeriod"/>
            </a:pPr>
            <a:r>
              <a:rPr b="0" i="0" lang="en-US" sz="1600" u="none" cap="none" strike="noStrike">
                <a:solidFill>
                  <a:schemeClr val="dk1"/>
                </a:solidFill>
                <a:latin typeface="Arial"/>
                <a:ea typeface="Arial"/>
                <a:cs typeface="Arial"/>
                <a:sym typeface="Arial"/>
              </a:rPr>
              <a:t>JRE (to execute your java program).</a:t>
            </a:r>
            <a:endParaRPr/>
          </a:p>
          <a:p>
            <a:pPr indent="-112712" lvl="1" marL="557213" marR="0" rtl="0" algn="l">
              <a:spcBef>
                <a:spcPts val="0"/>
              </a:spcBef>
              <a:spcAft>
                <a:spcPts val="0"/>
              </a:spcAft>
              <a:buClr>
                <a:schemeClr val="dk1"/>
              </a:buClr>
              <a:buSzPts val="1600"/>
              <a:buFont typeface="Calibri"/>
              <a:buNone/>
            </a:pPr>
            <a:r>
              <a:t/>
            </a:r>
            <a:endParaRPr b="0" i="0" sz="1600" u="none" cap="none" strike="noStrike">
              <a:solidFill>
                <a:schemeClr val="dk1"/>
              </a:solidFill>
              <a:latin typeface="Arial"/>
              <a:ea typeface="Arial"/>
              <a:cs typeface="Arial"/>
              <a:sym typeface="Arial"/>
            </a:endParaRPr>
          </a:p>
          <a:p>
            <a:pPr indent="-257175" lvl="0" marL="257175" marR="0" rtl="0" algn="just">
              <a:spcBef>
                <a:spcPts val="0"/>
              </a:spcBef>
              <a:spcAft>
                <a:spcPts val="0"/>
              </a:spcAft>
              <a:buClr>
                <a:schemeClr val="dk1"/>
              </a:buClr>
              <a:buSzPts val="1600"/>
              <a:buFont typeface="Calibri"/>
              <a:buAutoNum type="arabicPeriod"/>
            </a:pPr>
            <a:r>
              <a:rPr b="1" lang="en-US" sz="1600">
                <a:solidFill>
                  <a:schemeClr val="dk1"/>
                </a:solidFill>
                <a:latin typeface="Arial"/>
                <a:ea typeface="Arial"/>
                <a:cs typeface="Arial"/>
                <a:sym typeface="Arial"/>
              </a:rPr>
              <a:t>JRE</a:t>
            </a:r>
            <a:r>
              <a:rPr lang="en-US" sz="1600">
                <a:solidFill>
                  <a:schemeClr val="dk1"/>
                </a:solidFill>
                <a:latin typeface="Arial"/>
                <a:ea typeface="Arial"/>
                <a:cs typeface="Arial"/>
                <a:sym typeface="Arial"/>
              </a:rPr>
              <a:t> – </a:t>
            </a:r>
            <a:r>
              <a:rPr b="1" lang="en-US" sz="1600">
                <a:solidFill>
                  <a:schemeClr val="dk1"/>
                </a:solidFill>
                <a:latin typeface="Arial"/>
                <a:ea typeface="Arial"/>
                <a:cs typeface="Arial"/>
                <a:sym typeface="Arial"/>
              </a:rPr>
              <a:t>Java Runtime Environment</a:t>
            </a:r>
            <a:r>
              <a:rPr lang="en-US" sz="1600">
                <a:solidFill>
                  <a:schemeClr val="dk1"/>
                </a:solidFill>
                <a:latin typeface="Arial"/>
                <a:ea typeface="Arial"/>
                <a:cs typeface="Arial"/>
                <a:sym typeface="Arial"/>
              </a:rPr>
              <a:t> (to say JRE) is an installation package which provides environment to </a:t>
            </a:r>
            <a:r>
              <a:rPr b="1" lang="en-US" sz="1600">
                <a:solidFill>
                  <a:schemeClr val="dk1"/>
                </a:solidFill>
                <a:latin typeface="Arial"/>
                <a:ea typeface="Arial"/>
                <a:cs typeface="Arial"/>
                <a:sym typeface="Arial"/>
              </a:rPr>
              <a:t>only run(not develop)</a:t>
            </a:r>
            <a:r>
              <a:rPr lang="en-US" sz="1600">
                <a:solidFill>
                  <a:schemeClr val="dk1"/>
                </a:solidFill>
                <a:latin typeface="Arial"/>
                <a:ea typeface="Arial"/>
                <a:cs typeface="Arial"/>
                <a:sym typeface="Arial"/>
              </a:rPr>
              <a:t> the java program(or application)onto your machine. JRE is only used by them who only wants to run the Java Programs i.e. end users of your system.</a:t>
            </a:r>
            <a:endParaRPr/>
          </a:p>
          <a:p>
            <a:pPr indent="-155575" lvl="0" marL="257175" marR="0" rtl="0" algn="just">
              <a:spcBef>
                <a:spcPts val="0"/>
              </a:spcBef>
              <a:spcAft>
                <a:spcPts val="0"/>
              </a:spcAft>
              <a:buClr>
                <a:schemeClr val="dk1"/>
              </a:buClr>
              <a:buSzPts val="1600"/>
              <a:buFont typeface="Calibri"/>
              <a:buNone/>
            </a:pPr>
            <a:r>
              <a:t/>
            </a:r>
            <a:endParaRPr sz="1600">
              <a:solidFill>
                <a:schemeClr val="dk1"/>
              </a:solidFill>
              <a:latin typeface="Arial"/>
              <a:ea typeface="Arial"/>
              <a:cs typeface="Arial"/>
              <a:sym typeface="Arial"/>
            </a:endParaRPr>
          </a:p>
          <a:p>
            <a:pPr indent="-257175" lvl="0" marL="257175" marR="0" rtl="0" algn="just">
              <a:spcBef>
                <a:spcPts val="0"/>
              </a:spcBef>
              <a:spcAft>
                <a:spcPts val="0"/>
              </a:spcAft>
              <a:buClr>
                <a:schemeClr val="dk1"/>
              </a:buClr>
              <a:buSzPts val="1600"/>
              <a:buFont typeface="Calibri"/>
              <a:buAutoNum type="arabicPeriod"/>
            </a:pPr>
            <a:r>
              <a:rPr b="1" lang="en-US" sz="1600">
                <a:solidFill>
                  <a:schemeClr val="dk1"/>
                </a:solidFill>
                <a:latin typeface="Arial"/>
                <a:ea typeface="Arial"/>
                <a:cs typeface="Arial"/>
                <a:sym typeface="Arial"/>
              </a:rPr>
              <a:t>JVM</a:t>
            </a:r>
            <a:r>
              <a:rPr lang="en-US" sz="1600">
                <a:solidFill>
                  <a:schemeClr val="dk1"/>
                </a:solidFill>
                <a:latin typeface="Arial"/>
                <a:ea typeface="Arial"/>
                <a:cs typeface="Arial"/>
                <a:sym typeface="Arial"/>
              </a:rPr>
              <a:t> – </a:t>
            </a:r>
            <a:r>
              <a:rPr b="1" lang="en-US" sz="1600">
                <a:solidFill>
                  <a:schemeClr val="dk1"/>
                </a:solidFill>
                <a:latin typeface="Arial"/>
                <a:ea typeface="Arial"/>
                <a:cs typeface="Arial"/>
                <a:sym typeface="Arial"/>
              </a:rPr>
              <a:t>Java Virtual machine</a:t>
            </a:r>
            <a:r>
              <a:rPr lang="en-US" sz="1600">
                <a:solidFill>
                  <a:schemeClr val="dk1"/>
                </a:solidFill>
                <a:latin typeface="Arial"/>
                <a:ea typeface="Arial"/>
                <a:cs typeface="Arial"/>
                <a:sym typeface="Arial"/>
              </a:rPr>
              <a:t>(JVM) is a very important part of both JDK and JRE because it is contained or inbuilt in both. Whatever Java program you run using JRE or JDK goes into JVM and JVM is responsible for </a:t>
            </a:r>
            <a:r>
              <a:rPr b="1" lang="en-US" sz="1600">
                <a:solidFill>
                  <a:schemeClr val="dk1"/>
                </a:solidFill>
                <a:latin typeface="Arial"/>
                <a:ea typeface="Arial"/>
                <a:cs typeface="Arial"/>
                <a:sym typeface="Arial"/>
              </a:rPr>
              <a:t>executing the java program line by line</a:t>
            </a:r>
            <a:r>
              <a:rPr lang="en-US" sz="1600">
                <a:solidFill>
                  <a:schemeClr val="dk1"/>
                </a:solidFill>
                <a:latin typeface="Arial"/>
                <a:ea typeface="Arial"/>
                <a:cs typeface="Arial"/>
                <a:sym typeface="Arial"/>
              </a:rPr>
              <a:t> hence it is also known as interpreter.</a:t>
            </a:r>
            <a:endParaRPr/>
          </a:p>
          <a:p>
            <a:pPr indent="-112712" lvl="1" marL="557213" marR="0" rtl="0" algn="l">
              <a:spcBef>
                <a:spcPts val="0"/>
              </a:spcBef>
              <a:spcAft>
                <a:spcPts val="0"/>
              </a:spcAft>
              <a:buClr>
                <a:schemeClr val="dk1"/>
              </a:buClr>
              <a:buSzPts val="1600"/>
              <a:buFont typeface="Calibri"/>
              <a:buNone/>
            </a:pPr>
            <a:r>
              <a:t/>
            </a:r>
            <a:endParaRPr b="0" i="0" sz="1600" u="none" cap="none" strike="noStrike">
              <a:solidFill>
                <a:schemeClr val="dk1"/>
              </a:solidFill>
              <a:latin typeface="Arial"/>
              <a:ea typeface="Arial"/>
              <a:cs typeface="Arial"/>
              <a:sym typeface="Arial"/>
            </a:endParaRPr>
          </a:p>
        </p:txBody>
      </p:sp>
      <p:pic>
        <p:nvPicPr>
          <p:cNvPr id="503" name="Google Shape;503;p49"/>
          <p:cNvPicPr preferRelativeResize="0"/>
          <p:nvPr/>
        </p:nvPicPr>
        <p:blipFill rotWithShape="1">
          <a:blip r:embed="rId3">
            <a:alphaModFix/>
          </a:blip>
          <a:srcRect b="0" l="0" r="0" t="0"/>
          <a:stretch/>
        </p:blipFill>
        <p:spPr>
          <a:xfrm>
            <a:off x="9233348" y="2025927"/>
            <a:ext cx="2761727" cy="367011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50"/>
          <p:cNvSpPr/>
          <p:nvPr/>
        </p:nvSpPr>
        <p:spPr>
          <a:xfrm>
            <a:off x="3187398" y="2878373"/>
            <a:ext cx="5508425" cy="1949659"/>
          </a:xfrm>
          <a:prstGeom prst="roundRect">
            <a:avLst>
              <a:gd fmla="val 60" name="adj"/>
            </a:avLst>
          </a:prstGeom>
          <a:solidFill>
            <a:srgbClr val="FFFFCC"/>
          </a:solidFill>
          <a:ln cap="flat" cmpd="sng" w="1835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224">
              <a:solidFill>
                <a:schemeClr val="dk1"/>
              </a:solidFill>
              <a:latin typeface="Calibri"/>
              <a:ea typeface="Calibri"/>
              <a:cs typeface="Calibri"/>
              <a:sym typeface="Calibri"/>
            </a:endParaRPr>
          </a:p>
        </p:txBody>
      </p:sp>
      <p:cxnSp>
        <p:nvCxnSpPr>
          <p:cNvPr id="509" name="Google Shape;509;p50"/>
          <p:cNvCxnSpPr/>
          <p:nvPr/>
        </p:nvCxnSpPr>
        <p:spPr>
          <a:xfrm>
            <a:off x="2993058" y="1544994"/>
            <a:ext cx="5971600" cy="0"/>
          </a:xfrm>
          <a:prstGeom prst="straightConnector1">
            <a:avLst/>
          </a:prstGeom>
          <a:noFill/>
          <a:ln cap="flat" cmpd="sng" w="54700">
            <a:solidFill>
              <a:srgbClr val="000000"/>
            </a:solidFill>
            <a:prstDash val="solid"/>
            <a:round/>
            <a:headEnd len="med" w="med" type="none"/>
            <a:tailEnd len="med" w="med" type="none"/>
          </a:ln>
        </p:spPr>
      </p:cxnSp>
      <p:sp>
        <p:nvSpPr>
          <p:cNvPr id="510" name="Google Shape;510;p50"/>
          <p:cNvSpPr txBox="1"/>
          <p:nvPr/>
        </p:nvSpPr>
        <p:spPr>
          <a:xfrm>
            <a:off x="5067086" y="1118529"/>
            <a:ext cx="1818147" cy="29302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0000"/>
              </a:buClr>
              <a:buSzPts val="724"/>
              <a:buFont typeface="Arial"/>
              <a:buNone/>
            </a:pPr>
            <a:r>
              <a:rPr lang="en-US" sz="1904">
                <a:solidFill>
                  <a:schemeClr val="dk1"/>
                </a:solidFill>
                <a:latin typeface="Helvetica Neue"/>
                <a:ea typeface="Helvetica Neue"/>
                <a:cs typeface="Helvetica Neue"/>
                <a:sym typeface="Helvetica Neue"/>
              </a:rPr>
              <a:t>HelloWorld.java</a:t>
            </a:r>
            <a:endParaRPr/>
          </a:p>
        </p:txBody>
      </p:sp>
      <p:sp>
        <p:nvSpPr>
          <p:cNvPr id="511" name="Google Shape;511;p50"/>
          <p:cNvSpPr txBox="1"/>
          <p:nvPr/>
        </p:nvSpPr>
        <p:spPr>
          <a:xfrm>
            <a:off x="2956351" y="1812752"/>
            <a:ext cx="6246913" cy="251159"/>
          </a:xfrm>
          <a:prstGeom prst="rect">
            <a:avLst/>
          </a:prstGeom>
          <a:noFill/>
          <a:ln>
            <a:noFill/>
          </a:ln>
        </p:spPr>
        <p:txBody>
          <a:bodyPr anchorCtr="0" anchor="t" bIns="0" lIns="0" spcFirstLastPara="1" rIns="0" wrap="square" tIns="0">
            <a:spAutoFit/>
          </a:bodyPr>
          <a:lstStyle/>
          <a:p>
            <a:pPr indent="-211138" lvl="0" marL="211138" marR="0" rtl="0" algn="l">
              <a:spcBef>
                <a:spcPts val="0"/>
              </a:spcBef>
              <a:spcAft>
                <a:spcPts val="0"/>
              </a:spcAft>
              <a:buClr>
                <a:srgbClr val="000000"/>
              </a:buClr>
              <a:buSzPts val="963"/>
              <a:buFont typeface="Helvetica Neue"/>
              <a:buChar char="•"/>
            </a:pPr>
            <a:r>
              <a:rPr lang="en-US" sz="1632">
                <a:solidFill>
                  <a:schemeClr val="dk1"/>
                </a:solidFill>
                <a:latin typeface="Helvetica Neue"/>
                <a:ea typeface="Helvetica Neue"/>
                <a:cs typeface="Helvetica Neue"/>
                <a:sym typeface="Helvetica Neue"/>
              </a:rPr>
              <a:t>Here is Java's "HelloWorld" implementation:</a:t>
            </a:r>
            <a:endParaRPr/>
          </a:p>
        </p:txBody>
      </p:sp>
      <p:sp>
        <p:nvSpPr>
          <p:cNvPr id="512" name="Google Shape;512;p50"/>
          <p:cNvSpPr txBox="1"/>
          <p:nvPr/>
        </p:nvSpPr>
        <p:spPr>
          <a:xfrm>
            <a:off x="3591191" y="2987420"/>
            <a:ext cx="4765619" cy="1619802"/>
          </a:xfrm>
          <a:prstGeom prst="rect">
            <a:avLst/>
          </a:prstGeom>
          <a:noFill/>
          <a:ln>
            <a:noFill/>
          </a:ln>
        </p:spPr>
        <p:txBody>
          <a:bodyPr anchorCtr="0" anchor="t" bIns="0" lIns="0" spcFirstLastPara="1" rIns="0" wrap="square" tIns="0">
            <a:spAutoFit/>
          </a:bodyPr>
          <a:lstStyle/>
          <a:p>
            <a:pPr indent="-211138" lvl="0" marL="211138" marR="0" rtl="0" algn="l">
              <a:spcBef>
                <a:spcPts val="0"/>
              </a:spcBef>
              <a:spcAft>
                <a:spcPts val="0"/>
              </a:spcAft>
              <a:buNone/>
            </a:pPr>
            <a:r>
              <a:rPr lang="en-US" sz="1361">
                <a:solidFill>
                  <a:schemeClr val="dk1"/>
                </a:solidFill>
                <a:latin typeface="Courier"/>
                <a:ea typeface="Courier"/>
                <a:cs typeface="Courier"/>
                <a:sym typeface="Courier"/>
              </a:rPr>
              <a:t>public class HelloWorld</a:t>
            </a:r>
            <a:endParaRPr/>
          </a:p>
          <a:p>
            <a:pPr indent="-211138" lvl="0" marL="211138" marR="0" rtl="0" algn="l">
              <a:spcBef>
                <a:spcPts val="187"/>
              </a:spcBef>
              <a:spcAft>
                <a:spcPts val="0"/>
              </a:spcAft>
              <a:buNone/>
            </a:pPr>
            <a:r>
              <a:rPr lang="en-US" sz="1361">
                <a:solidFill>
                  <a:schemeClr val="dk1"/>
                </a:solidFill>
                <a:latin typeface="Courier"/>
                <a:ea typeface="Courier"/>
                <a:cs typeface="Courier"/>
                <a:sym typeface="Courier"/>
              </a:rPr>
              <a:t>{</a:t>
            </a:r>
            <a:endParaRPr/>
          </a:p>
          <a:p>
            <a:pPr indent="-211138" lvl="0" marL="211138" marR="0" rtl="0" algn="l">
              <a:spcBef>
                <a:spcPts val="187"/>
              </a:spcBef>
              <a:spcAft>
                <a:spcPts val="0"/>
              </a:spcAft>
              <a:buNone/>
            </a:pPr>
            <a:r>
              <a:rPr lang="en-US" sz="1361">
                <a:solidFill>
                  <a:schemeClr val="dk1"/>
                </a:solidFill>
                <a:latin typeface="Courier"/>
                <a:ea typeface="Courier"/>
                <a:cs typeface="Courier"/>
                <a:sym typeface="Courier"/>
              </a:rPr>
              <a:t>	public static void main(String[] args)</a:t>
            </a:r>
            <a:endParaRPr/>
          </a:p>
          <a:p>
            <a:pPr indent="-211138" lvl="0" marL="211138" marR="0" rtl="0" algn="l">
              <a:spcBef>
                <a:spcPts val="187"/>
              </a:spcBef>
              <a:spcAft>
                <a:spcPts val="0"/>
              </a:spcAft>
              <a:buNone/>
            </a:pPr>
            <a:r>
              <a:rPr lang="en-US" sz="1361">
                <a:solidFill>
                  <a:schemeClr val="dk1"/>
                </a:solidFill>
                <a:latin typeface="Courier"/>
                <a:ea typeface="Courier"/>
                <a:cs typeface="Courier"/>
                <a:sym typeface="Courier"/>
              </a:rPr>
              <a:t>	{</a:t>
            </a:r>
            <a:endParaRPr/>
          </a:p>
          <a:p>
            <a:pPr indent="-211138" lvl="0" marL="211138" marR="0" rtl="0" algn="l">
              <a:spcBef>
                <a:spcPts val="187"/>
              </a:spcBef>
              <a:spcAft>
                <a:spcPts val="0"/>
              </a:spcAft>
              <a:buNone/>
            </a:pPr>
            <a:r>
              <a:rPr lang="en-US" sz="1361">
                <a:solidFill>
                  <a:schemeClr val="dk1"/>
                </a:solidFill>
                <a:latin typeface="Courier"/>
                <a:ea typeface="Courier"/>
                <a:cs typeface="Courier"/>
                <a:sym typeface="Courier"/>
              </a:rPr>
              <a:t>		System.out.println("Hello World");</a:t>
            </a:r>
            <a:endParaRPr/>
          </a:p>
          <a:p>
            <a:pPr indent="-211138" lvl="0" marL="211138" marR="0" rtl="0" algn="l">
              <a:spcBef>
                <a:spcPts val="187"/>
              </a:spcBef>
              <a:spcAft>
                <a:spcPts val="0"/>
              </a:spcAft>
              <a:buNone/>
            </a:pPr>
            <a:r>
              <a:rPr lang="en-US" sz="1361">
                <a:solidFill>
                  <a:schemeClr val="dk1"/>
                </a:solidFill>
                <a:latin typeface="Courier"/>
                <a:ea typeface="Courier"/>
                <a:cs typeface="Courier"/>
                <a:sym typeface="Courier"/>
              </a:rPr>
              <a:t>	}</a:t>
            </a:r>
            <a:endParaRPr/>
          </a:p>
          <a:p>
            <a:pPr indent="-211138" lvl="0" marL="211138" marR="0" rtl="0" algn="l">
              <a:spcBef>
                <a:spcPts val="187"/>
              </a:spcBef>
              <a:spcAft>
                <a:spcPts val="0"/>
              </a:spcAft>
              <a:buNone/>
            </a:pPr>
            <a:r>
              <a:rPr lang="en-US" sz="1361">
                <a:solidFill>
                  <a:schemeClr val="dk1"/>
                </a:solidFill>
                <a:latin typeface="Courier"/>
                <a:ea typeface="Courier"/>
                <a:cs typeface="Courier"/>
                <a:sym typeface="Courier"/>
              </a:rPr>
              <a:t>}</a:t>
            </a:r>
            <a:endParaRPr/>
          </a:p>
        </p:txBody>
      </p:sp>
      <p:sp>
        <p:nvSpPr>
          <p:cNvPr id="513" name="Google Shape;513;p50"/>
          <p:cNvSpPr txBox="1"/>
          <p:nvPr/>
        </p:nvSpPr>
        <p:spPr>
          <a:xfrm>
            <a:off x="3410886" y="2469183"/>
            <a:ext cx="2585786" cy="209416"/>
          </a:xfrm>
          <a:prstGeom prst="rect">
            <a:avLst/>
          </a:prstGeom>
          <a:noFill/>
          <a:ln>
            <a:noFill/>
          </a:ln>
        </p:spPr>
        <p:txBody>
          <a:bodyPr anchorCtr="0" anchor="t" bIns="0" lIns="0" spcFirstLastPara="1" rIns="0" wrap="square" tIns="0">
            <a:spAutoFit/>
          </a:bodyPr>
          <a:lstStyle/>
          <a:p>
            <a:pPr indent="-211138" lvl="0" marL="211138" marR="0" rtl="0" algn="l">
              <a:spcBef>
                <a:spcPts val="0"/>
              </a:spcBef>
              <a:spcAft>
                <a:spcPts val="0"/>
              </a:spcAft>
              <a:buNone/>
            </a:pPr>
            <a:r>
              <a:rPr lang="en-US" sz="1361">
                <a:solidFill>
                  <a:schemeClr val="dk1"/>
                </a:solidFill>
                <a:latin typeface="Helvetica Neue"/>
                <a:ea typeface="Helvetica Neue"/>
                <a:cs typeface="Helvetica Neue"/>
                <a:sym typeface="Helvetica Neue"/>
              </a:rPr>
              <a:t>In the file, HelloWorld.java:</a:t>
            </a:r>
            <a:endParaRPr/>
          </a:p>
        </p:txBody>
      </p:sp>
      <p:sp>
        <p:nvSpPr>
          <p:cNvPr id="514" name="Google Shape;514;p50"/>
          <p:cNvSpPr txBox="1"/>
          <p:nvPr>
            <p:ph idx="4294967295" type="sldNum"/>
          </p:nvPr>
        </p:nvSpPr>
        <p:spPr>
          <a:xfrm>
            <a:off x="12948458" y="6459786"/>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050">
                <a:solidFill>
                  <a:srgbClr val="FFFFFF"/>
                </a:solidFill>
                <a:latin typeface="Calibri"/>
                <a:ea typeface="Calibri"/>
                <a:cs typeface="Calibri"/>
                <a:sym typeface="Calibri"/>
              </a:rPr>
              <a:t>‹#›</a:t>
            </a:fld>
            <a:endParaRPr sz="1050">
              <a:solidFill>
                <a:srgbClr val="FFFFFF"/>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1"/>
          <p:cNvSpPr txBox="1"/>
          <p:nvPr>
            <p:ph type="title"/>
          </p:nvPr>
        </p:nvSpPr>
        <p:spPr>
          <a:xfrm>
            <a:off x="4121499" y="2486786"/>
            <a:ext cx="4860575" cy="503758"/>
          </a:xfrm>
          <a:prstGeom prst="rect">
            <a:avLst/>
          </a:prstGeom>
          <a:noFill/>
          <a:ln>
            <a:noFill/>
          </a:ln>
        </p:spPr>
        <p:txBody>
          <a:bodyPr anchorCtr="0" anchor="ctr" bIns="0" lIns="0" spcFirstLastPara="1" rIns="0" wrap="square" tIns="11200">
            <a:spAutoFit/>
          </a:bodyPr>
          <a:lstStyle/>
          <a:p>
            <a:pPr indent="0" lvl="0" marL="11206" rtl="0" algn="ctr">
              <a:spcBef>
                <a:spcPts val="0"/>
              </a:spcBef>
              <a:spcAft>
                <a:spcPts val="0"/>
              </a:spcAft>
              <a:buClr>
                <a:schemeClr val="dk1"/>
              </a:buClr>
              <a:buSzPts val="3200"/>
              <a:buFont typeface="Helvetica Neue"/>
              <a:buNone/>
            </a:pPr>
            <a:r>
              <a:rPr lang="en-US" sz="3200">
                <a:latin typeface="Helvetica Neue"/>
                <a:ea typeface="Helvetica Neue"/>
                <a:cs typeface="Helvetica Neue"/>
                <a:sym typeface="Helvetica Neue"/>
              </a:rPr>
              <a:t>COURSE PROJECT</a:t>
            </a:r>
            <a:endParaRPr/>
          </a:p>
        </p:txBody>
      </p:sp>
      <p:sp>
        <p:nvSpPr>
          <p:cNvPr id="520" name="Google Shape;520;p51"/>
          <p:cNvSpPr/>
          <p:nvPr/>
        </p:nvSpPr>
        <p:spPr>
          <a:xfrm>
            <a:off x="3778106" y="3438144"/>
            <a:ext cx="5547360" cy="707136"/>
          </a:xfrm>
          <a:prstGeom prst="rect">
            <a:avLst/>
          </a:prstGeom>
          <a:gradFill>
            <a:gsLst>
              <a:gs pos="0">
                <a:srgbClr val="3E7FCD"/>
              </a:gs>
              <a:gs pos="100000">
                <a:srgbClr val="96C0FF"/>
              </a:gs>
            </a:gsLst>
            <a:lin ang="16200000" scaled="0"/>
          </a:gra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Should be MIS</a:t>
            </a:r>
            <a:endParaRPr/>
          </a:p>
        </p:txBody>
      </p:sp>
      <p:sp>
        <p:nvSpPr>
          <p:cNvPr id="521" name="Google Shape;521;p51"/>
          <p:cNvSpPr txBox="1"/>
          <p:nvPr>
            <p:ph idx="12" type="sldNum"/>
          </p:nvPr>
        </p:nvSpPr>
        <p:spPr>
          <a:xfrm>
            <a:off x="8737600" y="6356351"/>
            <a:ext cx="2844800" cy="365125"/>
          </a:xfrm>
          <a:prstGeom prst="rect">
            <a:avLst/>
          </a:prstGeom>
          <a:noFill/>
          <a:ln>
            <a:noFill/>
          </a:ln>
        </p:spPr>
        <p:txBody>
          <a:bodyPr anchorCtr="0" anchor="ctr" bIns="0" lIns="0" spcFirstLastPara="1" rIns="0" wrap="square" tIns="0">
            <a:noAutofit/>
          </a:bodyPr>
          <a:lstStyle/>
          <a:p>
            <a:pPr indent="0" lvl="0" marL="33619" rtl="0" algn="r">
              <a:lnSpc>
                <a:spcPct val="125700"/>
              </a:lnSpc>
              <a:spcBef>
                <a:spcPts val="0"/>
              </a:spcBef>
              <a:spcAft>
                <a:spcPts val="0"/>
              </a:spcAft>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2"/>
          <p:cNvSpPr txBox="1"/>
          <p:nvPr>
            <p:ph type="title"/>
          </p:nvPr>
        </p:nvSpPr>
        <p:spPr>
          <a:xfrm>
            <a:off x="2743868" y="429025"/>
            <a:ext cx="6409204" cy="989147"/>
          </a:xfrm>
          <a:prstGeom prst="rect">
            <a:avLst/>
          </a:prstGeom>
          <a:noFill/>
          <a:ln>
            <a:noFill/>
          </a:ln>
        </p:spPr>
        <p:txBody>
          <a:bodyPr anchorCtr="0" anchor="ctr" bIns="0" lIns="0" spcFirstLastPara="1" rIns="0" wrap="square" tIns="11200">
            <a:spAutoFit/>
          </a:bodyPr>
          <a:lstStyle/>
          <a:p>
            <a:pPr indent="0" lvl="0" marL="11206" rtl="0" algn="ctr">
              <a:spcBef>
                <a:spcPts val="0"/>
              </a:spcBef>
              <a:spcAft>
                <a:spcPts val="0"/>
              </a:spcAft>
              <a:buClr>
                <a:schemeClr val="dk1"/>
              </a:buClr>
              <a:buSzPts val="3177"/>
              <a:buFont typeface="Helvetica Neue"/>
              <a:buNone/>
            </a:pPr>
            <a:r>
              <a:rPr lang="en-US" sz="3177">
                <a:latin typeface="Helvetica Neue"/>
                <a:ea typeface="Helvetica Neue"/>
                <a:cs typeface="Helvetica Neue"/>
                <a:sym typeface="Helvetica Neue"/>
              </a:rPr>
              <a:t>SW Development Project: Deliverable 1</a:t>
            </a:r>
            <a:endParaRPr/>
          </a:p>
        </p:txBody>
      </p:sp>
      <p:sp>
        <p:nvSpPr>
          <p:cNvPr id="527" name="Google Shape;527;p52"/>
          <p:cNvSpPr txBox="1"/>
          <p:nvPr/>
        </p:nvSpPr>
        <p:spPr>
          <a:xfrm>
            <a:off x="1048511" y="1914005"/>
            <a:ext cx="5937795" cy="3062163"/>
          </a:xfrm>
          <a:prstGeom prst="rect">
            <a:avLst/>
          </a:prstGeom>
          <a:noFill/>
          <a:ln>
            <a:noFill/>
          </a:ln>
        </p:spPr>
        <p:txBody>
          <a:bodyPr anchorCtr="0" anchor="t" bIns="0" lIns="0" spcFirstLastPara="1" rIns="0" wrap="square" tIns="10625">
            <a:spAutoFit/>
          </a:bodyPr>
          <a:lstStyle/>
          <a:p>
            <a:pPr indent="-152408" lvl="0" marL="163054" marR="0" rtl="0" algn="l">
              <a:lnSpc>
                <a:spcPct val="118186"/>
              </a:lnSpc>
              <a:spcBef>
                <a:spcPts val="0"/>
              </a:spcBef>
              <a:spcAft>
                <a:spcPts val="0"/>
              </a:spcAft>
              <a:buClr>
                <a:schemeClr val="dk1"/>
              </a:buClr>
              <a:buSzPts val="1941"/>
              <a:buFont typeface="Arial"/>
              <a:buChar char="•"/>
            </a:pPr>
            <a:r>
              <a:rPr lang="en-US" sz="1941">
                <a:solidFill>
                  <a:schemeClr val="dk1"/>
                </a:solidFill>
                <a:latin typeface="Helvetica Neue"/>
                <a:ea typeface="Helvetica Neue"/>
                <a:cs typeface="Helvetica Neue"/>
                <a:sym typeface="Helvetica Neue"/>
              </a:rPr>
              <a:t>Deliverable #1:</a:t>
            </a:r>
            <a:endParaRPr sz="1941">
              <a:solidFill>
                <a:schemeClr val="dk1"/>
              </a:solidFill>
              <a:latin typeface="Helvetica Neue"/>
              <a:ea typeface="Helvetica Neue"/>
              <a:cs typeface="Helvetica Neue"/>
              <a:sym typeface="Helvetica Neue"/>
            </a:endParaRPr>
          </a:p>
          <a:p>
            <a:pPr indent="-152967" lvl="1" marL="465629" marR="0" rtl="0" algn="l">
              <a:lnSpc>
                <a:spcPct val="117960"/>
              </a:lnSpc>
              <a:spcBef>
                <a:spcPts val="0"/>
              </a:spcBef>
              <a:spcAft>
                <a:spcPts val="0"/>
              </a:spcAft>
              <a:buClr>
                <a:srgbClr val="FF0000"/>
              </a:buClr>
              <a:buSzPts val="1765"/>
              <a:buFont typeface="Arial"/>
              <a:buChar char="•"/>
            </a:pPr>
            <a:r>
              <a:rPr b="1" i="0" lang="en-US" sz="1765" u="none" cap="none" strike="noStrike">
                <a:solidFill>
                  <a:srgbClr val="FF0000"/>
                </a:solidFill>
                <a:latin typeface="Helvetica Neue"/>
                <a:ea typeface="Helvetica Neue"/>
                <a:cs typeface="Helvetica Neue"/>
                <a:sym typeface="Helvetica Neue"/>
              </a:rPr>
              <a:t>Deadline: (29</a:t>
            </a:r>
            <a:r>
              <a:rPr b="1" baseline="30000" i="0" lang="en-US" sz="1765" u="none" cap="none" strike="noStrike">
                <a:solidFill>
                  <a:srgbClr val="FF0000"/>
                </a:solidFill>
                <a:latin typeface="Helvetica Neue"/>
                <a:ea typeface="Helvetica Neue"/>
                <a:cs typeface="Helvetica Neue"/>
                <a:sym typeface="Helvetica Neue"/>
              </a:rPr>
              <a:t>th</a:t>
            </a:r>
            <a:r>
              <a:rPr b="1" i="0" lang="en-US" sz="1765" u="none" cap="none" strike="noStrike">
                <a:solidFill>
                  <a:srgbClr val="FF0000"/>
                </a:solidFill>
                <a:latin typeface="Helvetica Neue"/>
                <a:ea typeface="Helvetica Neue"/>
                <a:cs typeface="Helvetica Neue"/>
                <a:sym typeface="Helvetica Neue"/>
              </a:rPr>
              <a:t>  August)</a:t>
            </a:r>
            <a:endParaRPr b="0" i="0" sz="1765" u="none" cap="none" strike="noStrike">
              <a:solidFill>
                <a:schemeClr val="dk1"/>
              </a:solidFill>
              <a:latin typeface="Helvetica Neue"/>
              <a:ea typeface="Helvetica Neue"/>
              <a:cs typeface="Helvetica Neue"/>
              <a:sym typeface="Helvetica Neue"/>
            </a:endParaRPr>
          </a:p>
          <a:p>
            <a:pPr indent="-152408" lvl="0" marL="163054" marR="0" rtl="0" algn="l">
              <a:lnSpc>
                <a:spcPct val="118186"/>
              </a:lnSpc>
              <a:spcBef>
                <a:spcPts val="238"/>
              </a:spcBef>
              <a:spcAft>
                <a:spcPts val="0"/>
              </a:spcAft>
              <a:buClr>
                <a:schemeClr val="dk1"/>
              </a:buClr>
              <a:buSzPts val="1941"/>
              <a:buFont typeface="Arial"/>
              <a:buChar char="•"/>
            </a:pPr>
            <a:r>
              <a:rPr lang="en-US" sz="1941">
                <a:solidFill>
                  <a:schemeClr val="dk1"/>
                </a:solidFill>
                <a:latin typeface="Helvetica Neue"/>
                <a:ea typeface="Helvetica Neue"/>
                <a:cs typeface="Helvetica Neue"/>
                <a:sym typeface="Helvetica Neue"/>
              </a:rPr>
              <a:t>COMPANY</a:t>
            </a:r>
            <a:endParaRPr sz="1941">
              <a:solidFill>
                <a:schemeClr val="dk1"/>
              </a:solidFill>
              <a:latin typeface="Helvetica Neue"/>
              <a:ea typeface="Helvetica Neue"/>
              <a:cs typeface="Helvetica Neue"/>
              <a:sym typeface="Helvetica Neue"/>
            </a:endParaRPr>
          </a:p>
          <a:p>
            <a:pPr indent="-152408" lvl="1" marL="465629" marR="4483" rtl="0" algn="l">
              <a:lnSpc>
                <a:spcPct val="80000"/>
              </a:lnSpc>
              <a:spcBef>
                <a:spcPts val="388"/>
              </a:spcBef>
              <a:spcAft>
                <a:spcPts val="0"/>
              </a:spcAft>
              <a:buClr>
                <a:schemeClr val="dk1"/>
              </a:buClr>
              <a:buSzPts val="1765"/>
              <a:buFont typeface="Arial"/>
              <a:buChar char="•"/>
            </a:pPr>
            <a:r>
              <a:rPr b="0" i="0" lang="en-US" sz="1765" u="none" cap="none" strike="noStrike">
                <a:solidFill>
                  <a:schemeClr val="dk1"/>
                </a:solidFill>
                <a:latin typeface="Helvetica Neue"/>
                <a:ea typeface="Helvetica Neue"/>
                <a:cs typeface="Helvetica Neue"/>
                <a:sym typeface="Helvetica Neue"/>
              </a:rPr>
              <a:t>Company Name (of your newly established company)</a:t>
            </a:r>
            <a:endParaRPr b="0" i="0" sz="1765" u="none" cap="none" strike="noStrike">
              <a:solidFill>
                <a:schemeClr val="dk1"/>
              </a:solidFill>
              <a:latin typeface="Helvetica Neue"/>
              <a:ea typeface="Helvetica Neue"/>
              <a:cs typeface="Helvetica Neue"/>
              <a:sym typeface="Helvetica Neue"/>
            </a:endParaRPr>
          </a:p>
          <a:p>
            <a:pPr indent="-152967" lvl="1" marL="465629" marR="0" rtl="0" algn="l">
              <a:lnSpc>
                <a:spcPct val="116487"/>
              </a:lnSpc>
              <a:spcBef>
                <a:spcPts val="0"/>
              </a:spcBef>
              <a:spcAft>
                <a:spcPts val="0"/>
              </a:spcAft>
              <a:buClr>
                <a:schemeClr val="dk1"/>
              </a:buClr>
              <a:buSzPts val="1765"/>
              <a:buFont typeface="Arial"/>
              <a:buChar char="•"/>
            </a:pPr>
            <a:r>
              <a:rPr b="0" i="0" lang="en-US" sz="1765" u="none" cap="none" strike="noStrike">
                <a:solidFill>
                  <a:schemeClr val="dk1"/>
                </a:solidFill>
                <a:latin typeface="Helvetica Neue"/>
                <a:ea typeface="Helvetica Neue"/>
                <a:cs typeface="Helvetica Neue"/>
                <a:sym typeface="Helvetica Neue"/>
              </a:rPr>
              <a:t>Company Logo</a:t>
            </a:r>
            <a:endParaRPr b="0" i="0" sz="1765" u="none" cap="none" strike="noStrike">
              <a:solidFill>
                <a:schemeClr val="dk1"/>
              </a:solidFill>
              <a:latin typeface="Helvetica Neue"/>
              <a:ea typeface="Helvetica Neue"/>
              <a:cs typeface="Helvetica Neue"/>
              <a:sym typeface="Helvetica Neue"/>
            </a:endParaRPr>
          </a:p>
          <a:p>
            <a:pPr indent="-152408" lvl="0" marL="163054" marR="0" rtl="0" algn="l">
              <a:lnSpc>
                <a:spcPct val="118650"/>
              </a:lnSpc>
              <a:spcBef>
                <a:spcPts val="224"/>
              </a:spcBef>
              <a:spcAft>
                <a:spcPts val="0"/>
              </a:spcAft>
              <a:buClr>
                <a:schemeClr val="dk1"/>
              </a:buClr>
              <a:buSzPts val="1941"/>
              <a:buFont typeface="Arial"/>
              <a:buChar char="•"/>
            </a:pPr>
            <a:r>
              <a:rPr lang="en-US" sz="1941">
                <a:solidFill>
                  <a:schemeClr val="dk1"/>
                </a:solidFill>
                <a:latin typeface="Helvetica Neue"/>
                <a:ea typeface="Helvetica Neue"/>
                <a:cs typeface="Helvetica Neue"/>
                <a:sym typeface="Helvetica Neue"/>
              </a:rPr>
              <a:t>TEAM (3) Members</a:t>
            </a:r>
            <a:endParaRPr sz="1941">
              <a:solidFill>
                <a:schemeClr val="dk1"/>
              </a:solidFill>
              <a:latin typeface="Helvetica Neue"/>
              <a:ea typeface="Helvetica Neue"/>
              <a:cs typeface="Helvetica Neue"/>
              <a:sym typeface="Helvetica Neue"/>
            </a:endParaRPr>
          </a:p>
          <a:p>
            <a:pPr indent="-152967" lvl="1" marL="465629" marR="0" rtl="0" algn="l">
              <a:lnSpc>
                <a:spcPct val="116260"/>
              </a:lnSpc>
              <a:spcBef>
                <a:spcPts val="0"/>
              </a:spcBef>
              <a:spcAft>
                <a:spcPts val="0"/>
              </a:spcAft>
              <a:buClr>
                <a:schemeClr val="dk1"/>
              </a:buClr>
              <a:buSzPts val="1765"/>
              <a:buFont typeface="Arial"/>
              <a:buChar char="•"/>
            </a:pPr>
            <a:r>
              <a:rPr b="0" i="0" lang="en-US" sz="1765" u="none" cap="none" strike="noStrike">
                <a:solidFill>
                  <a:schemeClr val="dk1"/>
                </a:solidFill>
                <a:latin typeface="Helvetica Neue"/>
                <a:ea typeface="Helvetica Neue"/>
                <a:cs typeface="Helvetica Neue"/>
                <a:sym typeface="Helvetica Neue"/>
              </a:rPr>
              <a:t>(Team) Manager</a:t>
            </a:r>
            <a:endParaRPr b="0" i="0" sz="1765" u="none" cap="none" strike="noStrike">
              <a:solidFill>
                <a:schemeClr val="dk1"/>
              </a:solidFill>
              <a:latin typeface="Helvetica Neue"/>
              <a:ea typeface="Helvetica Neue"/>
              <a:cs typeface="Helvetica Neue"/>
              <a:sym typeface="Helvetica Neue"/>
            </a:endParaRPr>
          </a:p>
          <a:p>
            <a:pPr indent="-152967" lvl="1" marL="465629" marR="0" rtl="0" algn="l">
              <a:lnSpc>
                <a:spcPct val="115750"/>
              </a:lnSpc>
              <a:spcBef>
                <a:spcPts val="0"/>
              </a:spcBef>
              <a:spcAft>
                <a:spcPts val="0"/>
              </a:spcAft>
              <a:buClr>
                <a:schemeClr val="dk1"/>
              </a:buClr>
              <a:buSzPts val="1765"/>
              <a:buFont typeface="Arial"/>
              <a:buChar char="•"/>
            </a:pPr>
            <a:r>
              <a:rPr b="0" i="0" lang="en-US" sz="1765" u="none" cap="none" strike="noStrike">
                <a:solidFill>
                  <a:schemeClr val="dk1"/>
                </a:solidFill>
                <a:latin typeface="Helvetica Neue"/>
                <a:ea typeface="Helvetica Neue"/>
                <a:cs typeface="Helvetica Neue"/>
                <a:sym typeface="Helvetica Neue"/>
              </a:rPr>
              <a:t>(Requirement) Analyst</a:t>
            </a:r>
            <a:endParaRPr/>
          </a:p>
          <a:p>
            <a:pPr indent="-152967" lvl="1" marL="465629" marR="0" rtl="0" algn="l">
              <a:lnSpc>
                <a:spcPct val="115977"/>
              </a:lnSpc>
              <a:spcBef>
                <a:spcPts val="0"/>
              </a:spcBef>
              <a:spcAft>
                <a:spcPts val="0"/>
              </a:spcAft>
              <a:buClr>
                <a:schemeClr val="dk1"/>
              </a:buClr>
              <a:buSzPts val="1765"/>
              <a:buFont typeface="Arial"/>
              <a:buChar char="•"/>
            </a:pPr>
            <a:r>
              <a:rPr b="0" i="0" lang="en-US" sz="1765" u="none" cap="none" strike="noStrike">
                <a:solidFill>
                  <a:schemeClr val="dk1"/>
                </a:solidFill>
                <a:latin typeface="Helvetica Neue"/>
                <a:ea typeface="Helvetica Neue"/>
                <a:cs typeface="Helvetica Neue"/>
                <a:sym typeface="Helvetica Neue"/>
              </a:rPr>
              <a:t>Manager QA</a:t>
            </a:r>
            <a:endParaRPr b="0" i="0" sz="1765" u="none" cap="none" strike="noStrike">
              <a:solidFill>
                <a:schemeClr val="dk1"/>
              </a:solidFill>
              <a:latin typeface="Helvetica Neue"/>
              <a:ea typeface="Helvetica Neue"/>
              <a:cs typeface="Helvetica Neue"/>
              <a:sym typeface="Helvetica Neue"/>
            </a:endParaRPr>
          </a:p>
          <a:p>
            <a:pPr indent="-152967" lvl="1" marL="465629" marR="0" rtl="0" algn="l">
              <a:lnSpc>
                <a:spcPct val="115977"/>
              </a:lnSpc>
              <a:spcBef>
                <a:spcPts val="0"/>
              </a:spcBef>
              <a:spcAft>
                <a:spcPts val="0"/>
              </a:spcAft>
              <a:buClr>
                <a:schemeClr val="dk1"/>
              </a:buClr>
              <a:buSzPts val="1765"/>
              <a:buFont typeface="Arial"/>
              <a:buChar char="•"/>
            </a:pPr>
            <a:r>
              <a:rPr b="0" i="0" lang="en-US" sz="1765" u="none" cap="none" strike="noStrike">
                <a:solidFill>
                  <a:schemeClr val="dk1"/>
                </a:solidFill>
                <a:latin typeface="Helvetica Neue"/>
                <a:ea typeface="Helvetica Neue"/>
                <a:cs typeface="Helvetica Neue"/>
                <a:sym typeface="Helvetica Neue"/>
              </a:rPr>
              <a:t>Designer</a:t>
            </a:r>
            <a:endParaRPr/>
          </a:p>
          <a:p>
            <a:pPr indent="-152967" lvl="1" marL="465629" marR="0" rtl="0" algn="l">
              <a:lnSpc>
                <a:spcPct val="118243"/>
              </a:lnSpc>
              <a:spcBef>
                <a:spcPts val="0"/>
              </a:spcBef>
              <a:spcAft>
                <a:spcPts val="0"/>
              </a:spcAft>
              <a:buClr>
                <a:schemeClr val="dk1"/>
              </a:buClr>
              <a:buSzPts val="1765"/>
              <a:buFont typeface="Arial"/>
              <a:buChar char="•"/>
            </a:pPr>
            <a:r>
              <a:rPr b="0" i="0" lang="en-US" sz="1765" u="none" cap="none" strike="noStrike">
                <a:solidFill>
                  <a:schemeClr val="dk1"/>
                </a:solidFill>
                <a:latin typeface="Helvetica Neue"/>
                <a:ea typeface="Helvetica Neue"/>
                <a:cs typeface="Helvetica Neue"/>
                <a:sym typeface="Helvetica Neue"/>
              </a:rPr>
              <a:t>Developers/SW Engineers</a:t>
            </a:r>
            <a:endParaRPr/>
          </a:p>
        </p:txBody>
      </p:sp>
      <p:graphicFrame>
        <p:nvGraphicFramePr>
          <p:cNvPr id="528" name="Google Shape;528;p52"/>
          <p:cNvGraphicFramePr/>
          <p:nvPr/>
        </p:nvGraphicFramePr>
        <p:xfrm>
          <a:off x="6986307" y="1732597"/>
          <a:ext cx="3000000" cy="3000000"/>
        </p:xfrm>
        <a:graphic>
          <a:graphicData uri="http://schemas.openxmlformats.org/drawingml/2006/table">
            <a:tbl>
              <a:tblPr bandRow="1" firstRow="1">
                <a:noFill/>
                <a:tableStyleId>{7898344B-D4ED-448C-B0CB-42717F0D090E}</a:tableStyleId>
              </a:tblPr>
              <a:tblGrid>
                <a:gridCol w="629200"/>
                <a:gridCol w="1656800"/>
              </a:tblGrid>
              <a:tr h="219175">
                <a:tc>
                  <a:txBody>
                    <a:bodyPr/>
                    <a:lstStyle/>
                    <a:p>
                      <a:pPr indent="0" lvl="0" marL="0" marR="325120" rtl="0" algn="r">
                        <a:lnSpc>
                          <a:spcPct val="100000"/>
                        </a:lnSpc>
                        <a:spcBef>
                          <a:spcPts val="0"/>
                        </a:spcBef>
                        <a:spcAft>
                          <a:spcPts val="0"/>
                        </a:spcAft>
                        <a:buNone/>
                      </a:pPr>
                      <a:r>
                        <a:rPr lang="en-US" sz="1050" u="none" cap="none" strike="noStrike">
                          <a:solidFill>
                            <a:srgbClr val="333399"/>
                          </a:solidFill>
                          <a:latin typeface="Trebuchet MS"/>
                          <a:ea typeface="Trebuchet MS"/>
                          <a:cs typeface="Trebuchet MS"/>
                          <a:sym typeface="Trebuchet MS"/>
                        </a:rPr>
                        <a:t>1</a:t>
                      </a:r>
                      <a:endParaRPr sz="1050" u="none" cap="none" strike="noStrike">
                        <a:latin typeface="Trebuchet MS"/>
                        <a:ea typeface="Trebuchet MS"/>
                        <a:cs typeface="Trebuchet MS"/>
                        <a:sym typeface="Trebuchet MS"/>
                      </a:endParaRPr>
                    </a:p>
                  </a:txBody>
                  <a:tcPr marT="476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200" u="none" cap="none" strike="noStrike">
                          <a:solidFill>
                            <a:srgbClr val="800080"/>
                          </a:solidFill>
                          <a:latin typeface="Trebuchet MS"/>
                          <a:ea typeface="Trebuchet MS"/>
                          <a:cs typeface="Trebuchet MS"/>
                          <a:sym typeface="Trebuchet MS"/>
                        </a:rPr>
                        <a:t>APEX</a:t>
                      </a:r>
                      <a:endParaRPr sz="1200" u="none" cap="none" strike="noStrike">
                        <a:latin typeface="Trebuchet MS"/>
                        <a:ea typeface="Trebuchet MS"/>
                        <a:cs typeface="Trebuchet MS"/>
                        <a:sym typeface="Trebuchet MS"/>
                      </a:endParaRPr>
                    </a:p>
                  </a:txBody>
                  <a:tcPr marT="319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20525">
                <a:tc>
                  <a:txBody>
                    <a:bodyPr/>
                    <a:lstStyle/>
                    <a:p>
                      <a:pPr indent="0" lvl="0" marL="0" marR="319405" rtl="0" algn="r">
                        <a:lnSpc>
                          <a:spcPct val="100000"/>
                        </a:lnSpc>
                        <a:spcBef>
                          <a:spcPts val="0"/>
                        </a:spcBef>
                        <a:spcAft>
                          <a:spcPts val="0"/>
                        </a:spcAft>
                        <a:buNone/>
                      </a:pPr>
                      <a:r>
                        <a:rPr lang="en-US" sz="1200" u="none" cap="none" strike="noStrike">
                          <a:solidFill>
                            <a:srgbClr val="333399"/>
                          </a:solidFill>
                          <a:latin typeface="Trebuchet MS"/>
                          <a:ea typeface="Trebuchet MS"/>
                          <a:cs typeface="Trebuchet MS"/>
                          <a:sym typeface="Trebuchet MS"/>
                        </a:rPr>
                        <a:t>2</a:t>
                      </a:r>
                      <a:endParaRPr sz="1200" u="none" cap="none" strike="noStrike">
                        <a:latin typeface="Trebuchet MS"/>
                        <a:ea typeface="Trebuchet MS"/>
                        <a:cs typeface="Trebuchet MS"/>
                        <a:sym typeface="Trebuchet MS"/>
                      </a:endParaRPr>
                    </a:p>
                  </a:txBody>
                  <a:tcPr marT="521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050" u="none" cap="none" strike="noStrike">
                          <a:solidFill>
                            <a:srgbClr val="800080"/>
                          </a:solidFill>
                          <a:latin typeface="Trebuchet MS"/>
                          <a:ea typeface="Trebuchet MS"/>
                          <a:cs typeface="Trebuchet MS"/>
                          <a:sym typeface="Trebuchet MS"/>
                        </a:rPr>
                        <a:t>SYNOPSIS</a:t>
                      </a:r>
                      <a:endParaRPr sz="1050" u="none" cap="none" strike="noStrike">
                        <a:latin typeface="Trebuchet MS"/>
                        <a:ea typeface="Trebuchet MS"/>
                        <a:cs typeface="Trebuchet MS"/>
                        <a:sym typeface="Trebuchet MS"/>
                      </a:endParaRPr>
                    </a:p>
                  </a:txBody>
                  <a:tcPr marT="650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19175">
                <a:tc>
                  <a:txBody>
                    <a:bodyPr/>
                    <a:lstStyle/>
                    <a:p>
                      <a:pPr indent="0" lvl="0" marL="0" marR="325120" rtl="0" algn="r">
                        <a:lnSpc>
                          <a:spcPct val="100000"/>
                        </a:lnSpc>
                        <a:spcBef>
                          <a:spcPts val="0"/>
                        </a:spcBef>
                        <a:spcAft>
                          <a:spcPts val="0"/>
                        </a:spcAft>
                        <a:buNone/>
                      </a:pPr>
                      <a:r>
                        <a:rPr lang="en-US" sz="1050" u="none" cap="none" strike="noStrike">
                          <a:solidFill>
                            <a:srgbClr val="333399"/>
                          </a:solidFill>
                          <a:latin typeface="Trebuchet MS"/>
                          <a:ea typeface="Trebuchet MS"/>
                          <a:cs typeface="Trebuchet MS"/>
                          <a:sym typeface="Trebuchet MS"/>
                        </a:rPr>
                        <a:t>3</a:t>
                      </a:r>
                      <a:endParaRPr sz="1050" u="none" cap="none" strike="noStrike">
                        <a:latin typeface="Trebuchet MS"/>
                        <a:ea typeface="Trebuchet MS"/>
                        <a:cs typeface="Trebuchet MS"/>
                        <a:sym typeface="Trebuchet MS"/>
                      </a:endParaRPr>
                    </a:p>
                  </a:txBody>
                  <a:tcPr marT="476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200" u="none" cap="none" strike="noStrike">
                          <a:solidFill>
                            <a:srgbClr val="800080"/>
                          </a:solidFill>
                          <a:latin typeface="Trebuchet MS"/>
                          <a:ea typeface="Trebuchet MS"/>
                          <a:cs typeface="Trebuchet MS"/>
                          <a:sym typeface="Trebuchet MS"/>
                        </a:rPr>
                        <a:t>Chimera Soft</a:t>
                      </a:r>
                      <a:endParaRPr sz="1200" u="none" cap="none" strike="noStrike">
                        <a:latin typeface="Trebuchet MS"/>
                        <a:ea typeface="Trebuchet MS"/>
                        <a:cs typeface="Trebuchet MS"/>
                        <a:sym typeface="Trebuchet MS"/>
                      </a:endParaRPr>
                    </a:p>
                  </a:txBody>
                  <a:tcPr marT="319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20525">
                <a:tc>
                  <a:txBody>
                    <a:bodyPr/>
                    <a:lstStyle/>
                    <a:p>
                      <a:pPr indent="0" lvl="0" marL="0" marR="319405" rtl="0" algn="r">
                        <a:lnSpc>
                          <a:spcPct val="100000"/>
                        </a:lnSpc>
                        <a:spcBef>
                          <a:spcPts val="0"/>
                        </a:spcBef>
                        <a:spcAft>
                          <a:spcPts val="0"/>
                        </a:spcAft>
                        <a:buNone/>
                      </a:pPr>
                      <a:r>
                        <a:rPr lang="en-US" sz="1200" u="none" cap="none" strike="noStrike">
                          <a:solidFill>
                            <a:srgbClr val="333399"/>
                          </a:solidFill>
                          <a:latin typeface="Trebuchet MS"/>
                          <a:ea typeface="Trebuchet MS"/>
                          <a:cs typeface="Trebuchet MS"/>
                          <a:sym typeface="Trebuchet MS"/>
                        </a:rPr>
                        <a:t>4</a:t>
                      </a:r>
                      <a:endParaRPr sz="1200" u="none" cap="none" strike="noStrike">
                        <a:latin typeface="Trebuchet MS"/>
                        <a:ea typeface="Trebuchet MS"/>
                        <a:cs typeface="Trebuchet MS"/>
                        <a:sym typeface="Trebuchet MS"/>
                      </a:endParaRPr>
                    </a:p>
                  </a:txBody>
                  <a:tcPr marT="521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050" u="none" cap="none" strike="noStrike">
                          <a:solidFill>
                            <a:srgbClr val="800080"/>
                          </a:solidFill>
                          <a:latin typeface="Trebuchet MS"/>
                          <a:ea typeface="Trebuchet MS"/>
                          <a:cs typeface="Trebuchet MS"/>
                          <a:sym typeface="Trebuchet MS"/>
                        </a:rPr>
                        <a:t>LOGIX</a:t>
                      </a:r>
                      <a:endParaRPr sz="1050" u="none" cap="none" strike="noStrike">
                        <a:latin typeface="Trebuchet MS"/>
                        <a:ea typeface="Trebuchet MS"/>
                        <a:cs typeface="Trebuchet MS"/>
                        <a:sym typeface="Trebuchet MS"/>
                      </a:endParaRPr>
                    </a:p>
                  </a:txBody>
                  <a:tcPr marT="650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19175">
                <a:tc>
                  <a:txBody>
                    <a:bodyPr/>
                    <a:lstStyle/>
                    <a:p>
                      <a:pPr indent="0" lvl="0" marL="0" marR="325120" rtl="0" algn="r">
                        <a:lnSpc>
                          <a:spcPct val="100000"/>
                        </a:lnSpc>
                        <a:spcBef>
                          <a:spcPts val="0"/>
                        </a:spcBef>
                        <a:spcAft>
                          <a:spcPts val="0"/>
                        </a:spcAft>
                        <a:buNone/>
                      </a:pPr>
                      <a:r>
                        <a:rPr lang="en-US" sz="1050" u="none" cap="none" strike="noStrike">
                          <a:solidFill>
                            <a:srgbClr val="333399"/>
                          </a:solidFill>
                          <a:latin typeface="Trebuchet MS"/>
                          <a:ea typeface="Trebuchet MS"/>
                          <a:cs typeface="Trebuchet MS"/>
                          <a:sym typeface="Trebuchet MS"/>
                        </a:rPr>
                        <a:t>5</a:t>
                      </a:r>
                      <a:endParaRPr sz="1050" u="none" cap="none" strike="noStrike">
                        <a:latin typeface="Trebuchet MS"/>
                        <a:ea typeface="Trebuchet MS"/>
                        <a:cs typeface="Trebuchet MS"/>
                        <a:sym typeface="Trebuchet MS"/>
                      </a:endParaRPr>
                    </a:p>
                  </a:txBody>
                  <a:tcPr marT="476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200" u="none" cap="none" strike="noStrike">
                          <a:solidFill>
                            <a:srgbClr val="800080"/>
                          </a:solidFill>
                          <a:latin typeface="Trebuchet MS"/>
                          <a:ea typeface="Trebuchet MS"/>
                          <a:cs typeface="Trebuchet MS"/>
                          <a:sym typeface="Trebuchet MS"/>
                        </a:rPr>
                        <a:t>Envision Tech</a:t>
                      </a:r>
                      <a:endParaRPr sz="1200" u="none" cap="none" strike="noStrike">
                        <a:latin typeface="Trebuchet MS"/>
                        <a:ea typeface="Trebuchet MS"/>
                        <a:cs typeface="Trebuchet MS"/>
                        <a:sym typeface="Trebuchet MS"/>
                      </a:endParaRPr>
                    </a:p>
                  </a:txBody>
                  <a:tcPr marT="319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19175">
                <a:tc>
                  <a:txBody>
                    <a:bodyPr/>
                    <a:lstStyle/>
                    <a:p>
                      <a:pPr indent="0" lvl="0" marL="0" marR="319405" rtl="0" algn="r">
                        <a:lnSpc>
                          <a:spcPct val="100000"/>
                        </a:lnSpc>
                        <a:spcBef>
                          <a:spcPts val="0"/>
                        </a:spcBef>
                        <a:spcAft>
                          <a:spcPts val="0"/>
                        </a:spcAft>
                        <a:buNone/>
                      </a:pPr>
                      <a:r>
                        <a:rPr lang="en-US" sz="1200" u="none" cap="none" strike="noStrike">
                          <a:solidFill>
                            <a:srgbClr val="333399"/>
                          </a:solidFill>
                          <a:latin typeface="Trebuchet MS"/>
                          <a:ea typeface="Trebuchet MS"/>
                          <a:cs typeface="Trebuchet MS"/>
                          <a:sym typeface="Trebuchet MS"/>
                        </a:rPr>
                        <a:t>6</a:t>
                      </a:r>
                      <a:endParaRPr sz="1200" u="none" cap="none" strike="noStrike">
                        <a:latin typeface="Trebuchet MS"/>
                        <a:ea typeface="Trebuchet MS"/>
                        <a:cs typeface="Trebuchet MS"/>
                        <a:sym typeface="Trebuchet MS"/>
                      </a:endParaRPr>
                    </a:p>
                  </a:txBody>
                  <a:tcPr marT="521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050" u="none" cap="none" strike="noStrike">
                          <a:solidFill>
                            <a:srgbClr val="800080"/>
                          </a:solidFill>
                          <a:latin typeface="Trebuchet MS"/>
                          <a:ea typeface="Trebuchet MS"/>
                          <a:cs typeface="Trebuchet MS"/>
                          <a:sym typeface="Trebuchet MS"/>
                        </a:rPr>
                        <a:t>HEDZ</a:t>
                      </a:r>
                      <a:endParaRPr sz="1050" u="none" cap="none" strike="noStrike">
                        <a:latin typeface="Trebuchet MS"/>
                        <a:ea typeface="Trebuchet MS"/>
                        <a:cs typeface="Trebuchet MS"/>
                        <a:sym typeface="Trebuchet MS"/>
                      </a:endParaRPr>
                    </a:p>
                  </a:txBody>
                  <a:tcPr marT="650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20525">
                <a:tc>
                  <a:txBody>
                    <a:bodyPr/>
                    <a:lstStyle/>
                    <a:p>
                      <a:pPr indent="0" lvl="0" marL="0" marR="325120" rtl="0" algn="r">
                        <a:lnSpc>
                          <a:spcPct val="100000"/>
                        </a:lnSpc>
                        <a:spcBef>
                          <a:spcPts val="0"/>
                        </a:spcBef>
                        <a:spcAft>
                          <a:spcPts val="0"/>
                        </a:spcAft>
                        <a:buNone/>
                      </a:pPr>
                      <a:r>
                        <a:rPr lang="en-US" sz="1050" u="none" cap="none" strike="noStrike">
                          <a:solidFill>
                            <a:srgbClr val="333399"/>
                          </a:solidFill>
                          <a:latin typeface="Trebuchet MS"/>
                          <a:ea typeface="Trebuchet MS"/>
                          <a:cs typeface="Trebuchet MS"/>
                          <a:sym typeface="Trebuchet MS"/>
                        </a:rPr>
                        <a:t>7</a:t>
                      </a:r>
                      <a:endParaRPr sz="1050" u="none" cap="none" strike="noStrike">
                        <a:latin typeface="Trebuchet MS"/>
                        <a:ea typeface="Trebuchet MS"/>
                        <a:cs typeface="Trebuchet MS"/>
                        <a:sym typeface="Trebuchet MS"/>
                      </a:endParaRPr>
                    </a:p>
                  </a:txBody>
                  <a:tcPr marT="493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200" u="none" cap="none" strike="noStrike">
                          <a:solidFill>
                            <a:srgbClr val="800080"/>
                          </a:solidFill>
                          <a:latin typeface="Trebuchet MS"/>
                          <a:ea typeface="Trebuchet MS"/>
                          <a:cs typeface="Trebuchet MS"/>
                          <a:sym typeface="Trebuchet MS"/>
                        </a:rPr>
                        <a:t>Consumate Logiciels</a:t>
                      </a:r>
                      <a:endParaRPr sz="1200" u="none" cap="none" strike="noStrike">
                        <a:latin typeface="Trebuchet MS"/>
                        <a:ea typeface="Trebuchet MS"/>
                        <a:cs typeface="Trebuchet MS"/>
                        <a:sym typeface="Trebuchet MS"/>
                      </a:endParaRPr>
                    </a:p>
                  </a:txBody>
                  <a:tcPr marT="336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19175">
                <a:tc>
                  <a:txBody>
                    <a:bodyPr/>
                    <a:lstStyle/>
                    <a:p>
                      <a:pPr indent="0" lvl="0" marL="0" marR="319405" rtl="0" algn="r">
                        <a:lnSpc>
                          <a:spcPct val="100000"/>
                        </a:lnSpc>
                        <a:spcBef>
                          <a:spcPts val="0"/>
                        </a:spcBef>
                        <a:spcAft>
                          <a:spcPts val="0"/>
                        </a:spcAft>
                        <a:buNone/>
                      </a:pPr>
                      <a:r>
                        <a:rPr lang="en-US" sz="1200" u="none" cap="none" strike="noStrike">
                          <a:solidFill>
                            <a:srgbClr val="333399"/>
                          </a:solidFill>
                          <a:latin typeface="Trebuchet MS"/>
                          <a:ea typeface="Trebuchet MS"/>
                          <a:cs typeface="Trebuchet MS"/>
                          <a:sym typeface="Trebuchet MS"/>
                        </a:rPr>
                        <a:t>8</a:t>
                      </a:r>
                      <a:endParaRPr sz="1200" u="none" cap="none" strike="noStrike">
                        <a:latin typeface="Trebuchet MS"/>
                        <a:ea typeface="Trebuchet MS"/>
                        <a:cs typeface="Trebuchet MS"/>
                        <a:sym typeface="Trebuchet MS"/>
                      </a:endParaRPr>
                    </a:p>
                  </a:txBody>
                  <a:tcPr marT="521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050" u="none" cap="none" strike="noStrike">
                          <a:solidFill>
                            <a:srgbClr val="800080"/>
                          </a:solidFill>
                          <a:latin typeface="Trebuchet MS"/>
                          <a:ea typeface="Trebuchet MS"/>
                          <a:cs typeface="Trebuchet MS"/>
                          <a:sym typeface="Trebuchet MS"/>
                        </a:rPr>
                        <a:t>Logistics</a:t>
                      </a:r>
                      <a:endParaRPr sz="1050" u="none" cap="none" strike="noStrike">
                        <a:latin typeface="Trebuchet MS"/>
                        <a:ea typeface="Trebuchet MS"/>
                        <a:cs typeface="Trebuchet MS"/>
                        <a:sym typeface="Trebuchet MS"/>
                      </a:endParaRPr>
                    </a:p>
                  </a:txBody>
                  <a:tcPr marT="650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20525">
                <a:tc>
                  <a:txBody>
                    <a:bodyPr/>
                    <a:lstStyle/>
                    <a:p>
                      <a:pPr indent="0" lvl="0" marL="0" marR="325120" rtl="0" algn="r">
                        <a:lnSpc>
                          <a:spcPct val="100000"/>
                        </a:lnSpc>
                        <a:spcBef>
                          <a:spcPts val="0"/>
                        </a:spcBef>
                        <a:spcAft>
                          <a:spcPts val="0"/>
                        </a:spcAft>
                        <a:buNone/>
                      </a:pPr>
                      <a:r>
                        <a:rPr lang="en-US" sz="1050" u="none" cap="none" strike="noStrike">
                          <a:solidFill>
                            <a:srgbClr val="333399"/>
                          </a:solidFill>
                          <a:latin typeface="Trebuchet MS"/>
                          <a:ea typeface="Trebuchet MS"/>
                          <a:cs typeface="Trebuchet MS"/>
                          <a:sym typeface="Trebuchet MS"/>
                        </a:rPr>
                        <a:t>9</a:t>
                      </a:r>
                      <a:endParaRPr sz="1050" u="none" cap="none" strike="noStrike">
                        <a:latin typeface="Trebuchet MS"/>
                        <a:ea typeface="Trebuchet MS"/>
                        <a:cs typeface="Trebuchet MS"/>
                        <a:sym typeface="Trebuchet MS"/>
                      </a:endParaRPr>
                    </a:p>
                  </a:txBody>
                  <a:tcPr marT="493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200" u="none" cap="none" strike="noStrike">
                          <a:solidFill>
                            <a:srgbClr val="800080"/>
                          </a:solidFill>
                          <a:latin typeface="Trebuchet MS"/>
                          <a:ea typeface="Trebuchet MS"/>
                          <a:cs typeface="Trebuchet MS"/>
                          <a:sym typeface="Trebuchet MS"/>
                        </a:rPr>
                        <a:t>ATEK Inc</a:t>
                      </a:r>
                      <a:endParaRPr sz="1200" u="none" cap="none" strike="noStrike">
                        <a:latin typeface="Trebuchet MS"/>
                        <a:ea typeface="Trebuchet MS"/>
                        <a:cs typeface="Trebuchet MS"/>
                        <a:sym typeface="Trebuchet MS"/>
                      </a:endParaRPr>
                    </a:p>
                  </a:txBody>
                  <a:tcPr marT="336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19175">
                <a:tc>
                  <a:txBody>
                    <a:bodyPr/>
                    <a:lstStyle/>
                    <a:p>
                      <a:pPr indent="0" lvl="0" marL="0" marR="288925" rtl="0" algn="r">
                        <a:lnSpc>
                          <a:spcPct val="100000"/>
                        </a:lnSpc>
                        <a:spcBef>
                          <a:spcPts val="0"/>
                        </a:spcBef>
                        <a:spcAft>
                          <a:spcPts val="0"/>
                        </a:spcAft>
                        <a:buNone/>
                      </a:pPr>
                      <a:r>
                        <a:rPr lang="en-US" sz="1200" u="none" cap="none" strike="noStrike">
                          <a:solidFill>
                            <a:srgbClr val="333399"/>
                          </a:solidFill>
                          <a:latin typeface="Trebuchet MS"/>
                          <a:ea typeface="Trebuchet MS"/>
                          <a:cs typeface="Trebuchet MS"/>
                          <a:sym typeface="Trebuchet MS"/>
                        </a:rPr>
                        <a:t>10</a:t>
                      </a:r>
                      <a:endParaRPr sz="1200" u="none" cap="none" strike="noStrike">
                        <a:latin typeface="Trebuchet MS"/>
                        <a:ea typeface="Trebuchet MS"/>
                        <a:cs typeface="Trebuchet MS"/>
                        <a:sym typeface="Trebuchet MS"/>
                      </a:endParaRPr>
                    </a:p>
                  </a:txBody>
                  <a:tcPr marT="521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050" u="none" cap="none" strike="noStrike">
                          <a:solidFill>
                            <a:srgbClr val="800080"/>
                          </a:solidFill>
                          <a:latin typeface="Trebuchet MS"/>
                          <a:ea typeface="Trebuchet MS"/>
                          <a:cs typeface="Trebuchet MS"/>
                          <a:sym typeface="Trebuchet MS"/>
                        </a:rPr>
                        <a:t>Pi Sigma</a:t>
                      </a:r>
                      <a:endParaRPr sz="1050" u="none" cap="none" strike="noStrike">
                        <a:latin typeface="Trebuchet MS"/>
                        <a:ea typeface="Trebuchet MS"/>
                        <a:cs typeface="Trebuchet MS"/>
                        <a:sym typeface="Trebuchet MS"/>
                      </a:endParaRPr>
                    </a:p>
                  </a:txBody>
                  <a:tcPr marT="650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20525">
                <a:tc>
                  <a:txBody>
                    <a:bodyPr/>
                    <a:lstStyle/>
                    <a:p>
                      <a:pPr indent="0" lvl="0" marL="0" marR="302260" rtl="0" algn="r">
                        <a:lnSpc>
                          <a:spcPct val="100000"/>
                        </a:lnSpc>
                        <a:spcBef>
                          <a:spcPts val="0"/>
                        </a:spcBef>
                        <a:spcAft>
                          <a:spcPts val="0"/>
                        </a:spcAft>
                        <a:buNone/>
                      </a:pPr>
                      <a:r>
                        <a:rPr lang="en-US" sz="1050" u="none" cap="none" strike="noStrike">
                          <a:solidFill>
                            <a:srgbClr val="333399"/>
                          </a:solidFill>
                          <a:latin typeface="Trebuchet MS"/>
                          <a:ea typeface="Trebuchet MS"/>
                          <a:cs typeface="Trebuchet MS"/>
                          <a:sym typeface="Trebuchet MS"/>
                        </a:rPr>
                        <a:t>11</a:t>
                      </a:r>
                      <a:endParaRPr sz="1050" u="none" cap="none" strike="noStrike">
                        <a:latin typeface="Trebuchet MS"/>
                        <a:ea typeface="Trebuchet MS"/>
                        <a:cs typeface="Trebuchet MS"/>
                        <a:sym typeface="Trebuchet MS"/>
                      </a:endParaRPr>
                    </a:p>
                  </a:txBody>
                  <a:tcPr marT="493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200" u="none" cap="none" strike="noStrike">
                          <a:solidFill>
                            <a:srgbClr val="800080"/>
                          </a:solidFill>
                          <a:latin typeface="Trebuchet MS"/>
                          <a:ea typeface="Trebuchet MS"/>
                          <a:cs typeface="Trebuchet MS"/>
                          <a:sym typeface="Trebuchet MS"/>
                        </a:rPr>
                        <a:t>Erap Solutions</a:t>
                      </a:r>
                      <a:endParaRPr sz="1200" u="none" cap="none" strike="noStrike">
                        <a:latin typeface="Trebuchet MS"/>
                        <a:ea typeface="Trebuchet MS"/>
                        <a:cs typeface="Trebuchet MS"/>
                        <a:sym typeface="Trebuchet MS"/>
                      </a:endParaRPr>
                    </a:p>
                  </a:txBody>
                  <a:tcPr marT="336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19175">
                <a:tc>
                  <a:txBody>
                    <a:bodyPr/>
                    <a:lstStyle/>
                    <a:p>
                      <a:pPr indent="0" lvl="0" marL="0" marR="288925" rtl="0" algn="r">
                        <a:lnSpc>
                          <a:spcPct val="100000"/>
                        </a:lnSpc>
                        <a:spcBef>
                          <a:spcPts val="0"/>
                        </a:spcBef>
                        <a:spcAft>
                          <a:spcPts val="0"/>
                        </a:spcAft>
                        <a:buNone/>
                      </a:pPr>
                      <a:r>
                        <a:rPr lang="en-US" sz="1200" u="none" cap="none" strike="noStrike">
                          <a:solidFill>
                            <a:srgbClr val="333399"/>
                          </a:solidFill>
                          <a:latin typeface="Trebuchet MS"/>
                          <a:ea typeface="Trebuchet MS"/>
                          <a:cs typeface="Trebuchet MS"/>
                          <a:sym typeface="Trebuchet MS"/>
                        </a:rPr>
                        <a:t>12</a:t>
                      </a:r>
                      <a:endParaRPr sz="1200" u="none" cap="none" strike="noStrike">
                        <a:latin typeface="Trebuchet MS"/>
                        <a:ea typeface="Trebuchet MS"/>
                        <a:cs typeface="Trebuchet MS"/>
                        <a:sym typeface="Trebuchet MS"/>
                      </a:endParaRPr>
                    </a:p>
                  </a:txBody>
                  <a:tcPr marT="521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050" u="none" cap="none" strike="noStrike">
                          <a:solidFill>
                            <a:srgbClr val="800080"/>
                          </a:solidFill>
                          <a:latin typeface="Trebuchet MS"/>
                          <a:ea typeface="Trebuchet MS"/>
                          <a:cs typeface="Trebuchet MS"/>
                          <a:sym typeface="Trebuchet MS"/>
                        </a:rPr>
                        <a:t>Mantaq Solutions</a:t>
                      </a:r>
                      <a:endParaRPr sz="1050" u="none" cap="none" strike="noStrike">
                        <a:latin typeface="Trebuchet MS"/>
                        <a:ea typeface="Trebuchet MS"/>
                        <a:cs typeface="Trebuchet MS"/>
                        <a:sym typeface="Trebuchet MS"/>
                      </a:endParaRPr>
                    </a:p>
                  </a:txBody>
                  <a:tcPr marT="650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20525">
                <a:tc>
                  <a:txBody>
                    <a:bodyPr/>
                    <a:lstStyle/>
                    <a:p>
                      <a:pPr indent="0" lvl="0" marL="0" marR="302260" rtl="0" algn="r">
                        <a:lnSpc>
                          <a:spcPct val="100000"/>
                        </a:lnSpc>
                        <a:spcBef>
                          <a:spcPts val="0"/>
                        </a:spcBef>
                        <a:spcAft>
                          <a:spcPts val="0"/>
                        </a:spcAft>
                        <a:buNone/>
                      </a:pPr>
                      <a:r>
                        <a:rPr lang="en-US" sz="1050" u="none" cap="none" strike="noStrike">
                          <a:solidFill>
                            <a:srgbClr val="333399"/>
                          </a:solidFill>
                          <a:latin typeface="Trebuchet MS"/>
                          <a:ea typeface="Trebuchet MS"/>
                          <a:cs typeface="Trebuchet MS"/>
                          <a:sym typeface="Trebuchet MS"/>
                        </a:rPr>
                        <a:t>13</a:t>
                      </a:r>
                      <a:endParaRPr sz="1050" u="none" cap="none" strike="noStrike">
                        <a:latin typeface="Trebuchet MS"/>
                        <a:ea typeface="Trebuchet MS"/>
                        <a:cs typeface="Trebuchet MS"/>
                        <a:sym typeface="Trebuchet MS"/>
                      </a:endParaRPr>
                    </a:p>
                  </a:txBody>
                  <a:tcPr marT="493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200" u="none" cap="none" strike="noStrike">
                          <a:solidFill>
                            <a:srgbClr val="800080"/>
                          </a:solidFill>
                          <a:latin typeface="Trebuchet MS"/>
                          <a:ea typeface="Trebuchet MS"/>
                          <a:cs typeface="Trebuchet MS"/>
                          <a:sym typeface="Trebuchet MS"/>
                        </a:rPr>
                        <a:t>Design Minds</a:t>
                      </a:r>
                      <a:endParaRPr sz="1200" u="none" cap="none" strike="noStrike">
                        <a:latin typeface="Trebuchet MS"/>
                        <a:ea typeface="Trebuchet MS"/>
                        <a:cs typeface="Trebuchet MS"/>
                        <a:sym typeface="Trebuchet MS"/>
                      </a:endParaRPr>
                    </a:p>
                  </a:txBody>
                  <a:tcPr marT="336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19175">
                <a:tc>
                  <a:txBody>
                    <a:bodyPr/>
                    <a:lstStyle/>
                    <a:p>
                      <a:pPr indent="0" lvl="0" marL="0" marR="288925" rtl="0" algn="r">
                        <a:lnSpc>
                          <a:spcPct val="100000"/>
                        </a:lnSpc>
                        <a:spcBef>
                          <a:spcPts val="0"/>
                        </a:spcBef>
                        <a:spcAft>
                          <a:spcPts val="0"/>
                        </a:spcAft>
                        <a:buNone/>
                      </a:pPr>
                      <a:r>
                        <a:rPr lang="en-US" sz="1200" u="none" cap="none" strike="noStrike">
                          <a:solidFill>
                            <a:srgbClr val="333399"/>
                          </a:solidFill>
                          <a:latin typeface="Trebuchet MS"/>
                          <a:ea typeface="Trebuchet MS"/>
                          <a:cs typeface="Trebuchet MS"/>
                          <a:sym typeface="Trebuchet MS"/>
                        </a:rPr>
                        <a:t>14</a:t>
                      </a:r>
                      <a:endParaRPr sz="1200" u="none" cap="none" strike="noStrike">
                        <a:latin typeface="Trebuchet MS"/>
                        <a:ea typeface="Trebuchet MS"/>
                        <a:cs typeface="Trebuchet MS"/>
                        <a:sym typeface="Trebuchet MS"/>
                      </a:endParaRPr>
                    </a:p>
                  </a:txBody>
                  <a:tcPr marT="5097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050" u="none" cap="none" strike="noStrike">
                          <a:solidFill>
                            <a:srgbClr val="800080"/>
                          </a:solidFill>
                          <a:latin typeface="Trebuchet MS"/>
                          <a:ea typeface="Trebuchet MS"/>
                          <a:cs typeface="Trebuchet MS"/>
                          <a:sym typeface="Trebuchet MS"/>
                        </a:rPr>
                        <a:t>Dream Technologies</a:t>
                      </a:r>
                      <a:endParaRPr sz="1050" u="none" cap="none" strike="noStrike">
                        <a:latin typeface="Trebuchet MS"/>
                        <a:ea typeface="Trebuchet MS"/>
                        <a:cs typeface="Trebuchet MS"/>
                        <a:sym typeface="Trebuchet MS"/>
                      </a:endParaRPr>
                    </a:p>
                  </a:txBody>
                  <a:tcPr marT="6387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20525">
                <a:tc>
                  <a:txBody>
                    <a:bodyPr/>
                    <a:lstStyle/>
                    <a:p>
                      <a:pPr indent="0" lvl="0" marL="0" marR="302260" rtl="0" algn="r">
                        <a:lnSpc>
                          <a:spcPct val="100000"/>
                        </a:lnSpc>
                        <a:spcBef>
                          <a:spcPts val="0"/>
                        </a:spcBef>
                        <a:spcAft>
                          <a:spcPts val="0"/>
                        </a:spcAft>
                        <a:buNone/>
                      </a:pPr>
                      <a:r>
                        <a:rPr lang="en-US" sz="1050" u="none" cap="none" strike="noStrike">
                          <a:solidFill>
                            <a:srgbClr val="333399"/>
                          </a:solidFill>
                          <a:latin typeface="Trebuchet MS"/>
                          <a:ea typeface="Trebuchet MS"/>
                          <a:cs typeface="Trebuchet MS"/>
                          <a:sym typeface="Trebuchet MS"/>
                        </a:rPr>
                        <a:t>15</a:t>
                      </a:r>
                      <a:endParaRPr sz="1050" u="none" cap="none" strike="noStrike">
                        <a:latin typeface="Trebuchet MS"/>
                        <a:ea typeface="Trebuchet MS"/>
                        <a:cs typeface="Trebuchet MS"/>
                        <a:sym typeface="Trebuchet MS"/>
                      </a:endParaRPr>
                    </a:p>
                  </a:txBody>
                  <a:tcPr marT="493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200" u="none" cap="none" strike="noStrike">
                          <a:solidFill>
                            <a:srgbClr val="800080"/>
                          </a:solidFill>
                          <a:latin typeface="Trebuchet MS"/>
                          <a:ea typeface="Trebuchet MS"/>
                          <a:cs typeface="Trebuchet MS"/>
                          <a:sym typeface="Trebuchet MS"/>
                        </a:rPr>
                        <a:t>Logic All</a:t>
                      </a:r>
                      <a:endParaRPr sz="1200" u="none" cap="none" strike="noStrike">
                        <a:latin typeface="Trebuchet MS"/>
                        <a:ea typeface="Trebuchet MS"/>
                        <a:cs typeface="Trebuchet MS"/>
                        <a:sym typeface="Trebuchet MS"/>
                      </a:endParaRPr>
                    </a:p>
                  </a:txBody>
                  <a:tcPr marT="336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19175">
                <a:tc>
                  <a:txBody>
                    <a:bodyPr/>
                    <a:lstStyle/>
                    <a:p>
                      <a:pPr indent="0" lvl="0" marL="0" marR="288925" rtl="0" algn="r">
                        <a:lnSpc>
                          <a:spcPct val="100000"/>
                        </a:lnSpc>
                        <a:spcBef>
                          <a:spcPts val="0"/>
                        </a:spcBef>
                        <a:spcAft>
                          <a:spcPts val="0"/>
                        </a:spcAft>
                        <a:buNone/>
                      </a:pPr>
                      <a:r>
                        <a:rPr lang="en-US" sz="1200" u="none" cap="none" strike="noStrike">
                          <a:solidFill>
                            <a:srgbClr val="333399"/>
                          </a:solidFill>
                          <a:latin typeface="Trebuchet MS"/>
                          <a:ea typeface="Trebuchet MS"/>
                          <a:cs typeface="Trebuchet MS"/>
                          <a:sym typeface="Trebuchet MS"/>
                        </a:rPr>
                        <a:t>16</a:t>
                      </a:r>
                      <a:endParaRPr sz="1200" u="none" cap="none" strike="noStrike">
                        <a:latin typeface="Trebuchet MS"/>
                        <a:ea typeface="Trebuchet MS"/>
                        <a:cs typeface="Trebuchet MS"/>
                        <a:sym typeface="Trebuchet MS"/>
                      </a:endParaRPr>
                    </a:p>
                  </a:txBody>
                  <a:tcPr marT="5097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050" u="none" cap="none" strike="noStrike">
                          <a:solidFill>
                            <a:srgbClr val="800080"/>
                          </a:solidFill>
                          <a:latin typeface="Trebuchet MS"/>
                          <a:ea typeface="Trebuchet MS"/>
                          <a:cs typeface="Trebuchet MS"/>
                          <a:sym typeface="Trebuchet MS"/>
                        </a:rPr>
                        <a:t>Synergy</a:t>
                      </a:r>
                      <a:endParaRPr sz="1050" u="none" cap="none" strike="noStrike">
                        <a:latin typeface="Trebuchet MS"/>
                        <a:ea typeface="Trebuchet MS"/>
                        <a:cs typeface="Trebuchet MS"/>
                        <a:sym typeface="Trebuchet MS"/>
                      </a:endParaRPr>
                    </a:p>
                  </a:txBody>
                  <a:tcPr marT="6387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20525">
                <a:tc>
                  <a:txBody>
                    <a:bodyPr/>
                    <a:lstStyle/>
                    <a:p>
                      <a:pPr indent="0" lvl="0" marL="0" marR="302260" rtl="0" algn="r">
                        <a:lnSpc>
                          <a:spcPct val="100000"/>
                        </a:lnSpc>
                        <a:spcBef>
                          <a:spcPts val="0"/>
                        </a:spcBef>
                        <a:spcAft>
                          <a:spcPts val="0"/>
                        </a:spcAft>
                        <a:buNone/>
                      </a:pPr>
                      <a:r>
                        <a:rPr lang="en-US" sz="1050" u="none" cap="none" strike="noStrike">
                          <a:solidFill>
                            <a:srgbClr val="333399"/>
                          </a:solidFill>
                          <a:latin typeface="Trebuchet MS"/>
                          <a:ea typeface="Trebuchet MS"/>
                          <a:cs typeface="Trebuchet MS"/>
                          <a:sym typeface="Trebuchet MS"/>
                        </a:rPr>
                        <a:t>17</a:t>
                      </a:r>
                      <a:endParaRPr sz="1050" u="none" cap="none" strike="noStrike">
                        <a:latin typeface="Trebuchet MS"/>
                        <a:ea typeface="Trebuchet MS"/>
                        <a:cs typeface="Trebuchet MS"/>
                        <a:sym typeface="Trebuchet MS"/>
                      </a:endParaRPr>
                    </a:p>
                  </a:txBody>
                  <a:tcPr marT="493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200" u="none" cap="none" strike="noStrike">
                          <a:solidFill>
                            <a:srgbClr val="800080"/>
                          </a:solidFill>
                          <a:latin typeface="Trebuchet MS"/>
                          <a:ea typeface="Trebuchet MS"/>
                          <a:cs typeface="Trebuchet MS"/>
                          <a:sym typeface="Trebuchet MS"/>
                        </a:rPr>
                        <a:t>Solution Providers</a:t>
                      </a:r>
                      <a:endParaRPr sz="1200" u="none" cap="none" strike="noStrike">
                        <a:latin typeface="Trebuchet MS"/>
                        <a:ea typeface="Trebuchet MS"/>
                        <a:cs typeface="Trebuchet MS"/>
                        <a:sym typeface="Trebuchet MS"/>
                      </a:endParaRPr>
                    </a:p>
                  </a:txBody>
                  <a:tcPr marT="336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19175">
                <a:tc>
                  <a:txBody>
                    <a:bodyPr/>
                    <a:lstStyle/>
                    <a:p>
                      <a:pPr indent="0" lvl="0" marL="0" marR="288925" rtl="0" algn="r">
                        <a:lnSpc>
                          <a:spcPct val="100000"/>
                        </a:lnSpc>
                        <a:spcBef>
                          <a:spcPts val="0"/>
                        </a:spcBef>
                        <a:spcAft>
                          <a:spcPts val="0"/>
                        </a:spcAft>
                        <a:buNone/>
                      </a:pPr>
                      <a:r>
                        <a:rPr lang="en-US" sz="1200" u="none" cap="none" strike="noStrike">
                          <a:solidFill>
                            <a:srgbClr val="333399"/>
                          </a:solidFill>
                          <a:latin typeface="Trebuchet MS"/>
                          <a:ea typeface="Trebuchet MS"/>
                          <a:cs typeface="Trebuchet MS"/>
                          <a:sym typeface="Trebuchet MS"/>
                        </a:rPr>
                        <a:t>18</a:t>
                      </a:r>
                      <a:endParaRPr sz="1200" u="none" cap="none" strike="noStrike">
                        <a:latin typeface="Trebuchet MS"/>
                        <a:ea typeface="Trebuchet MS"/>
                        <a:cs typeface="Trebuchet MS"/>
                        <a:sym typeface="Trebuchet MS"/>
                      </a:endParaRPr>
                    </a:p>
                  </a:txBody>
                  <a:tcPr marT="5097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050" u="none" cap="none" strike="noStrike">
                          <a:solidFill>
                            <a:srgbClr val="800080"/>
                          </a:solidFill>
                          <a:latin typeface="Trebuchet MS"/>
                          <a:ea typeface="Trebuchet MS"/>
                          <a:cs typeface="Trebuchet MS"/>
                          <a:sym typeface="Trebuchet MS"/>
                        </a:rPr>
                        <a:t>Ferocity Inc</a:t>
                      </a:r>
                      <a:endParaRPr sz="1050" u="none" cap="none" strike="noStrike">
                        <a:latin typeface="Trebuchet MS"/>
                        <a:ea typeface="Trebuchet MS"/>
                        <a:cs typeface="Trebuchet MS"/>
                        <a:sym typeface="Trebuchet MS"/>
                      </a:endParaRPr>
                    </a:p>
                  </a:txBody>
                  <a:tcPr marT="6387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20525">
                <a:tc>
                  <a:txBody>
                    <a:bodyPr/>
                    <a:lstStyle/>
                    <a:p>
                      <a:pPr indent="0" lvl="0" marL="0" marR="302260" rtl="0" algn="r">
                        <a:lnSpc>
                          <a:spcPct val="100000"/>
                        </a:lnSpc>
                        <a:spcBef>
                          <a:spcPts val="0"/>
                        </a:spcBef>
                        <a:spcAft>
                          <a:spcPts val="0"/>
                        </a:spcAft>
                        <a:buNone/>
                      </a:pPr>
                      <a:r>
                        <a:rPr lang="en-US" sz="1050" u="none" cap="none" strike="noStrike">
                          <a:solidFill>
                            <a:srgbClr val="333399"/>
                          </a:solidFill>
                          <a:latin typeface="Trebuchet MS"/>
                          <a:ea typeface="Trebuchet MS"/>
                          <a:cs typeface="Trebuchet MS"/>
                          <a:sym typeface="Trebuchet MS"/>
                        </a:rPr>
                        <a:t>19</a:t>
                      </a:r>
                      <a:endParaRPr sz="1050" u="none" cap="none" strike="noStrike">
                        <a:latin typeface="Trebuchet MS"/>
                        <a:ea typeface="Trebuchet MS"/>
                        <a:cs typeface="Trebuchet MS"/>
                        <a:sym typeface="Trebuchet MS"/>
                      </a:endParaRPr>
                    </a:p>
                  </a:txBody>
                  <a:tcPr marT="493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200" u="none" cap="none" strike="noStrike">
                          <a:solidFill>
                            <a:srgbClr val="800080"/>
                          </a:solidFill>
                          <a:latin typeface="Trebuchet MS"/>
                          <a:ea typeface="Trebuchet MS"/>
                          <a:cs typeface="Trebuchet MS"/>
                          <a:sym typeface="Trebuchet MS"/>
                        </a:rPr>
                        <a:t>Cryph Tech</a:t>
                      </a:r>
                      <a:endParaRPr sz="1200" u="none" cap="none" strike="noStrike">
                        <a:latin typeface="Trebuchet MS"/>
                        <a:ea typeface="Trebuchet MS"/>
                        <a:cs typeface="Trebuchet MS"/>
                        <a:sym typeface="Trebuchet MS"/>
                      </a:endParaRPr>
                    </a:p>
                  </a:txBody>
                  <a:tcPr marT="336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19175">
                <a:tc>
                  <a:txBody>
                    <a:bodyPr/>
                    <a:lstStyle/>
                    <a:p>
                      <a:pPr indent="0" lvl="0" marL="0" marR="288925" rtl="0" algn="r">
                        <a:lnSpc>
                          <a:spcPct val="100000"/>
                        </a:lnSpc>
                        <a:spcBef>
                          <a:spcPts val="0"/>
                        </a:spcBef>
                        <a:spcAft>
                          <a:spcPts val="0"/>
                        </a:spcAft>
                        <a:buNone/>
                      </a:pPr>
                      <a:r>
                        <a:rPr lang="en-US" sz="1200" u="none" cap="none" strike="noStrike">
                          <a:solidFill>
                            <a:srgbClr val="333399"/>
                          </a:solidFill>
                          <a:latin typeface="Trebuchet MS"/>
                          <a:ea typeface="Trebuchet MS"/>
                          <a:cs typeface="Trebuchet MS"/>
                          <a:sym typeface="Trebuchet MS"/>
                        </a:rPr>
                        <a:t>20</a:t>
                      </a:r>
                      <a:endParaRPr sz="1200" u="none" cap="none" strike="noStrike">
                        <a:latin typeface="Trebuchet MS"/>
                        <a:ea typeface="Trebuchet MS"/>
                        <a:cs typeface="Trebuchet MS"/>
                        <a:sym typeface="Trebuchet MS"/>
                      </a:endParaRPr>
                    </a:p>
                  </a:txBody>
                  <a:tcPr marT="5097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050" u="none" cap="none" strike="noStrike">
                          <a:solidFill>
                            <a:srgbClr val="800080"/>
                          </a:solidFill>
                          <a:latin typeface="Trebuchet MS"/>
                          <a:ea typeface="Trebuchet MS"/>
                          <a:cs typeface="Trebuchet MS"/>
                          <a:sym typeface="Trebuchet MS"/>
                        </a:rPr>
                        <a:t>COGILENT</a:t>
                      </a:r>
                      <a:endParaRPr sz="1050" u="none" cap="none" strike="noStrike">
                        <a:latin typeface="Trebuchet MS"/>
                        <a:ea typeface="Trebuchet MS"/>
                        <a:cs typeface="Trebuchet MS"/>
                        <a:sym typeface="Trebuchet MS"/>
                      </a:endParaRPr>
                    </a:p>
                  </a:txBody>
                  <a:tcPr marT="6387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529" name="Google Shape;529;p52"/>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5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Helvetica Neue"/>
              <a:buNone/>
            </a:pPr>
            <a:r>
              <a:rPr lang="en-US" sz="4000">
                <a:latin typeface="Helvetica Neue"/>
                <a:ea typeface="Helvetica Neue"/>
                <a:cs typeface="Helvetica Neue"/>
                <a:sym typeface="Helvetica Neue"/>
              </a:rPr>
              <a:t>SW Development Project: Deliverable 2</a:t>
            </a:r>
            <a:endParaRPr/>
          </a:p>
        </p:txBody>
      </p:sp>
      <p:sp>
        <p:nvSpPr>
          <p:cNvPr id="535" name="Google Shape;535;p53"/>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2"/>
              </a:buClr>
              <a:buSzPts val="2200"/>
              <a:buChar char="•"/>
            </a:pPr>
            <a:r>
              <a:rPr b="1" lang="en-US">
                <a:solidFill>
                  <a:schemeClr val="dk2"/>
                </a:solidFill>
                <a:latin typeface="Helvetica Neue"/>
                <a:ea typeface="Helvetica Neue"/>
                <a:cs typeface="Helvetica Neue"/>
                <a:sym typeface="Helvetica Neue"/>
              </a:rPr>
              <a:t>Deliverable #2</a:t>
            </a:r>
            <a:endParaRPr/>
          </a:p>
          <a:p>
            <a:pPr indent="-285750" lvl="1" marL="742950" rtl="0" algn="l">
              <a:spcBef>
                <a:spcPts val="400"/>
              </a:spcBef>
              <a:spcAft>
                <a:spcPts val="0"/>
              </a:spcAft>
              <a:buClr>
                <a:schemeClr val="dk1"/>
              </a:buClr>
              <a:buSzPts val="2000"/>
              <a:buChar char="–"/>
            </a:pPr>
            <a:r>
              <a:rPr lang="en-US">
                <a:latin typeface="Helvetica Neue"/>
                <a:ea typeface="Helvetica Neue"/>
                <a:cs typeface="Helvetica Neue"/>
                <a:sym typeface="Helvetica Neue"/>
              </a:rPr>
              <a:t>Project Selection</a:t>
            </a:r>
            <a:endParaRPr/>
          </a:p>
          <a:p>
            <a:pPr indent="-228600" lvl="2" marL="1143000" rtl="0" algn="l">
              <a:spcBef>
                <a:spcPts val="320"/>
              </a:spcBef>
              <a:spcAft>
                <a:spcPts val="0"/>
              </a:spcAft>
              <a:buClr>
                <a:schemeClr val="dk1"/>
              </a:buClr>
              <a:buSzPts val="1600"/>
              <a:buChar char="•"/>
            </a:pPr>
            <a:r>
              <a:rPr lang="en-US" sz="1600">
                <a:latin typeface="Helvetica Neue"/>
                <a:ea typeface="Helvetica Neue"/>
                <a:cs typeface="Helvetica Neue"/>
                <a:sym typeface="Helvetica Neue"/>
              </a:rPr>
              <a:t>Meeting with the client</a:t>
            </a:r>
            <a:endParaRPr/>
          </a:p>
          <a:p>
            <a:pPr indent="-228600" lvl="2" marL="1143000" rtl="0" algn="l">
              <a:spcBef>
                <a:spcPts val="320"/>
              </a:spcBef>
              <a:spcAft>
                <a:spcPts val="0"/>
              </a:spcAft>
              <a:buClr>
                <a:schemeClr val="dk1"/>
              </a:buClr>
              <a:buSzPts val="1600"/>
              <a:buChar char="•"/>
            </a:pPr>
            <a:r>
              <a:rPr lang="en-US" sz="1600">
                <a:latin typeface="Helvetica Neue"/>
                <a:ea typeface="Helvetica Neue"/>
                <a:cs typeface="Helvetica Neue"/>
                <a:sym typeface="Helvetica Neue"/>
              </a:rPr>
              <a:t>Project Proposal</a:t>
            </a:r>
            <a:endParaRPr/>
          </a:p>
          <a:p>
            <a:pPr indent="-228600" lvl="2" marL="1143000" rtl="0" algn="l">
              <a:spcBef>
                <a:spcPts val="320"/>
              </a:spcBef>
              <a:spcAft>
                <a:spcPts val="0"/>
              </a:spcAft>
              <a:buClr>
                <a:schemeClr val="dk1"/>
              </a:buClr>
              <a:buSzPts val="1600"/>
              <a:buChar char="•"/>
            </a:pPr>
            <a:r>
              <a:rPr lang="en-US" sz="1600">
                <a:latin typeface="Helvetica Neue"/>
                <a:ea typeface="Helvetica Neue"/>
                <a:cs typeface="Helvetica Neue"/>
                <a:sym typeface="Helvetica Neue"/>
              </a:rPr>
              <a:t>Present the idea of the project and what is aimed to achieve</a:t>
            </a:r>
            <a:endParaRPr/>
          </a:p>
          <a:p>
            <a:pPr indent="-285750" lvl="1" marL="742950" rtl="0" algn="l">
              <a:spcBef>
                <a:spcPts val="400"/>
              </a:spcBef>
              <a:spcAft>
                <a:spcPts val="0"/>
              </a:spcAft>
              <a:buClr>
                <a:schemeClr val="dk1"/>
              </a:buClr>
              <a:buSzPts val="2000"/>
              <a:buChar char="–"/>
            </a:pPr>
            <a:r>
              <a:rPr lang="en-US">
                <a:latin typeface="Helvetica Neue"/>
                <a:ea typeface="Helvetica Neue"/>
                <a:cs typeface="Helvetica Neue"/>
                <a:sym typeface="Helvetica Neue"/>
              </a:rPr>
              <a:t>Sections</a:t>
            </a:r>
            <a:endParaRPr/>
          </a:p>
          <a:p>
            <a:pPr indent="-228600" lvl="2" marL="1143000" rtl="0" algn="l">
              <a:spcBef>
                <a:spcPts val="320"/>
              </a:spcBef>
              <a:spcAft>
                <a:spcPts val="0"/>
              </a:spcAft>
              <a:buClr>
                <a:schemeClr val="dk1"/>
              </a:buClr>
              <a:buSzPts val="1600"/>
              <a:buChar char="•"/>
            </a:pPr>
            <a:r>
              <a:rPr lang="en-US" sz="1600">
                <a:latin typeface="Helvetica Neue"/>
                <a:ea typeface="Helvetica Neue"/>
                <a:cs typeface="Helvetica Neue"/>
                <a:sym typeface="Helvetica Neue"/>
              </a:rPr>
              <a:t>Project Title</a:t>
            </a:r>
            <a:endParaRPr/>
          </a:p>
          <a:p>
            <a:pPr indent="-228600" lvl="2" marL="1143000" rtl="0" algn="l">
              <a:spcBef>
                <a:spcPts val="320"/>
              </a:spcBef>
              <a:spcAft>
                <a:spcPts val="0"/>
              </a:spcAft>
              <a:buClr>
                <a:schemeClr val="dk1"/>
              </a:buClr>
              <a:buSzPts val="1600"/>
              <a:buChar char="•"/>
            </a:pPr>
            <a:r>
              <a:rPr lang="en-US" sz="1600">
                <a:latin typeface="Helvetica Neue"/>
                <a:ea typeface="Helvetica Neue"/>
                <a:cs typeface="Helvetica Neue"/>
                <a:sym typeface="Helvetica Neue"/>
              </a:rPr>
              <a:t>Scope</a:t>
            </a:r>
            <a:endParaRPr/>
          </a:p>
          <a:p>
            <a:pPr indent="-228600" lvl="2" marL="1143000" rtl="0" algn="l">
              <a:spcBef>
                <a:spcPts val="320"/>
              </a:spcBef>
              <a:spcAft>
                <a:spcPts val="0"/>
              </a:spcAft>
              <a:buClr>
                <a:schemeClr val="dk1"/>
              </a:buClr>
              <a:buSzPts val="1600"/>
              <a:buChar char="•"/>
            </a:pPr>
            <a:r>
              <a:rPr lang="en-US" sz="1600">
                <a:latin typeface="Helvetica Neue"/>
                <a:ea typeface="Helvetica Neue"/>
                <a:cs typeface="Helvetica Neue"/>
                <a:sym typeface="Helvetica Neue"/>
              </a:rPr>
              <a:t>Objectives</a:t>
            </a:r>
            <a:endParaRPr/>
          </a:p>
          <a:p>
            <a:pPr indent="-228600" lvl="2" marL="1143000" rtl="0" algn="l">
              <a:spcBef>
                <a:spcPts val="320"/>
              </a:spcBef>
              <a:spcAft>
                <a:spcPts val="0"/>
              </a:spcAft>
              <a:buClr>
                <a:schemeClr val="dk1"/>
              </a:buClr>
              <a:buSzPts val="1600"/>
              <a:buChar char="•"/>
            </a:pPr>
            <a:r>
              <a:rPr lang="en-US" sz="1600">
                <a:latin typeface="Helvetica Neue"/>
                <a:ea typeface="Helvetica Neue"/>
                <a:cs typeface="Helvetica Neue"/>
                <a:sym typeface="Helvetica Neue"/>
              </a:rPr>
              <a:t>Problem Statement and Description</a:t>
            </a:r>
            <a:endParaRPr/>
          </a:p>
          <a:p>
            <a:pPr indent="-203200" lvl="0" marL="342900" rtl="0" algn="l">
              <a:spcBef>
                <a:spcPts val="440"/>
              </a:spcBef>
              <a:spcAft>
                <a:spcPts val="0"/>
              </a:spcAft>
              <a:buClr>
                <a:schemeClr val="dk1"/>
              </a:buClr>
              <a:buSzPts val="2200"/>
              <a:buNone/>
            </a:pPr>
            <a:r>
              <a:t/>
            </a:r>
            <a:endParaRPr>
              <a:latin typeface="Helvetica Neue"/>
              <a:ea typeface="Helvetica Neue"/>
              <a:cs typeface="Helvetica Neue"/>
              <a:sym typeface="Helvetica Neue"/>
            </a:endParaRPr>
          </a:p>
        </p:txBody>
      </p:sp>
      <p:sp>
        <p:nvSpPr>
          <p:cNvPr id="536" name="Google Shape;536;p53"/>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5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Helvetica Neue"/>
              <a:buNone/>
            </a:pPr>
            <a:r>
              <a:rPr lang="en-US" sz="3600">
                <a:latin typeface="Helvetica Neue"/>
                <a:ea typeface="Helvetica Neue"/>
                <a:cs typeface="Helvetica Neue"/>
                <a:sym typeface="Helvetica Neue"/>
              </a:rPr>
              <a:t>Project Proposal Components</a:t>
            </a:r>
            <a:endParaRPr sz="3600">
              <a:latin typeface="Helvetica Neue"/>
              <a:ea typeface="Helvetica Neue"/>
              <a:cs typeface="Helvetica Neue"/>
              <a:sym typeface="Helvetica Neue"/>
            </a:endParaRPr>
          </a:p>
        </p:txBody>
      </p:sp>
      <p:sp>
        <p:nvSpPr>
          <p:cNvPr id="542" name="Google Shape;542;p54"/>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152408" lvl="0" marL="163054" rtl="0" algn="just">
              <a:lnSpc>
                <a:spcPct val="105250"/>
              </a:lnSpc>
              <a:spcBef>
                <a:spcPts val="0"/>
              </a:spcBef>
              <a:spcAft>
                <a:spcPts val="0"/>
              </a:spcAft>
              <a:buClr>
                <a:schemeClr val="dk1"/>
              </a:buClr>
              <a:buSzPts val="2000"/>
              <a:buFont typeface="Arial"/>
              <a:buChar char="•"/>
            </a:pPr>
            <a:r>
              <a:rPr lang="en-US" sz="2000">
                <a:latin typeface="Helvetica Neue"/>
                <a:ea typeface="Helvetica Neue"/>
                <a:cs typeface="Helvetica Neue"/>
                <a:sym typeface="Helvetica Neue"/>
              </a:rPr>
              <a:t>Title</a:t>
            </a:r>
            <a:endParaRPr/>
          </a:p>
          <a:p>
            <a:pPr indent="-152408" lvl="1" marL="465629" marR="353004" rtl="0" algn="just">
              <a:lnSpc>
                <a:spcPct val="80000"/>
              </a:lnSpc>
              <a:spcBef>
                <a:spcPts val="366"/>
              </a:spcBef>
              <a:spcAft>
                <a:spcPts val="0"/>
              </a:spcAft>
              <a:buClr>
                <a:schemeClr val="dk1"/>
              </a:buClr>
              <a:buSzPts val="1800"/>
              <a:buFont typeface="Arial"/>
              <a:buChar char="•"/>
            </a:pPr>
            <a:r>
              <a:rPr lang="en-US" sz="1800">
                <a:latin typeface="Helvetica Neue"/>
                <a:ea typeface="Helvetica Neue"/>
                <a:cs typeface="Helvetica Neue"/>
                <a:sym typeface="Helvetica Neue"/>
              </a:rPr>
              <a:t>	Should be well defined Indicate the project aim and immediate solution its  going to provide.</a:t>
            </a:r>
            <a:endParaRPr/>
          </a:p>
          <a:p>
            <a:pPr indent="-38107" lvl="1" marL="465629" marR="353004" rtl="0" algn="just">
              <a:lnSpc>
                <a:spcPct val="80000"/>
              </a:lnSpc>
              <a:spcBef>
                <a:spcPts val="366"/>
              </a:spcBef>
              <a:spcAft>
                <a:spcPts val="0"/>
              </a:spcAft>
              <a:buClr>
                <a:schemeClr val="dk1"/>
              </a:buClr>
              <a:buSzPts val="1800"/>
              <a:buFont typeface="Arial"/>
              <a:buNone/>
            </a:pPr>
            <a:r>
              <a:t/>
            </a:r>
            <a:endParaRPr sz="1800">
              <a:latin typeface="Helvetica Neue"/>
              <a:ea typeface="Helvetica Neue"/>
              <a:cs typeface="Helvetica Neue"/>
              <a:sym typeface="Helvetica Neue"/>
            </a:endParaRPr>
          </a:p>
          <a:p>
            <a:pPr indent="-152408" lvl="0" marL="163054" rtl="0" algn="just">
              <a:lnSpc>
                <a:spcPct val="105250"/>
              </a:lnSpc>
              <a:spcBef>
                <a:spcPts val="278"/>
              </a:spcBef>
              <a:spcAft>
                <a:spcPts val="0"/>
              </a:spcAft>
              <a:buClr>
                <a:schemeClr val="dk1"/>
              </a:buClr>
              <a:buSzPts val="2000"/>
              <a:buFont typeface="Arial"/>
              <a:buChar char="•"/>
            </a:pPr>
            <a:r>
              <a:rPr lang="en-US" sz="2000">
                <a:latin typeface="Helvetica Neue"/>
                <a:ea typeface="Helvetica Neue"/>
                <a:cs typeface="Helvetica Neue"/>
                <a:sym typeface="Helvetica Neue"/>
              </a:rPr>
              <a:t>Scope</a:t>
            </a:r>
            <a:endParaRPr/>
          </a:p>
          <a:p>
            <a:pPr indent="-152408" lvl="1" marL="465629" marR="200036" rtl="0" algn="just">
              <a:lnSpc>
                <a:spcPct val="80000"/>
              </a:lnSpc>
              <a:spcBef>
                <a:spcPts val="371"/>
              </a:spcBef>
              <a:spcAft>
                <a:spcPts val="0"/>
              </a:spcAft>
              <a:buClr>
                <a:schemeClr val="dk1"/>
              </a:buClr>
              <a:buSzPts val="1800"/>
              <a:buFont typeface="Arial"/>
              <a:buChar char="•"/>
            </a:pPr>
            <a:r>
              <a:rPr lang="en-US" sz="1800">
                <a:latin typeface="Helvetica Neue"/>
                <a:ea typeface="Helvetica Neue"/>
                <a:cs typeface="Helvetica Neue"/>
                <a:sym typeface="Helvetica Neue"/>
              </a:rPr>
              <a:t>Defines the</a:t>
            </a:r>
            <a:r>
              <a:rPr lang="en-US" sz="1800">
                <a:solidFill>
                  <a:srgbClr val="003399"/>
                </a:solidFill>
                <a:latin typeface="Helvetica Neue"/>
                <a:ea typeface="Helvetica Neue"/>
                <a:cs typeface="Helvetica Neue"/>
                <a:sym typeface="Helvetica Neue"/>
              </a:rPr>
              <a:t> </a:t>
            </a:r>
            <a:r>
              <a:rPr lang="en-US" sz="1800" u="sng">
                <a:solidFill>
                  <a:srgbClr val="003399"/>
                </a:solidFill>
                <a:latin typeface="Helvetica Neue"/>
                <a:ea typeface="Helvetica Neue"/>
                <a:cs typeface="Helvetica Neue"/>
                <a:sym typeface="Helvetica Neue"/>
              </a:rPr>
              <a:t>domain</a:t>
            </a:r>
            <a:r>
              <a:rPr lang="en-US" sz="1800">
                <a:solidFill>
                  <a:srgbClr val="003399"/>
                </a:solidFill>
                <a:latin typeface="Helvetica Neue"/>
                <a:ea typeface="Helvetica Neue"/>
                <a:cs typeface="Helvetica Neue"/>
                <a:sym typeface="Helvetica Neue"/>
              </a:rPr>
              <a:t> </a:t>
            </a:r>
            <a:r>
              <a:rPr lang="en-US" sz="1800">
                <a:latin typeface="Helvetica Neue"/>
                <a:ea typeface="Helvetica Neue"/>
                <a:cs typeface="Helvetica Neue"/>
                <a:sym typeface="Helvetica Neue"/>
              </a:rPr>
              <a:t>of the project. List any</a:t>
            </a:r>
            <a:r>
              <a:rPr lang="en-US" sz="1800">
                <a:solidFill>
                  <a:srgbClr val="003399"/>
                </a:solidFill>
                <a:latin typeface="Helvetica Neue"/>
                <a:ea typeface="Helvetica Neue"/>
                <a:cs typeface="Helvetica Neue"/>
                <a:sym typeface="Helvetica Neue"/>
              </a:rPr>
              <a:t> </a:t>
            </a:r>
            <a:r>
              <a:rPr lang="en-US" sz="1800" u="sng">
                <a:solidFill>
                  <a:srgbClr val="003399"/>
                </a:solidFill>
                <a:latin typeface="Helvetica Neue"/>
                <a:ea typeface="Helvetica Neue"/>
                <a:cs typeface="Helvetica Neue"/>
                <a:sym typeface="Helvetica Neue"/>
              </a:rPr>
              <a:t>previous tools</a:t>
            </a:r>
            <a:r>
              <a:rPr lang="en-US" sz="1800">
                <a:solidFill>
                  <a:srgbClr val="003399"/>
                </a:solidFill>
                <a:latin typeface="Helvetica Neue"/>
                <a:ea typeface="Helvetica Neue"/>
                <a:cs typeface="Helvetica Neue"/>
                <a:sym typeface="Helvetica Neue"/>
              </a:rPr>
              <a:t> </a:t>
            </a:r>
            <a:r>
              <a:rPr lang="en-US" sz="1800">
                <a:latin typeface="Helvetica Neue"/>
                <a:ea typeface="Helvetica Neue"/>
                <a:cs typeface="Helvetica Neue"/>
                <a:sym typeface="Helvetica Neue"/>
              </a:rPr>
              <a:t>or work done in the  same area. Also identify the level to which the project is going to be probed  into in</a:t>
            </a:r>
            <a:r>
              <a:rPr lang="en-US" sz="1800">
                <a:solidFill>
                  <a:srgbClr val="003399"/>
                </a:solidFill>
                <a:latin typeface="Helvetica Neue"/>
                <a:ea typeface="Helvetica Neue"/>
                <a:cs typeface="Helvetica Neue"/>
                <a:sym typeface="Helvetica Neue"/>
              </a:rPr>
              <a:t> </a:t>
            </a:r>
            <a:r>
              <a:rPr lang="en-US" sz="1800" u="sng">
                <a:solidFill>
                  <a:srgbClr val="003399"/>
                </a:solidFill>
                <a:latin typeface="Helvetica Neue"/>
                <a:ea typeface="Helvetica Neue"/>
                <a:cs typeface="Helvetica Neue"/>
                <a:sym typeface="Helvetica Neue"/>
              </a:rPr>
              <a:t>future</a:t>
            </a:r>
            <a:r>
              <a:rPr lang="en-US" sz="1800">
                <a:latin typeface="Helvetica Neue"/>
                <a:ea typeface="Helvetica Neue"/>
                <a:cs typeface="Helvetica Neue"/>
                <a:sym typeface="Helvetica Neue"/>
              </a:rPr>
              <a:t>.</a:t>
            </a:r>
            <a:endParaRPr/>
          </a:p>
          <a:p>
            <a:pPr indent="-38107" lvl="1" marL="465629" marR="200036" rtl="0" algn="just">
              <a:lnSpc>
                <a:spcPct val="80000"/>
              </a:lnSpc>
              <a:spcBef>
                <a:spcPts val="371"/>
              </a:spcBef>
              <a:spcAft>
                <a:spcPts val="0"/>
              </a:spcAft>
              <a:buClr>
                <a:schemeClr val="dk1"/>
              </a:buClr>
              <a:buSzPts val="1800"/>
              <a:buFont typeface="Arial"/>
              <a:buNone/>
            </a:pPr>
            <a:r>
              <a:t/>
            </a:r>
            <a:endParaRPr sz="1800">
              <a:latin typeface="Helvetica Neue"/>
              <a:ea typeface="Helvetica Neue"/>
              <a:cs typeface="Helvetica Neue"/>
              <a:sym typeface="Helvetica Neue"/>
            </a:endParaRPr>
          </a:p>
          <a:p>
            <a:pPr indent="-152408" lvl="0" marL="163054" rtl="0" algn="just">
              <a:lnSpc>
                <a:spcPct val="105250"/>
              </a:lnSpc>
              <a:spcBef>
                <a:spcPts val="278"/>
              </a:spcBef>
              <a:spcAft>
                <a:spcPts val="0"/>
              </a:spcAft>
              <a:buClr>
                <a:schemeClr val="dk1"/>
              </a:buClr>
              <a:buSzPts val="2000"/>
              <a:buFont typeface="Arial"/>
              <a:buChar char="•"/>
            </a:pPr>
            <a:r>
              <a:rPr lang="en-US" sz="2000">
                <a:latin typeface="Helvetica Neue"/>
                <a:ea typeface="Helvetica Neue"/>
                <a:cs typeface="Helvetica Neue"/>
                <a:sym typeface="Helvetica Neue"/>
              </a:rPr>
              <a:t>Objective</a:t>
            </a:r>
            <a:endParaRPr sz="2000">
              <a:latin typeface="Helvetica Neue"/>
              <a:ea typeface="Helvetica Neue"/>
              <a:cs typeface="Helvetica Neue"/>
              <a:sym typeface="Helvetica Neue"/>
            </a:endParaRPr>
          </a:p>
          <a:p>
            <a:pPr indent="-152408" lvl="1" marL="465629" marR="527265" rtl="0" algn="just">
              <a:lnSpc>
                <a:spcPct val="80000"/>
              </a:lnSpc>
              <a:spcBef>
                <a:spcPts val="371"/>
              </a:spcBef>
              <a:spcAft>
                <a:spcPts val="0"/>
              </a:spcAft>
              <a:buClr>
                <a:schemeClr val="dk1"/>
              </a:buClr>
              <a:buSzPts val="1800"/>
              <a:buFont typeface="Arial"/>
              <a:buChar char="•"/>
            </a:pPr>
            <a:r>
              <a:rPr lang="en-US" sz="1800">
                <a:latin typeface="Helvetica Neue"/>
                <a:ea typeface="Helvetica Neue"/>
                <a:cs typeface="Helvetica Neue"/>
                <a:sym typeface="Helvetica Neue"/>
              </a:rPr>
              <a:t>Outline the major aims/goals that are aimed to be achieved through the  project</a:t>
            </a:r>
            <a:endParaRPr/>
          </a:p>
          <a:p>
            <a:pPr indent="-38107" lvl="1" marL="465629" marR="527265" rtl="0" algn="just">
              <a:lnSpc>
                <a:spcPct val="80000"/>
              </a:lnSpc>
              <a:spcBef>
                <a:spcPts val="371"/>
              </a:spcBef>
              <a:spcAft>
                <a:spcPts val="0"/>
              </a:spcAft>
              <a:buClr>
                <a:schemeClr val="dk1"/>
              </a:buClr>
              <a:buSzPts val="1800"/>
              <a:buFont typeface="Arial"/>
              <a:buNone/>
            </a:pPr>
            <a:r>
              <a:t/>
            </a:r>
            <a:endParaRPr sz="1800">
              <a:latin typeface="Helvetica Neue"/>
              <a:ea typeface="Helvetica Neue"/>
              <a:cs typeface="Helvetica Neue"/>
              <a:sym typeface="Helvetica Neue"/>
            </a:endParaRPr>
          </a:p>
          <a:p>
            <a:pPr indent="-152408" lvl="0" marL="163054" rtl="0" algn="just">
              <a:lnSpc>
                <a:spcPct val="105250"/>
              </a:lnSpc>
              <a:spcBef>
                <a:spcPts val="278"/>
              </a:spcBef>
              <a:spcAft>
                <a:spcPts val="0"/>
              </a:spcAft>
              <a:buClr>
                <a:schemeClr val="dk1"/>
              </a:buClr>
              <a:buSzPts val="2000"/>
              <a:buFont typeface="Arial"/>
              <a:buChar char="•"/>
            </a:pPr>
            <a:r>
              <a:rPr lang="en-US" sz="2000">
                <a:latin typeface="Helvetica Neue"/>
                <a:ea typeface="Helvetica Neue"/>
                <a:cs typeface="Helvetica Neue"/>
                <a:sym typeface="Helvetica Neue"/>
              </a:rPr>
              <a:t>Problem Statement and Description</a:t>
            </a:r>
            <a:endParaRPr/>
          </a:p>
          <a:p>
            <a:pPr indent="-152408" lvl="1" marL="465629" marR="4483" rtl="0" algn="just">
              <a:lnSpc>
                <a:spcPct val="80000"/>
              </a:lnSpc>
              <a:spcBef>
                <a:spcPts val="371"/>
              </a:spcBef>
              <a:spcAft>
                <a:spcPts val="0"/>
              </a:spcAft>
              <a:buClr>
                <a:schemeClr val="dk1"/>
              </a:buClr>
              <a:buSzPts val="1800"/>
              <a:buFont typeface="Arial"/>
              <a:buChar char="•"/>
            </a:pPr>
            <a:r>
              <a:rPr lang="en-US" sz="1800">
                <a:latin typeface="Helvetica Neue"/>
                <a:ea typeface="Helvetica Neue"/>
                <a:cs typeface="Helvetica Neue"/>
                <a:sym typeface="Helvetica Neue"/>
              </a:rPr>
              <a:t>Explain the major reason for choosing the project and the problem addressed  by the project. Describe the problem in detail ( e.g. office automation mitigates  manual work etc)</a:t>
            </a:r>
            <a:endParaRPr/>
          </a:p>
          <a:p>
            <a:pPr indent="-152967" lvl="1" marL="465629" rtl="0" algn="just">
              <a:lnSpc>
                <a:spcPct val="103944"/>
              </a:lnSpc>
              <a:spcBef>
                <a:spcPts val="360"/>
              </a:spcBef>
              <a:spcAft>
                <a:spcPts val="0"/>
              </a:spcAft>
              <a:buClr>
                <a:schemeClr val="dk1"/>
              </a:buClr>
              <a:buSzPts val="1800"/>
              <a:buFont typeface="Arial"/>
              <a:buChar char="•"/>
            </a:pPr>
            <a:r>
              <a:rPr lang="en-US" sz="1800">
                <a:latin typeface="Helvetica Neue"/>
                <a:ea typeface="Helvetica Neue"/>
                <a:cs typeface="Helvetica Neue"/>
                <a:sym typeface="Helvetica Neue"/>
              </a:rPr>
              <a:t>Should not be more than 2-3 paragraphs</a:t>
            </a:r>
            <a:endParaRPr sz="1800">
              <a:latin typeface="Helvetica Neue"/>
              <a:ea typeface="Helvetica Neue"/>
              <a:cs typeface="Helvetica Neue"/>
              <a:sym typeface="Helvetica Neue"/>
            </a:endParaRPr>
          </a:p>
          <a:p>
            <a:pPr indent="-152967" lvl="1" marL="465629" rtl="0" algn="just">
              <a:lnSpc>
                <a:spcPct val="104888"/>
              </a:lnSpc>
              <a:spcBef>
                <a:spcPts val="360"/>
              </a:spcBef>
              <a:spcAft>
                <a:spcPts val="0"/>
              </a:spcAft>
              <a:buClr>
                <a:schemeClr val="dk1"/>
              </a:buClr>
              <a:buSzPts val="1800"/>
              <a:buFont typeface="Arial"/>
              <a:buChar char="•"/>
            </a:pPr>
            <a:r>
              <a:rPr lang="en-US" sz="1800">
                <a:latin typeface="Helvetica Neue"/>
                <a:ea typeface="Helvetica Neue"/>
                <a:cs typeface="Helvetica Neue"/>
                <a:sym typeface="Helvetica Neue"/>
              </a:rPr>
              <a:t>Can also explain Feasibility.</a:t>
            </a:r>
            <a:endParaRPr sz="1800">
              <a:latin typeface="Helvetica Neue"/>
              <a:ea typeface="Helvetica Neue"/>
              <a:cs typeface="Helvetica Neue"/>
              <a:sym typeface="Helvetica Neue"/>
            </a:endParaRPr>
          </a:p>
          <a:p>
            <a:pPr indent="-190500" lvl="0" marL="342900" rtl="0" algn="just">
              <a:spcBef>
                <a:spcPts val="480"/>
              </a:spcBef>
              <a:spcAft>
                <a:spcPts val="0"/>
              </a:spcAft>
              <a:buClr>
                <a:schemeClr val="dk1"/>
              </a:buClr>
              <a:buSzPts val="2400"/>
              <a:buNone/>
            </a:pPr>
            <a:r>
              <a:t/>
            </a:r>
            <a:endParaRPr sz="2400"/>
          </a:p>
        </p:txBody>
      </p:sp>
      <p:sp>
        <p:nvSpPr>
          <p:cNvPr id="543" name="Google Shape;543;p54"/>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5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t>SW Development Project: Deliverable 2</a:t>
            </a:r>
            <a:endParaRPr/>
          </a:p>
        </p:txBody>
      </p:sp>
      <p:sp>
        <p:nvSpPr>
          <p:cNvPr id="549" name="Google Shape;549;p55"/>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152408" lvl="0" marL="185467" rtl="0" algn="l">
              <a:lnSpc>
                <a:spcPct val="118555"/>
              </a:lnSpc>
              <a:spcBef>
                <a:spcPts val="0"/>
              </a:spcBef>
              <a:spcAft>
                <a:spcPts val="0"/>
              </a:spcAft>
              <a:buClr>
                <a:srgbClr val="FF0000"/>
              </a:buClr>
              <a:buSzPts val="2382"/>
              <a:buFont typeface="Arial"/>
              <a:buChar char="•"/>
            </a:pPr>
            <a:r>
              <a:rPr b="1" lang="en-US" sz="2382">
                <a:solidFill>
                  <a:srgbClr val="FF0000"/>
                </a:solidFill>
                <a:latin typeface="Twentieth Century"/>
                <a:ea typeface="Twentieth Century"/>
                <a:cs typeface="Twentieth Century"/>
                <a:sym typeface="Twentieth Century"/>
              </a:rPr>
              <a:t>Deadline: 5</a:t>
            </a:r>
            <a:r>
              <a:rPr b="1" baseline="30000" lang="en-US" sz="2382">
                <a:solidFill>
                  <a:srgbClr val="FF0000"/>
                </a:solidFill>
                <a:latin typeface="Twentieth Century"/>
                <a:ea typeface="Twentieth Century"/>
                <a:cs typeface="Twentieth Century"/>
                <a:sym typeface="Twentieth Century"/>
              </a:rPr>
              <a:t>th </a:t>
            </a:r>
            <a:r>
              <a:rPr b="1" lang="en-US" sz="2382">
                <a:solidFill>
                  <a:srgbClr val="FF0000"/>
                </a:solidFill>
                <a:latin typeface="Twentieth Century"/>
                <a:ea typeface="Twentieth Century"/>
                <a:cs typeface="Twentieth Century"/>
                <a:sym typeface="Twentieth Century"/>
              </a:rPr>
              <a:t>Sep, 2022</a:t>
            </a:r>
            <a:endParaRPr sz="2382">
              <a:latin typeface="Twentieth Century"/>
              <a:ea typeface="Twentieth Century"/>
              <a:cs typeface="Twentieth Century"/>
              <a:sym typeface="Twentieth Century"/>
            </a:endParaRPr>
          </a:p>
          <a:p>
            <a:pPr indent="-152408" lvl="1" marL="790617" rtl="0" algn="l">
              <a:lnSpc>
                <a:spcPct val="115704"/>
              </a:lnSpc>
              <a:spcBef>
                <a:spcPts val="371"/>
              </a:spcBef>
              <a:spcAft>
                <a:spcPts val="0"/>
              </a:spcAft>
              <a:buClr>
                <a:schemeClr val="dk1"/>
              </a:buClr>
              <a:buSzPts val="1853"/>
              <a:buFont typeface="Arial"/>
              <a:buChar char="•"/>
            </a:pPr>
            <a:r>
              <a:rPr lang="en-US" sz="1853">
                <a:latin typeface="Twentieth Century"/>
                <a:ea typeface="Twentieth Century"/>
                <a:cs typeface="Twentieth Century"/>
                <a:sym typeface="Twentieth Century"/>
              </a:rPr>
              <a:t>Project Title</a:t>
            </a:r>
            <a:endParaRPr sz="1853">
              <a:latin typeface="Twentieth Century"/>
              <a:ea typeface="Twentieth Century"/>
              <a:cs typeface="Twentieth Century"/>
              <a:sym typeface="Twentieth Century"/>
            </a:endParaRPr>
          </a:p>
          <a:p>
            <a:pPr indent="-152408" lvl="1" marL="790617" rtl="0" algn="l">
              <a:lnSpc>
                <a:spcPct val="115218"/>
              </a:lnSpc>
              <a:spcBef>
                <a:spcPts val="371"/>
              </a:spcBef>
              <a:spcAft>
                <a:spcPts val="0"/>
              </a:spcAft>
              <a:buClr>
                <a:schemeClr val="dk1"/>
              </a:buClr>
              <a:buSzPts val="1853"/>
              <a:buFont typeface="Arial"/>
              <a:buChar char="•"/>
            </a:pPr>
            <a:r>
              <a:rPr lang="en-US" sz="1853">
                <a:latin typeface="Twentieth Century"/>
                <a:ea typeface="Twentieth Century"/>
                <a:cs typeface="Twentieth Century"/>
                <a:sym typeface="Twentieth Century"/>
              </a:rPr>
              <a:t>Scope</a:t>
            </a:r>
            <a:endParaRPr/>
          </a:p>
          <a:p>
            <a:pPr indent="-152408" lvl="1" marL="790617" rtl="0" algn="l">
              <a:lnSpc>
                <a:spcPct val="114786"/>
              </a:lnSpc>
              <a:spcBef>
                <a:spcPts val="371"/>
              </a:spcBef>
              <a:spcAft>
                <a:spcPts val="0"/>
              </a:spcAft>
              <a:buClr>
                <a:schemeClr val="dk1"/>
              </a:buClr>
              <a:buSzPts val="1853"/>
              <a:buFont typeface="Arial"/>
              <a:buChar char="•"/>
            </a:pPr>
            <a:r>
              <a:rPr lang="en-US" sz="1853">
                <a:latin typeface="Twentieth Century"/>
                <a:ea typeface="Twentieth Century"/>
                <a:cs typeface="Twentieth Century"/>
                <a:sym typeface="Twentieth Century"/>
              </a:rPr>
              <a:t>Objectives</a:t>
            </a:r>
            <a:endParaRPr sz="1853">
              <a:latin typeface="Twentieth Century"/>
              <a:ea typeface="Twentieth Century"/>
              <a:cs typeface="Twentieth Century"/>
              <a:sym typeface="Twentieth Century"/>
            </a:endParaRPr>
          </a:p>
          <a:p>
            <a:pPr indent="-152408" lvl="1" marL="790617" rtl="0" algn="l">
              <a:lnSpc>
                <a:spcPct val="117377"/>
              </a:lnSpc>
              <a:spcBef>
                <a:spcPts val="371"/>
              </a:spcBef>
              <a:spcAft>
                <a:spcPts val="0"/>
              </a:spcAft>
              <a:buClr>
                <a:schemeClr val="dk1"/>
              </a:buClr>
              <a:buSzPts val="1853"/>
              <a:buFont typeface="Arial"/>
              <a:buChar char="•"/>
            </a:pPr>
            <a:r>
              <a:rPr lang="en-US" sz="1853">
                <a:latin typeface="Twentieth Century"/>
                <a:ea typeface="Twentieth Century"/>
                <a:cs typeface="Twentieth Century"/>
                <a:sym typeface="Twentieth Century"/>
              </a:rPr>
              <a:t>Problem Statement and Description</a:t>
            </a:r>
            <a:endParaRPr sz="1853">
              <a:latin typeface="Twentieth Century"/>
              <a:ea typeface="Twentieth Century"/>
              <a:cs typeface="Twentieth Century"/>
              <a:sym typeface="Twentieth Century"/>
            </a:endParaRPr>
          </a:p>
          <a:p>
            <a:pPr indent="-152408" lvl="0" marL="185467" marR="583858" rtl="0" algn="l">
              <a:lnSpc>
                <a:spcPct val="80000"/>
              </a:lnSpc>
              <a:spcBef>
                <a:spcPts val="688"/>
              </a:spcBef>
              <a:spcAft>
                <a:spcPts val="0"/>
              </a:spcAft>
              <a:buClr>
                <a:schemeClr val="dk1"/>
              </a:buClr>
              <a:buSzPts val="2382"/>
              <a:buFont typeface="Arial"/>
              <a:buChar char="•"/>
            </a:pPr>
            <a:r>
              <a:rPr lang="en-US" sz="2382">
                <a:latin typeface="Twentieth Century"/>
                <a:ea typeface="Twentieth Century"/>
                <a:cs typeface="Twentieth Century"/>
                <a:sym typeface="Twentieth Century"/>
              </a:rPr>
              <a:t>Project Proposal and other deliverables (to be  explained later on by Course Instructors and LI’s)</a:t>
            </a:r>
            <a:endParaRPr sz="2382">
              <a:latin typeface="Twentieth Century"/>
              <a:ea typeface="Twentieth Century"/>
              <a:cs typeface="Twentieth Century"/>
              <a:sym typeface="Twentieth Century"/>
            </a:endParaRPr>
          </a:p>
          <a:p>
            <a:pPr indent="-152408" lvl="0" marL="185467" marR="26896" rtl="0" algn="l">
              <a:lnSpc>
                <a:spcPct val="80000"/>
              </a:lnSpc>
              <a:spcBef>
                <a:spcPts val="710"/>
              </a:spcBef>
              <a:spcAft>
                <a:spcPts val="0"/>
              </a:spcAft>
              <a:buClr>
                <a:schemeClr val="dk1"/>
              </a:buClr>
              <a:buSzPts val="2382"/>
              <a:buFont typeface="Arial"/>
              <a:buChar char="•"/>
            </a:pPr>
            <a:r>
              <a:rPr lang="en-US" sz="2382">
                <a:latin typeface="Twentieth Century"/>
                <a:ea typeface="Twentieth Century"/>
                <a:cs typeface="Twentieth Century"/>
                <a:sym typeface="Twentieth Century"/>
              </a:rPr>
              <a:t>Deliverable format : Found in course book, explained  by course instructor OR explained in the assignment  description.</a:t>
            </a:r>
            <a:endParaRPr/>
          </a:p>
          <a:p>
            <a:pPr indent="-152408" lvl="0" marL="185467" marR="570410" rtl="0" algn="l">
              <a:lnSpc>
                <a:spcPct val="80000"/>
              </a:lnSpc>
              <a:spcBef>
                <a:spcPts val="697"/>
              </a:spcBef>
              <a:spcAft>
                <a:spcPts val="0"/>
              </a:spcAft>
              <a:buClr>
                <a:schemeClr val="dk1"/>
              </a:buClr>
              <a:buSzPts val="2382"/>
              <a:buFont typeface="Arial"/>
              <a:buChar char="•"/>
            </a:pPr>
            <a:r>
              <a:rPr lang="en-US" sz="2382">
                <a:latin typeface="Twentieth Century"/>
                <a:ea typeface="Twentieth Century"/>
                <a:cs typeface="Twentieth Century"/>
                <a:sym typeface="Twentieth Century"/>
              </a:rPr>
              <a:t>If in doubt, YOUR responsibility to </a:t>
            </a:r>
            <a:r>
              <a:rPr lang="en-US" sz="2382">
                <a:solidFill>
                  <a:srgbClr val="FF0000"/>
                </a:solidFill>
                <a:latin typeface="Twentieth Century"/>
                <a:ea typeface="Twentieth Century"/>
                <a:cs typeface="Twentieth Century"/>
                <a:sym typeface="Twentieth Century"/>
              </a:rPr>
              <a:t>ask AHEAD of  deadline</a:t>
            </a:r>
            <a:r>
              <a:rPr lang="en-US" sz="2382">
                <a:latin typeface="Twentieth Century"/>
                <a:ea typeface="Twentieth Century"/>
                <a:cs typeface="Twentieth Century"/>
                <a:sym typeface="Twentieth Century"/>
              </a:rPr>
              <a:t>, not ON or AFTER IT!</a:t>
            </a:r>
            <a:endParaRPr sz="2382">
              <a:latin typeface="Twentieth Century"/>
              <a:ea typeface="Twentieth Century"/>
              <a:cs typeface="Twentieth Century"/>
              <a:sym typeface="Twentieth Century"/>
            </a:endParaRPr>
          </a:p>
          <a:p>
            <a:pPr indent="-203200" lvl="0" marL="342900" rtl="0" algn="l">
              <a:spcBef>
                <a:spcPts val="440"/>
              </a:spcBef>
              <a:spcAft>
                <a:spcPts val="0"/>
              </a:spcAft>
              <a:buClr>
                <a:schemeClr val="dk1"/>
              </a:buClr>
              <a:buSzPts val="2200"/>
              <a:buNone/>
            </a:pPr>
            <a:r>
              <a:t/>
            </a:r>
            <a:endParaRPr/>
          </a:p>
        </p:txBody>
      </p:sp>
      <p:sp>
        <p:nvSpPr>
          <p:cNvPr id="550" name="Google Shape;550;p55"/>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5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Home Work</a:t>
            </a:r>
            <a:endParaRPr/>
          </a:p>
        </p:txBody>
      </p:sp>
      <p:sp>
        <p:nvSpPr>
          <p:cNvPr id="557" name="Google Shape;557;p56"/>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Char char="•"/>
            </a:pPr>
            <a:r>
              <a:rPr lang="en-US">
                <a:latin typeface="Helvetica Neue"/>
                <a:ea typeface="Helvetica Neue"/>
                <a:cs typeface="Helvetica Neue"/>
                <a:sym typeface="Helvetica Neue"/>
              </a:rPr>
              <a:t>Please revise OOP principles </a:t>
            </a:r>
            <a:endParaRPr/>
          </a:p>
        </p:txBody>
      </p:sp>
      <p:sp>
        <p:nvSpPr>
          <p:cNvPr id="558" name="Google Shape;558;p56"/>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57"/>
          <p:cNvSpPr txBox="1"/>
          <p:nvPr>
            <p:ph type="ctrTitle"/>
          </p:nvPr>
        </p:nvSpPr>
        <p:spPr>
          <a:xfrm>
            <a:off x="2229194" y="2111604"/>
            <a:ext cx="7772400" cy="102362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Roboto"/>
              <a:buNone/>
            </a:pPr>
            <a:r>
              <a:rPr lang="en-US"/>
              <a:t>Thanks</a:t>
            </a:r>
            <a:endParaRPr b="1"/>
          </a:p>
        </p:txBody>
      </p:sp>
      <p:pic>
        <p:nvPicPr>
          <p:cNvPr id="565" name="Google Shape;565;p57"/>
          <p:cNvPicPr preferRelativeResize="0"/>
          <p:nvPr/>
        </p:nvPicPr>
        <p:blipFill rotWithShape="1">
          <a:blip r:embed="rId3">
            <a:alphaModFix/>
          </a:blip>
          <a:srcRect b="0" l="26470" r="0" t="0"/>
          <a:stretch/>
        </p:blipFill>
        <p:spPr>
          <a:xfrm>
            <a:off x="1976284" y="5882443"/>
            <a:ext cx="2212257" cy="78487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VV_Template">
  <a:themeElements>
    <a:clrScheme name="Custom 2">
      <a:dk1>
        <a:srgbClr val="000000"/>
      </a:dk1>
      <a:lt1>
        <a:srgbClr val="FFFFFF"/>
      </a:lt1>
      <a:dk2>
        <a:srgbClr val="000000"/>
      </a:dk2>
      <a:lt2>
        <a:srgbClr val="F8F8F8"/>
      </a:lt2>
      <a:accent1>
        <a:srgbClr val="DDDDDD"/>
      </a:accent1>
      <a:accent2>
        <a:srgbClr val="006EC6"/>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2022-08-12T07:23:27Z</dcterms:created>
  <dc:creator>Javaria Imtiaz</dc:creator>
</cp:coreProperties>
</file>