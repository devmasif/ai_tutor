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5" r:id="rId2"/>
    <p:sldMasterId id="2147483682" r:id="rId3"/>
  </p:sldMasterIdLst>
  <p:notesMasterIdLst>
    <p:notesMasterId r:id="rId38"/>
  </p:notesMasterIdLst>
  <p:sldIdLst>
    <p:sldId id="290" r:id="rId4"/>
    <p:sldId id="289" r:id="rId5"/>
    <p:sldId id="259" r:id="rId6"/>
    <p:sldId id="291" r:id="rId7"/>
    <p:sldId id="273" r:id="rId8"/>
    <p:sldId id="274" r:id="rId9"/>
    <p:sldId id="275" r:id="rId10"/>
    <p:sldId id="276" r:id="rId11"/>
    <p:sldId id="264" r:id="rId12"/>
    <p:sldId id="260" r:id="rId13"/>
    <p:sldId id="263" r:id="rId14"/>
    <p:sldId id="261" r:id="rId15"/>
    <p:sldId id="292" r:id="rId16"/>
    <p:sldId id="262" r:id="rId17"/>
    <p:sldId id="265" r:id="rId18"/>
    <p:sldId id="266" r:id="rId19"/>
    <p:sldId id="293" r:id="rId20"/>
    <p:sldId id="267" r:id="rId21"/>
    <p:sldId id="268" r:id="rId22"/>
    <p:sldId id="269" r:id="rId23"/>
    <p:sldId id="278" r:id="rId24"/>
    <p:sldId id="279" r:id="rId25"/>
    <p:sldId id="277" r:id="rId26"/>
    <p:sldId id="285" r:id="rId27"/>
    <p:sldId id="286" r:id="rId28"/>
    <p:sldId id="287" r:id="rId29"/>
    <p:sldId id="294" r:id="rId30"/>
    <p:sldId id="270" r:id="rId31"/>
    <p:sldId id="271" r:id="rId32"/>
    <p:sldId id="280" r:id="rId33"/>
    <p:sldId id="281" r:id="rId34"/>
    <p:sldId id="282" r:id="rId35"/>
    <p:sldId id="283" r:id="rId36"/>
    <p:sldId id="284"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54" autoAdjust="0"/>
  </p:normalViewPr>
  <p:slideViewPr>
    <p:cSldViewPr>
      <p:cViewPr varScale="1">
        <p:scale>
          <a:sx n="86" d="100"/>
          <a:sy n="86" d="100"/>
        </p:scale>
        <p:origin x="1864" y="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GB" altLang="en-US"/>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GB" altLang="en-US"/>
          </a:p>
        </p:txBody>
      </p:sp>
      <p:sp>
        <p:nvSpPr>
          <p:cNvPr id="2458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GB" alt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8F6AECA-0E75-49B5-B59D-90DE1910CB7F}"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ChangeArrowheads="1" noTextEdit="1"/>
          </p:cNvSpPr>
          <p:nvPr>
            <p:ph type="sldImg"/>
          </p:nvPr>
        </p:nvSpPr>
        <p:spPr>
          <a:ln/>
        </p:spPr>
      </p:sp>
      <p:sp>
        <p:nvSpPr>
          <p:cNvPr id="31747"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
        <p:nvSpPr>
          <p:cNvPr id="31748"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109F3DF-26B2-417D-A741-008CEC379F6B}" type="slidenum">
              <a:rPr lang="en-US" altLang="en-US">
                <a:latin typeface="Arial" panose="020B0604020202020204" pitchFamily="34" charset="0"/>
                <a:cs typeface="Arial" panose="020B0604020202020204" pitchFamily="34" charset="0"/>
              </a:rPr>
              <a:pPr/>
              <a:t>6</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
        <p:nvSpPr>
          <p:cNvPr id="34820"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30E3064-6032-41BD-8EB1-ADBED0E1B907}" type="slidenum">
              <a:rPr lang="en-US" altLang="en-US">
                <a:latin typeface="Arial" panose="020B0604020202020204" pitchFamily="34" charset="0"/>
                <a:cs typeface="Arial" panose="020B0604020202020204" pitchFamily="34" charset="0"/>
              </a:rPr>
              <a:pPr/>
              <a:t>8</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smtClean="0">
                <a:latin typeface="Helvetica" panose="020B0604020202020204" pitchFamily="34" charset="0"/>
                <a:cs typeface="Helvetica" panose="020B0604020202020204" pitchFamily="34" charset="0"/>
              </a:rPr>
              <a:t>foo can be of class B or D ?</a:t>
            </a:r>
          </a:p>
          <a:p>
            <a:r>
              <a:rPr lang="en-US" altLang="en-US" smtClean="0"/>
              <a:t>B.Foo &gt;&gt; foo can be of type B if B is accessible within p</a:t>
            </a:r>
            <a:r>
              <a:rPr lang="en-GB" altLang="en-US" smtClean="0">
                <a:latin typeface="Helvetica" panose="020B0604020202020204" pitchFamily="34" charset="0"/>
                <a:cs typeface="Helvetica" panose="020B0604020202020204" pitchFamily="34" charset="0"/>
              </a:rPr>
              <a:t>; which is the case. </a:t>
            </a:r>
            <a:r>
              <a:rPr lang="en-US" altLang="en-US" smtClean="0">
                <a:latin typeface="Helvetica" panose="020B0604020202020204" pitchFamily="34" charset="0"/>
                <a:cs typeface="Helvetica" panose="020B0604020202020204" pitchFamily="34" charset="0"/>
              </a:rPr>
              <a:t>Use B without any access restrictions (assuming B is public or package-private whatever).</a:t>
            </a:r>
          </a:p>
          <a:p>
            <a:r>
              <a:rPr lang="en-US" altLang="en-US" smtClean="0"/>
              <a:t>D.Foo &gt;&gt; foo can be of type D if D is (a) publicly available from q and (b) is properly imported into p.</a:t>
            </a:r>
            <a:endParaRPr lang="en-GB" altLang="en-US" smtClean="0">
              <a:latin typeface="Helvetica" panose="020B0604020202020204" pitchFamily="34" charset="0"/>
              <a:cs typeface="Helvetica" panose="020B0604020202020204" pitchFamily="34" charset="0"/>
            </a:endParaRPr>
          </a:p>
          <a:p>
            <a:r>
              <a:rPr lang="en-GB" altLang="en-US" b="1" smtClean="0">
                <a:latin typeface="Helvetica" panose="020B0604020202020204" pitchFamily="34" charset="0"/>
                <a:cs typeface="Helvetica" panose="020B0604020202020204" pitchFamily="34" charset="0"/>
              </a:rPr>
              <a:t>foo can be of class q::E or r::C ?</a:t>
            </a:r>
          </a:p>
          <a:p>
            <a:r>
              <a:rPr lang="en-US" altLang="en-US" smtClean="0"/>
              <a:t>Class q::E &gt;&gt; Since A and E are in different packages. If (a) E is publicly accessible and (b) imported into p.</a:t>
            </a:r>
          </a:p>
          <a:p>
            <a:r>
              <a:rPr lang="en-US" altLang="en-US" smtClean="0"/>
              <a:t>Class r::C &gt;&gt; Since C is in package r, which is nested within p. </a:t>
            </a:r>
            <a:r>
              <a:rPr lang="en-GB" altLang="en-US" smtClean="0">
                <a:latin typeface="Helvetica" panose="020B0604020202020204" pitchFamily="34" charset="0"/>
                <a:cs typeface="Helvetica" panose="020B0604020202020204" pitchFamily="34" charset="0"/>
              </a:rPr>
              <a:t>foo in class A can be of class </a:t>
            </a:r>
            <a:r>
              <a:rPr lang="en-US" altLang="en-US" smtClean="0"/>
              <a:t>of type r::C if C is accessible from p. A can use C directly if C is visible (e.g., public or package-private in r when r is also visible to p).</a:t>
            </a:r>
          </a:p>
        </p:txBody>
      </p:sp>
      <p:sp>
        <p:nvSpPr>
          <p:cNvPr id="3891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889FD73-70D3-4457-9F9A-5D1B7D0BAFA8}" type="slidenum">
              <a:rPr lang="en-GB" altLang="en-US"/>
              <a:pPr/>
              <a:t>11</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ChangeArrowheads="1" noTextEdit="1"/>
          </p:cNvSpPr>
          <p:nvPr>
            <p:ph type="sldImg"/>
          </p:nvPr>
        </p:nvSpPr>
        <p:spPr>
          <a:ln/>
        </p:spPr>
      </p:sp>
      <p:sp>
        <p:nvSpPr>
          <p:cNvPr id="60419"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A6E98B2-4AA0-4487-BECF-F5A53A590372}" type="slidenum">
              <a:rPr lang="en-GB" altLang="en-US">
                <a:latin typeface="Arial" panose="020B0604020202020204" pitchFamily="34" charset="0"/>
                <a:cs typeface="Arial" panose="020B0604020202020204" pitchFamily="34" charset="0"/>
              </a:rPr>
              <a:pPr/>
              <a:t>31</a:t>
            </a:fld>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0" hangingPunct="0"/>
            <a:fld id="{24F03624-CC0B-4189-BF44-0387EF7CC362}" type="slidenum">
              <a:rPr lang="en-US" altLang="en-US">
                <a:latin typeface="Times New Roman" panose="02020603050405020304" pitchFamily="18" charset="0"/>
                <a:cs typeface="Arial" panose="020B0604020202020204" pitchFamily="34" charset="0"/>
              </a:rPr>
              <a:pPr eaLnBrk="0" hangingPunct="0"/>
              <a:t>32</a:t>
            </a:fld>
            <a:endParaRPr lang="en-US" altLang="en-US">
              <a:latin typeface="Times New Roman" panose="02020603050405020304" pitchFamily="18" charset="0"/>
              <a:cs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0" hangingPunct="0"/>
            <a:fld id="{4D559864-F251-4DA4-8D31-1E69B9CBCEA6}" type="slidenum">
              <a:rPr lang="en-US" altLang="en-US">
                <a:latin typeface="Times New Roman" panose="02020603050405020304" pitchFamily="18" charset="0"/>
                <a:cs typeface="Arial" panose="020B0604020202020204" pitchFamily="34" charset="0"/>
              </a:rPr>
              <a:pPr eaLnBrk="0" hangingPunct="0"/>
              <a:t>33</a:t>
            </a:fld>
            <a:endParaRPr lang="en-US" altLang="en-US">
              <a:latin typeface="Times New Roman" panose="02020603050405020304" pitchFamily="18" charset="0"/>
              <a:cs typeface="Arial"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0" hangingPunct="0"/>
            <a:fld id="{DAF6EF0F-8579-4ED6-BCBC-1EA349102F80}" type="slidenum">
              <a:rPr lang="en-US" altLang="en-US">
                <a:latin typeface="Times New Roman" panose="02020603050405020304" pitchFamily="18" charset="0"/>
                <a:cs typeface="Arial" panose="020B0604020202020204" pitchFamily="34" charset="0"/>
              </a:rPr>
              <a:pPr eaLnBrk="0" hangingPunct="0"/>
              <a:t>34</a:t>
            </a:fld>
            <a:endParaRPr lang="en-US" altLang="en-US">
              <a:latin typeface="Times New Roman" panose="02020603050405020304" pitchFamily="18" charset="0"/>
              <a:cs typeface="Arial" panose="020B060402020202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endParaRPr lang="en-GB" altLang="en-US"/>
          </a:p>
        </p:txBody>
      </p:sp>
      <p:sp>
        <p:nvSpPr>
          <p:cNvPr id="5" name="Footer Placeholder 4"/>
          <p:cNvSpPr>
            <a:spLocks noGrp="1"/>
          </p:cNvSpPr>
          <p:nvPr>
            <p:ph type="ftr" sz="quarter" idx="11"/>
          </p:nvPr>
        </p:nvSpPr>
        <p:spPr/>
        <p:txBody>
          <a:bodyPr/>
          <a:lstStyle>
            <a:lvl1pPr>
              <a:defRPr/>
            </a:lvl1pPr>
          </a:lstStyle>
          <a:p>
            <a:pPr>
              <a:defRPr/>
            </a:pPr>
            <a:endParaRPr lang="en-GB" altLang="en-US"/>
          </a:p>
        </p:txBody>
      </p:sp>
      <p:sp>
        <p:nvSpPr>
          <p:cNvPr id="6" name="Slide Number Placeholder 5"/>
          <p:cNvSpPr>
            <a:spLocks noGrp="1"/>
          </p:cNvSpPr>
          <p:nvPr>
            <p:ph type="sldNum" sz="quarter" idx="12"/>
          </p:nvPr>
        </p:nvSpPr>
        <p:spPr/>
        <p:txBody>
          <a:bodyPr/>
          <a:lstStyle>
            <a:lvl1pPr>
              <a:defRPr/>
            </a:lvl1pPr>
          </a:lstStyle>
          <a:p>
            <a:fld id="{66E5FBC3-AC73-4CB8-B79B-448712E5162E}" type="slidenum">
              <a:rPr lang="en-GB" altLang="en-US"/>
              <a:pPr/>
              <a:t>‹#›</a:t>
            </a:fld>
            <a:endParaRPr lang="en-GB" altLang="en-US"/>
          </a:p>
        </p:txBody>
      </p:sp>
    </p:spTree>
    <p:extLst>
      <p:ext uri="{BB962C8B-B14F-4D97-AF65-F5344CB8AC3E}">
        <p14:creationId xmlns:p14="http://schemas.microsoft.com/office/powerpoint/2010/main" val="734541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GB" altLang="en-US"/>
          </a:p>
        </p:txBody>
      </p:sp>
      <p:sp>
        <p:nvSpPr>
          <p:cNvPr id="5" name="Footer Placeholder 4"/>
          <p:cNvSpPr>
            <a:spLocks noGrp="1"/>
          </p:cNvSpPr>
          <p:nvPr>
            <p:ph type="ftr" sz="quarter" idx="11"/>
          </p:nvPr>
        </p:nvSpPr>
        <p:spPr/>
        <p:txBody>
          <a:bodyPr/>
          <a:lstStyle>
            <a:lvl1pPr>
              <a:defRPr/>
            </a:lvl1pPr>
          </a:lstStyle>
          <a:p>
            <a:pPr>
              <a:defRPr/>
            </a:pPr>
            <a:endParaRPr lang="en-GB" altLang="en-US"/>
          </a:p>
        </p:txBody>
      </p:sp>
      <p:sp>
        <p:nvSpPr>
          <p:cNvPr id="6" name="Slide Number Placeholder 5"/>
          <p:cNvSpPr>
            <a:spLocks noGrp="1"/>
          </p:cNvSpPr>
          <p:nvPr>
            <p:ph type="sldNum" sz="quarter" idx="12"/>
          </p:nvPr>
        </p:nvSpPr>
        <p:spPr/>
        <p:txBody>
          <a:bodyPr/>
          <a:lstStyle>
            <a:lvl1pPr>
              <a:defRPr/>
            </a:lvl1pPr>
          </a:lstStyle>
          <a:p>
            <a:fld id="{89293A59-D1B7-4271-ACA6-50F852CF388C}" type="slidenum">
              <a:rPr lang="en-GB" altLang="en-US"/>
              <a:pPr/>
              <a:t>‹#›</a:t>
            </a:fld>
            <a:endParaRPr lang="en-GB" altLang="en-US"/>
          </a:p>
        </p:txBody>
      </p:sp>
    </p:spTree>
    <p:extLst>
      <p:ext uri="{BB962C8B-B14F-4D97-AF65-F5344CB8AC3E}">
        <p14:creationId xmlns:p14="http://schemas.microsoft.com/office/powerpoint/2010/main" val="943821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endParaRPr lang="en-GB" altLang="en-US"/>
          </a:p>
        </p:txBody>
      </p:sp>
      <p:sp>
        <p:nvSpPr>
          <p:cNvPr id="5" name="Footer Placeholder 4"/>
          <p:cNvSpPr>
            <a:spLocks noGrp="1"/>
          </p:cNvSpPr>
          <p:nvPr>
            <p:ph type="ftr" sz="quarter" idx="11"/>
          </p:nvPr>
        </p:nvSpPr>
        <p:spPr/>
        <p:txBody>
          <a:bodyPr/>
          <a:lstStyle>
            <a:lvl1pPr>
              <a:defRPr/>
            </a:lvl1pPr>
          </a:lstStyle>
          <a:p>
            <a:pPr>
              <a:defRPr/>
            </a:pPr>
            <a:endParaRPr lang="en-GB" altLang="en-US"/>
          </a:p>
        </p:txBody>
      </p:sp>
      <p:sp>
        <p:nvSpPr>
          <p:cNvPr id="6" name="Slide Number Placeholder 5"/>
          <p:cNvSpPr>
            <a:spLocks noGrp="1"/>
          </p:cNvSpPr>
          <p:nvPr>
            <p:ph type="sldNum" sz="quarter" idx="12"/>
          </p:nvPr>
        </p:nvSpPr>
        <p:spPr/>
        <p:txBody>
          <a:bodyPr/>
          <a:lstStyle>
            <a:lvl1pPr>
              <a:defRPr/>
            </a:lvl1pPr>
          </a:lstStyle>
          <a:p>
            <a:fld id="{4C79D42A-403A-4717-BA81-A05CFBED8C3D}" type="slidenum">
              <a:rPr lang="en-GB" altLang="en-US"/>
              <a:pPr/>
              <a:t>‹#›</a:t>
            </a:fld>
            <a:endParaRPr lang="en-GB" altLang="en-US"/>
          </a:p>
        </p:txBody>
      </p:sp>
    </p:spTree>
    <p:extLst>
      <p:ext uri="{BB962C8B-B14F-4D97-AF65-F5344CB8AC3E}">
        <p14:creationId xmlns:p14="http://schemas.microsoft.com/office/powerpoint/2010/main" val="1578509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endParaRPr lang="en-GB" altLang="en-US"/>
          </a:p>
        </p:txBody>
      </p:sp>
      <p:sp>
        <p:nvSpPr>
          <p:cNvPr id="6" name="Footer Placeholder 4"/>
          <p:cNvSpPr>
            <a:spLocks noGrp="1"/>
          </p:cNvSpPr>
          <p:nvPr>
            <p:ph type="ftr" sz="quarter" idx="11"/>
          </p:nvPr>
        </p:nvSpPr>
        <p:spPr/>
        <p:txBody>
          <a:bodyPr/>
          <a:lstStyle>
            <a:lvl1pPr>
              <a:defRPr/>
            </a:lvl1pPr>
          </a:lstStyle>
          <a:p>
            <a:pPr>
              <a:defRPr/>
            </a:pPr>
            <a:endParaRPr lang="en-GB" altLang="en-US"/>
          </a:p>
        </p:txBody>
      </p:sp>
      <p:sp>
        <p:nvSpPr>
          <p:cNvPr id="7" name="Slide Number Placeholder 5"/>
          <p:cNvSpPr>
            <a:spLocks noGrp="1"/>
          </p:cNvSpPr>
          <p:nvPr>
            <p:ph type="sldNum" sz="quarter" idx="12"/>
          </p:nvPr>
        </p:nvSpPr>
        <p:spPr/>
        <p:txBody>
          <a:bodyPr/>
          <a:lstStyle>
            <a:lvl1pPr>
              <a:defRPr/>
            </a:lvl1pPr>
          </a:lstStyle>
          <a:p>
            <a:fld id="{7CCDAE15-A07E-4BC5-950A-B4F22E5D1676}" type="slidenum">
              <a:rPr lang="en-GB" altLang="en-US"/>
              <a:pPr/>
              <a:t>‹#›</a:t>
            </a:fld>
            <a:endParaRPr lang="en-GB" altLang="en-US"/>
          </a:p>
        </p:txBody>
      </p:sp>
    </p:spTree>
    <p:extLst>
      <p:ext uri="{BB962C8B-B14F-4D97-AF65-F5344CB8AC3E}">
        <p14:creationId xmlns:p14="http://schemas.microsoft.com/office/powerpoint/2010/main" val="285037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endParaRPr lang="en-GB" altLang="en-US"/>
          </a:p>
        </p:txBody>
      </p:sp>
      <p:sp>
        <p:nvSpPr>
          <p:cNvPr id="8" name="Footer Placeholder 4"/>
          <p:cNvSpPr>
            <a:spLocks noGrp="1"/>
          </p:cNvSpPr>
          <p:nvPr>
            <p:ph type="ftr" sz="quarter" idx="11"/>
          </p:nvPr>
        </p:nvSpPr>
        <p:spPr/>
        <p:txBody>
          <a:bodyPr/>
          <a:lstStyle>
            <a:lvl1pPr>
              <a:defRPr/>
            </a:lvl1pPr>
          </a:lstStyle>
          <a:p>
            <a:pPr>
              <a:defRPr/>
            </a:pPr>
            <a:endParaRPr lang="en-GB" altLang="en-US"/>
          </a:p>
        </p:txBody>
      </p:sp>
      <p:sp>
        <p:nvSpPr>
          <p:cNvPr id="9" name="Slide Number Placeholder 5"/>
          <p:cNvSpPr>
            <a:spLocks noGrp="1"/>
          </p:cNvSpPr>
          <p:nvPr>
            <p:ph type="sldNum" sz="quarter" idx="12"/>
          </p:nvPr>
        </p:nvSpPr>
        <p:spPr/>
        <p:txBody>
          <a:bodyPr/>
          <a:lstStyle>
            <a:lvl1pPr>
              <a:defRPr/>
            </a:lvl1pPr>
          </a:lstStyle>
          <a:p>
            <a:fld id="{E8221F87-18EC-4158-9C42-DBF3C963E698}" type="slidenum">
              <a:rPr lang="en-GB" altLang="en-US"/>
              <a:pPr/>
              <a:t>‹#›</a:t>
            </a:fld>
            <a:endParaRPr lang="en-GB" altLang="en-US"/>
          </a:p>
        </p:txBody>
      </p:sp>
    </p:spTree>
    <p:extLst>
      <p:ext uri="{BB962C8B-B14F-4D97-AF65-F5344CB8AC3E}">
        <p14:creationId xmlns:p14="http://schemas.microsoft.com/office/powerpoint/2010/main" val="3739851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endParaRPr lang="en-GB" altLang="en-US"/>
          </a:p>
        </p:txBody>
      </p:sp>
      <p:sp>
        <p:nvSpPr>
          <p:cNvPr id="4" name="Footer Placeholder 4"/>
          <p:cNvSpPr>
            <a:spLocks noGrp="1"/>
          </p:cNvSpPr>
          <p:nvPr>
            <p:ph type="ftr" sz="quarter" idx="11"/>
          </p:nvPr>
        </p:nvSpPr>
        <p:spPr/>
        <p:txBody>
          <a:bodyPr/>
          <a:lstStyle>
            <a:lvl1pPr>
              <a:defRPr/>
            </a:lvl1pPr>
          </a:lstStyle>
          <a:p>
            <a:pPr>
              <a:defRPr/>
            </a:pPr>
            <a:endParaRPr lang="en-GB" altLang="en-US"/>
          </a:p>
        </p:txBody>
      </p:sp>
      <p:sp>
        <p:nvSpPr>
          <p:cNvPr id="5" name="Slide Number Placeholder 5"/>
          <p:cNvSpPr>
            <a:spLocks noGrp="1"/>
          </p:cNvSpPr>
          <p:nvPr>
            <p:ph type="sldNum" sz="quarter" idx="12"/>
          </p:nvPr>
        </p:nvSpPr>
        <p:spPr/>
        <p:txBody>
          <a:bodyPr/>
          <a:lstStyle>
            <a:lvl1pPr>
              <a:defRPr/>
            </a:lvl1pPr>
          </a:lstStyle>
          <a:p>
            <a:fld id="{D2CA85ED-A4C4-43C5-B38C-878FA30A0378}" type="slidenum">
              <a:rPr lang="en-GB" altLang="en-US"/>
              <a:pPr/>
              <a:t>‹#›</a:t>
            </a:fld>
            <a:endParaRPr lang="en-GB" altLang="en-US"/>
          </a:p>
        </p:txBody>
      </p:sp>
    </p:spTree>
    <p:extLst>
      <p:ext uri="{BB962C8B-B14F-4D97-AF65-F5344CB8AC3E}">
        <p14:creationId xmlns:p14="http://schemas.microsoft.com/office/powerpoint/2010/main" val="322074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GB" altLang="en-US"/>
          </a:p>
        </p:txBody>
      </p:sp>
      <p:sp>
        <p:nvSpPr>
          <p:cNvPr id="3" name="Footer Placeholder 4"/>
          <p:cNvSpPr>
            <a:spLocks noGrp="1"/>
          </p:cNvSpPr>
          <p:nvPr>
            <p:ph type="ftr" sz="quarter" idx="11"/>
          </p:nvPr>
        </p:nvSpPr>
        <p:spPr/>
        <p:txBody>
          <a:bodyPr/>
          <a:lstStyle>
            <a:lvl1pPr>
              <a:defRPr/>
            </a:lvl1pPr>
          </a:lstStyle>
          <a:p>
            <a:pPr>
              <a:defRPr/>
            </a:pPr>
            <a:endParaRPr lang="en-GB" altLang="en-US"/>
          </a:p>
        </p:txBody>
      </p:sp>
      <p:sp>
        <p:nvSpPr>
          <p:cNvPr id="4" name="Slide Number Placeholder 5"/>
          <p:cNvSpPr>
            <a:spLocks noGrp="1"/>
          </p:cNvSpPr>
          <p:nvPr>
            <p:ph type="sldNum" sz="quarter" idx="12"/>
          </p:nvPr>
        </p:nvSpPr>
        <p:spPr/>
        <p:txBody>
          <a:bodyPr/>
          <a:lstStyle>
            <a:lvl1pPr>
              <a:defRPr/>
            </a:lvl1pPr>
          </a:lstStyle>
          <a:p>
            <a:fld id="{53A896E9-208C-4FCA-B4C5-10E883BBC802}" type="slidenum">
              <a:rPr lang="en-GB" altLang="en-US"/>
              <a:pPr/>
              <a:t>‹#›</a:t>
            </a:fld>
            <a:endParaRPr lang="en-GB" altLang="en-US"/>
          </a:p>
        </p:txBody>
      </p:sp>
    </p:spTree>
    <p:extLst>
      <p:ext uri="{BB962C8B-B14F-4D97-AF65-F5344CB8AC3E}">
        <p14:creationId xmlns:p14="http://schemas.microsoft.com/office/powerpoint/2010/main" val="3891464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endParaRPr lang="en-GB" altLang="en-US"/>
          </a:p>
        </p:txBody>
      </p:sp>
      <p:sp>
        <p:nvSpPr>
          <p:cNvPr id="6" name="Footer Placeholder 4"/>
          <p:cNvSpPr>
            <a:spLocks noGrp="1"/>
          </p:cNvSpPr>
          <p:nvPr>
            <p:ph type="ftr" sz="quarter" idx="11"/>
          </p:nvPr>
        </p:nvSpPr>
        <p:spPr/>
        <p:txBody>
          <a:bodyPr/>
          <a:lstStyle>
            <a:lvl1pPr>
              <a:defRPr/>
            </a:lvl1pPr>
          </a:lstStyle>
          <a:p>
            <a:pPr>
              <a:defRPr/>
            </a:pPr>
            <a:endParaRPr lang="en-GB" altLang="en-US"/>
          </a:p>
        </p:txBody>
      </p:sp>
      <p:sp>
        <p:nvSpPr>
          <p:cNvPr id="7" name="Slide Number Placeholder 5"/>
          <p:cNvSpPr>
            <a:spLocks noGrp="1"/>
          </p:cNvSpPr>
          <p:nvPr>
            <p:ph type="sldNum" sz="quarter" idx="12"/>
          </p:nvPr>
        </p:nvSpPr>
        <p:spPr/>
        <p:txBody>
          <a:bodyPr/>
          <a:lstStyle>
            <a:lvl1pPr>
              <a:defRPr/>
            </a:lvl1pPr>
          </a:lstStyle>
          <a:p>
            <a:fld id="{ED27BE50-53F4-4928-A190-5CA888E78D62}" type="slidenum">
              <a:rPr lang="en-GB" altLang="en-US"/>
              <a:pPr/>
              <a:t>‹#›</a:t>
            </a:fld>
            <a:endParaRPr lang="en-GB" altLang="en-US"/>
          </a:p>
        </p:txBody>
      </p:sp>
    </p:spTree>
    <p:extLst>
      <p:ext uri="{BB962C8B-B14F-4D97-AF65-F5344CB8AC3E}">
        <p14:creationId xmlns:p14="http://schemas.microsoft.com/office/powerpoint/2010/main" val="2942082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endParaRPr lang="en-GB" altLang="en-US"/>
          </a:p>
        </p:txBody>
      </p:sp>
      <p:sp>
        <p:nvSpPr>
          <p:cNvPr id="6" name="Footer Placeholder 4"/>
          <p:cNvSpPr>
            <a:spLocks noGrp="1"/>
          </p:cNvSpPr>
          <p:nvPr>
            <p:ph type="ftr" sz="quarter" idx="11"/>
          </p:nvPr>
        </p:nvSpPr>
        <p:spPr/>
        <p:txBody>
          <a:bodyPr/>
          <a:lstStyle>
            <a:lvl1pPr>
              <a:defRPr/>
            </a:lvl1pPr>
          </a:lstStyle>
          <a:p>
            <a:pPr>
              <a:defRPr/>
            </a:pPr>
            <a:endParaRPr lang="en-GB" altLang="en-US"/>
          </a:p>
        </p:txBody>
      </p:sp>
      <p:sp>
        <p:nvSpPr>
          <p:cNvPr id="7" name="Slide Number Placeholder 5"/>
          <p:cNvSpPr>
            <a:spLocks noGrp="1"/>
          </p:cNvSpPr>
          <p:nvPr>
            <p:ph type="sldNum" sz="quarter" idx="12"/>
          </p:nvPr>
        </p:nvSpPr>
        <p:spPr/>
        <p:txBody>
          <a:bodyPr/>
          <a:lstStyle>
            <a:lvl1pPr>
              <a:defRPr/>
            </a:lvl1pPr>
          </a:lstStyle>
          <a:p>
            <a:fld id="{CCB82140-2D4D-4193-B1D5-E760D0FCE7E3}" type="slidenum">
              <a:rPr lang="en-GB" altLang="en-US"/>
              <a:pPr/>
              <a:t>‹#›</a:t>
            </a:fld>
            <a:endParaRPr lang="en-GB" altLang="en-US"/>
          </a:p>
        </p:txBody>
      </p:sp>
    </p:spTree>
    <p:extLst>
      <p:ext uri="{BB962C8B-B14F-4D97-AF65-F5344CB8AC3E}">
        <p14:creationId xmlns:p14="http://schemas.microsoft.com/office/powerpoint/2010/main" val="2214277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GB" altLang="en-US"/>
          </a:p>
        </p:txBody>
      </p:sp>
      <p:sp>
        <p:nvSpPr>
          <p:cNvPr id="5" name="Footer Placeholder 4"/>
          <p:cNvSpPr>
            <a:spLocks noGrp="1"/>
          </p:cNvSpPr>
          <p:nvPr>
            <p:ph type="ftr" sz="quarter" idx="11"/>
          </p:nvPr>
        </p:nvSpPr>
        <p:spPr/>
        <p:txBody>
          <a:bodyPr/>
          <a:lstStyle>
            <a:lvl1pPr>
              <a:defRPr/>
            </a:lvl1pPr>
          </a:lstStyle>
          <a:p>
            <a:pPr>
              <a:defRPr/>
            </a:pPr>
            <a:endParaRPr lang="en-GB" altLang="en-US"/>
          </a:p>
        </p:txBody>
      </p:sp>
      <p:sp>
        <p:nvSpPr>
          <p:cNvPr id="6" name="Slide Number Placeholder 5"/>
          <p:cNvSpPr>
            <a:spLocks noGrp="1"/>
          </p:cNvSpPr>
          <p:nvPr>
            <p:ph type="sldNum" sz="quarter" idx="12"/>
          </p:nvPr>
        </p:nvSpPr>
        <p:spPr/>
        <p:txBody>
          <a:bodyPr/>
          <a:lstStyle>
            <a:lvl1pPr>
              <a:defRPr/>
            </a:lvl1pPr>
          </a:lstStyle>
          <a:p>
            <a:fld id="{FA7A0358-8E1F-4FA6-BA9C-D0920C7BBFE6}" type="slidenum">
              <a:rPr lang="en-GB" altLang="en-US"/>
              <a:pPr/>
              <a:t>‹#›</a:t>
            </a:fld>
            <a:endParaRPr lang="en-GB" altLang="en-US"/>
          </a:p>
        </p:txBody>
      </p:sp>
    </p:spTree>
    <p:extLst>
      <p:ext uri="{BB962C8B-B14F-4D97-AF65-F5344CB8AC3E}">
        <p14:creationId xmlns:p14="http://schemas.microsoft.com/office/powerpoint/2010/main" val="320080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GB" altLang="en-US"/>
          </a:p>
        </p:txBody>
      </p:sp>
      <p:sp>
        <p:nvSpPr>
          <p:cNvPr id="5" name="Footer Placeholder 4"/>
          <p:cNvSpPr>
            <a:spLocks noGrp="1"/>
          </p:cNvSpPr>
          <p:nvPr>
            <p:ph type="ftr" sz="quarter" idx="11"/>
          </p:nvPr>
        </p:nvSpPr>
        <p:spPr/>
        <p:txBody>
          <a:bodyPr/>
          <a:lstStyle>
            <a:lvl1pPr>
              <a:defRPr/>
            </a:lvl1pPr>
          </a:lstStyle>
          <a:p>
            <a:pPr>
              <a:defRPr/>
            </a:pPr>
            <a:endParaRPr lang="en-GB" altLang="en-US"/>
          </a:p>
        </p:txBody>
      </p:sp>
      <p:sp>
        <p:nvSpPr>
          <p:cNvPr id="6" name="Slide Number Placeholder 5"/>
          <p:cNvSpPr>
            <a:spLocks noGrp="1"/>
          </p:cNvSpPr>
          <p:nvPr>
            <p:ph type="sldNum" sz="quarter" idx="12"/>
          </p:nvPr>
        </p:nvSpPr>
        <p:spPr/>
        <p:txBody>
          <a:bodyPr/>
          <a:lstStyle>
            <a:lvl1pPr>
              <a:defRPr/>
            </a:lvl1pPr>
          </a:lstStyle>
          <a:p>
            <a:fld id="{A9FF268B-FA57-42AF-A9C7-AF0EB9D4B464}" type="slidenum">
              <a:rPr lang="en-GB" altLang="en-US"/>
              <a:pPr/>
              <a:t>‹#›</a:t>
            </a:fld>
            <a:endParaRPr lang="en-GB" altLang="en-US"/>
          </a:p>
        </p:txBody>
      </p:sp>
    </p:spTree>
    <p:extLst>
      <p:ext uri="{BB962C8B-B14F-4D97-AF65-F5344CB8AC3E}">
        <p14:creationId xmlns:p14="http://schemas.microsoft.com/office/powerpoint/2010/main" val="2872241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GB" altLang="en-US"/>
          </a:p>
        </p:txBody>
      </p:sp>
      <p:sp>
        <p:nvSpPr>
          <p:cNvPr id="6" name="Footer Placeholder 4"/>
          <p:cNvSpPr>
            <a:spLocks noGrp="1"/>
          </p:cNvSpPr>
          <p:nvPr>
            <p:ph type="ftr" sz="quarter" idx="11"/>
          </p:nvPr>
        </p:nvSpPr>
        <p:spPr/>
        <p:txBody>
          <a:bodyPr/>
          <a:lstStyle>
            <a:lvl1pPr>
              <a:defRPr/>
            </a:lvl1pPr>
          </a:lstStyle>
          <a:p>
            <a:pPr>
              <a:defRPr/>
            </a:pPr>
            <a:endParaRPr lang="en-GB" altLang="en-US"/>
          </a:p>
        </p:txBody>
      </p:sp>
      <p:sp>
        <p:nvSpPr>
          <p:cNvPr id="7" name="Slide Number Placeholder 5"/>
          <p:cNvSpPr>
            <a:spLocks noGrp="1"/>
          </p:cNvSpPr>
          <p:nvPr>
            <p:ph type="sldNum" sz="quarter" idx="12"/>
          </p:nvPr>
        </p:nvSpPr>
        <p:spPr/>
        <p:txBody>
          <a:bodyPr/>
          <a:lstStyle>
            <a:lvl1pPr>
              <a:defRPr/>
            </a:lvl1pPr>
          </a:lstStyle>
          <a:p>
            <a:fld id="{4E8B25D4-3547-478D-9DB6-6E52D9A3F72D}" type="slidenum">
              <a:rPr lang="en-GB" altLang="en-US"/>
              <a:pPr/>
              <a:t>‹#›</a:t>
            </a:fld>
            <a:endParaRPr lang="en-GB" altLang="en-US"/>
          </a:p>
        </p:txBody>
      </p:sp>
    </p:spTree>
    <p:extLst>
      <p:ext uri="{BB962C8B-B14F-4D97-AF65-F5344CB8AC3E}">
        <p14:creationId xmlns:p14="http://schemas.microsoft.com/office/powerpoint/2010/main" val="2061402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elfolie">
    <p:spTree>
      <p:nvGrpSpPr>
        <p:cNvPr id="1" name=""/>
        <p:cNvGrpSpPr/>
        <p:nvPr/>
      </p:nvGrpSpPr>
      <p:grpSpPr>
        <a:xfrm>
          <a:off x="0" y="0"/>
          <a:ext cx="0" cy="0"/>
          <a:chOff x="0" y="0"/>
          <a:chExt cx="0" cy="0"/>
        </a:xfrm>
      </p:grpSpPr>
      <p:sp>
        <p:nvSpPr>
          <p:cNvPr id="4" name="Rectangle 3"/>
          <p:cNvSpPr/>
          <p:nvPr/>
        </p:nvSpPr>
        <p:spPr>
          <a:xfrm>
            <a:off x="-36513" y="0"/>
            <a:ext cx="9180513" cy="68580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42225" y="5703888"/>
            <a:ext cx="10620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el 1"/>
          <p:cNvSpPr>
            <a:spLocks noGrp="1"/>
          </p:cNvSpPr>
          <p:nvPr>
            <p:ph type="ctrTitle"/>
          </p:nvPr>
        </p:nvSpPr>
        <p:spPr>
          <a:xfrm>
            <a:off x="648633" y="2042277"/>
            <a:ext cx="7772400" cy="1470025"/>
          </a:xfrm>
        </p:spPr>
        <p:txBody>
          <a:bodyPr/>
          <a:lstStyle>
            <a:lvl1pPr>
              <a:defRPr sz="2400">
                <a:solidFill>
                  <a:schemeClr val="bg1"/>
                </a:solidFill>
                <a:latin typeface="Roboto" charset="0"/>
                <a:ea typeface="Roboto" charset="0"/>
                <a:cs typeface="Roboto" charset="0"/>
              </a:defRPr>
            </a:lvl1pPr>
          </a:lstStyle>
          <a:p>
            <a:r>
              <a:rPr lang="en-US"/>
              <a:t>Click to edit Master title style</a:t>
            </a:r>
            <a:endParaRPr lang="de-DE" dirty="0"/>
          </a:p>
        </p:txBody>
      </p:sp>
      <p:sp>
        <p:nvSpPr>
          <p:cNvPr id="9" name="Untertitel 2"/>
          <p:cNvSpPr>
            <a:spLocks noGrp="1"/>
          </p:cNvSpPr>
          <p:nvPr>
            <p:ph type="subTitle" idx="1"/>
          </p:nvPr>
        </p:nvSpPr>
        <p:spPr>
          <a:xfrm>
            <a:off x="2558716" y="3933699"/>
            <a:ext cx="6400800" cy="1752600"/>
          </a:xfrm>
        </p:spPr>
        <p:txBody>
          <a:bodyPr>
            <a:normAutofit/>
          </a:bodyPr>
          <a:lstStyle>
            <a:lvl1pPr marL="0" indent="0" algn="r">
              <a:buNone/>
              <a:defRPr sz="1200">
                <a:latin typeface="Arial" charset="0"/>
                <a:ea typeface="Arial" charset="0"/>
                <a:cs typeface="Arial"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Tree>
    <p:extLst>
      <p:ext uri="{BB962C8B-B14F-4D97-AF65-F5344CB8AC3E}">
        <p14:creationId xmlns:p14="http://schemas.microsoft.com/office/powerpoint/2010/main" val="1125741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sp>
        <p:nvSpPr>
          <p:cNvPr id="4" name="Rectangle 3"/>
          <p:cNvSpPr/>
          <p:nvPr/>
        </p:nvSpPr>
        <p:spPr>
          <a:xfrm>
            <a:off x="-36513" y="0"/>
            <a:ext cx="9180513" cy="68580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42225" y="5703888"/>
            <a:ext cx="10620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el 1"/>
          <p:cNvSpPr>
            <a:spLocks noGrp="1"/>
          </p:cNvSpPr>
          <p:nvPr>
            <p:ph type="ctrTitle"/>
          </p:nvPr>
        </p:nvSpPr>
        <p:spPr>
          <a:xfrm>
            <a:off x="648633" y="2042277"/>
            <a:ext cx="7772400" cy="1470025"/>
          </a:xfrm>
        </p:spPr>
        <p:txBody>
          <a:bodyPr/>
          <a:lstStyle>
            <a:lvl1pPr>
              <a:defRPr sz="2400">
                <a:solidFill>
                  <a:schemeClr val="bg1"/>
                </a:solidFill>
                <a:latin typeface="Roboto" charset="0"/>
                <a:ea typeface="Roboto" charset="0"/>
                <a:cs typeface="Roboto" charset="0"/>
              </a:defRPr>
            </a:lvl1pPr>
          </a:lstStyle>
          <a:p>
            <a:r>
              <a:rPr lang="en-US"/>
              <a:t>Click to edit Master title style</a:t>
            </a:r>
            <a:endParaRPr lang="de-DE" dirty="0"/>
          </a:p>
        </p:txBody>
      </p:sp>
      <p:sp>
        <p:nvSpPr>
          <p:cNvPr id="9" name="Untertitel 2"/>
          <p:cNvSpPr>
            <a:spLocks noGrp="1"/>
          </p:cNvSpPr>
          <p:nvPr>
            <p:ph type="subTitle" idx="1"/>
          </p:nvPr>
        </p:nvSpPr>
        <p:spPr>
          <a:xfrm>
            <a:off x="2558716" y="3933699"/>
            <a:ext cx="6400800" cy="1752600"/>
          </a:xfrm>
        </p:spPr>
        <p:txBody>
          <a:bodyPr>
            <a:normAutofit/>
          </a:bodyPr>
          <a:lstStyle>
            <a:lvl1pPr marL="0" indent="0" algn="r">
              <a:buNone/>
              <a:defRPr sz="1200">
                <a:latin typeface="Arial" charset="0"/>
                <a:ea typeface="Arial" charset="0"/>
                <a:cs typeface="Arial"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Tree>
    <p:extLst>
      <p:ext uri="{BB962C8B-B14F-4D97-AF65-F5344CB8AC3E}">
        <p14:creationId xmlns:p14="http://schemas.microsoft.com/office/powerpoint/2010/main" val="194720565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lvl1pPr>
              <a:defRPr sz="1650"/>
            </a:lvl1pPr>
            <a:lvl2pPr>
              <a:defRPr sz="15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Slide Number Placeholder 6"/>
          <p:cNvSpPr>
            <a:spLocks noGrp="1" noChangeArrowheads="1"/>
          </p:cNvSpPr>
          <p:nvPr>
            <p:ph type="sldNum" sz="quarter" idx="10"/>
          </p:nvPr>
        </p:nvSpPr>
        <p:spPr>
          <a:xfrm>
            <a:off x="8305800" y="6248400"/>
            <a:ext cx="533400" cy="457200"/>
          </a:xfrm>
        </p:spPr>
        <p:txBody>
          <a:bodyPr anchor="t"/>
          <a:lstStyle>
            <a:lvl1pPr>
              <a:defRPr>
                <a:latin typeface="Arial" panose="020B0604020202020204" pitchFamily="34" charset="0"/>
              </a:defRPr>
            </a:lvl1pPr>
          </a:lstStyle>
          <a:p>
            <a:fld id="{A8B5C1FA-C81B-49C7-8256-34F2B21E73B6}" type="slidenum">
              <a:rPr lang="en-US" altLang="en-US"/>
              <a:pPr/>
              <a:t>‹#›</a:t>
            </a:fld>
            <a:endParaRPr lang="en-US" altLang="en-US"/>
          </a:p>
        </p:txBody>
      </p:sp>
    </p:spTree>
    <p:extLst>
      <p:ext uri="{BB962C8B-B14F-4D97-AF65-F5344CB8AC3E}">
        <p14:creationId xmlns:p14="http://schemas.microsoft.com/office/powerpoint/2010/main" val="1562110212"/>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Slide Number Placeholder 6"/>
          <p:cNvSpPr>
            <a:spLocks noGrp="1" noChangeArrowheads="1"/>
          </p:cNvSpPr>
          <p:nvPr>
            <p:ph type="sldNum" sz="quarter" idx="10"/>
          </p:nvPr>
        </p:nvSpPr>
        <p:spPr>
          <a:xfrm>
            <a:off x="261938" y="6400800"/>
            <a:ext cx="533400" cy="457200"/>
          </a:xfrm>
        </p:spPr>
        <p:txBody>
          <a:bodyPr anchor="t"/>
          <a:lstStyle>
            <a:lvl1pPr>
              <a:defRPr>
                <a:latin typeface="Arial" panose="020B0604020202020204" pitchFamily="34" charset="0"/>
              </a:defRPr>
            </a:lvl1pPr>
          </a:lstStyle>
          <a:p>
            <a:fld id="{F2E039DB-7257-44B0-BCE6-A87F681A1768}" type="slidenum">
              <a:rPr lang="en-US" altLang="en-US"/>
              <a:pPr/>
              <a:t>‹#›</a:t>
            </a:fld>
            <a:endParaRPr lang="en-US" altLang="en-US"/>
          </a:p>
        </p:txBody>
      </p:sp>
    </p:spTree>
    <p:extLst>
      <p:ext uri="{BB962C8B-B14F-4D97-AF65-F5344CB8AC3E}">
        <p14:creationId xmlns:p14="http://schemas.microsoft.com/office/powerpoint/2010/main" val="1535255858"/>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Slide Number Placeholder 6"/>
          <p:cNvSpPr>
            <a:spLocks noGrp="1" noChangeArrowheads="1"/>
          </p:cNvSpPr>
          <p:nvPr>
            <p:ph type="sldNum" sz="quarter" idx="10"/>
          </p:nvPr>
        </p:nvSpPr>
        <p:spPr>
          <a:xfrm>
            <a:off x="261938" y="6400800"/>
            <a:ext cx="533400" cy="457200"/>
          </a:xfrm>
        </p:spPr>
        <p:txBody>
          <a:bodyPr anchor="t"/>
          <a:lstStyle>
            <a:lvl1pPr>
              <a:defRPr>
                <a:latin typeface="Arial" panose="020B0604020202020204" pitchFamily="34" charset="0"/>
              </a:defRPr>
            </a:lvl1pPr>
          </a:lstStyle>
          <a:p>
            <a:fld id="{24FBF1CD-1330-46E6-BD31-588CD1AE6469}" type="slidenum">
              <a:rPr lang="en-US" altLang="en-US"/>
              <a:pPr/>
              <a:t>‹#›</a:t>
            </a:fld>
            <a:endParaRPr lang="en-US" altLang="en-US"/>
          </a:p>
        </p:txBody>
      </p:sp>
    </p:spTree>
    <p:extLst>
      <p:ext uri="{BB962C8B-B14F-4D97-AF65-F5344CB8AC3E}">
        <p14:creationId xmlns:p14="http://schemas.microsoft.com/office/powerpoint/2010/main" val="1845679586"/>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78" b="0" i="0">
                <a:solidFill>
                  <a:schemeClr val="tx1"/>
                </a:solidFill>
                <a:latin typeface="Tw Cen MT"/>
                <a:cs typeface="Tw Cen MT"/>
              </a:defRPr>
            </a:lvl1pPr>
          </a:lstStyle>
          <a:p>
            <a:r>
              <a:rPr lang="en-US"/>
              <a:t>Click to edit Master title style</a:t>
            </a:r>
            <a:endParaRPr/>
          </a:p>
        </p:txBody>
      </p:sp>
      <p:sp>
        <p:nvSpPr>
          <p:cNvPr id="3" name="Holder 3"/>
          <p:cNvSpPr>
            <a:spLocks noGrp="1"/>
          </p:cNvSpPr>
          <p:nvPr>
            <p:ph sz="half" idx="2"/>
          </p:nvPr>
        </p:nvSpPr>
        <p:spPr>
          <a:xfrm>
            <a:off x="1041376" y="1900907"/>
            <a:ext cx="3051464" cy="325923"/>
          </a:xfrm>
          <a:prstGeom prst="rect">
            <a:avLst/>
          </a:prstGeom>
        </p:spPr>
        <p:txBody>
          <a:bodyPr lIns="0" tIns="0" rIns="0" bIns="0">
            <a:spAutoFit/>
          </a:bodyPr>
          <a:lstStyle>
            <a:lvl1pPr>
              <a:defRPr sz="2118" b="1" i="0">
                <a:solidFill>
                  <a:schemeClr val="tx1"/>
                </a:solidFill>
                <a:latin typeface="Calibri"/>
                <a:cs typeface="Calibri"/>
              </a:defRPr>
            </a:lvl1pPr>
          </a:lstStyle>
          <a:p>
            <a:pPr lvl="0"/>
            <a:r>
              <a:rPr lang="en-US"/>
              <a:t>Edit Master text styles</a:t>
            </a:r>
          </a:p>
        </p:txBody>
      </p:sp>
      <p:sp>
        <p:nvSpPr>
          <p:cNvPr id="4" name="Holder 4"/>
          <p:cNvSpPr>
            <a:spLocks noGrp="1"/>
          </p:cNvSpPr>
          <p:nvPr>
            <p:ph sz="half" idx="3"/>
          </p:nvPr>
        </p:nvSpPr>
        <p:spPr>
          <a:xfrm>
            <a:off x="4710088" y="1434662"/>
            <a:ext cx="3505776" cy="183255"/>
          </a:xfrm>
          <a:prstGeom prst="rect">
            <a:avLst/>
          </a:prstGeom>
        </p:spPr>
        <p:txBody>
          <a:bodyPr lIns="0" tIns="0" rIns="0" bIns="0">
            <a:spAutoFit/>
          </a:bodyPr>
          <a:lstStyle>
            <a:lvl1pPr>
              <a:defRPr sz="1191" b="1" i="0">
                <a:solidFill>
                  <a:schemeClr val="tx1"/>
                </a:solidFill>
                <a:latin typeface="Tw Cen MT"/>
                <a:cs typeface="Tw Cen MT"/>
              </a:defRPr>
            </a:lvl1pPr>
          </a:lstStyle>
          <a:p>
            <a:pPr lvl="0"/>
            <a:r>
              <a:rPr lang="en-US"/>
              <a:t>Edit Master text styles</a:t>
            </a:r>
          </a:p>
        </p:txBody>
      </p:sp>
      <p:sp>
        <p:nvSpPr>
          <p:cNvPr id="5" name="Holder 5"/>
          <p:cNvSpPr>
            <a:spLocks noGrp="1"/>
          </p:cNvSpPr>
          <p:nvPr>
            <p:ph type="ftr" sz="quarter" idx="10"/>
          </p:nvPr>
        </p:nvSpPr>
        <p:spPr/>
        <p:txBody>
          <a:bodyPr lIns="0" tIns="0" rIns="0" bIns="0"/>
          <a:lstStyle>
            <a:lvl1pPr algn="ctr">
              <a:defRPr>
                <a:solidFill>
                  <a:schemeClr val="tx1">
                    <a:tint val="75000"/>
                  </a:schemeClr>
                </a:solidFill>
              </a:defRPr>
            </a:lvl1pPr>
          </a:lstStyle>
          <a:p>
            <a:pPr>
              <a:defRPr/>
            </a:pPr>
            <a:r>
              <a:rPr lang="en-US"/>
              <a:t>Introduction to Software Engineering</a:t>
            </a:r>
          </a:p>
        </p:txBody>
      </p:sp>
      <p:sp>
        <p:nvSpPr>
          <p:cNvPr id="6" name="Holder 6"/>
          <p:cNvSpPr>
            <a:spLocks noGrp="1"/>
          </p:cNvSpPr>
          <p:nvPr>
            <p:ph type="dt" sz="half" idx="11"/>
          </p:nvPr>
        </p:nvSpPr>
        <p:spPr/>
        <p:txBody>
          <a:bodyPr lIns="0" tIns="0" rIns="0" bIns="0"/>
          <a:lstStyle>
            <a:lvl1pPr algn="l">
              <a:defRPr>
                <a:solidFill>
                  <a:schemeClr val="tx1">
                    <a:tint val="75000"/>
                  </a:schemeClr>
                </a:solidFill>
              </a:defRPr>
            </a:lvl1pPr>
          </a:lstStyle>
          <a:p>
            <a:pPr>
              <a:defRPr/>
            </a:pPr>
            <a:fld id="{CD111642-CCCE-45A2-ADB7-35207856E59E}" type="datetime1">
              <a:rPr lang="en-US"/>
              <a:pPr>
                <a:defRPr/>
              </a:pPr>
              <a:t>7/28/2025</a:t>
            </a:fld>
            <a:endParaRPr lang="en-US"/>
          </a:p>
        </p:txBody>
      </p:sp>
      <p:sp>
        <p:nvSpPr>
          <p:cNvPr id="7" name="Holder 7"/>
          <p:cNvSpPr>
            <a:spLocks noGrp="1"/>
          </p:cNvSpPr>
          <p:nvPr>
            <p:ph type="sldNum" sz="quarter" idx="12"/>
          </p:nvPr>
        </p:nvSpPr>
        <p:spPr/>
        <p:txBody>
          <a:bodyPr lIns="0" tIns="0" rIns="0" bIns="0"/>
          <a:lstStyle>
            <a:lvl1pPr>
              <a:defRPr sz="700" b="1">
                <a:latin typeface="Arial" panose="020B0604020202020204" pitchFamily="34" charset="0"/>
                <a:cs typeface="Arial" panose="020B0604020202020204" pitchFamily="34" charset="0"/>
              </a:defRPr>
            </a:lvl1pPr>
          </a:lstStyle>
          <a:p>
            <a:fld id="{FD08FD28-D95F-4D6E-B372-CCF0AE6C3B43}" type="slidenum">
              <a:rPr lang="en-US" altLang="en-US"/>
              <a:pPr/>
              <a:t>‹#›</a:t>
            </a:fld>
            <a:endParaRPr lang="en-US" altLang="en-US"/>
          </a:p>
        </p:txBody>
      </p:sp>
    </p:spTree>
    <p:extLst>
      <p:ext uri="{BB962C8B-B14F-4D97-AF65-F5344CB8AC3E}">
        <p14:creationId xmlns:p14="http://schemas.microsoft.com/office/powerpoint/2010/main" val="4379079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78" b="0" i="0">
                <a:solidFill>
                  <a:schemeClr val="tx1"/>
                </a:solidFill>
                <a:latin typeface="Tw Cen MT"/>
                <a:cs typeface="Tw Cen MT"/>
              </a:defRPr>
            </a:lvl1pPr>
          </a:lstStyle>
          <a:p>
            <a:r>
              <a:rPr lang="en-US"/>
              <a:t>Click to edit Master title style</a:t>
            </a:r>
            <a:endParaRPr/>
          </a:p>
        </p:txBody>
      </p:sp>
      <p:sp>
        <p:nvSpPr>
          <p:cNvPr id="3" name="Holder 3"/>
          <p:cNvSpPr>
            <a:spLocks noGrp="1"/>
          </p:cNvSpPr>
          <p:nvPr>
            <p:ph type="ftr" sz="quarter" idx="10"/>
          </p:nvPr>
        </p:nvSpPr>
        <p:spPr/>
        <p:txBody>
          <a:bodyPr lIns="0" tIns="0" rIns="0" bIns="0"/>
          <a:lstStyle>
            <a:lvl1pPr algn="ctr">
              <a:defRPr>
                <a:solidFill>
                  <a:schemeClr val="tx1">
                    <a:tint val="75000"/>
                  </a:schemeClr>
                </a:solidFill>
              </a:defRPr>
            </a:lvl1pPr>
          </a:lstStyle>
          <a:p>
            <a:pPr>
              <a:defRPr/>
            </a:pPr>
            <a:r>
              <a:rPr lang="en-US"/>
              <a:t>Introduction to Software Engineering</a:t>
            </a:r>
          </a:p>
        </p:txBody>
      </p:sp>
      <p:sp>
        <p:nvSpPr>
          <p:cNvPr id="4" name="Holder 4"/>
          <p:cNvSpPr>
            <a:spLocks noGrp="1"/>
          </p:cNvSpPr>
          <p:nvPr>
            <p:ph type="dt" sz="half" idx="11"/>
          </p:nvPr>
        </p:nvSpPr>
        <p:spPr/>
        <p:txBody>
          <a:bodyPr lIns="0" tIns="0" rIns="0" bIns="0"/>
          <a:lstStyle>
            <a:lvl1pPr algn="l">
              <a:defRPr>
                <a:solidFill>
                  <a:schemeClr val="tx1">
                    <a:tint val="75000"/>
                  </a:schemeClr>
                </a:solidFill>
              </a:defRPr>
            </a:lvl1pPr>
          </a:lstStyle>
          <a:p>
            <a:pPr>
              <a:defRPr/>
            </a:pPr>
            <a:fld id="{16C83B20-0A81-48DF-83EA-202DCD0CBD54}" type="datetime1">
              <a:rPr lang="en-US"/>
              <a:pPr>
                <a:defRPr/>
              </a:pPr>
              <a:t>7/28/2025</a:t>
            </a:fld>
            <a:endParaRPr lang="en-US"/>
          </a:p>
        </p:txBody>
      </p:sp>
      <p:sp>
        <p:nvSpPr>
          <p:cNvPr id="5" name="Holder 5"/>
          <p:cNvSpPr>
            <a:spLocks noGrp="1"/>
          </p:cNvSpPr>
          <p:nvPr>
            <p:ph type="sldNum" sz="quarter" idx="12"/>
          </p:nvPr>
        </p:nvSpPr>
        <p:spPr/>
        <p:txBody>
          <a:bodyPr lIns="0" tIns="0" rIns="0" bIns="0"/>
          <a:lstStyle>
            <a:lvl1pPr>
              <a:defRPr sz="700" b="1">
                <a:latin typeface="Arial" panose="020B0604020202020204" pitchFamily="34" charset="0"/>
                <a:cs typeface="Arial" panose="020B0604020202020204" pitchFamily="34" charset="0"/>
              </a:defRPr>
            </a:lvl1pPr>
          </a:lstStyle>
          <a:p>
            <a:fld id="{5E495ADC-8497-435F-9923-EF23EBC995E2}" type="slidenum">
              <a:rPr lang="en-US" altLang="en-US"/>
              <a:pPr/>
              <a:t>‹#›</a:t>
            </a:fld>
            <a:endParaRPr lang="en-US" altLang="en-US"/>
          </a:p>
        </p:txBody>
      </p:sp>
    </p:spTree>
    <p:extLst>
      <p:ext uri="{BB962C8B-B14F-4D97-AF65-F5344CB8AC3E}">
        <p14:creationId xmlns:p14="http://schemas.microsoft.com/office/powerpoint/2010/main" val="2171662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7"/>
            <a:ext cx="7772400" cy="1470025"/>
          </a:xfrm>
        </p:spPr>
        <p:txBody>
          <a:bodyPr/>
          <a:lstStyle>
            <a:lvl1pPr>
              <a:defRPr sz="2400">
                <a:solidFill>
                  <a:schemeClr val="bg1"/>
                </a:solidFill>
              </a:defRPr>
            </a:lvl1pPr>
          </a:lstStyle>
          <a:p>
            <a:r>
              <a:rPr lang="en-US"/>
              <a:t>Click to edit Master title style</a:t>
            </a:r>
            <a:endParaRPr lang="de-DE" dirty="0"/>
          </a:p>
        </p:txBody>
      </p:sp>
      <p:sp>
        <p:nvSpPr>
          <p:cNvPr id="3" name="Untertitel 2"/>
          <p:cNvSpPr>
            <a:spLocks noGrp="1"/>
          </p:cNvSpPr>
          <p:nvPr>
            <p:ph type="subTitle" idx="1"/>
          </p:nvPr>
        </p:nvSpPr>
        <p:spPr>
          <a:xfrm>
            <a:off x="1371600" y="3886200"/>
            <a:ext cx="6400800" cy="1752600"/>
          </a:xfrm>
        </p:spPr>
        <p:txBody>
          <a:bodyPr/>
          <a:lstStyle>
            <a:lvl1pPr marL="0" indent="0" algn="ctr">
              <a:buNone/>
              <a:defRPr sz="1800"/>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
        <p:nvSpPr>
          <p:cNvPr id="4" name="Date Placeholder 3"/>
          <p:cNvSpPr>
            <a:spLocks noGrp="1" noChangeArrowheads="1"/>
          </p:cNvSpPr>
          <p:nvPr>
            <p:ph type="dt" sz="half" idx="10"/>
          </p:nvPr>
        </p:nvSpPr>
        <p:spPr>
          <a:xfrm>
            <a:off x="228600" y="6248400"/>
            <a:ext cx="2209800" cy="457200"/>
          </a:xfrm>
          <a:prstGeom prst="rect">
            <a:avLst/>
          </a:prstGeom>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350" b="0">
                <a:solidFill>
                  <a:srgbClr val="FFFFFF"/>
                </a:solidFill>
                <a:latin typeface="Arial" charset="0"/>
              </a:defRPr>
            </a:lvl1pPr>
          </a:lstStyle>
          <a:p>
            <a:pPr>
              <a:defRPr/>
            </a:pPr>
            <a:endParaRPr lang="en-US"/>
          </a:p>
        </p:txBody>
      </p:sp>
    </p:spTree>
    <p:extLst>
      <p:ext uri="{BB962C8B-B14F-4D97-AF65-F5344CB8AC3E}">
        <p14:creationId xmlns:p14="http://schemas.microsoft.com/office/powerpoint/2010/main" val="30149725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lvl1pPr>
              <a:defRPr sz="1650"/>
            </a:lvl1pPr>
            <a:lvl2pPr>
              <a:defRPr sz="15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AC60EFBD-4C42-4A91-9C2D-C1A758BCD2A0}" type="slidenum">
              <a:rPr lang="en-US" altLang="en-US"/>
              <a:pPr/>
              <a:t>‹#›</a:t>
            </a:fld>
            <a:endParaRPr lang="en-US" altLang="en-US"/>
          </a:p>
        </p:txBody>
      </p:sp>
    </p:spTree>
    <p:extLst>
      <p:ext uri="{BB962C8B-B14F-4D97-AF65-F5344CB8AC3E}">
        <p14:creationId xmlns:p14="http://schemas.microsoft.com/office/powerpoint/2010/main" val="3168879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de-DE" dirty="0"/>
          </a:p>
        </p:txBody>
      </p:sp>
      <p:sp>
        <p:nvSpPr>
          <p:cNvPr id="3" name="Textplatzhalt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CCC3528A-7EF2-42E7-8371-E7C2D2E1D7AB}" type="slidenum">
              <a:rPr lang="en-US" altLang="en-US"/>
              <a:pPr/>
              <a:t>‹#›</a:t>
            </a:fld>
            <a:endParaRPr lang="en-US" altLang="en-US"/>
          </a:p>
        </p:txBody>
      </p:sp>
    </p:spTree>
    <p:extLst>
      <p:ext uri="{BB962C8B-B14F-4D97-AF65-F5344CB8AC3E}">
        <p14:creationId xmlns:p14="http://schemas.microsoft.com/office/powerpoint/2010/main" val="6892199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685800" y="1981200"/>
            <a:ext cx="3810000" cy="4114800"/>
          </a:xfrm>
        </p:spPr>
        <p:txBody>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4648200" y="1981200"/>
            <a:ext cx="3810000" cy="4114800"/>
          </a:xfrm>
        </p:spPr>
        <p:txBody>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2A4D9E6F-D869-4DA5-99CF-4D1675B136BC}" type="slidenum">
              <a:rPr lang="en-US" altLang="en-US"/>
              <a:pPr/>
              <a:t>‹#›</a:t>
            </a:fld>
            <a:endParaRPr lang="en-US" altLang="en-US"/>
          </a:p>
        </p:txBody>
      </p:sp>
    </p:spTree>
    <p:extLst>
      <p:ext uri="{BB962C8B-B14F-4D97-AF65-F5344CB8AC3E}">
        <p14:creationId xmlns:p14="http://schemas.microsoft.com/office/powerpoint/2010/main" val="3976270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en-US"/>
              <a:t>Click to edit Master title style</a:t>
            </a:r>
            <a:endParaRPr lang="de-DE"/>
          </a:p>
        </p:txBody>
      </p:sp>
      <p:sp>
        <p:nvSpPr>
          <p:cNvPr id="3" name="Textplatzhalter 2"/>
          <p:cNvSpPr>
            <a:spLocks noGrp="1"/>
          </p:cNvSpPr>
          <p:nvPr>
            <p:ph type="body" idx="1"/>
          </p:nvPr>
        </p:nvSpPr>
        <p:spPr>
          <a:xfrm>
            <a:off x="457200" y="1535113"/>
            <a:ext cx="4040188" cy="639762"/>
          </a:xfrm>
        </p:spPr>
        <p:txBody>
          <a:bodyPr anchor="b"/>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Inhaltsplatzhalter 3"/>
          <p:cNvSpPr>
            <a:spLocks noGrp="1"/>
          </p:cNvSpPr>
          <p:nvPr>
            <p:ph sz="half" idx="2"/>
          </p:nvPr>
        </p:nvSpPr>
        <p:spPr>
          <a:xfrm>
            <a:off x="457200" y="2174875"/>
            <a:ext cx="4040188" cy="3951288"/>
          </a:xfrm>
        </p:spPr>
        <p:txBody>
          <a:bodyPr/>
          <a:lstStyle>
            <a:lvl1pPr>
              <a:defRPr sz="1350"/>
            </a:lvl1pPr>
            <a:lvl2pPr>
              <a:defRPr sz="1350"/>
            </a:lvl2pPr>
            <a:lvl3pPr>
              <a:defRPr sz="1350"/>
            </a:lvl3pPr>
            <a:lvl4pPr>
              <a:defRPr sz="1350"/>
            </a:lvl4pPr>
            <a:lvl5pPr>
              <a:defRPr sz="13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extplatzhalter 4"/>
          <p:cNvSpPr>
            <a:spLocks noGrp="1"/>
          </p:cNvSpPr>
          <p:nvPr>
            <p:ph type="body" sz="quarter" idx="3"/>
          </p:nvPr>
        </p:nvSpPr>
        <p:spPr>
          <a:xfrm>
            <a:off x="4645026" y="1535113"/>
            <a:ext cx="4041775" cy="639762"/>
          </a:xfrm>
        </p:spPr>
        <p:txBody>
          <a:bodyPr anchor="b"/>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Inhaltsplatzhalter 5"/>
          <p:cNvSpPr>
            <a:spLocks noGrp="1"/>
          </p:cNvSpPr>
          <p:nvPr>
            <p:ph sz="quarter" idx="4"/>
          </p:nvPr>
        </p:nvSpPr>
        <p:spPr>
          <a:xfrm>
            <a:off x="4645026" y="2174875"/>
            <a:ext cx="4041775" cy="3951288"/>
          </a:xfrm>
        </p:spPr>
        <p:txBody>
          <a:bodyPr/>
          <a:lstStyle>
            <a:lvl1pPr>
              <a:defRPr sz="1350"/>
            </a:lvl1pPr>
            <a:lvl2pPr>
              <a:defRPr sz="1350"/>
            </a:lvl2pPr>
            <a:lvl3pPr>
              <a:defRPr sz="1350"/>
            </a:lvl3pPr>
            <a:lvl4pPr>
              <a:defRPr sz="1350"/>
            </a:lvl4pPr>
            <a:lvl5pPr>
              <a:defRPr sz="13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Slide Number Placeholder 6"/>
          <p:cNvSpPr>
            <a:spLocks noGrp="1" noChangeArrowheads="1"/>
          </p:cNvSpPr>
          <p:nvPr>
            <p:ph type="sldNum" sz="quarter" idx="10"/>
          </p:nvPr>
        </p:nvSpPr>
        <p:spPr>
          <a:xfrm>
            <a:off x="261938" y="6400800"/>
            <a:ext cx="533400" cy="457200"/>
          </a:xfrm>
        </p:spPr>
        <p:txBody>
          <a:bodyPr/>
          <a:lstStyle>
            <a:lvl1pPr>
              <a:defRPr/>
            </a:lvl1pPr>
          </a:lstStyle>
          <a:p>
            <a:fld id="{AACFB517-6213-451E-9100-9F27E30EC085}" type="slidenum">
              <a:rPr lang="en-US" altLang="en-US"/>
              <a:pPr/>
              <a:t>‹#›</a:t>
            </a:fld>
            <a:endParaRPr lang="en-US" altLang="en-US"/>
          </a:p>
        </p:txBody>
      </p:sp>
    </p:spTree>
    <p:extLst>
      <p:ext uri="{BB962C8B-B14F-4D97-AF65-F5344CB8AC3E}">
        <p14:creationId xmlns:p14="http://schemas.microsoft.com/office/powerpoint/2010/main" val="71065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Slide Number Placeholder 6"/>
          <p:cNvSpPr>
            <a:spLocks noGrp="1" noChangeArrowheads="1"/>
          </p:cNvSpPr>
          <p:nvPr>
            <p:ph type="sldNum" sz="quarter" idx="10"/>
          </p:nvPr>
        </p:nvSpPr>
        <p:spPr>
          <a:xfrm>
            <a:off x="261938" y="6400800"/>
            <a:ext cx="533400" cy="457200"/>
          </a:xfrm>
        </p:spPr>
        <p:txBody>
          <a:bodyPr/>
          <a:lstStyle>
            <a:lvl1pPr>
              <a:defRPr/>
            </a:lvl1pPr>
          </a:lstStyle>
          <a:p>
            <a:fld id="{3CB75458-7629-44A2-9C1E-7574ABD455DB}" type="slidenum">
              <a:rPr lang="en-US" altLang="en-US"/>
              <a:pPr/>
              <a:t>‹#›</a:t>
            </a:fld>
            <a:endParaRPr lang="en-US" altLang="en-US"/>
          </a:p>
        </p:txBody>
      </p:sp>
    </p:spTree>
    <p:extLst>
      <p:ext uri="{BB962C8B-B14F-4D97-AF65-F5344CB8AC3E}">
        <p14:creationId xmlns:p14="http://schemas.microsoft.com/office/powerpoint/2010/main" val="41819251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Slide Number Placeholder 6"/>
          <p:cNvSpPr>
            <a:spLocks noGrp="1" noChangeArrowheads="1"/>
          </p:cNvSpPr>
          <p:nvPr>
            <p:ph type="sldNum" sz="quarter" idx="10"/>
          </p:nvPr>
        </p:nvSpPr>
        <p:spPr>
          <a:xfrm>
            <a:off x="261938" y="6400800"/>
            <a:ext cx="533400" cy="457200"/>
          </a:xfrm>
        </p:spPr>
        <p:txBody>
          <a:bodyPr/>
          <a:lstStyle>
            <a:lvl1pPr>
              <a:defRPr/>
            </a:lvl1pPr>
          </a:lstStyle>
          <a:p>
            <a:fld id="{9DEC1075-E374-47D4-BAD3-CDC97E162C73}" type="slidenum">
              <a:rPr lang="en-US" altLang="en-US"/>
              <a:pPr/>
              <a:t>‹#›</a:t>
            </a:fld>
            <a:endParaRPr lang="en-US" altLang="en-US"/>
          </a:p>
        </p:txBody>
      </p:sp>
    </p:spTree>
    <p:extLst>
      <p:ext uri="{BB962C8B-B14F-4D97-AF65-F5344CB8AC3E}">
        <p14:creationId xmlns:p14="http://schemas.microsoft.com/office/powerpoint/2010/main" val="41773170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de-DE"/>
          </a:p>
        </p:txBody>
      </p:sp>
      <p:sp>
        <p:nvSpPr>
          <p:cNvPr id="3" name="Inhaltsplatzhalter 2"/>
          <p:cNvSpPr>
            <a:spLocks noGrp="1"/>
          </p:cNvSpPr>
          <p:nvPr>
            <p:ph idx="1"/>
          </p:nvPr>
        </p:nvSpPr>
        <p:spPr>
          <a:xfrm>
            <a:off x="3575050" y="273052"/>
            <a:ext cx="5111750" cy="5853113"/>
          </a:xfrm>
        </p:spPr>
        <p:txBody>
          <a:bodyPr/>
          <a:lstStyle>
            <a:lvl1pPr>
              <a:defRPr sz="1350"/>
            </a:lvl1pPr>
            <a:lvl2pPr>
              <a:defRPr sz="1350"/>
            </a:lvl2pPr>
            <a:lvl3pPr>
              <a:defRPr sz="1350"/>
            </a:lvl3pPr>
            <a:lvl4pPr>
              <a:defRPr sz="1350"/>
            </a:lvl4pPr>
            <a:lvl5pPr>
              <a:defRPr sz="135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extplatzhalt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B28B3EBD-9C9E-4F03-ABD2-E3ECEB6F3AB3}" type="slidenum">
              <a:rPr lang="en-US" altLang="en-US"/>
              <a:pPr/>
              <a:t>‹#›</a:t>
            </a:fld>
            <a:endParaRPr lang="en-US" altLang="en-US"/>
          </a:p>
        </p:txBody>
      </p:sp>
    </p:spTree>
    <p:extLst>
      <p:ext uri="{BB962C8B-B14F-4D97-AF65-F5344CB8AC3E}">
        <p14:creationId xmlns:p14="http://schemas.microsoft.com/office/powerpoint/2010/main" val="18568844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de-DE" noProof="0" dirty="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81CCB259-E849-4EE0-9806-0DD02E009492}" type="slidenum">
              <a:rPr lang="en-US" altLang="en-US"/>
              <a:pPr/>
              <a:t>‹#›</a:t>
            </a:fld>
            <a:endParaRPr lang="en-US" altLang="en-US"/>
          </a:p>
        </p:txBody>
      </p:sp>
    </p:spTree>
    <p:extLst>
      <p:ext uri="{BB962C8B-B14F-4D97-AF65-F5344CB8AC3E}">
        <p14:creationId xmlns:p14="http://schemas.microsoft.com/office/powerpoint/2010/main" val="36358027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Vertikaler Textplatzhalt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7ED5CA33-1CA0-4850-926F-2301A617DE30}" type="slidenum">
              <a:rPr lang="en-US" altLang="en-US"/>
              <a:pPr/>
              <a:t>‹#›</a:t>
            </a:fld>
            <a:endParaRPr lang="en-US" altLang="en-US"/>
          </a:p>
        </p:txBody>
      </p:sp>
    </p:spTree>
    <p:extLst>
      <p:ext uri="{BB962C8B-B14F-4D97-AF65-F5344CB8AC3E}">
        <p14:creationId xmlns:p14="http://schemas.microsoft.com/office/powerpoint/2010/main" val="22295640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15100" y="609600"/>
            <a:ext cx="1943100" cy="5486400"/>
          </a:xfrm>
        </p:spPr>
        <p:txBody>
          <a:bodyPr vert="eaVert"/>
          <a:lstStyle/>
          <a:p>
            <a:r>
              <a:rPr lang="en-US"/>
              <a:t>Click to edit Master title style</a:t>
            </a:r>
            <a:endParaRPr lang="de-DE"/>
          </a:p>
        </p:txBody>
      </p:sp>
      <p:sp>
        <p:nvSpPr>
          <p:cNvPr id="3" name="Vertikaler Textplatzhalter 2"/>
          <p:cNvSpPr>
            <a:spLocks noGrp="1"/>
          </p:cNvSpPr>
          <p:nvPr>
            <p:ph type="body" orient="vert" idx="1"/>
          </p:nvPr>
        </p:nvSpPr>
        <p:spPr>
          <a:xfrm>
            <a:off x="685800" y="609600"/>
            <a:ext cx="56769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DE18F6E2-11F6-4013-9AE8-9E60DD534C42}" type="slidenum">
              <a:rPr lang="en-US" altLang="en-US"/>
              <a:pPr/>
              <a:t>‹#›</a:t>
            </a:fld>
            <a:endParaRPr lang="en-US" altLang="en-US"/>
          </a:p>
        </p:txBody>
      </p:sp>
    </p:spTree>
    <p:extLst>
      <p:ext uri="{BB962C8B-B14F-4D97-AF65-F5344CB8AC3E}">
        <p14:creationId xmlns:p14="http://schemas.microsoft.com/office/powerpoint/2010/main" val="2110964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495800"/>
          </a:xfrm>
        </p:spPr>
        <p:txBody>
          <a:bodyPr/>
          <a:lstStyle/>
          <a:p>
            <a:pPr lvl="0"/>
            <a:r>
              <a:rPr lang="en-US" noProof="0"/>
              <a:t>Click icon to add table</a:t>
            </a:r>
          </a:p>
        </p:txBody>
      </p:sp>
      <p:sp>
        <p:nvSpPr>
          <p:cNvPr id="4" name="Date Placeholder 3"/>
          <p:cNvSpPr>
            <a:spLocks noGrp="1"/>
          </p:cNvSpPr>
          <p:nvPr>
            <p:ph type="dt" sz="half" idx="10"/>
          </p:nvPr>
        </p:nvSpPr>
        <p:spPr>
          <a:xfrm>
            <a:off x="457200" y="6248400"/>
            <a:ext cx="2133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fld id="{EBBA815D-9483-430A-8743-88D31D8DB4AA}" type="slidenum">
              <a:rPr lang="en-US" altLang="en-US"/>
              <a:pPr/>
              <a:t>‹#›</a:t>
            </a:fld>
            <a:endParaRPr lang="en-US" altLang="en-US"/>
          </a:p>
        </p:txBody>
      </p:sp>
    </p:spTree>
    <p:extLst>
      <p:ext uri="{BB962C8B-B14F-4D97-AF65-F5344CB8AC3E}">
        <p14:creationId xmlns:p14="http://schemas.microsoft.com/office/powerpoint/2010/main" val="28693019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495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71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24300"/>
            <a:ext cx="4038600" cy="2171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8400"/>
            <a:ext cx="2133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fld id="{CEC15EC4-B671-48F5-9A62-4AD6B3AEF659}" type="slidenum">
              <a:rPr lang="en-US" altLang="en-US"/>
              <a:pPr/>
              <a:t>‹#›</a:t>
            </a:fld>
            <a:endParaRPr lang="en-US" altLang="en-US"/>
          </a:p>
        </p:txBody>
      </p:sp>
    </p:spTree>
    <p:extLst>
      <p:ext uri="{BB962C8B-B14F-4D97-AF65-F5344CB8AC3E}">
        <p14:creationId xmlns:p14="http://schemas.microsoft.com/office/powerpoint/2010/main" val="2862993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image" Target="../media/image2.png"/><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GB"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GB"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AD3F9547-051C-4D1C-8EB9-2F6BC3DF62A5}"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6DAD3B17-6E84-46EA-8799-37787A46B035}" type="datetime1">
              <a:rPr lang="en-US"/>
              <a:pPr>
                <a:defRPr/>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r>
              <a:rPr lang="en-US"/>
              <a:t>Introduction to Software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9DBB5CE7-B0B6-4F29-A496-C45A96C8619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Lst>
  <p:hf hdr="0" dt="0"/>
  <p:txStyles>
    <p:titleStyle>
      <a:lvl1pPr algn="ctr" defTabSz="342900" rtl="0" eaLnBrk="0" fontAlgn="base" hangingPunct="0">
        <a:spcBef>
          <a:spcPct val="0"/>
        </a:spcBef>
        <a:spcAft>
          <a:spcPct val="0"/>
        </a:spcAft>
        <a:defRPr sz="3300" kern="1200">
          <a:solidFill>
            <a:schemeClr val="tx1"/>
          </a:solidFill>
          <a:latin typeface="+mj-lt"/>
          <a:ea typeface="+mj-ea"/>
          <a:cs typeface="+mj-cs"/>
        </a:defRPr>
      </a:lvl1pPr>
      <a:lvl2pPr algn="ctr" defTabSz="342900" rtl="0" eaLnBrk="0" fontAlgn="base" hangingPunct="0">
        <a:spcBef>
          <a:spcPct val="0"/>
        </a:spcBef>
        <a:spcAft>
          <a:spcPct val="0"/>
        </a:spcAft>
        <a:defRPr sz="3300">
          <a:solidFill>
            <a:schemeClr val="tx1"/>
          </a:solidFill>
          <a:latin typeface="Calibri" panose="020F0502020204030204" pitchFamily="34" charset="0"/>
        </a:defRPr>
      </a:lvl2pPr>
      <a:lvl3pPr algn="ctr" defTabSz="342900" rtl="0" eaLnBrk="0" fontAlgn="base" hangingPunct="0">
        <a:spcBef>
          <a:spcPct val="0"/>
        </a:spcBef>
        <a:spcAft>
          <a:spcPct val="0"/>
        </a:spcAft>
        <a:defRPr sz="3300">
          <a:solidFill>
            <a:schemeClr val="tx1"/>
          </a:solidFill>
          <a:latin typeface="Calibri" panose="020F0502020204030204" pitchFamily="34" charset="0"/>
        </a:defRPr>
      </a:lvl3pPr>
      <a:lvl4pPr algn="ctr" defTabSz="342900" rtl="0" eaLnBrk="0" fontAlgn="base" hangingPunct="0">
        <a:spcBef>
          <a:spcPct val="0"/>
        </a:spcBef>
        <a:spcAft>
          <a:spcPct val="0"/>
        </a:spcAft>
        <a:defRPr sz="3300">
          <a:solidFill>
            <a:schemeClr val="tx1"/>
          </a:solidFill>
          <a:latin typeface="Calibri" panose="020F0502020204030204" pitchFamily="34" charset="0"/>
        </a:defRPr>
      </a:lvl4pPr>
      <a:lvl5pPr algn="ctr" defTabSz="342900" rtl="0" eaLnBrk="0" fontAlgn="base" hangingPunct="0">
        <a:spcBef>
          <a:spcPct val="0"/>
        </a:spcBef>
        <a:spcAft>
          <a:spcPct val="0"/>
        </a:spcAft>
        <a:defRPr sz="3300">
          <a:solidFill>
            <a:schemeClr val="tx1"/>
          </a:solidFill>
          <a:latin typeface="Calibri" panose="020F0502020204030204" pitchFamily="34" charset="0"/>
        </a:defRPr>
      </a:lvl5pPr>
      <a:lvl6pPr marL="457200" algn="ctr" defTabSz="342900" rtl="0" fontAlgn="base">
        <a:spcBef>
          <a:spcPct val="0"/>
        </a:spcBef>
        <a:spcAft>
          <a:spcPct val="0"/>
        </a:spcAft>
        <a:defRPr sz="3300">
          <a:solidFill>
            <a:schemeClr val="tx1"/>
          </a:solidFill>
          <a:latin typeface="Calibri" panose="020F0502020204030204" pitchFamily="34" charset="0"/>
        </a:defRPr>
      </a:lvl6pPr>
      <a:lvl7pPr marL="914400" algn="ctr" defTabSz="342900" rtl="0" fontAlgn="base">
        <a:spcBef>
          <a:spcPct val="0"/>
        </a:spcBef>
        <a:spcAft>
          <a:spcPct val="0"/>
        </a:spcAft>
        <a:defRPr sz="3300">
          <a:solidFill>
            <a:schemeClr val="tx1"/>
          </a:solidFill>
          <a:latin typeface="Calibri" panose="020F0502020204030204" pitchFamily="34" charset="0"/>
        </a:defRPr>
      </a:lvl7pPr>
      <a:lvl8pPr marL="1371600" algn="ctr" defTabSz="342900" rtl="0" fontAlgn="base">
        <a:spcBef>
          <a:spcPct val="0"/>
        </a:spcBef>
        <a:spcAft>
          <a:spcPct val="0"/>
        </a:spcAft>
        <a:defRPr sz="3300">
          <a:solidFill>
            <a:schemeClr val="tx1"/>
          </a:solidFill>
          <a:latin typeface="Calibri" panose="020F0502020204030204" pitchFamily="34" charset="0"/>
        </a:defRPr>
      </a:lvl8pPr>
      <a:lvl9pPr marL="1828800" algn="ctr" defTabSz="3429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261938" y="84138"/>
            <a:ext cx="85264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smtClean="0"/>
              <a:t>Mastertitelformat bearbeiten</a:t>
            </a:r>
          </a:p>
        </p:txBody>
      </p:sp>
      <p:sp>
        <p:nvSpPr>
          <p:cNvPr id="3075" name="Rectangle 3"/>
          <p:cNvSpPr>
            <a:spLocks noGrp="1" noChangeArrowheads="1"/>
          </p:cNvSpPr>
          <p:nvPr>
            <p:ph type="body" idx="1"/>
          </p:nvPr>
        </p:nvSpPr>
        <p:spPr bwMode="auto">
          <a:xfrm>
            <a:off x="261938" y="1455738"/>
            <a:ext cx="8526462" cy="458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smtClean="0"/>
              <a:t>Mastertextformat bearbeiten</a:t>
            </a:r>
          </a:p>
          <a:p>
            <a:pPr lvl="1"/>
            <a:r>
              <a:rPr lang="de-DE" altLang="en-US" smtClean="0"/>
              <a:t>Zweite Ebene</a:t>
            </a:r>
          </a:p>
          <a:p>
            <a:pPr lvl="2"/>
            <a:r>
              <a:rPr lang="de-DE" altLang="en-US" smtClean="0"/>
              <a:t>Dritte Ebene</a:t>
            </a:r>
          </a:p>
          <a:p>
            <a:pPr lvl="3"/>
            <a:r>
              <a:rPr lang="de-DE" altLang="en-US" smtClean="0"/>
              <a:t>Vierte Ebene</a:t>
            </a:r>
          </a:p>
          <a:p>
            <a:pPr lvl="4"/>
            <a:r>
              <a:rPr lang="de-DE" altLang="en-US" smtClean="0"/>
              <a:t>Fünfte Ebene</a:t>
            </a:r>
          </a:p>
        </p:txBody>
      </p:sp>
      <p:sp>
        <p:nvSpPr>
          <p:cNvPr id="5" name="Rectangle 6"/>
          <p:cNvSpPr>
            <a:spLocks noGrp="1" noChangeArrowheads="1"/>
          </p:cNvSpPr>
          <p:nvPr>
            <p:ph type="sldNum" sz="quarter" idx="4"/>
          </p:nvPr>
        </p:nvSpPr>
        <p:spPr>
          <a:xfrm>
            <a:off x="261938" y="6434138"/>
            <a:ext cx="406400" cy="319087"/>
          </a:xfrm>
          <a:prstGeom prst="rect">
            <a:avLst/>
          </a:prstGeom>
        </p:spPr>
        <p:txBody>
          <a:bodyPr vert="horz" wrap="square" lIns="91440" tIns="45720" rIns="91440" bIns="45720" numCol="1" anchor="t" anchorCtr="0" compatLnSpc="1">
            <a:prstTxWarp prst="textNoShape">
              <a:avLst/>
            </a:prstTxWarp>
          </a:bodyPr>
          <a:lstStyle>
            <a:lvl1pPr eaLnBrk="1" hangingPunct="1">
              <a:defRPr sz="900">
                <a:latin typeface="Arial" panose="020B0604020202020204" pitchFamily="34" charset="0"/>
              </a:defRPr>
            </a:lvl1pPr>
          </a:lstStyle>
          <a:p>
            <a:fld id="{E215DAD6-04A2-475D-99F0-1134F5839B29}" type="slidenum">
              <a:rPr lang="en-US" altLang="en-US"/>
              <a:pPr/>
              <a:t>‹#›</a:t>
            </a:fld>
            <a:endParaRPr lang="en-US" altLang="en-US"/>
          </a:p>
        </p:txBody>
      </p:sp>
      <p:cxnSp>
        <p:nvCxnSpPr>
          <p:cNvPr id="3077" name="Straight Connector 2"/>
          <p:cNvCxnSpPr>
            <a:cxnSpLocks noChangeShapeType="1"/>
          </p:cNvCxnSpPr>
          <p:nvPr/>
        </p:nvCxnSpPr>
        <p:spPr bwMode="auto">
          <a:xfrm>
            <a:off x="0" y="6240463"/>
            <a:ext cx="9144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3078" name="Picture 5"/>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7491413" y="6342063"/>
            <a:ext cx="12969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Lst>
  <p:hf hdr="0" ftr="0" dt="0"/>
  <p:txStyles>
    <p:titleStyle>
      <a:lvl1pPr algn="ctr" rtl="0" eaLnBrk="0" fontAlgn="base" hangingPunct="0">
        <a:spcBef>
          <a:spcPct val="0"/>
        </a:spcBef>
        <a:spcAft>
          <a:spcPct val="0"/>
        </a:spcAft>
        <a:defRPr sz="2100">
          <a:solidFill>
            <a:srgbClr val="000000"/>
          </a:solidFill>
          <a:latin typeface="Arial"/>
          <a:ea typeface="MS PGothic" panose="020B0600070205080204" pitchFamily="34" charset="-128"/>
          <a:cs typeface="Arial"/>
        </a:defRPr>
      </a:lvl1pPr>
      <a:lvl2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2pPr>
      <a:lvl3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3pPr>
      <a:lvl4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4pPr>
      <a:lvl5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6pPr>
      <a:lvl7pPr marL="6858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7pPr>
      <a:lvl8pPr marL="10287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8pPr>
      <a:lvl9pPr marL="13716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9pPr>
    </p:titleStyle>
    <p:bodyStyle>
      <a:lvl1pPr marL="257175" indent="-257175"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1pPr>
      <a:lvl2pPr marL="557213" indent="-214313"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2pPr>
      <a:lvl3pPr marL="8572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3pPr>
      <a:lvl4pPr marL="12001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4pPr>
      <a:lvl5pPr marL="15430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5pPr>
      <a:lvl6pPr marL="1885950" indent="-171450" algn="l" rtl="0" eaLnBrk="1" fontAlgn="base" hangingPunct="1">
        <a:spcBef>
          <a:spcPct val="20000"/>
        </a:spcBef>
        <a:spcAft>
          <a:spcPct val="0"/>
        </a:spcAft>
        <a:buChar char="»"/>
        <a:defRPr sz="1500">
          <a:solidFill>
            <a:schemeClr val="tx1"/>
          </a:solidFill>
          <a:latin typeface="+mn-lt"/>
          <a:ea typeface="+mn-ea"/>
        </a:defRPr>
      </a:lvl6pPr>
      <a:lvl7pPr marL="2228850" indent="-171450" algn="l" rtl="0" eaLnBrk="1" fontAlgn="base" hangingPunct="1">
        <a:spcBef>
          <a:spcPct val="20000"/>
        </a:spcBef>
        <a:spcAft>
          <a:spcPct val="0"/>
        </a:spcAft>
        <a:buChar char="»"/>
        <a:defRPr sz="1500">
          <a:solidFill>
            <a:schemeClr val="tx1"/>
          </a:solidFill>
          <a:latin typeface="+mn-lt"/>
          <a:ea typeface="+mn-ea"/>
        </a:defRPr>
      </a:lvl7pPr>
      <a:lvl8pPr marL="2571750" indent="-171450" algn="l" rtl="0" eaLnBrk="1" fontAlgn="base" hangingPunct="1">
        <a:spcBef>
          <a:spcPct val="20000"/>
        </a:spcBef>
        <a:spcAft>
          <a:spcPct val="0"/>
        </a:spcAft>
        <a:buChar char="»"/>
        <a:defRPr sz="1500">
          <a:solidFill>
            <a:schemeClr val="tx1"/>
          </a:solidFill>
          <a:latin typeface="+mn-lt"/>
          <a:ea typeface="+mn-ea"/>
        </a:defRPr>
      </a:lvl8pPr>
      <a:lvl9pPr marL="2914650" indent="-171450" algn="l" rtl="0" eaLnBrk="1" fontAlgn="base" hangingPunct="1">
        <a:spcBef>
          <a:spcPct val="20000"/>
        </a:spcBef>
        <a:spcAft>
          <a:spcPct val="0"/>
        </a:spcAft>
        <a:buChar char="»"/>
        <a:defRPr sz="1500">
          <a:solidFill>
            <a:schemeClr val="tx1"/>
          </a:solidFill>
          <a:latin typeface="+mn-lt"/>
          <a:ea typeface="+mn-ea"/>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2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2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23.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image" Target="../media/image25.emf"/><Relationship Id="rId4" Type="http://schemas.openxmlformats.org/officeDocument/2006/relationships/oleObject" Target="../embeddings/oleObject7.bin"/></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txBox="1">
            <a:spLocks/>
          </p:cNvSpPr>
          <p:nvPr/>
        </p:nvSpPr>
        <p:spPr bwMode="auto">
          <a:xfrm>
            <a:off x="1714500" y="2455863"/>
            <a:ext cx="495935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572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572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solidFill>
                  <a:schemeClr val="bg1"/>
                </a:solidFill>
                <a:latin typeface="Roboto"/>
                <a:ea typeface="Roboto"/>
                <a:cs typeface="Roboto"/>
              </a:rPr>
              <a:t>Software Design and Analysis</a:t>
            </a:r>
            <a:br>
              <a:rPr lang="en-US" altLang="en-US" sz="2400">
                <a:solidFill>
                  <a:schemeClr val="bg1"/>
                </a:solidFill>
                <a:latin typeface="Roboto"/>
                <a:ea typeface="Roboto"/>
                <a:cs typeface="Roboto"/>
              </a:rPr>
            </a:br>
            <a:r>
              <a:rPr lang="en-US" altLang="en-US" sz="2400">
                <a:solidFill>
                  <a:schemeClr val="bg1"/>
                </a:solidFill>
                <a:latin typeface="Roboto"/>
                <a:ea typeface="Roboto"/>
                <a:cs typeface="Roboto"/>
              </a:rPr>
              <a:t>CS-3004</a:t>
            </a:r>
            <a:br>
              <a:rPr lang="en-US" altLang="en-US" sz="2400">
                <a:solidFill>
                  <a:schemeClr val="bg1"/>
                </a:solidFill>
                <a:latin typeface="Roboto"/>
                <a:ea typeface="Roboto"/>
                <a:cs typeface="Roboto"/>
              </a:rPr>
            </a:br>
            <a:r>
              <a:rPr lang="en-US" altLang="en-US" sz="2400">
                <a:solidFill>
                  <a:schemeClr val="bg1"/>
                </a:solidFill>
                <a:latin typeface="Roboto"/>
                <a:ea typeface="Roboto"/>
                <a:cs typeface="Roboto"/>
              </a:rPr>
              <a:t>Lecture# 12</a:t>
            </a:r>
          </a:p>
        </p:txBody>
      </p:sp>
      <p:sp>
        <p:nvSpPr>
          <p:cNvPr id="25603" name="Subtitle 4"/>
          <p:cNvSpPr>
            <a:spLocks noGrp="1"/>
          </p:cNvSpPr>
          <p:nvPr>
            <p:ph type="subTitle" idx="1"/>
          </p:nvPr>
        </p:nvSpPr>
        <p:spPr>
          <a:xfrm>
            <a:off x="6084888" y="4005263"/>
            <a:ext cx="2701925" cy="1033462"/>
          </a:xfrm>
        </p:spPr>
        <p:txBody>
          <a:bodyPr>
            <a:spAutoFit/>
          </a:bodyPr>
          <a:lstStyle/>
          <a:p>
            <a:r>
              <a:rPr lang="en-US" altLang="en-US" sz="1800" smtClean="0">
                <a:solidFill>
                  <a:schemeClr val="bg1"/>
                </a:solidFill>
                <a:latin typeface="Roboto"/>
                <a:ea typeface="Roboto"/>
                <a:cs typeface="Roboto"/>
              </a:rPr>
              <a:t>Dr. Javaria Imtiaz,</a:t>
            </a:r>
          </a:p>
          <a:p>
            <a:r>
              <a:rPr lang="en-US" altLang="en-US" sz="1800" smtClean="0">
                <a:solidFill>
                  <a:schemeClr val="bg1"/>
                </a:solidFill>
                <a:latin typeface="Roboto"/>
                <a:ea typeface="Roboto"/>
                <a:cs typeface="Roboto"/>
              </a:rPr>
              <a:t> Mr. Basharat Hussain, </a:t>
            </a:r>
          </a:p>
          <a:p>
            <a:r>
              <a:rPr lang="en-US" altLang="en-US" sz="1800" smtClean="0">
                <a:solidFill>
                  <a:schemeClr val="bg1"/>
                </a:solidFill>
                <a:latin typeface="Roboto"/>
                <a:ea typeface="Roboto"/>
                <a:cs typeface="Roboto"/>
              </a:rPr>
              <a:t>Mr. Majid Hussain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z="4000" smtClean="0">
                <a:latin typeface="Helvetica" panose="020B0604020202020204" pitchFamily="34" charset="0"/>
                <a:cs typeface="Helvetica" panose="020B0604020202020204" pitchFamily="34" charset="0"/>
              </a:rPr>
              <a:t>Outline</a:t>
            </a:r>
          </a:p>
        </p:txBody>
      </p:sp>
      <p:sp>
        <p:nvSpPr>
          <p:cNvPr id="26627" name="Content Placeholder 2"/>
          <p:cNvSpPr>
            <a:spLocks noGrp="1"/>
          </p:cNvSpPr>
          <p:nvPr>
            <p:ph idx="1"/>
          </p:nvPr>
        </p:nvSpPr>
        <p:spPr/>
        <p:txBody>
          <a:bodyPr/>
          <a:lstStyle/>
          <a:p>
            <a:pPr eaLnBrk="1" hangingPunct="1"/>
            <a:r>
              <a:rPr lang="en-US" altLang="en-US" sz="2800" smtClean="0">
                <a:latin typeface="Helvetica" panose="020B0604020202020204" pitchFamily="34" charset="0"/>
                <a:cs typeface="Helvetica" panose="020B0604020202020204" pitchFamily="34" charset="0"/>
              </a:rPr>
              <a:t>Package Diagram</a:t>
            </a:r>
          </a:p>
          <a:p>
            <a:pPr eaLnBrk="1" hangingPunct="1"/>
            <a:r>
              <a:rPr lang="en-US" altLang="en-US" sz="2800" smtClean="0">
                <a:latin typeface="Helvetica" panose="020B0604020202020204" pitchFamily="34" charset="0"/>
                <a:cs typeface="Helvetica" panose="020B0604020202020204" pitchFamily="34" charset="0"/>
              </a:rPr>
              <a:t>Component Diagram</a:t>
            </a:r>
          </a:p>
          <a:p>
            <a:pPr eaLnBrk="1" hangingPunct="1"/>
            <a:r>
              <a:rPr lang="en-US" altLang="en-US" sz="2800" smtClean="0">
                <a:latin typeface="Helvetica" panose="020B0604020202020204" pitchFamily="34" charset="0"/>
                <a:cs typeface="Helvetica" panose="020B0604020202020204" pitchFamily="34" charset="0"/>
              </a:rPr>
              <a:t>Deployment Diagram</a:t>
            </a:r>
          </a:p>
          <a:p>
            <a:pPr eaLnBrk="1" hangingPunct="1"/>
            <a:r>
              <a:rPr lang="en-US" altLang="en-US" sz="2800" smtClean="0">
                <a:latin typeface="Helvetica" panose="020B0604020202020204" pitchFamily="34" charset="0"/>
                <a:cs typeface="Helvetica" panose="020B0604020202020204" pitchFamily="34" charset="0"/>
              </a:rPr>
              <a:t>Activity Diagram</a:t>
            </a:r>
          </a:p>
        </p:txBody>
      </p:sp>
      <p:sp>
        <p:nvSpPr>
          <p:cNvPr id="266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85F55-507F-47DD-977F-85A4D5509394}" type="slidenum">
              <a:rPr lang="en-GB" altLang="en-US" sz="1100">
                <a:latin typeface="Helvetica" panose="020B0604020202020204" pitchFamily="34" charset="0"/>
                <a:cs typeface="Helvetica" panose="020B0604020202020204" pitchFamily="34" charset="0"/>
              </a:rPr>
              <a:pPr>
                <a:spcBef>
                  <a:spcPct val="0"/>
                </a:spcBef>
                <a:buFontTx/>
                <a:buNone/>
              </a:pPr>
              <a:t>2</a:t>
            </a:fld>
            <a:endParaRPr lang="en-GB" altLang="en-US" sz="110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323850" y="404813"/>
            <a:ext cx="8229600" cy="490537"/>
          </a:xfrm>
        </p:spPr>
        <p:txBody>
          <a:bodyPr/>
          <a:lstStyle/>
          <a:p>
            <a:pPr eaLnBrk="1" hangingPunct="1"/>
            <a:r>
              <a:rPr lang="en-GB" altLang="en-US" sz="4000" smtClean="0">
                <a:latin typeface="Helvetica" panose="020B0604020202020204" pitchFamily="34" charset="0"/>
                <a:cs typeface="Helvetica" panose="020B0604020202020204" pitchFamily="34" charset="0"/>
              </a:rPr>
              <a:t>Packages</a:t>
            </a:r>
            <a:endParaRPr lang="en-US" altLang="en-US" sz="4000" smtClean="0">
              <a:latin typeface="Helvetica" panose="020B0604020202020204" pitchFamily="34" charset="0"/>
              <a:cs typeface="Helvetica" panose="020B0604020202020204" pitchFamily="34" charset="0"/>
            </a:endParaRPr>
          </a:p>
        </p:txBody>
      </p:sp>
      <p:graphicFrame>
        <p:nvGraphicFramePr>
          <p:cNvPr id="27651" name="Object 6"/>
          <p:cNvGraphicFramePr>
            <a:graphicFrameLocks noGrp="1" noChangeAspect="1"/>
          </p:cNvGraphicFramePr>
          <p:nvPr>
            <p:ph sz="half" idx="1"/>
          </p:nvPr>
        </p:nvGraphicFramePr>
        <p:xfrm>
          <a:off x="765175" y="1700213"/>
          <a:ext cx="8088313" cy="2881312"/>
        </p:xfrm>
        <a:graphic>
          <a:graphicData uri="http://schemas.openxmlformats.org/presentationml/2006/ole">
            <mc:AlternateContent xmlns:mc="http://schemas.openxmlformats.org/markup-compatibility/2006">
              <mc:Choice xmlns:v="urn:schemas-microsoft-com:vml" Requires="v">
                <p:oleObj spid="_x0000_s27653" name="UML Diagram" r:id="rId3" imgW="5745655" imgH="2046014" progId="Pacestar.Diagram">
                  <p:embed/>
                </p:oleObj>
              </mc:Choice>
              <mc:Fallback>
                <p:oleObj name="UML Diagram" r:id="rId3" imgW="5745655" imgH="2046014" progId="Pacestar.Diagram">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75" y="1700213"/>
                        <a:ext cx="8088313"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2"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1441F6-2FD8-4920-A688-7213DB4DC454}" type="slidenum">
              <a:rPr lang="en-GB" altLang="en-US" sz="1200">
                <a:latin typeface="Arial" panose="020B0604020202020204" pitchFamily="34" charset="0"/>
                <a:cs typeface="Arial" panose="020B0604020202020204" pitchFamily="34" charset="0"/>
              </a:rPr>
              <a:pPr>
                <a:spcBef>
                  <a:spcPct val="0"/>
                </a:spcBef>
                <a:buFontTx/>
                <a:buNone/>
              </a:pPr>
              <a:t>3</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738" y="188913"/>
            <a:ext cx="8229600" cy="633412"/>
          </a:xfrm>
        </p:spPr>
        <p:txBody>
          <a:bodyPr rtlCol="0">
            <a:normAutofit fontScale="90000"/>
          </a:bodyPr>
          <a:lstStyle/>
          <a:p>
            <a:pPr eaLnBrk="1" fontAlgn="auto" hangingPunct="1">
              <a:spcAft>
                <a:spcPts val="0"/>
              </a:spcAft>
              <a:defRPr/>
            </a:pPr>
            <a:r>
              <a:rPr lang="en-US" dirty="0">
                <a:latin typeface="Helvetica" panose="020B0604020202020204" pitchFamily="34" charset="0"/>
                <a:cs typeface="Helvetica" panose="020B0604020202020204" pitchFamily="34" charset="0"/>
              </a:rPr>
              <a:t>Package </a:t>
            </a:r>
          </a:p>
        </p:txBody>
      </p:sp>
      <p:sp>
        <p:nvSpPr>
          <p:cNvPr id="3" name="Content Placeholder 2"/>
          <p:cNvSpPr>
            <a:spLocks noGrp="1"/>
          </p:cNvSpPr>
          <p:nvPr>
            <p:ph idx="1"/>
          </p:nvPr>
        </p:nvSpPr>
        <p:spPr>
          <a:xfrm>
            <a:off x="469900" y="1196975"/>
            <a:ext cx="8229600" cy="5180013"/>
          </a:xfrm>
        </p:spPr>
        <p:txBody>
          <a:bodyPr/>
          <a:lstStyle/>
          <a:p>
            <a:pPr algn="just" eaLnBrk="1" hangingPunct="1">
              <a:lnSpc>
                <a:spcPct val="80000"/>
              </a:lnSpc>
            </a:pPr>
            <a:r>
              <a:rPr lang="en-GB" altLang="en-US" sz="1800" smtClean="0">
                <a:latin typeface="Helvetica" panose="020B0604020202020204" pitchFamily="34" charset="0"/>
                <a:cs typeface="Helvetica" panose="020B0604020202020204" pitchFamily="34" charset="0"/>
              </a:rPr>
              <a:t>Classes are basic structural units in an OO system</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In large systems with hundreds of classes, need to group the (related) classes together into </a:t>
            </a:r>
            <a:r>
              <a:rPr lang="en-GB" altLang="en-US" sz="1800" i="1" smtClean="0">
                <a:latin typeface="Helvetica" panose="020B0604020202020204" pitchFamily="34" charset="0"/>
                <a:cs typeface="Helvetica" panose="020B0604020202020204" pitchFamily="34" charset="0"/>
              </a:rPr>
              <a:t>packages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a:t>
            </a:r>
            <a:r>
              <a:rPr lang="en-GB" altLang="en-US" sz="1800" i="1" smtClean="0">
                <a:latin typeface="Helvetica" panose="020B0604020202020204" pitchFamily="34" charset="0"/>
                <a:cs typeface="Helvetica" panose="020B0604020202020204" pitchFamily="34" charset="0"/>
              </a:rPr>
              <a:t>package</a:t>
            </a:r>
            <a:r>
              <a:rPr lang="en-GB" altLang="en-US" sz="1800" smtClean="0">
                <a:latin typeface="Helvetica" panose="020B0604020202020204" pitchFamily="34" charset="0"/>
                <a:cs typeface="Helvetica" panose="020B0604020202020204" pitchFamily="34" charset="0"/>
              </a:rPr>
              <a:t> in UML can be a collection of any packageable UML elements but it is most commonly a collection of classes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package may contain other packages (subpackages)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package in UML corresponds to a package in Java or a namespace in C++</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Each package is a namespace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There must never be more than one class within a package with any given name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Classes in different packages can have the same name</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If several teams working on project, each could work on a different package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Would mean they don’t have to worry about name clashes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To distinguish between classes with the same name in different packages, use </a:t>
            </a:r>
            <a:r>
              <a:rPr lang="en-GB" altLang="en-US" sz="1800" i="1" smtClean="0">
                <a:latin typeface="Helvetica" panose="020B0604020202020204" pitchFamily="34" charset="0"/>
                <a:cs typeface="Helvetica" panose="020B0604020202020204" pitchFamily="34" charset="0"/>
              </a:rPr>
              <a:t>fully qualified name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e.g., java::util::Date, myPackage::Date</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UML package icon is a tabbed folder</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Can show just name or contents too</a:t>
            </a:r>
          </a:p>
          <a:p>
            <a:pPr lvl="2" algn="just" eaLnBrk="1" hangingPunct="1">
              <a:lnSpc>
                <a:spcPct val="80000"/>
              </a:lnSpc>
            </a:pPr>
            <a:r>
              <a:rPr lang="en-GB" altLang="en-US" sz="1100" smtClean="0">
                <a:latin typeface="Helvetica" panose="020B0604020202020204" pitchFamily="34" charset="0"/>
                <a:cs typeface="Helvetica" panose="020B0604020202020204" pitchFamily="34" charset="0"/>
              </a:rPr>
              <a:t>If just name shown, then can be written in the middle of the icon, otherwise name written on tab</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Can show all details of class or even class diagram within package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At other extreme, can just list names of classes within the package icon</a:t>
            </a:r>
            <a:endParaRPr lang="en-US" altLang="en-US" sz="1600" smtClean="0">
              <a:latin typeface="Helvetica" panose="020B0604020202020204" pitchFamily="34" charset="0"/>
              <a:cs typeface="Helvetica" panose="020B0604020202020204" pitchFamily="34" charset="0"/>
            </a:endParaRPr>
          </a:p>
        </p:txBody>
      </p:sp>
      <p:sp>
        <p:nvSpPr>
          <p:cNvPr id="2867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BF87598-B472-486A-8CDA-8CDC1F6C9DC5}" type="slidenum">
              <a:rPr lang="en-GB" altLang="en-US" sz="1200">
                <a:solidFill>
                  <a:srgbClr val="898989"/>
                </a:solidFill>
              </a:rPr>
              <a:pPr>
                <a:spcBef>
                  <a:spcPct val="0"/>
                </a:spcBef>
                <a:buFontTx/>
                <a:buNone/>
              </a:pPr>
              <a:t>4</a:t>
            </a:fld>
            <a:endParaRPr lang="en-GB"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l" eaLnBrk="1" hangingPunct="1"/>
            <a:r>
              <a:rPr lang="en-US" altLang="en-US" sz="3600" b="1" u="sng" smtClean="0"/>
              <a:t>Use Case Package Diagram:</a:t>
            </a:r>
          </a:p>
        </p:txBody>
      </p:sp>
      <p:sp>
        <p:nvSpPr>
          <p:cNvPr id="29699" name="Content Placeholder 2"/>
          <p:cNvSpPr>
            <a:spLocks noGrp="1"/>
          </p:cNvSpPr>
          <p:nvPr>
            <p:ph idx="1"/>
          </p:nvPr>
        </p:nvSpPr>
        <p:spPr/>
        <p:txBody>
          <a:bodyPr/>
          <a:lstStyle/>
          <a:p>
            <a:pPr eaLnBrk="1" hangingPunct="1">
              <a:buFontTx/>
              <a:buNone/>
            </a:pPr>
            <a:r>
              <a:rPr lang="en-US" altLang="en-US" smtClean="0"/>
              <a:t> </a:t>
            </a:r>
          </a:p>
        </p:txBody>
      </p:sp>
      <p:pic>
        <p:nvPicPr>
          <p:cNvPr id="29700" name="Picture 2" descr="G:\use cas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12900"/>
            <a:ext cx="3571875"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3" descr="G:\usecasepacka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524000"/>
            <a:ext cx="4238625"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Box 6"/>
          <p:cNvSpPr txBox="1">
            <a:spLocks noChangeArrowheads="1"/>
          </p:cNvSpPr>
          <p:nvPr/>
        </p:nvSpPr>
        <p:spPr bwMode="auto">
          <a:xfrm>
            <a:off x="1295400" y="6030913"/>
            <a:ext cx="2387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Use case Diagram </a:t>
            </a:r>
            <a:r>
              <a:rPr lang="en-US" altLang="en-US" sz="1800">
                <a:latin typeface="Arial" panose="020B0604020202020204" pitchFamily="34" charset="0"/>
                <a:cs typeface="Arial" panose="020B0604020202020204" pitchFamily="34" charset="0"/>
                <a:sym typeface="Wingdings" panose="05000000000000000000" pitchFamily="2" charset="2"/>
              </a:rPr>
              <a:t></a:t>
            </a:r>
            <a:endParaRPr lang="en-US" altLang="en-US" sz="1800">
              <a:latin typeface="Arial" panose="020B0604020202020204" pitchFamily="34" charset="0"/>
              <a:cs typeface="Arial" panose="020B0604020202020204" pitchFamily="34" charset="0"/>
            </a:endParaRPr>
          </a:p>
        </p:txBody>
      </p:sp>
      <p:sp>
        <p:nvSpPr>
          <p:cNvPr id="29703" name="TextBox 7"/>
          <p:cNvSpPr txBox="1">
            <a:spLocks noChangeArrowheads="1"/>
          </p:cNvSpPr>
          <p:nvPr/>
        </p:nvSpPr>
        <p:spPr bwMode="auto">
          <a:xfrm>
            <a:off x="4419600" y="5954713"/>
            <a:ext cx="2701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Use case Package  Diagram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lgn="l" eaLnBrk="1" hangingPunct="1"/>
            <a:r>
              <a:rPr lang="en-US" altLang="en-US" sz="3200" b="1" u="sng" smtClean="0"/>
              <a:t>Use Case Package Diagram:</a:t>
            </a:r>
            <a:endParaRPr lang="en-US" altLang="en-US" sz="3200" b="1" smtClean="0"/>
          </a:p>
        </p:txBody>
      </p:sp>
      <p:sp>
        <p:nvSpPr>
          <p:cNvPr id="30723" name="Content Placeholder 2"/>
          <p:cNvSpPr>
            <a:spLocks noGrp="1"/>
          </p:cNvSpPr>
          <p:nvPr>
            <p:ph idx="1"/>
          </p:nvPr>
        </p:nvSpPr>
        <p:spPr/>
        <p:txBody>
          <a:bodyPr/>
          <a:lstStyle/>
          <a:p>
            <a:pPr eaLnBrk="1" hangingPunct="1">
              <a:buFontTx/>
              <a:buNone/>
            </a:pPr>
            <a:r>
              <a:rPr lang="en-US" altLang="en-US" smtClean="0"/>
              <a:t> </a:t>
            </a:r>
          </a:p>
        </p:txBody>
      </p:sp>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89050"/>
            <a:ext cx="5895975"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algn="l" eaLnBrk="1" hangingPunct="1"/>
            <a:r>
              <a:rPr lang="en-US" altLang="en-US" sz="3200" b="1" u="sng" smtClean="0"/>
              <a:t>Use Case Package Diagram:</a:t>
            </a:r>
            <a:endParaRPr lang="en-US" altLang="en-US" sz="3200" b="1" smtClean="0"/>
          </a:p>
        </p:txBody>
      </p:sp>
      <p:sp>
        <p:nvSpPr>
          <p:cNvPr id="32771" name="Content Placeholder 2"/>
          <p:cNvSpPr>
            <a:spLocks noGrp="1"/>
          </p:cNvSpPr>
          <p:nvPr>
            <p:ph idx="1"/>
          </p:nvPr>
        </p:nvSpPr>
        <p:spPr/>
        <p:txBody>
          <a:bodyPr/>
          <a:lstStyle/>
          <a:p>
            <a:pPr eaLnBrk="1" hangingPunct="1">
              <a:buFontTx/>
              <a:buNone/>
            </a:pPr>
            <a:r>
              <a:rPr lang="en-US" altLang="en-US" smtClean="0"/>
              <a:t> </a:t>
            </a:r>
          </a:p>
        </p:txBody>
      </p:sp>
      <p:pic>
        <p:nvPicPr>
          <p:cNvPr id="327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066800"/>
            <a:ext cx="5638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en-US" sz="3200" b="1" smtClean="0"/>
              <a:t>Class Package Diagram</a:t>
            </a:r>
          </a:p>
        </p:txBody>
      </p:sp>
      <p:sp>
        <p:nvSpPr>
          <p:cNvPr id="33795" name="Content Placeholder 2"/>
          <p:cNvSpPr>
            <a:spLocks noGrp="1"/>
          </p:cNvSpPr>
          <p:nvPr>
            <p:ph idx="1"/>
          </p:nvPr>
        </p:nvSpPr>
        <p:spPr/>
        <p:txBody>
          <a:bodyPr/>
          <a:lstStyle/>
          <a:p>
            <a:pPr eaLnBrk="1" hangingPunct="1">
              <a:buFontTx/>
              <a:buNone/>
            </a:pPr>
            <a:r>
              <a:rPr lang="en-US" altLang="en-US" smtClean="0"/>
              <a:t> </a:t>
            </a:r>
          </a:p>
        </p:txBody>
      </p:sp>
      <p:pic>
        <p:nvPicPr>
          <p:cNvPr id="33796" name="Picture 2" descr="G:\clas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5400"/>
            <a:ext cx="4724400" cy="420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3" descr="G:\classpack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3250" y="1371600"/>
            <a:ext cx="47307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extBox 6"/>
          <p:cNvSpPr txBox="1">
            <a:spLocks noChangeArrowheads="1"/>
          </p:cNvSpPr>
          <p:nvPr/>
        </p:nvSpPr>
        <p:spPr bwMode="auto">
          <a:xfrm>
            <a:off x="1295400" y="6259513"/>
            <a:ext cx="2743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class Diagram       </a:t>
            </a:r>
            <a:r>
              <a:rPr lang="en-US" altLang="en-US" sz="1800">
                <a:latin typeface="Arial" panose="020B0604020202020204" pitchFamily="34" charset="0"/>
                <a:cs typeface="Arial" panose="020B0604020202020204" pitchFamily="34" charset="0"/>
                <a:sym typeface="Wingdings" panose="05000000000000000000" pitchFamily="2" charset="2"/>
              </a:rPr>
              <a:t></a:t>
            </a:r>
            <a:endParaRPr lang="en-US" altLang="en-US" sz="1800">
              <a:latin typeface="Arial" panose="020B0604020202020204" pitchFamily="34" charset="0"/>
              <a:cs typeface="Arial" panose="020B0604020202020204" pitchFamily="34" charset="0"/>
            </a:endParaRPr>
          </a:p>
        </p:txBody>
      </p:sp>
      <p:sp>
        <p:nvSpPr>
          <p:cNvPr id="33799" name="TextBox 7"/>
          <p:cNvSpPr txBox="1">
            <a:spLocks noChangeArrowheads="1"/>
          </p:cNvSpPr>
          <p:nvPr/>
        </p:nvSpPr>
        <p:spPr bwMode="auto">
          <a:xfrm>
            <a:off x="4419600" y="6183313"/>
            <a:ext cx="2325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class Package  Diagram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115888"/>
            <a:ext cx="8229600" cy="633412"/>
          </a:xfrm>
        </p:spPr>
        <p:txBody>
          <a:bodyPr rtlCol="0">
            <a:normAutofit fontScale="90000"/>
          </a:bodyPr>
          <a:lstStyle/>
          <a:p>
            <a:pPr eaLnBrk="1" fontAlgn="auto" hangingPunct="1">
              <a:spcAft>
                <a:spcPts val="0"/>
              </a:spcAft>
              <a:defRPr/>
            </a:pPr>
            <a:r>
              <a:rPr lang="en-GB" altLang="en-US" sz="4000" dirty="0">
                <a:latin typeface="Helvetica" panose="020B0604020202020204" pitchFamily="34" charset="0"/>
                <a:cs typeface="Helvetica" panose="020B0604020202020204" pitchFamily="34" charset="0"/>
              </a:rPr>
              <a:t>Package membership</a:t>
            </a:r>
            <a:endParaRPr lang="en-US" altLang="en-US" sz="4000" dirty="0">
              <a:latin typeface="Helvetica" panose="020B0604020202020204" pitchFamily="34" charset="0"/>
              <a:cs typeface="Helvetica" panose="020B0604020202020204" pitchFamily="34" charset="0"/>
            </a:endParaRPr>
          </a:p>
        </p:txBody>
      </p:sp>
      <p:graphicFrame>
        <p:nvGraphicFramePr>
          <p:cNvPr id="35843" name="Object 6"/>
          <p:cNvGraphicFramePr>
            <a:graphicFrameLocks noGrp="1" noChangeAspect="1"/>
          </p:cNvGraphicFramePr>
          <p:nvPr>
            <p:ph sz="half" idx="1"/>
          </p:nvPr>
        </p:nvGraphicFramePr>
        <p:xfrm>
          <a:off x="684213" y="1484313"/>
          <a:ext cx="7504112" cy="4105275"/>
        </p:xfrm>
        <a:graphic>
          <a:graphicData uri="http://schemas.openxmlformats.org/presentationml/2006/ole">
            <mc:AlternateContent xmlns:mc="http://schemas.openxmlformats.org/markup-compatibility/2006">
              <mc:Choice xmlns:v="urn:schemas-microsoft-com:vml" Requires="v">
                <p:oleObj spid="_x0000_s35846" name="UML Diagram" r:id="rId3" imgW="8948311" imgH="4892218" progId="Pacestar.Diagram">
                  <p:embed/>
                </p:oleObj>
              </mc:Choice>
              <mc:Fallback>
                <p:oleObj name="UML Diagram" r:id="rId3" imgW="8948311" imgH="4892218" progId="Pacestar.Diagram">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484313"/>
                        <a:ext cx="7504112"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Rectangle 7"/>
          <p:cNvSpPr>
            <a:spLocks noGrp="1"/>
          </p:cNvSpPr>
          <p:nvPr>
            <p:ph type="body" sz="half" idx="2"/>
          </p:nvPr>
        </p:nvSpPr>
        <p:spPr>
          <a:xfrm>
            <a:off x="457200" y="6099175"/>
            <a:ext cx="8229600" cy="569913"/>
          </a:xfrm>
        </p:spPr>
        <p:txBody>
          <a:bodyPr/>
          <a:lstStyle/>
          <a:p>
            <a:pPr eaLnBrk="1" hangingPunct="1"/>
            <a:r>
              <a:rPr lang="en-GB" altLang="en-US" sz="2800" smtClean="0">
                <a:latin typeface="Helvetica" panose="020B0604020202020204" pitchFamily="34" charset="0"/>
                <a:cs typeface="Helvetica" panose="020B0604020202020204" pitchFamily="34" charset="0"/>
              </a:rPr>
              <a:t>These diagrams convey the same information</a:t>
            </a:r>
            <a:endParaRPr lang="en-US" altLang="en-US" sz="2800" smtClean="0">
              <a:latin typeface="Helvetica" panose="020B0604020202020204" pitchFamily="34" charset="0"/>
              <a:cs typeface="Helvetica" panose="020B0604020202020204" pitchFamily="34" charset="0"/>
            </a:endParaRPr>
          </a:p>
        </p:txBody>
      </p:sp>
      <p:sp>
        <p:nvSpPr>
          <p:cNvPr id="35845"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47F851-BDB7-4D63-A671-2AAF533EA6EE}" type="slidenum">
              <a:rPr lang="en-GB" altLang="en-US" sz="1200">
                <a:latin typeface="Arial" panose="020B0604020202020204" pitchFamily="34" charset="0"/>
                <a:cs typeface="Arial" panose="020B0604020202020204" pitchFamily="34" charset="0"/>
              </a:rPr>
              <a:pPr>
                <a:spcBef>
                  <a:spcPct val="0"/>
                </a:spcBef>
                <a:buFontTx/>
                <a:buNone/>
              </a:pPr>
              <a:t>9</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a:lstStyle/>
          <a:p>
            <a:pPr eaLnBrk="1" hangingPunct="1"/>
            <a:r>
              <a:rPr lang="en-GB" altLang="en-US" sz="4000" smtClean="0">
                <a:latin typeface="Helvetica" panose="020B0604020202020204" pitchFamily="34" charset="0"/>
                <a:cs typeface="Helvetica" panose="020B0604020202020204" pitchFamily="34" charset="0"/>
              </a:rPr>
              <a:t>Class visibility and facades</a:t>
            </a:r>
            <a:endParaRPr lang="en-US" altLang="en-US" sz="4000" smtClean="0">
              <a:latin typeface="Helvetica" panose="020B0604020202020204" pitchFamily="34" charset="0"/>
              <a:cs typeface="Helvetica" panose="020B0604020202020204" pitchFamily="34" charset="0"/>
            </a:endParaRPr>
          </a:p>
        </p:txBody>
      </p:sp>
      <p:sp>
        <p:nvSpPr>
          <p:cNvPr id="14340" name="Rectangle 7"/>
          <p:cNvSpPr>
            <a:spLocks noGrp="1"/>
          </p:cNvSpPr>
          <p:nvPr>
            <p:ph idx="1"/>
          </p:nvPr>
        </p:nvSpPr>
        <p:spPr/>
        <p:txBody>
          <a:bodyPr/>
          <a:lstStyle/>
          <a:p>
            <a:pPr algn="just" eaLnBrk="1" hangingPunct="1">
              <a:lnSpc>
                <a:spcPct val="80000"/>
              </a:lnSpc>
            </a:pPr>
            <a:r>
              <a:rPr lang="en-GB" altLang="en-US" sz="2800" smtClean="0">
                <a:latin typeface="Helvetica" panose="020B0604020202020204" pitchFamily="34" charset="0"/>
                <a:cs typeface="Helvetica" panose="020B0604020202020204" pitchFamily="34" charset="0"/>
              </a:rPr>
              <a:t>Classes inside a package can be public or private</a:t>
            </a:r>
          </a:p>
          <a:p>
            <a:pPr lvl="1" algn="just" eaLnBrk="1" hangingPunct="1">
              <a:lnSpc>
                <a:spcPct val="80000"/>
              </a:lnSpc>
            </a:pPr>
            <a:r>
              <a:rPr lang="en-GB" altLang="en-US" sz="2000" smtClean="0">
                <a:latin typeface="Helvetica" panose="020B0604020202020204" pitchFamily="34" charset="0"/>
                <a:cs typeface="Helvetica" panose="020B0604020202020204" pitchFamily="34" charset="0"/>
              </a:rPr>
              <a:t>Indicate by preceding class name with + or -, respectively</a:t>
            </a:r>
          </a:p>
          <a:p>
            <a:pPr algn="just" eaLnBrk="1" hangingPunct="1">
              <a:lnSpc>
                <a:spcPct val="80000"/>
              </a:lnSpc>
            </a:pPr>
            <a:r>
              <a:rPr lang="en-GB" altLang="en-US" sz="2800" smtClean="0">
                <a:latin typeface="Helvetica" panose="020B0604020202020204" pitchFamily="34" charset="0"/>
                <a:cs typeface="Helvetica" panose="020B0604020202020204" pitchFamily="34" charset="0"/>
              </a:rPr>
              <a:t>Public class is part of package’s public interface</a:t>
            </a:r>
          </a:p>
          <a:p>
            <a:pPr lvl="1" algn="just" eaLnBrk="1" hangingPunct="1">
              <a:lnSpc>
                <a:spcPct val="80000"/>
              </a:lnSpc>
            </a:pPr>
            <a:r>
              <a:rPr lang="en-GB" altLang="en-US" sz="2000" smtClean="0">
                <a:latin typeface="Helvetica" panose="020B0604020202020204" pitchFamily="34" charset="0"/>
                <a:cs typeface="Helvetica" panose="020B0604020202020204" pitchFamily="34" charset="0"/>
              </a:rPr>
              <a:t>Can be used by classes in other packages</a:t>
            </a:r>
          </a:p>
          <a:p>
            <a:pPr algn="just" eaLnBrk="1" hangingPunct="1">
              <a:lnSpc>
                <a:spcPct val="80000"/>
              </a:lnSpc>
            </a:pPr>
            <a:r>
              <a:rPr lang="en-GB" altLang="en-US" sz="2800" smtClean="0">
                <a:latin typeface="Helvetica" panose="020B0604020202020204" pitchFamily="34" charset="0"/>
                <a:cs typeface="Helvetica" panose="020B0604020202020204" pitchFamily="34" charset="0"/>
              </a:rPr>
              <a:t>Private class is hidden within package</a:t>
            </a:r>
          </a:p>
          <a:p>
            <a:pPr lvl="1" algn="just" eaLnBrk="1" hangingPunct="1">
              <a:lnSpc>
                <a:spcPct val="80000"/>
              </a:lnSpc>
            </a:pPr>
            <a:r>
              <a:rPr lang="en-GB" altLang="en-US" sz="2000" smtClean="0">
                <a:latin typeface="Helvetica" panose="020B0604020202020204" pitchFamily="34" charset="0"/>
                <a:cs typeface="Helvetica" panose="020B0604020202020204" pitchFamily="34" charset="0"/>
              </a:rPr>
              <a:t>Can only be used by other classes within the package</a:t>
            </a:r>
          </a:p>
          <a:p>
            <a:pPr algn="just" eaLnBrk="1" hangingPunct="1">
              <a:lnSpc>
                <a:spcPct val="80000"/>
              </a:lnSpc>
            </a:pPr>
            <a:r>
              <a:rPr lang="en-GB" altLang="en-US" sz="2800" smtClean="0">
                <a:latin typeface="Helvetica" panose="020B0604020202020204" pitchFamily="34" charset="0"/>
                <a:cs typeface="Helvetica" panose="020B0604020202020204" pitchFamily="34" charset="0"/>
              </a:rPr>
              <a:t>Can control access to a package by making all classes </a:t>
            </a:r>
            <a:r>
              <a:rPr lang="en-GB" altLang="en-US" sz="2800" b="1" smtClean="0">
                <a:latin typeface="Helvetica" panose="020B0604020202020204" pitchFamily="34" charset="0"/>
                <a:cs typeface="Helvetica" panose="020B0604020202020204" pitchFamily="34" charset="0"/>
              </a:rPr>
              <a:t>private</a:t>
            </a:r>
            <a:r>
              <a:rPr lang="en-GB" altLang="en-US" sz="2800" smtClean="0">
                <a:latin typeface="Helvetica" panose="020B0604020202020204" pitchFamily="34" charset="0"/>
                <a:cs typeface="Helvetica" panose="020B0604020202020204" pitchFamily="34" charset="0"/>
              </a:rPr>
              <a:t> and then adding special, </a:t>
            </a:r>
            <a:r>
              <a:rPr lang="en-GB" altLang="en-US" sz="2800" b="1" smtClean="0">
                <a:latin typeface="Helvetica" panose="020B0604020202020204" pitchFamily="34" charset="0"/>
                <a:cs typeface="Helvetica" panose="020B0604020202020204" pitchFamily="34" charset="0"/>
              </a:rPr>
              <a:t>public </a:t>
            </a:r>
            <a:r>
              <a:rPr lang="en-GB" altLang="en-US" sz="2800" b="1" i="1" smtClean="0">
                <a:latin typeface="Helvetica" panose="020B0604020202020204" pitchFamily="34" charset="0"/>
                <a:cs typeface="Helvetica" panose="020B0604020202020204" pitchFamily="34" charset="0"/>
              </a:rPr>
              <a:t>façade</a:t>
            </a:r>
            <a:r>
              <a:rPr lang="en-GB" altLang="en-US" sz="2800" b="1" smtClean="0">
                <a:latin typeface="Helvetica" panose="020B0604020202020204" pitchFamily="34" charset="0"/>
                <a:cs typeface="Helvetica" panose="020B0604020202020204" pitchFamily="34" charset="0"/>
              </a:rPr>
              <a:t> classes</a:t>
            </a:r>
            <a:r>
              <a:rPr lang="en-GB" altLang="en-US" sz="2800" smtClean="0">
                <a:latin typeface="Helvetica" panose="020B0604020202020204" pitchFamily="34" charset="0"/>
                <a:cs typeface="Helvetica" panose="020B0604020202020204" pitchFamily="34" charset="0"/>
              </a:rPr>
              <a:t> that delegate public operations to the private classes within the package</a:t>
            </a:r>
            <a:endParaRPr lang="en-US" altLang="en-US" sz="2800" smtClean="0">
              <a:latin typeface="Helvetica" panose="020B0604020202020204" pitchFamily="34" charset="0"/>
              <a:cs typeface="Helvetica" panose="020B0604020202020204" pitchFamily="34" charset="0"/>
            </a:endParaRPr>
          </a:p>
        </p:txBody>
      </p:sp>
      <p:sp>
        <p:nvSpPr>
          <p:cNvPr id="368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fld id="{70A6F585-7213-431E-AC6E-4ACDEA3E6E51}" type="slidenum">
              <a:rPr lang="en-GB" altLang="en-US" sz="1200">
                <a:latin typeface="Helvetica" panose="020B0604020202020204" pitchFamily="34" charset="0"/>
                <a:cs typeface="Helvetica" panose="020B0604020202020204" pitchFamily="34" charset="0"/>
              </a:rPr>
              <a:pPr algn="just">
                <a:spcBef>
                  <a:spcPct val="0"/>
                </a:spcBef>
                <a:buFontTx/>
                <a:buNone/>
              </a:pPr>
              <a:t>10</a:t>
            </a:fld>
            <a:endParaRPr lang="en-GB" altLang="en-US" sz="120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4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4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4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34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3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457200" y="44450"/>
            <a:ext cx="8229600" cy="561975"/>
          </a:xfrm>
        </p:spPr>
        <p:txBody>
          <a:bodyPr rtlCol="0">
            <a:normAutofit fontScale="90000"/>
          </a:bodyPr>
          <a:lstStyle/>
          <a:p>
            <a:pPr eaLnBrk="1" fontAlgn="auto" hangingPunct="1">
              <a:spcAft>
                <a:spcPts val="0"/>
              </a:spcAft>
              <a:defRPr/>
            </a:pPr>
            <a:r>
              <a:rPr lang="en-GB" altLang="en-US" sz="4000" dirty="0">
                <a:latin typeface="Helvetica" panose="020B0604020202020204" pitchFamily="34" charset="0"/>
                <a:cs typeface="Helvetica" panose="020B0604020202020204" pitchFamily="34" charset="0"/>
              </a:rPr>
              <a:t>Relationships between packages</a:t>
            </a:r>
            <a:endParaRPr lang="en-US" altLang="en-US" sz="4000" dirty="0">
              <a:latin typeface="Helvetica" panose="020B0604020202020204" pitchFamily="34" charset="0"/>
              <a:cs typeface="Helvetica" panose="020B0604020202020204" pitchFamily="34" charset="0"/>
            </a:endParaRPr>
          </a:p>
        </p:txBody>
      </p:sp>
      <p:sp>
        <p:nvSpPr>
          <p:cNvPr id="15364" name="Rectangle 5"/>
          <p:cNvSpPr>
            <a:spLocks noGrp="1"/>
          </p:cNvSpPr>
          <p:nvPr>
            <p:ph type="body" sz="half" idx="2"/>
          </p:nvPr>
        </p:nvSpPr>
        <p:spPr>
          <a:xfrm>
            <a:off x="539750" y="3789363"/>
            <a:ext cx="8496300" cy="3311525"/>
          </a:xfrm>
        </p:spPr>
        <p:txBody>
          <a:bodyPr/>
          <a:lstStyle/>
          <a:p>
            <a:pPr algn="just" eaLnBrk="1" hangingPunct="1"/>
            <a:r>
              <a:rPr lang="en-GB" altLang="en-US" sz="2400" smtClean="0">
                <a:latin typeface="Helvetica" panose="020B0604020202020204" pitchFamily="34" charset="0"/>
                <a:cs typeface="Helvetica" panose="020B0604020202020204" pitchFamily="34" charset="0"/>
              </a:rPr>
              <a:t>Element can refer to other elements that are in its own package and in enclosing packages without using fully qualified names.</a:t>
            </a:r>
          </a:p>
          <a:p>
            <a:pPr algn="just" eaLnBrk="1" hangingPunct="1"/>
            <a:r>
              <a:rPr lang="en-GB" altLang="en-US" sz="2400" smtClean="0">
                <a:latin typeface="Helvetica" panose="020B0604020202020204" pitchFamily="34" charset="0"/>
                <a:cs typeface="Helvetica" panose="020B0604020202020204" pitchFamily="34" charset="0"/>
              </a:rPr>
              <a:t>Element x must use fully qualified name to access element in package that does not contain x.</a:t>
            </a:r>
          </a:p>
          <a:p>
            <a:pPr algn="just" eaLnBrk="1" hangingPunct="1"/>
            <a:r>
              <a:rPr lang="en-GB" altLang="en-US" sz="2400" smtClean="0">
                <a:latin typeface="Helvetica" panose="020B0604020202020204" pitchFamily="34" charset="0"/>
                <a:cs typeface="Helvetica" panose="020B0604020202020204" pitchFamily="34" charset="0"/>
              </a:rPr>
              <a:t>foo can be of class B or D? </a:t>
            </a:r>
          </a:p>
          <a:p>
            <a:pPr algn="just" eaLnBrk="1" hangingPunct="1"/>
            <a:r>
              <a:rPr lang="en-GB" altLang="en-US" sz="2400" smtClean="0">
                <a:latin typeface="Helvetica" panose="020B0604020202020204" pitchFamily="34" charset="0"/>
                <a:cs typeface="Helvetica" panose="020B0604020202020204" pitchFamily="34" charset="0"/>
              </a:rPr>
              <a:t>foo can be of class q::E or r::C</a:t>
            </a:r>
          </a:p>
        </p:txBody>
      </p:sp>
      <p:sp>
        <p:nvSpPr>
          <p:cNvPr id="37892"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F5A9C9A-A910-4F5A-BEA9-1D030C98E4EC}" type="slidenum">
              <a:rPr lang="en-GB" altLang="en-US" sz="1200">
                <a:latin typeface="Arial" panose="020B0604020202020204" pitchFamily="34" charset="0"/>
                <a:cs typeface="Arial" panose="020B0604020202020204" pitchFamily="34" charset="0"/>
              </a:rPr>
              <a:pPr>
                <a:spcBef>
                  <a:spcPct val="0"/>
                </a:spcBef>
                <a:buFontTx/>
                <a:buNone/>
              </a:pPr>
              <a:t>11</a:t>
            </a:fld>
            <a:endParaRPr lang="en-GB" altLang="en-US" sz="120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1476375" y="614363"/>
            <a:ext cx="6838950" cy="280193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a:lstStyle/>
          <a:p>
            <a:pPr eaLnBrk="1" hangingPunct="1"/>
            <a:r>
              <a:rPr lang="en-GB" altLang="en-US" sz="4000" smtClean="0">
                <a:latin typeface="Helvetica" panose="020B0604020202020204" pitchFamily="34" charset="0"/>
                <a:cs typeface="Helvetica" panose="020B0604020202020204" pitchFamily="34" charset="0"/>
              </a:rPr>
              <a:t>Packages and dependencies</a:t>
            </a:r>
            <a:endParaRPr lang="en-US" altLang="en-US" sz="4000" smtClean="0">
              <a:latin typeface="Helvetica" panose="020B0604020202020204" pitchFamily="34" charset="0"/>
              <a:cs typeface="Helvetica" panose="020B0604020202020204" pitchFamily="34" charset="0"/>
            </a:endParaRPr>
          </a:p>
        </p:txBody>
      </p:sp>
      <p:graphicFrame>
        <p:nvGraphicFramePr>
          <p:cNvPr id="39939" name="Object 4"/>
          <p:cNvGraphicFramePr>
            <a:graphicFrameLocks noGrp="1" noChangeAspect="1"/>
          </p:cNvGraphicFramePr>
          <p:nvPr>
            <p:ph sz="half" idx="1"/>
          </p:nvPr>
        </p:nvGraphicFramePr>
        <p:xfrm>
          <a:off x="1619250" y="1831975"/>
          <a:ext cx="5838825" cy="1268413"/>
        </p:xfrm>
        <a:graphic>
          <a:graphicData uri="http://schemas.openxmlformats.org/presentationml/2006/ole">
            <mc:AlternateContent xmlns:mc="http://schemas.openxmlformats.org/markup-compatibility/2006">
              <mc:Choice xmlns:v="urn:schemas-microsoft-com:vml" Requires="v">
                <p:oleObj spid="_x0000_s39942" name="UML Diagram" r:id="rId3" imgW="3765176" imgH="817581" progId="Pacestar.Diagram">
                  <p:embed/>
                </p:oleObj>
              </mc:Choice>
              <mc:Fallback>
                <p:oleObj name="UML Diagram" r:id="rId3" imgW="3765176" imgH="817581" progId="Pacestar.Diagram">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831975"/>
                        <a:ext cx="5838825" cy="1268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9940" name="Rectangle 5"/>
          <p:cNvSpPr>
            <a:spLocks noGrp="1"/>
          </p:cNvSpPr>
          <p:nvPr>
            <p:ph type="body" sz="half" idx="2"/>
          </p:nvPr>
        </p:nvSpPr>
        <p:spPr>
          <a:xfrm>
            <a:off x="457200" y="3514725"/>
            <a:ext cx="8229600" cy="2611438"/>
          </a:xfrm>
        </p:spPr>
        <p:txBody>
          <a:bodyPr/>
          <a:lstStyle/>
          <a:p>
            <a:pPr algn="just" eaLnBrk="1" hangingPunct="1"/>
            <a:r>
              <a:rPr lang="en-GB" altLang="en-US" sz="2800" smtClean="0">
                <a:latin typeface="Helvetica" panose="020B0604020202020204" pitchFamily="34" charset="0"/>
                <a:cs typeface="Helvetica" panose="020B0604020202020204" pitchFamily="34" charset="0"/>
              </a:rPr>
              <a:t>Package diagram shows packages and their dependencies</a:t>
            </a:r>
          </a:p>
          <a:p>
            <a:pPr algn="just" eaLnBrk="1" hangingPunct="1"/>
            <a:r>
              <a:rPr lang="en-GB" altLang="en-US" sz="2800" smtClean="0">
                <a:latin typeface="Helvetica" panose="020B0604020202020204" pitchFamily="34" charset="0"/>
                <a:cs typeface="Helvetica" panose="020B0604020202020204" pitchFamily="34" charset="0"/>
              </a:rPr>
              <a:t>Package A depends on package B if A contains a class which depends on a class in B.</a:t>
            </a:r>
            <a:endParaRPr lang="en-GB" altLang="en-US" sz="2600" smtClean="0">
              <a:latin typeface="Helvetica" panose="020B0604020202020204" pitchFamily="34" charset="0"/>
              <a:cs typeface="Helvetica" panose="020B0604020202020204" pitchFamily="34" charset="0"/>
            </a:endParaRPr>
          </a:p>
          <a:p>
            <a:pPr lvl="1" algn="just" eaLnBrk="1" hangingPunct="1"/>
            <a:r>
              <a:rPr lang="en-GB" altLang="en-US" sz="2000" smtClean="0">
                <a:latin typeface="Helvetica" panose="020B0604020202020204" pitchFamily="34" charset="0"/>
                <a:cs typeface="Helvetica" panose="020B0604020202020204" pitchFamily="34" charset="0"/>
              </a:rPr>
              <a:t>Inter-package dependencies summarise dependencies between classes</a:t>
            </a:r>
            <a:endParaRPr lang="en-US" altLang="en-US" sz="2000" smtClean="0">
              <a:latin typeface="Helvetica" panose="020B0604020202020204" pitchFamily="34" charset="0"/>
              <a:cs typeface="Helvetica" panose="020B0604020202020204" pitchFamily="34" charset="0"/>
            </a:endParaRPr>
          </a:p>
        </p:txBody>
      </p:sp>
      <p:sp>
        <p:nvSpPr>
          <p:cNvPr id="39941"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3" algn="just" eaLnBrk="1" hangingPunct="1">
              <a:spcBef>
                <a:spcPct val="0"/>
              </a:spcBef>
              <a:buFontTx/>
              <a:buNone/>
            </a:pPr>
            <a:fld id="{05427B1A-9731-4110-9A53-3FF45533E036}" type="slidenum">
              <a:rPr lang="en-GB" altLang="en-US" sz="1800">
                <a:latin typeface="Helvetica" panose="020B0604020202020204" pitchFamily="34" charset="0"/>
                <a:cs typeface="Helvetica" panose="020B0604020202020204" pitchFamily="34" charset="0"/>
              </a:rPr>
              <a:pPr lvl="3" algn="just" eaLnBrk="1" hangingPunct="1">
                <a:spcBef>
                  <a:spcPct val="0"/>
                </a:spcBef>
                <a:buFontTx/>
                <a:buNone/>
              </a:pPr>
              <a:t>12</a:t>
            </a:fld>
            <a:endParaRPr lang="en-GB" altLang="en-US" sz="180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ltLang="en-US" smtClean="0">
                <a:latin typeface="Helvetica" panose="020B0604020202020204" pitchFamily="34" charset="0"/>
                <a:cs typeface="Helvetica" panose="020B0604020202020204" pitchFamily="34" charset="0"/>
              </a:rPr>
              <a:t>Package import</a:t>
            </a:r>
          </a:p>
        </p:txBody>
      </p:sp>
      <p:sp>
        <p:nvSpPr>
          <p:cNvPr id="3" name="Content Placeholder 2"/>
          <p:cNvSpPr>
            <a:spLocks noGrp="1"/>
          </p:cNvSpPr>
          <p:nvPr>
            <p:ph idx="1"/>
          </p:nvPr>
        </p:nvSpPr>
        <p:spPr>
          <a:xfrm>
            <a:off x="423863" y="1773238"/>
            <a:ext cx="8229600" cy="4525962"/>
          </a:xfrm>
        </p:spPr>
        <p:txBody>
          <a:bodyPr rtlCol="0">
            <a:normAutofit/>
          </a:bodyPr>
          <a:lstStyle/>
          <a:p>
            <a:pPr algn="just" eaLnBrk="1" fontAlgn="auto" hangingPunct="1">
              <a:lnSpc>
                <a:spcPct val="80000"/>
              </a:lnSpc>
              <a:spcAft>
                <a:spcPts val="0"/>
              </a:spcAft>
              <a:defRPr/>
            </a:pPr>
            <a:r>
              <a:rPr lang="en-GB" altLang="en-US" sz="1800" dirty="0">
                <a:latin typeface="Helvetica" panose="020B0604020202020204" pitchFamily="34" charset="0"/>
                <a:cs typeface="Helvetica" panose="020B0604020202020204" pitchFamily="34" charset="0"/>
              </a:rPr>
              <a:t>Element import identifies an element in another package and allows the element to be referenced using its name </a:t>
            </a:r>
            <a:r>
              <a:rPr lang="en-GB" altLang="en-US" sz="1800" b="1" dirty="0">
                <a:latin typeface="Helvetica" panose="020B0604020202020204" pitchFamily="34" charset="0"/>
                <a:cs typeface="Helvetica" panose="020B0604020202020204" pitchFamily="34" charset="0"/>
              </a:rPr>
              <a:t>without a qualifier.</a:t>
            </a:r>
          </a:p>
          <a:p>
            <a:pPr algn="just" eaLnBrk="1" fontAlgn="auto" hangingPunct="1">
              <a:lnSpc>
                <a:spcPct val="80000"/>
              </a:lnSpc>
              <a:spcAft>
                <a:spcPts val="0"/>
              </a:spcAft>
              <a:defRPr/>
            </a:pPr>
            <a:r>
              <a:rPr lang="en-GB" altLang="en-US" sz="1800" dirty="0">
                <a:latin typeface="Helvetica" panose="020B0604020202020204" pitchFamily="34" charset="0"/>
                <a:cs typeface="Helvetica" panose="020B0604020202020204" pitchFamily="34" charset="0"/>
              </a:rPr>
              <a:t>Element import indicated by </a:t>
            </a:r>
            <a:r>
              <a:rPr lang="en-GB" altLang="en-US" sz="1800" u="sng" dirty="0">
                <a:latin typeface="Helvetica" panose="020B0604020202020204" pitchFamily="34" charset="0"/>
                <a:cs typeface="Helvetica" panose="020B0604020202020204" pitchFamily="34" charset="0"/>
              </a:rPr>
              <a:t>dashed arrow with open arrowhead </a:t>
            </a:r>
            <a:r>
              <a:rPr lang="en-GB" altLang="en-US" sz="1800" dirty="0">
                <a:latin typeface="Helvetica" panose="020B0604020202020204" pitchFamily="34" charset="0"/>
                <a:cs typeface="Helvetica" panose="020B0604020202020204" pitchFamily="34" charset="0"/>
              </a:rPr>
              <a:t>from importing package to imported element and labelling arrow with</a:t>
            </a:r>
          </a:p>
          <a:p>
            <a:pPr lvl="1" algn="just" eaLnBrk="1" fontAlgn="auto" hangingPunct="1">
              <a:lnSpc>
                <a:spcPct val="80000"/>
              </a:lnSpc>
              <a:spcAft>
                <a:spcPts val="0"/>
              </a:spcAft>
              <a:defRPr/>
            </a:pPr>
            <a:r>
              <a:rPr lang="en-GB" altLang="en-US" sz="1600" dirty="0">
                <a:latin typeface="Helvetica" panose="020B0604020202020204" pitchFamily="34" charset="0"/>
                <a:cs typeface="Helvetica" panose="020B0604020202020204" pitchFamily="34" charset="0"/>
              </a:rPr>
              <a:t>Keyword &lt;&lt;</a:t>
            </a:r>
            <a:r>
              <a:rPr lang="en-GB" altLang="en-US" sz="1600" dirty="0">
                <a:solidFill>
                  <a:schemeClr val="tx2">
                    <a:lumMod val="60000"/>
                    <a:lumOff val="40000"/>
                  </a:schemeClr>
                </a:solidFill>
                <a:latin typeface="Helvetica" panose="020B0604020202020204" pitchFamily="34" charset="0"/>
                <a:cs typeface="Helvetica" panose="020B0604020202020204" pitchFamily="34" charset="0"/>
              </a:rPr>
              <a:t>import</a:t>
            </a:r>
            <a:r>
              <a:rPr lang="en-GB" altLang="en-US" sz="1600" dirty="0">
                <a:latin typeface="Helvetica" panose="020B0604020202020204" pitchFamily="34" charset="0"/>
                <a:cs typeface="Helvetica" panose="020B0604020202020204" pitchFamily="34" charset="0"/>
              </a:rPr>
              <a:t>&gt;&gt;, if visibility of imported element within importing package is public and</a:t>
            </a:r>
          </a:p>
          <a:p>
            <a:pPr lvl="1" algn="just" eaLnBrk="1" fontAlgn="auto" hangingPunct="1">
              <a:lnSpc>
                <a:spcPct val="80000"/>
              </a:lnSpc>
              <a:spcAft>
                <a:spcPts val="0"/>
              </a:spcAft>
              <a:defRPr/>
            </a:pPr>
            <a:r>
              <a:rPr lang="en-GB" altLang="en-US" sz="1600" dirty="0">
                <a:latin typeface="Helvetica" panose="020B0604020202020204" pitchFamily="34" charset="0"/>
                <a:cs typeface="Helvetica" panose="020B0604020202020204" pitchFamily="34" charset="0"/>
              </a:rPr>
              <a:t>Keyword &lt;&lt;</a:t>
            </a:r>
            <a:r>
              <a:rPr lang="en-GB" altLang="en-US" sz="1600" dirty="0">
                <a:solidFill>
                  <a:schemeClr val="tx2">
                    <a:lumMod val="60000"/>
                    <a:lumOff val="40000"/>
                  </a:schemeClr>
                </a:solidFill>
                <a:latin typeface="Helvetica" panose="020B0604020202020204" pitchFamily="34" charset="0"/>
                <a:cs typeface="Helvetica" panose="020B0604020202020204" pitchFamily="34" charset="0"/>
              </a:rPr>
              <a:t>access</a:t>
            </a:r>
            <a:r>
              <a:rPr lang="en-GB" altLang="en-US" sz="1600" dirty="0">
                <a:latin typeface="Helvetica" panose="020B0604020202020204" pitchFamily="34" charset="0"/>
                <a:cs typeface="Helvetica" panose="020B0604020202020204" pitchFamily="34" charset="0"/>
              </a:rPr>
              <a:t>&gt;&gt;, if visibility of imported element within importing package is private </a:t>
            </a:r>
          </a:p>
        </p:txBody>
      </p:sp>
      <p:sp>
        <p:nvSpPr>
          <p:cNvPr id="40964"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85E9467-BC46-4B27-8A1C-0FDA6C7978B3}" type="slidenum">
              <a:rPr lang="en-GB" altLang="en-US" sz="1200">
                <a:solidFill>
                  <a:srgbClr val="898989"/>
                </a:solidFill>
              </a:rPr>
              <a:pPr>
                <a:spcBef>
                  <a:spcPct val="0"/>
                </a:spcBef>
                <a:buFontTx/>
                <a:buNone/>
              </a:pPr>
              <a:t>13</a:t>
            </a:fld>
            <a:endParaRPr lang="en-GB" altLang="en-US" sz="1200">
              <a:solidFill>
                <a:srgbClr val="898989"/>
              </a:solidFill>
            </a:endParaRPr>
          </a:p>
        </p:txBody>
      </p:sp>
      <p:sp>
        <p:nvSpPr>
          <p:cNvPr id="2" name="Rectangle 1"/>
          <p:cNvSpPr/>
          <p:nvPr/>
        </p:nvSpPr>
        <p:spPr>
          <a:xfrm>
            <a:off x="1403350" y="3933825"/>
            <a:ext cx="6913563" cy="2678113"/>
          </a:xfrm>
          <a:prstGeom prst="rect">
            <a:avLst/>
          </a:prstGeom>
          <a:solidFill>
            <a:schemeClr val="tx2">
              <a:lumMod val="40000"/>
              <a:lumOff val="60000"/>
            </a:schemeClr>
          </a:solidFill>
        </p:spPr>
        <p:txBody>
          <a:bodyPr>
            <a:spAutoFit/>
          </a:bodyPr>
          <a:lstStyle/>
          <a:p>
            <a:pPr algn="just">
              <a:defRPr/>
            </a:pPr>
            <a:endParaRPr lang="en-US" sz="2400" dirty="0">
              <a:latin typeface="Helvetica" panose="020B0604020202020204" pitchFamily="34" charset="0"/>
              <a:cs typeface="Helvetica" panose="020B0604020202020204" pitchFamily="34" charset="0"/>
            </a:endParaRPr>
          </a:p>
          <a:p>
            <a:pPr algn="just">
              <a:defRPr/>
            </a:pPr>
            <a:r>
              <a:rPr lang="en-US" sz="2400" dirty="0">
                <a:solidFill>
                  <a:srgbClr val="FF0000"/>
                </a:solidFill>
                <a:latin typeface="Helvetica" panose="020B0604020202020204" pitchFamily="34" charset="0"/>
                <a:cs typeface="Helvetica" panose="020B0604020202020204" pitchFamily="34" charset="0"/>
              </a:rPr>
              <a:t>Import</a:t>
            </a:r>
            <a:r>
              <a:rPr lang="en-US" sz="2400" dirty="0">
                <a:latin typeface="Helvetica" panose="020B0604020202020204" pitchFamily="34" charset="0"/>
                <a:cs typeface="Helvetica" panose="020B0604020202020204" pitchFamily="34" charset="0"/>
              </a:rPr>
              <a:t>: Indicates that functionality has been imported from one package to another.</a:t>
            </a:r>
          </a:p>
          <a:p>
            <a:pPr algn="just">
              <a:defRPr/>
            </a:pPr>
            <a:endParaRPr lang="en-US" sz="2400" dirty="0">
              <a:solidFill>
                <a:srgbClr val="FF0000"/>
              </a:solidFill>
              <a:latin typeface="Helvetica" panose="020B0604020202020204" pitchFamily="34" charset="0"/>
              <a:cs typeface="Helvetica" panose="020B0604020202020204" pitchFamily="34" charset="0"/>
            </a:endParaRPr>
          </a:p>
          <a:p>
            <a:pPr algn="just">
              <a:defRPr/>
            </a:pPr>
            <a:r>
              <a:rPr lang="en-US" sz="2400" dirty="0">
                <a:solidFill>
                  <a:srgbClr val="FF0000"/>
                </a:solidFill>
                <a:latin typeface="Helvetica" panose="020B0604020202020204" pitchFamily="34" charset="0"/>
                <a:cs typeface="Helvetica" panose="020B0604020202020204" pitchFamily="34" charset="0"/>
              </a:rPr>
              <a:t>Access: </a:t>
            </a:r>
            <a:r>
              <a:rPr lang="en-US" sz="2400" dirty="0">
                <a:latin typeface="Helvetica" panose="020B0604020202020204" pitchFamily="34" charset="0"/>
                <a:cs typeface="Helvetica" panose="020B0604020202020204" pitchFamily="34" charset="0"/>
              </a:rPr>
              <a:t>Indicates that one package requires assistance from the functions of another package.</a:t>
            </a:r>
          </a:p>
          <a:p>
            <a:pPr algn="just">
              <a:defRPr/>
            </a:pPr>
            <a:r>
              <a:rPr lang="en-US" sz="2400" dirty="0">
                <a:latin typeface="Helvetica" panose="020B0604020202020204" pitchFamily="34" charset="0"/>
                <a:cs typeface="Helvetica"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471488" y="33338"/>
            <a:ext cx="8229600" cy="490537"/>
          </a:xfrm>
        </p:spPr>
        <p:txBody>
          <a:bodyPr rtlCol="0">
            <a:normAutofit fontScale="90000"/>
          </a:bodyPr>
          <a:lstStyle/>
          <a:p>
            <a:pPr eaLnBrk="1" fontAlgn="auto" hangingPunct="1">
              <a:spcAft>
                <a:spcPts val="0"/>
              </a:spcAft>
              <a:defRPr/>
            </a:pPr>
            <a:r>
              <a:rPr lang="en-GB" altLang="en-US" sz="4000" dirty="0">
                <a:latin typeface="Helvetica" panose="020B0604020202020204" pitchFamily="34" charset="0"/>
                <a:cs typeface="Helvetica" panose="020B0604020202020204" pitchFamily="34" charset="0"/>
              </a:rPr>
              <a:t>Element import</a:t>
            </a:r>
            <a:endParaRPr lang="en-US" altLang="en-US" sz="4000" dirty="0">
              <a:latin typeface="Helvetica" panose="020B0604020202020204" pitchFamily="34" charset="0"/>
              <a:cs typeface="Helvetica" panose="020B0604020202020204" pitchFamily="34" charset="0"/>
            </a:endParaRPr>
          </a:p>
        </p:txBody>
      </p:sp>
      <p:sp>
        <p:nvSpPr>
          <p:cNvPr id="41987"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4D59315-9B3A-489A-B605-524B886DA4DA}" type="slidenum">
              <a:rPr lang="en-GB" altLang="en-US" sz="1200">
                <a:latin typeface="Arial" panose="020B0604020202020204" pitchFamily="34" charset="0"/>
                <a:cs typeface="Arial" panose="020B0604020202020204" pitchFamily="34" charset="0"/>
              </a:rPr>
              <a:pPr>
                <a:spcBef>
                  <a:spcPct val="0"/>
                </a:spcBef>
                <a:buFontTx/>
                <a:buNone/>
              </a:pPr>
              <a:t>14</a:t>
            </a:fld>
            <a:endParaRPr lang="en-GB" altLang="en-US" sz="120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573088" y="614363"/>
            <a:ext cx="7905750" cy="2520950"/>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a:xfrm>
            <a:off x="561975" y="3251200"/>
            <a:ext cx="7740650" cy="2851150"/>
          </a:xfrm>
          <a:prstGeom prst="rect">
            <a:avLst/>
          </a:prstGeom>
        </p:spPr>
        <p:txBody>
          <a:bodyPr>
            <a:spAutoFit/>
          </a:bodyPr>
          <a:lstStyle/>
          <a:p>
            <a:pPr algn="just" eaLnBrk="1" fontAlgn="auto" hangingPunct="1">
              <a:lnSpc>
                <a:spcPct val="80000"/>
              </a:lnSpc>
              <a:spcBef>
                <a:spcPts val="0"/>
              </a:spcBef>
              <a:spcAft>
                <a:spcPts val="0"/>
              </a:spcAft>
              <a:defRPr/>
            </a:pPr>
            <a:r>
              <a:rPr lang="en-GB" altLang="en-US" dirty="0">
                <a:solidFill>
                  <a:schemeClr val="tx2">
                    <a:lumMod val="60000"/>
                    <a:lumOff val="40000"/>
                  </a:schemeClr>
                </a:solidFill>
                <a:latin typeface="Helvetica" panose="020B0604020202020204" pitchFamily="34" charset="0"/>
                <a:cs typeface="Helvetica" panose="020B0604020202020204" pitchFamily="34" charset="0"/>
              </a:rPr>
              <a:t>In above example</a:t>
            </a:r>
          </a:p>
          <a:p>
            <a:pPr algn="just" eaLnBrk="1" fontAlgn="auto" hangingPunct="1">
              <a:lnSpc>
                <a:spcPct val="80000"/>
              </a:lnSpc>
              <a:spcBef>
                <a:spcPts val="0"/>
              </a:spcBef>
              <a:spcAft>
                <a:spcPts val="0"/>
              </a:spcAft>
              <a:defRPr/>
            </a:pPr>
            <a:endParaRPr lang="en-GB" altLang="en-US" dirty="0">
              <a:latin typeface="Helvetica" panose="020B0604020202020204" pitchFamily="34" charset="0"/>
              <a:cs typeface="Helvetica" panose="020B0604020202020204" pitchFamily="34" charset="0"/>
            </a:endParaRPr>
          </a:p>
          <a:p>
            <a:pPr marL="285750" indent="-285750" algn="just" eaLnBrk="1" fontAlgn="auto" hangingPunct="1">
              <a:lnSpc>
                <a:spcPct val="80000"/>
              </a:lnSpc>
              <a:spcBef>
                <a:spcPts val="0"/>
              </a:spcBef>
              <a:spcAft>
                <a:spcPts val="0"/>
              </a:spcAft>
              <a:buFont typeface="Arial" panose="020B0604020202020204" pitchFamily="34" charset="0"/>
              <a:buChar char="•"/>
              <a:defRPr/>
            </a:pPr>
            <a:r>
              <a:rPr lang="en-GB" altLang="en-US" sz="1600" dirty="0">
                <a:latin typeface="Helvetica" panose="020B0604020202020204" pitchFamily="34" charset="0"/>
                <a:cs typeface="Helvetica" panose="020B0604020202020204" pitchFamily="34" charset="0"/>
              </a:rPr>
              <a:t>Class b::C is referred to as just C in package a, and has public visibility within package a</a:t>
            </a:r>
          </a:p>
          <a:p>
            <a:pPr marL="285750" indent="-285750" algn="just" eaLnBrk="1" fontAlgn="auto" hangingPunct="1">
              <a:lnSpc>
                <a:spcPct val="80000"/>
              </a:lnSpc>
              <a:spcBef>
                <a:spcPts val="0"/>
              </a:spcBef>
              <a:spcAft>
                <a:spcPts val="0"/>
              </a:spcAft>
              <a:buFont typeface="Arial" panose="020B0604020202020204" pitchFamily="34" charset="0"/>
              <a:buChar char="•"/>
              <a:defRPr/>
            </a:pPr>
            <a:r>
              <a:rPr lang="en-GB" altLang="en-US" sz="1600" dirty="0">
                <a:latin typeface="Helvetica" panose="020B0604020202020204" pitchFamily="34" charset="0"/>
                <a:cs typeface="Helvetica" panose="020B0604020202020204" pitchFamily="34" charset="0"/>
              </a:rPr>
              <a:t>Imported class C hides outer class e::C which must be referred to by its fully qualified name (before import, C referred to e::C in package a)</a:t>
            </a:r>
          </a:p>
          <a:p>
            <a:pPr marL="285750" indent="-285750" algn="just" eaLnBrk="1" fontAlgn="auto" hangingPunct="1">
              <a:lnSpc>
                <a:spcPct val="80000"/>
              </a:lnSpc>
              <a:spcBef>
                <a:spcPts val="0"/>
              </a:spcBef>
              <a:spcAft>
                <a:spcPts val="0"/>
              </a:spcAft>
              <a:buFont typeface="Arial" panose="020B0604020202020204" pitchFamily="34" charset="0"/>
              <a:buChar char="•"/>
              <a:defRPr/>
            </a:pPr>
            <a:r>
              <a:rPr lang="en-GB" altLang="en-US" sz="1600" dirty="0">
                <a:latin typeface="Helvetica" panose="020B0604020202020204" pitchFamily="34" charset="0"/>
                <a:cs typeface="Helvetica" panose="020B0604020202020204" pitchFamily="34" charset="0"/>
              </a:rPr>
              <a:t>Class b::F is imported into package a, but there is already a class called F in a, therefore cannot import b::F without aliasing it</a:t>
            </a:r>
          </a:p>
          <a:p>
            <a:pPr marL="742950" lvl="1" indent="-285750" algn="just" eaLnBrk="1" fontAlgn="auto" hangingPunct="1">
              <a:lnSpc>
                <a:spcPct val="80000"/>
              </a:lnSpc>
              <a:spcBef>
                <a:spcPts val="0"/>
              </a:spcBef>
              <a:spcAft>
                <a:spcPts val="0"/>
              </a:spcAft>
              <a:buFont typeface="Arial" panose="020B0604020202020204" pitchFamily="34" charset="0"/>
              <a:buChar char="•"/>
              <a:defRPr/>
            </a:pPr>
            <a:r>
              <a:rPr lang="en-GB" altLang="en-US" sz="1400" dirty="0">
                <a:latin typeface="Helvetica" panose="020B0604020202020204" pitchFamily="34" charset="0"/>
                <a:cs typeface="Helvetica" panose="020B0604020202020204" pitchFamily="34" charset="0"/>
              </a:rPr>
              <a:t>Class b::F is referred to as G in package a</a:t>
            </a:r>
          </a:p>
          <a:p>
            <a:pPr marL="285750" indent="-285750" algn="just" eaLnBrk="1" fontAlgn="auto" hangingPunct="1">
              <a:lnSpc>
                <a:spcPct val="80000"/>
              </a:lnSpc>
              <a:spcBef>
                <a:spcPts val="0"/>
              </a:spcBef>
              <a:spcAft>
                <a:spcPts val="0"/>
              </a:spcAft>
              <a:buFont typeface="Arial" panose="020B0604020202020204" pitchFamily="34" charset="0"/>
              <a:buChar char="•"/>
              <a:defRPr/>
            </a:pPr>
            <a:r>
              <a:rPr lang="en-GB" altLang="en-US" sz="1600" dirty="0">
                <a:latin typeface="Helvetica" panose="020B0604020202020204" pitchFamily="34" charset="0"/>
                <a:cs typeface="Helvetica" panose="020B0604020202020204" pitchFamily="34" charset="0"/>
              </a:rPr>
              <a:t>Imported class b::D can be referred to as D in package a, and has private visibility within package a</a:t>
            </a:r>
          </a:p>
          <a:p>
            <a:pPr marL="285750" indent="-285750" algn="just" eaLnBrk="1" fontAlgn="auto" hangingPunct="1">
              <a:lnSpc>
                <a:spcPct val="80000"/>
              </a:lnSpc>
              <a:spcBef>
                <a:spcPts val="0"/>
              </a:spcBef>
              <a:spcAft>
                <a:spcPts val="0"/>
              </a:spcAft>
              <a:buFont typeface="Arial" panose="020B0604020202020204" pitchFamily="34" charset="0"/>
              <a:buChar char="•"/>
              <a:defRPr/>
            </a:pPr>
            <a:r>
              <a:rPr lang="en-GB" altLang="en-US" sz="1600" dirty="0">
                <a:latin typeface="Helvetica" panose="020B0604020202020204" pitchFamily="34" charset="0"/>
                <a:cs typeface="Helvetica" panose="020B0604020202020204" pitchFamily="34" charset="0"/>
              </a:rPr>
              <a:t>Package h imports package a which means that, in h, b::C is referred to as C and b::F is referred to as G</a:t>
            </a:r>
          </a:p>
          <a:p>
            <a:pPr marL="742950" lvl="1" indent="-285750" algn="just" eaLnBrk="1" fontAlgn="auto" hangingPunct="1">
              <a:lnSpc>
                <a:spcPct val="80000"/>
              </a:lnSpc>
              <a:spcBef>
                <a:spcPts val="0"/>
              </a:spcBef>
              <a:spcAft>
                <a:spcPts val="0"/>
              </a:spcAft>
              <a:buFont typeface="Arial" panose="020B0604020202020204" pitchFamily="34" charset="0"/>
              <a:buChar char="•"/>
              <a:defRPr/>
            </a:pPr>
            <a:r>
              <a:rPr lang="en-GB" altLang="en-US" sz="1400" dirty="0">
                <a:latin typeface="Helvetica" panose="020B0604020202020204" pitchFamily="34" charset="0"/>
                <a:cs typeface="Helvetica" panose="020B0604020202020204" pitchFamily="34" charset="0"/>
              </a:rPr>
              <a:t>b::D is not accessible from h because its visibility in a is private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457200" y="-26988"/>
            <a:ext cx="8229600" cy="504826"/>
          </a:xfrm>
        </p:spPr>
        <p:txBody>
          <a:bodyPr rtlCol="0">
            <a:normAutofit fontScale="90000"/>
          </a:bodyPr>
          <a:lstStyle/>
          <a:p>
            <a:pPr eaLnBrk="1" fontAlgn="auto" hangingPunct="1">
              <a:spcAft>
                <a:spcPts val="0"/>
              </a:spcAft>
              <a:defRPr/>
            </a:pPr>
            <a:r>
              <a:rPr lang="en-GB" altLang="en-US" sz="4000" dirty="0"/>
              <a:t>Package import</a:t>
            </a:r>
            <a:endParaRPr lang="en-US" altLang="en-US" sz="4000" dirty="0"/>
          </a:p>
        </p:txBody>
      </p:sp>
      <p:sp>
        <p:nvSpPr>
          <p:cNvPr id="18437" name="Rectangle 3"/>
          <p:cNvSpPr>
            <a:spLocks noGrp="1"/>
          </p:cNvSpPr>
          <p:nvPr>
            <p:ph type="body" sz="half" idx="2"/>
          </p:nvPr>
        </p:nvSpPr>
        <p:spPr>
          <a:xfrm>
            <a:off x="215900" y="3295650"/>
            <a:ext cx="8712200" cy="3457575"/>
          </a:xfrm>
        </p:spPr>
        <p:txBody>
          <a:bodyPr/>
          <a:lstStyle/>
          <a:p>
            <a:pPr algn="just" eaLnBrk="1" hangingPunct="1">
              <a:lnSpc>
                <a:spcPct val="80000"/>
              </a:lnSpc>
            </a:pPr>
            <a:r>
              <a:rPr lang="en-GB" altLang="en-US" sz="1600" smtClean="0">
                <a:latin typeface="Helvetica" panose="020B0604020202020204" pitchFamily="34" charset="0"/>
                <a:cs typeface="Helvetica" panose="020B0604020202020204" pitchFamily="34" charset="0"/>
              </a:rPr>
              <a:t>A package import is a directed relationship  that identifies a package whose members are to be imported by a namespace (package)</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Importing namespace adds names of members of imported package to its namespace</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Conceptually equivalent to having an element import to each individual member of the imported namespace</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Notated using dashed line with open arrowhead from importing namespace to imported package, labelled with keyword</a:t>
            </a:r>
          </a:p>
          <a:p>
            <a:pPr lvl="1" algn="just" eaLnBrk="1" hangingPunct="1">
              <a:lnSpc>
                <a:spcPct val="80000"/>
              </a:lnSpc>
            </a:pPr>
            <a:r>
              <a:rPr lang="en-GB" altLang="en-US" sz="1400" smtClean="0">
                <a:latin typeface="Helvetica" panose="020B0604020202020204" pitchFamily="34" charset="0"/>
                <a:cs typeface="Helvetica" panose="020B0604020202020204" pitchFamily="34" charset="0"/>
              </a:rPr>
              <a:t>&lt;&lt;import&gt;&gt; if package import is public and</a:t>
            </a:r>
          </a:p>
          <a:p>
            <a:pPr lvl="1" algn="just" eaLnBrk="1" hangingPunct="1">
              <a:lnSpc>
                <a:spcPct val="80000"/>
              </a:lnSpc>
            </a:pPr>
            <a:r>
              <a:rPr lang="en-GB" altLang="en-US" sz="1400" smtClean="0">
                <a:latin typeface="Helvetica" panose="020B0604020202020204" pitchFamily="34" charset="0"/>
                <a:cs typeface="Helvetica" panose="020B0604020202020204" pitchFamily="34" charset="0"/>
              </a:rPr>
              <a:t>&lt;&lt;access&gt;&gt; if package import is private</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If package import is public, then imported elements will be visible outside of importing package, while if it is private, they will not be visible</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In example above, elements in </a:t>
            </a:r>
            <a:r>
              <a:rPr lang="en-GB" altLang="en-US" sz="1600" b="1" smtClean="0">
                <a:latin typeface="Helvetica" panose="020B0604020202020204" pitchFamily="34" charset="0"/>
                <a:cs typeface="Helvetica" panose="020B0604020202020204" pitchFamily="34" charset="0"/>
              </a:rPr>
              <a:t>types</a:t>
            </a:r>
            <a:r>
              <a:rPr lang="en-GB" altLang="en-US" sz="1600" smtClean="0">
                <a:latin typeface="Helvetica" panose="020B0604020202020204" pitchFamily="34" charset="0"/>
                <a:cs typeface="Helvetica" panose="020B0604020202020204" pitchFamily="34" charset="0"/>
              </a:rPr>
              <a:t> are imported to </a:t>
            </a:r>
            <a:r>
              <a:rPr lang="en-GB" altLang="en-US" sz="1600" b="1" smtClean="0">
                <a:latin typeface="Helvetica" panose="020B0604020202020204" pitchFamily="34" charset="0"/>
                <a:cs typeface="Helvetica" panose="020B0604020202020204" pitchFamily="34" charset="0"/>
              </a:rPr>
              <a:t>shoppingCart</a:t>
            </a:r>
            <a:r>
              <a:rPr lang="en-GB" altLang="en-US" sz="1600" smtClean="0">
                <a:latin typeface="Helvetica" panose="020B0604020202020204" pitchFamily="34" charset="0"/>
                <a:cs typeface="Helvetica" panose="020B0604020202020204" pitchFamily="34" charset="0"/>
              </a:rPr>
              <a:t> and then further imported to </a:t>
            </a:r>
            <a:r>
              <a:rPr lang="en-GB" altLang="en-US" sz="1600" b="1" smtClean="0">
                <a:latin typeface="Helvetica" panose="020B0604020202020204" pitchFamily="34" charset="0"/>
                <a:cs typeface="Helvetica" panose="020B0604020202020204" pitchFamily="34" charset="0"/>
              </a:rPr>
              <a:t>webShop</a:t>
            </a:r>
          </a:p>
          <a:p>
            <a:pPr algn="just" eaLnBrk="1" hangingPunct="1">
              <a:lnSpc>
                <a:spcPct val="80000"/>
              </a:lnSpc>
            </a:pPr>
            <a:r>
              <a:rPr lang="en-GB" altLang="en-US" sz="1600" smtClean="0">
                <a:latin typeface="Helvetica" panose="020B0604020202020204" pitchFamily="34" charset="0"/>
                <a:cs typeface="Helvetica" panose="020B0604020202020204" pitchFamily="34" charset="0"/>
              </a:rPr>
              <a:t>But elements of auxiliary only accessible from shoppingCart, not webShop</a:t>
            </a:r>
            <a:endParaRPr lang="en-US" altLang="en-US" sz="1600" smtClean="0">
              <a:latin typeface="Helvetica" panose="020B0604020202020204" pitchFamily="34" charset="0"/>
              <a:cs typeface="Helvetica" panose="020B0604020202020204" pitchFamily="34" charset="0"/>
            </a:endParaRPr>
          </a:p>
        </p:txBody>
      </p:sp>
      <p:sp>
        <p:nvSpPr>
          <p:cNvPr id="43012"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1070B7F-2F32-4805-A552-90D2FD0B1F4D}" type="slidenum">
              <a:rPr lang="en-GB" altLang="en-US" sz="1200">
                <a:latin typeface="Arial" panose="020B0604020202020204" pitchFamily="34" charset="0"/>
                <a:cs typeface="Arial" panose="020B0604020202020204" pitchFamily="34" charset="0"/>
              </a:rPr>
              <a:pPr>
                <a:spcBef>
                  <a:spcPct val="0"/>
                </a:spcBef>
                <a:buFontTx/>
                <a:buNone/>
              </a:pPr>
              <a:t>15</a:t>
            </a:fld>
            <a:endParaRPr lang="en-GB" altLang="en-US" sz="120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1116013" y="190500"/>
            <a:ext cx="7123112" cy="302418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7">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457200" y="44450"/>
            <a:ext cx="8229600" cy="490538"/>
          </a:xfrm>
        </p:spPr>
        <p:txBody>
          <a:bodyPr rtlCol="0">
            <a:normAutofit fontScale="90000"/>
          </a:bodyPr>
          <a:lstStyle/>
          <a:p>
            <a:pPr eaLnBrk="1" fontAlgn="auto" hangingPunct="1">
              <a:spcAft>
                <a:spcPts val="0"/>
              </a:spcAft>
              <a:defRPr/>
            </a:pPr>
            <a:r>
              <a:rPr lang="en-GB" altLang="en-US" dirty="0">
                <a:latin typeface="Helvetica" panose="020B0604020202020204" pitchFamily="34" charset="0"/>
                <a:cs typeface="Helvetica" panose="020B0604020202020204" pitchFamily="34" charset="0"/>
              </a:rPr>
              <a:t>Components</a:t>
            </a:r>
            <a:endParaRPr lang="en-US" altLang="en-US" dirty="0">
              <a:latin typeface="Helvetica" panose="020B0604020202020204" pitchFamily="34" charset="0"/>
              <a:cs typeface="Helvetica" panose="020B0604020202020204" pitchFamily="34" charset="0"/>
            </a:endParaRPr>
          </a:p>
        </p:txBody>
      </p:sp>
      <p:sp>
        <p:nvSpPr>
          <p:cNvPr id="19460" name="Rectangle 3"/>
          <p:cNvSpPr>
            <a:spLocks noGrp="1"/>
          </p:cNvSpPr>
          <p:nvPr>
            <p:ph idx="1"/>
          </p:nvPr>
        </p:nvSpPr>
        <p:spPr>
          <a:xfrm>
            <a:off x="441325" y="908050"/>
            <a:ext cx="8229600" cy="4525963"/>
          </a:xfrm>
        </p:spPr>
        <p:txBody>
          <a:bodyPr/>
          <a:lstStyle/>
          <a:p>
            <a:pPr algn="just" eaLnBrk="1" hangingPunct="1">
              <a:lnSpc>
                <a:spcPct val="80000"/>
              </a:lnSpc>
            </a:pPr>
            <a:r>
              <a:rPr lang="en-GB" altLang="en-US" sz="1800" smtClean="0">
                <a:latin typeface="Helvetica" panose="020B0604020202020204" pitchFamily="34" charset="0"/>
                <a:cs typeface="Helvetica" panose="020B0604020202020204" pitchFamily="34" charset="0"/>
              </a:rPr>
              <a:t>UML defines a </a:t>
            </a:r>
            <a:r>
              <a:rPr lang="en-GB" altLang="en-US" sz="1800" i="1" smtClean="0">
                <a:latin typeface="Helvetica" panose="020B0604020202020204" pitchFamily="34" charset="0"/>
                <a:cs typeface="Helvetica" panose="020B0604020202020204" pitchFamily="34" charset="0"/>
              </a:rPr>
              <a:t>component</a:t>
            </a:r>
            <a:r>
              <a:rPr lang="en-GB" altLang="en-US" sz="1800" smtClean="0">
                <a:latin typeface="Helvetica" panose="020B0604020202020204" pitchFamily="34" charset="0"/>
                <a:cs typeface="Helvetica" panose="020B0604020202020204" pitchFamily="34" charset="0"/>
              </a:rPr>
              <a:t> to be </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“a modular unit with well-defined interfaces that is replaceable within its environment” (UML Superstructure Specification, v.2.0, Chapter 8)</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Component-based design emphasises reuse</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Component is an autonomous unit within a system</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Component defines its behaviour in terms of provided and required interfaces</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A component may be replaced with another if they both provide and require the same interfaces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In UML, a component is a special type of class</a:t>
            </a:r>
          </a:p>
          <a:p>
            <a:pPr lvl="1" algn="just" eaLnBrk="1" hangingPunct="1">
              <a:lnSpc>
                <a:spcPct val="80000"/>
              </a:lnSpc>
            </a:pPr>
            <a:r>
              <a:rPr lang="en-GB" altLang="en-US" sz="1600" smtClean="0">
                <a:latin typeface="Helvetica" panose="020B0604020202020204" pitchFamily="34" charset="0"/>
                <a:cs typeface="Helvetica" panose="020B0604020202020204" pitchFamily="34" charset="0"/>
              </a:rPr>
              <a:t>However, a component will often be </a:t>
            </a:r>
            <a:r>
              <a:rPr lang="en-GB" altLang="en-US" sz="1600" smtClean="0">
                <a:solidFill>
                  <a:srgbClr val="FF0000"/>
                </a:solidFill>
                <a:latin typeface="Helvetica" panose="020B0604020202020204" pitchFamily="34" charset="0"/>
                <a:cs typeface="Helvetica" panose="020B0604020202020204" pitchFamily="34" charset="0"/>
              </a:rPr>
              <a:t>a collection of collaborating classes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component can therefore have attributes and operations and may participate in associations and generalizations</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component </a:t>
            </a:r>
            <a:r>
              <a:rPr lang="en-GB" altLang="en-US" sz="1800" i="1" smtClean="0">
                <a:latin typeface="Helvetica" panose="020B0604020202020204" pitchFamily="34" charset="0"/>
                <a:cs typeface="Helvetica" panose="020B0604020202020204" pitchFamily="34" charset="0"/>
              </a:rPr>
              <a:t>provides</a:t>
            </a:r>
            <a:r>
              <a:rPr lang="en-GB" altLang="en-US" sz="1800" smtClean="0">
                <a:latin typeface="Helvetica" panose="020B0604020202020204" pitchFamily="34" charset="0"/>
                <a:cs typeface="Helvetica" panose="020B0604020202020204" pitchFamily="34" charset="0"/>
              </a:rPr>
              <a:t> interfaces that it realizes and exposes to its environment</a:t>
            </a:r>
          </a:p>
          <a:p>
            <a:pPr algn="just" eaLnBrk="1" hangingPunct="1">
              <a:lnSpc>
                <a:spcPct val="80000"/>
              </a:lnSpc>
            </a:pPr>
            <a:r>
              <a:rPr lang="en-GB" altLang="en-US" sz="1800" smtClean="0">
                <a:latin typeface="Helvetica" panose="020B0604020202020204" pitchFamily="34" charset="0"/>
                <a:cs typeface="Helvetica" panose="020B0604020202020204" pitchFamily="34" charset="0"/>
              </a:rPr>
              <a:t>A component may require interfaces from other components in its environment in order to be able to provide all its functionality</a:t>
            </a:r>
          </a:p>
          <a:p>
            <a:pPr algn="just" eaLnBrk="1" hangingPunct="1">
              <a:lnSpc>
                <a:spcPct val="80000"/>
              </a:lnSpc>
            </a:pPr>
            <a:r>
              <a:rPr lang="en-GB" altLang="en-US" sz="1800" i="1" smtClean="0">
                <a:latin typeface="Helvetica" panose="020B0604020202020204" pitchFamily="34" charset="0"/>
                <a:cs typeface="Helvetica" panose="020B0604020202020204" pitchFamily="34" charset="0"/>
              </a:rPr>
              <a:t>External </a:t>
            </a:r>
            <a:r>
              <a:rPr lang="en-GB" altLang="en-US" sz="1800" smtClean="0">
                <a:latin typeface="Helvetica" panose="020B0604020202020204" pitchFamily="34" charset="0"/>
                <a:cs typeface="Helvetica" panose="020B0604020202020204" pitchFamily="34" charset="0"/>
              </a:rPr>
              <a:t>or “Black box” view on a component considers its publicly visible properties and operations</a:t>
            </a:r>
          </a:p>
          <a:p>
            <a:pPr algn="just" eaLnBrk="1" hangingPunct="1">
              <a:lnSpc>
                <a:spcPct val="80000"/>
              </a:lnSpc>
            </a:pPr>
            <a:r>
              <a:rPr lang="en-GB" altLang="en-US" sz="1800" i="1" smtClean="0">
                <a:latin typeface="Helvetica" panose="020B0604020202020204" pitchFamily="34" charset="0"/>
                <a:cs typeface="Helvetica" panose="020B0604020202020204" pitchFamily="34" charset="0"/>
              </a:rPr>
              <a:t>Internal </a:t>
            </a:r>
            <a:r>
              <a:rPr lang="en-GB" altLang="en-US" sz="1800" smtClean="0">
                <a:latin typeface="Helvetica" panose="020B0604020202020204" pitchFamily="34" charset="0"/>
                <a:cs typeface="Helvetica" panose="020B0604020202020204" pitchFamily="34" charset="0"/>
              </a:rPr>
              <a:t>or “White box” view on a component considers its private properties and </a:t>
            </a:r>
            <a:r>
              <a:rPr lang="en-GB" altLang="en-US" sz="1800" i="1" smtClean="0">
                <a:latin typeface="Helvetica" panose="020B0604020202020204" pitchFamily="34" charset="0"/>
                <a:cs typeface="Helvetica" panose="020B0604020202020204" pitchFamily="34" charset="0"/>
              </a:rPr>
              <a:t>realizing classifiers</a:t>
            </a:r>
            <a:r>
              <a:rPr lang="en-GB" altLang="en-US" sz="1800" smtClean="0">
                <a:latin typeface="Helvetica" panose="020B0604020202020204" pitchFamily="34" charset="0"/>
                <a:cs typeface="Helvetica" panose="020B0604020202020204" pitchFamily="34" charset="0"/>
              </a:rPr>
              <a:t> (i.e., the classes and other elements inside the component) and shows how the behaviour of the component is realized internally</a:t>
            </a:r>
            <a:endParaRPr lang="en-US" altLang="en-US" sz="1800" smtClean="0">
              <a:latin typeface="Helvetica" panose="020B0604020202020204" pitchFamily="34" charset="0"/>
              <a:cs typeface="Helvetica" panose="020B0604020202020204" pitchFamily="34" charset="0"/>
            </a:endParaRPr>
          </a:p>
        </p:txBody>
      </p:sp>
      <p:sp>
        <p:nvSpPr>
          <p:cNvPr id="4403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896526D-3E71-4EF0-8D85-EF3469B39F11}" type="slidenum">
              <a:rPr lang="en-GB" altLang="en-US" sz="1200">
                <a:latin typeface="Arial" panose="020B0604020202020204" pitchFamily="34" charset="0"/>
                <a:cs typeface="Arial" panose="020B0604020202020204" pitchFamily="34" charset="0"/>
              </a:rPr>
              <a:pPr>
                <a:spcBef>
                  <a:spcPct val="0"/>
                </a:spcBef>
                <a:buFontTx/>
                <a:buNone/>
              </a:pPr>
              <a:t>16</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6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6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46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46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946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946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9460">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9460">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9460">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9460">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9460">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946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endParaRPr lang="en-US" altLang="en-US" smtClean="0"/>
          </a:p>
        </p:txBody>
      </p:sp>
      <p:sp>
        <p:nvSpPr>
          <p:cNvPr id="4505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E75E76-32F3-4D05-A3AF-762DEF343E67}" type="slidenum">
              <a:rPr lang="en-GB" altLang="en-US" sz="1200">
                <a:solidFill>
                  <a:srgbClr val="898989"/>
                </a:solidFill>
              </a:rPr>
              <a:pPr>
                <a:spcBef>
                  <a:spcPct val="0"/>
                </a:spcBef>
                <a:buFontTx/>
                <a:buNone/>
              </a:pPr>
              <a:t>17</a:t>
            </a:fld>
            <a:endParaRPr lang="en-GB" altLang="en-US" sz="1200">
              <a:solidFill>
                <a:srgbClr val="898989"/>
              </a:solidFill>
            </a:endParaRPr>
          </a:p>
        </p:txBody>
      </p:sp>
      <p:pic>
        <p:nvPicPr>
          <p:cNvPr id="5" name="Picture 4"/>
          <p:cNvPicPr>
            <a:picLocks noChangeAspect="1"/>
          </p:cNvPicPr>
          <p:nvPr/>
        </p:nvPicPr>
        <p:blipFill>
          <a:blip r:embed="rId2"/>
          <a:stretch>
            <a:fillRect/>
          </a:stretch>
        </p:blipFill>
        <p:spPr>
          <a:xfrm>
            <a:off x="1746250" y="2554288"/>
            <a:ext cx="5651500" cy="18827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457200" y="44450"/>
            <a:ext cx="8229600" cy="561975"/>
          </a:xfrm>
        </p:spPr>
        <p:txBody>
          <a:bodyPr rtlCol="0">
            <a:normAutofit fontScale="90000"/>
          </a:bodyPr>
          <a:lstStyle/>
          <a:p>
            <a:pPr eaLnBrk="1" fontAlgn="auto" hangingPunct="1">
              <a:spcAft>
                <a:spcPts val="0"/>
              </a:spcAft>
              <a:defRPr/>
            </a:pPr>
            <a:r>
              <a:rPr lang="en-GB" altLang="en-US" sz="4000" dirty="0">
                <a:latin typeface="Helvetica" panose="020B0604020202020204" pitchFamily="34" charset="0"/>
                <a:cs typeface="Helvetica" panose="020B0604020202020204" pitchFamily="34" charset="0"/>
              </a:rPr>
              <a:t>Component notation</a:t>
            </a:r>
            <a:endParaRPr lang="en-US" altLang="en-US" sz="4000" dirty="0">
              <a:latin typeface="Helvetica" panose="020B0604020202020204" pitchFamily="34" charset="0"/>
              <a:cs typeface="Helvetica" panose="020B0604020202020204" pitchFamily="34" charset="0"/>
            </a:endParaRPr>
          </a:p>
        </p:txBody>
      </p:sp>
      <p:sp>
        <p:nvSpPr>
          <p:cNvPr id="20485" name="Rectangle 8"/>
          <p:cNvSpPr>
            <a:spLocks noGrp="1" noChangeArrowheads="1"/>
          </p:cNvSpPr>
          <p:nvPr>
            <p:ph type="body" sz="half" idx="2"/>
          </p:nvPr>
        </p:nvSpPr>
        <p:spPr>
          <a:xfrm>
            <a:off x="457200" y="3314700"/>
            <a:ext cx="8229600" cy="3529013"/>
          </a:xfrm>
        </p:spPr>
        <p:txBody>
          <a:bodyPr rtlCol="0">
            <a:normAutofit/>
          </a:bodyPr>
          <a:lstStyle/>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Component icon is a class icon with the keyword </a:t>
            </a:r>
            <a:r>
              <a:rPr lang="en-GB" altLang="en-US" sz="2400" dirty="0">
                <a:solidFill>
                  <a:schemeClr val="tx2">
                    <a:lumMod val="60000"/>
                    <a:lumOff val="40000"/>
                  </a:schemeClr>
                </a:solidFill>
                <a:latin typeface="Helvetica" panose="020B0604020202020204" pitchFamily="34" charset="0"/>
                <a:cs typeface="Helvetica" panose="020B0604020202020204" pitchFamily="34" charset="0"/>
              </a:rPr>
              <a:t>&lt;&lt;component&gt;&gt;</a:t>
            </a:r>
          </a:p>
          <a:p>
            <a:pPr lvl="1" algn="just" eaLnBrk="1" fontAlgn="auto" hangingPunct="1">
              <a:lnSpc>
                <a:spcPct val="90000"/>
              </a:lnSpc>
              <a:spcAft>
                <a:spcPts val="0"/>
              </a:spcAft>
              <a:defRPr/>
            </a:pPr>
            <a:r>
              <a:rPr lang="en-GB" altLang="en-US" sz="2000" dirty="0">
                <a:latin typeface="Helvetica" panose="020B0604020202020204" pitchFamily="34" charset="0"/>
                <a:cs typeface="Helvetica" panose="020B0604020202020204" pitchFamily="34" charset="0"/>
              </a:rPr>
              <a:t>Optionally can include a component icon in the top, right-hand corner</a:t>
            </a:r>
          </a:p>
          <a:p>
            <a:pPr lvl="1" algn="just" eaLnBrk="1" fontAlgn="auto" hangingPunct="1">
              <a:lnSpc>
                <a:spcPct val="90000"/>
              </a:lnSpc>
              <a:spcAft>
                <a:spcPts val="0"/>
              </a:spcAft>
              <a:defRPr/>
            </a:pPr>
            <a:endParaRPr lang="en-GB" altLang="en-US" sz="2000" dirty="0">
              <a:latin typeface="Helvetica" panose="020B0604020202020204" pitchFamily="34" charset="0"/>
              <a:cs typeface="Helvetica" panose="020B0604020202020204" pitchFamily="34" charset="0"/>
            </a:endParaRPr>
          </a:p>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Black-box view shows only interfaces provided and required either using “</a:t>
            </a:r>
            <a:r>
              <a:rPr lang="en-GB" altLang="en-US" sz="2400" dirty="0">
                <a:solidFill>
                  <a:schemeClr val="tx2">
                    <a:lumMod val="60000"/>
                    <a:lumOff val="40000"/>
                  </a:schemeClr>
                </a:solidFill>
                <a:latin typeface="Helvetica" panose="020B0604020202020204" pitchFamily="34" charset="0"/>
                <a:cs typeface="Helvetica" panose="020B0604020202020204" pitchFamily="34" charset="0"/>
              </a:rPr>
              <a:t>ball-and-socket</a:t>
            </a:r>
            <a:r>
              <a:rPr lang="en-GB" altLang="en-US" sz="2400" dirty="0">
                <a:latin typeface="Helvetica" panose="020B0604020202020204" pitchFamily="34" charset="0"/>
                <a:cs typeface="Helvetica" panose="020B0604020202020204" pitchFamily="34" charset="0"/>
              </a:rPr>
              <a:t>” notation or listed in a compartment of the component rectangle</a:t>
            </a:r>
          </a:p>
        </p:txBody>
      </p:sp>
      <p:sp>
        <p:nvSpPr>
          <p:cNvPr id="4608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D4C0D3-D21D-4883-980C-F167BE4CB0E4}" type="slidenum">
              <a:rPr lang="en-GB" altLang="en-US" sz="1200">
                <a:latin typeface="Arial" panose="020B0604020202020204" pitchFamily="34" charset="0"/>
                <a:cs typeface="Arial" panose="020B0604020202020204" pitchFamily="34" charset="0"/>
              </a:rPr>
              <a:pPr>
                <a:spcBef>
                  <a:spcPct val="0"/>
                </a:spcBef>
                <a:buFontTx/>
                <a:buNone/>
              </a:pPr>
              <a:t>18</a:t>
            </a:fld>
            <a:endParaRPr lang="en-GB" altLang="en-US" sz="1200">
              <a:latin typeface="Arial" panose="020B0604020202020204" pitchFamily="34" charset="0"/>
              <a:cs typeface="Arial" panose="020B0604020202020204" pitchFamily="34" charset="0"/>
            </a:endParaRPr>
          </a:p>
        </p:txBody>
      </p:sp>
      <p:pic>
        <p:nvPicPr>
          <p:cNvPr id="4608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7700" y="765175"/>
            <a:ext cx="8005763"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GB" altLang="en-US" sz="4000">
                <a:latin typeface="Helvetica" panose="020B0604020202020204" pitchFamily="34" charset="0"/>
                <a:cs typeface="Helvetica" panose="020B0604020202020204" pitchFamily="34" charset="0"/>
              </a:rPr>
              <a:t>Internal, white-box view on components</a:t>
            </a:r>
            <a:endParaRPr lang="en-US" altLang="en-US" sz="4000">
              <a:latin typeface="Helvetica" panose="020B0604020202020204" pitchFamily="34" charset="0"/>
              <a:cs typeface="Helvetica" panose="020B0604020202020204" pitchFamily="34" charset="0"/>
            </a:endParaRPr>
          </a:p>
        </p:txBody>
      </p:sp>
      <p:graphicFrame>
        <p:nvGraphicFramePr>
          <p:cNvPr id="47107" name="Object 6"/>
          <p:cNvGraphicFramePr>
            <a:graphicFrameLocks noGrp="1" noChangeAspect="1"/>
          </p:cNvGraphicFramePr>
          <p:nvPr>
            <p:ph sz="half" idx="1"/>
          </p:nvPr>
        </p:nvGraphicFramePr>
        <p:xfrm>
          <a:off x="947738" y="1417638"/>
          <a:ext cx="7248525" cy="2000250"/>
        </p:xfrm>
        <a:graphic>
          <a:graphicData uri="http://schemas.openxmlformats.org/presentationml/2006/ole">
            <mc:AlternateContent xmlns:mc="http://schemas.openxmlformats.org/markup-compatibility/2006">
              <mc:Choice xmlns:v="urn:schemas-microsoft-com:vml" Requires="v">
                <p:oleObj spid="_x0000_s47110" name="UML Diagram" r:id="rId3" imgW="5250976" imgH="1450075" progId="Pacestar.Diagram">
                  <p:embed/>
                </p:oleObj>
              </mc:Choice>
              <mc:Fallback>
                <p:oleObj name="UML Diagram" r:id="rId3" imgW="5250976" imgH="1450075" progId="Pacestar.Diagram">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738" y="1417638"/>
                        <a:ext cx="72485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8" name="Rectangle 7"/>
          <p:cNvSpPr>
            <a:spLocks noGrp="1"/>
          </p:cNvSpPr>
          <p:nvPr>
            <p:ph type="body" sz="half" idx="2"/>
          </p:nvPr>
        </p:nvSpPr>
        <p:spPr>
          <a:xfrm>
            <a:off x="450850" y="3644900"/>
            <a:ext cx="8229600" cy="2187575"/>
          </a:xfrm>
        </p:spPr>
        <p:txBody>
          <a:bodyPr/>
          <a:lstStyle/>
          <a:p>
            <a:pPr eaLnBrk="1" hangingPunct="1"/>
            <a:r>
              <a:rPr lang="en-GB" altLang="en-US" sz="2400" smtClean="0">
                <a:latin typeface="Helvetica" panose="020B0604020202020204" pitchFamily="34" charset="0"/>
                <a:cs typeface="Helvetica" panose="020B0604020202020204" pitchFamily="34" charset="0"/>
              </a:rPr>
              <a:t>Interfaces can also be displayed in full using class icons, use </a:t>
            </a:r>
          </a:p>
          <a:p>
            <a:pPr lvl="1" eaLnBrk="1" hangingPunct="1"/>
            <a:r>
              <a:rPr lang="en-GB" altLang="en-US" sz="2000" smtClean="0">
                <a:latin typeface="Helvetica" panose="020B0604020202020204" pitchFamily="34" charset="0"/>
                <a:cs typeface="Helvetica" panose="020B0604020202020204" pitchFamily="34" charset="0"/>
              </a:rPr>
              <a:t>Dashed arrow with white triangle head for provided interfaces and</a:t>
            </a:r>
          </a:p>
          <a:p>
            <a:pPr lvl="1" eaLnBrk="1" hangingPunct="1"/>
            <a:r>
              <a:rPr lang="en-GB" altLang="en-US" sz="2000" smtClean="0">
                <a:latin typeface="Helvetica" panose="020B0604020202020204" pitchFamily="34" charset="0"/>
                <a:cs typeface="Helvetica" panose="020B0604020202020204" pitchFamily="34" charset="0"/>
              </a:rPr>
              <a:t>Dashed arrow with open arrowhead with keyword &lt;&lt;use&gt;&gt; for required interfaces</a:t>
            </a:r>
            <a:endParaRPr lang="en-US" altLang="en-US" sz="2000" smtClean="0">
              <a:latin typeface="Helvetica" panose="020B0604020202020204" pitchFamily="34" charset="0"/>
              <a:cs typeface="Helvetica" panose="020B0604020202020204" pitchFamily="34" charset="0"/>
            </a:endParaRPr>
          </a:p>
        </p:txBody>
      </p:sp>
      <p:sp>
        <p:nvSpPr>
          <p:cNvPr id="47109"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CF7FBE3-7150-40A6-A452-EF00B013DD3C}" type="slidenum">
              <a:rPr lang="en-GB" altLang="en-US" sz="1200">
                <a:latin typeface="Helvetica" panose="020B0604020202020204" pitchFamily="34" charset="0"/>
                <a:cs typeface="Helvetica" panose="020B0604020202020204" pitchFamily="34" charset="0"/>
              </a:rPr>
              <a:pPr>
                <a:spcBef>
                  <a:spcPct val="0"/>
                </a:spcBef>
                <a:buFontTx/>
                <a:buNone/>
              </a:pPr>
              <a:t>19</a:t>
            </a:fld>
            <a:endParaRPr lang="en-GB" altLang="en-US" sz="120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457200" y="274638"/>
            <a:ext cx="8229600" cy="561975"/>
          </a:xfrm>
        </p:spPr>
        <p:txBody>
          <a:bodyPr rtlCol="0">
            <a:normAutofit fontScale="90000"/>
          </a:bodyPr>
          <a:lstStyle/>
          <a:p>
            <a:pPr eaLnBrk="1" fontAlgn="auto" hangingPunct="1">
              <a:spcAft>
                <a:spcPts val="0"/>
              </a:spcAft>
              <a:defRPr/>
            </a:pPr>
            <a:r>
              <a:rPr lang="en-GB" altLang="en-US" sz="4000" dirty="0" err="1">
                <a:latin typeface="Helvetica" panose="020B0604020202020204" pitchFamily="34" charset="0"/>
                <a:cs typeface="Helvetica" panose="020B0604020202020204" pitchFamily="34" charset="0"/>
              </a:rPr>
              <a:t>Artifacts</a:t>
            </a:r>
            <a:endParaRPr lang="en-US" altLang="en-US" sz="4000" dirty="0">
              <a:latin typeface="Helvetica" panose="020B0604020202020204" pitchFamily="34" charset="0"/>
              <a:cs typeface="Helvetica" panose="020B0604020202020204" pitchFamily="34" charset="0"/>
            </a:endParaRPr>
          </a:p>
        </p:txBody>
      </p:sp>
      <p:sp>
        <p:nvSpPr>
          <p:cNvPr id="22533" name="Rectangle 3"/>
          <p:cNvSpPr>
            <a:spLocks noGrp="1" noChangeArrowheads="1"/>
          </p:cNvSpPr>
          <p:nvPr>
            <p:ph type="body" sz="half" idx="2"/>
          </p:nvPr>
        </p:nvSpPr>
        <p:spPr>
          <a:xfrm>
            <a:off x="323850" y="2568575"/>
            <a:ext cx="8496300" cy="3816350"/>
          </a:xfrm>
        </p:spPr>
        <p:txBody>
          <a:bodyPr rtlCol="0">
            <a:normAutofit fontScale="92500" lnSpcReduction="10000"/>
          </a:bodyPr>
          <a:lstStyle/>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An </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is a concrete element in the physical world</a:t>
            </a:r>
          </a:p>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An </a:t>
            </a:r>
            <a:r>
              <a:rPr lang="en-GB" altLang="en-US" sz="2400" i="1"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is the specification of a physical piece of information such as a binary executable, a database table or an implemented component such as a DLL or a Java class file</a:t>
            </a:r>
          </a:p>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Each </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has a filename</a:t>
            </a:r>
          </a:p>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An </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is represented by a normal class rectangle with the keyword &lt;&lt;</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&gt;&gt; or an </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icon in the top right corner</a:t>
            </a:r>
          </a:p>
          <a:p>
            <a:pPr algn="just" eaLnBrk="1" fontAlgn="auto" hangingPunct="1">
              <a:lnSpc>
                <a:spcPct val="90000"/>
              </a:lnSpc>
              <a:spcAft>
                <a:spcPts val="0"/>
              </a:spcAft>
              <a:defRPr/>
            </a:pPr>
            <a:r>
              <a:rPr lang="en-GB" altLang="en-US" sz="2400" dirty="0">
                <a:latin typeface="Helvetica" panose="020B0604020202020204" pitchFamily="34" charset="0"/>
                <a:cs typeface="Helvetica" panose="020B0604020202020204" pitchFamily="34" charset="0"/>
              </a:rPr>
              <a:t>Name of </a:t>
            </a: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may (optionally) be underlined</a:t>
            </a:r>
          </a:p>
          <a:p>
            <a:pPr algn="just" eaLnBrk="1" fontAlgn="auto" hangingPunct="1">
              <a:lnSpc>
                <a:spcPct val="90000"/>
              </a:lnSpc>
              <a:spcAft>
                <a:spcPts val="0"/>
              </a:spcAft>
              <a:defRPr/>
            </a:pPr>
            <a:r>
              <a:rPr lang="en-GB" altLang="en-US" sz="2400" dirty="0" err="1">
                <a:latin typeface="Helvetica" panose="020B0604020202020204" pitchFamily="34" charset="0"/>
                <a:cs typeface="Helvetica" panose="020B0604020202020204" pitchFamily="34" charset="0"/>
              </a:rPr>
              <a:t>Artifact</a:t>
            </a:r>
            <a:r>
              <a:rPr lang="en-GB" altLang="en-US" sz="2400" dirty="0">
                <a:latin typeface="Helvetica" panose="020B0604020202020204" pitchFamily="34" charset="0"/>
                <a:cs typeface="Helvetica" panose="020B0604020202020204" pitchFamily="34" charset="0"/>
              </a:rPr>
              <a:t> is said to </a:t>
            </a:r>
            <a:r>
              <a:rPr lang="en-GB" altLang="en-US" sz="2400" i="1" dirty="0">
                <a:latin typeface="Helvetica" panose="020B0604020202020204" pitchFamily="34" charset="0"/>
                <a:cs typeface="Helvetica" panose="020B0604020202020204" pitchFamily="34" charset="0"/>
              </a:rPr>
              <a:t>manifest</a:t>
            </a:r>
            <a:r>
              <a:rPr lang="en-GB" altLang="en-US" sz="2400" dirty="0">
                <a:latin typeface="Helvetica" panose="020B0604020202020204" pitchFamily="34" charset="0"/>
                <a:cs typeface="Helvetica" panose="020B0604020202020204" pitchFamily="34" charset="0"/>
              </a:rPr>
              <a:t> model elements that are used to construct the </a:t>
            </a:r>
            <a:r>
              <a:rPr lang="en-GB" altLang="en-US" sz="2400" dirty="0" err="1">
                <a:latin typeface="Helvetica" panose="020B0604020202020204" pitchFamily="34" charset="0"/>
                <a:cs typeface="Helvetica" panose="020B0604020202020204" pitchFamily="34" charset="0"/>
              </a:rPr>
              <a:t>artifact</a:t>
            </a:r>
            <a:endParaRPr lang="en-GB" altLang="en-US" sz="2400" dirty="0">
              <a:latin typeface="Helvetica" panose="020B0604020202020204" pitchFamily="34" charset="0"/>
              <a:cs typeface="Helvetica" panose="020B0604020202020204" pitchFamily="34" charset="0"/>
            </a:endParaRPr>
          </a:p>
          <a:p>
            <a:pPr lvl="1" algn="just" eaLnBrk="1" fontAlgn="auto" hangingPunct="1">
              <a:lnSpc>
                <a:spcPct val="90000"/>
              </a:lnSpc>
              <a:spcAft>
                <a:spcPts val="0"/>
              </a:spcAft>
              <a:defRPr/>
            </a:pPr>
            <a:r>
              <a:rPr lang="en-GB" altLang="en-US" sz="2000" dirty="0">
                <a:latin typeface="Helvetica" panose="020B0604020202020204" pitchFamily="34" charset="0"/>
                <a:cs typeface="Helvetica" panose="020B0604020202020204" pitchFamily="34" charset="0"/>
              </a:rPr>
              <a:t>Manifestation indicated by dependency arrow with keyword &lt;&lt;manifest&gt;&gt;</a:t>
            </a:r>
            <a:endParaRPr lang="en-US" altLang="en-US" sz="2000" dirty="0">
              <a:latin typeface="Helvetica" panose="020B0604020202020204" pitchFamily="34" charset="0"/>
              <a:cs typeface="Helvetica" panose="020B0604020202020204" pitchFamily="34" charset="0"/>
            </a:endParaRPr>
          </a:p>
        </p:txBody>
      </p:sp>
      <p:sp>
        <p:nvSpPr>
          <p:cNvPr id="48132"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1E9D44-2B37-42E7-BA8B-0EBE20B79EA3}" type="slidenum">
              <a:rPr lang="en-GB" altLang="en-US" sz="1200">
                <a:latin typeface="Arial" panose="020B0604020202020204" pitchFamily="34" charset="0"/>
                <a:cs typeface="Arial" panose="020B0604020202020204" pitchFamily="34" charset="0"/>
              </a:rPr>
              <a:pPr>
                <a:spcBef>
                  <a:spcPct val="0"/>
                </a:spcBef>
                <a:buFontTx/>
                <a:buNone/>
              </a:pPr>
              <a:t>20</a:t>
            </a:fld>
            <a:endParaRPr lang="en-GB" altLang="en-US" sz="120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0" y="1052513"/>
            <a:ext cx="9075738" cy="130016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53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253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253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253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04888" y="1976438"/>
            <a:ext cx="7134225" cy="3773487"/>
          </a:xfrm>
        </p:spPr>
      </p:pic>
      <p:sp>
        <p:nvSpPr>
          <p:cNvPr id="4915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FCA9CBA-368B-45D2-810A-95975D7694A0}" type="slidenum">
              <a:rPr lang="en-US" altLang="en-US" sz="1200">
                <a:latin typeface="Arial" panose="020B0604020202020204" pitchFamily="34" charset="0"/>
                <a:cs typeface="Arial" panose="020B0604020202020204" pitchFamily="34" charset="0"/>
              </a:rPr>
              <a:pPr>
                <a:spcBef>
                  <a:spcPct val="0"/>
                </a:spcBef>
                <a:buFontTx/>
                <a:buNone/>
              </a:pPr>
              <a:t>21</a:t>
            </a:fld>
            <a:endParaRPr lang="en-US" altLang="en-US" sz="1200">
              <a:latin typeface="Arial" panose="020B0604020202020204" pitchFamily="34" charset="0"/>
              <a:cs typeface="Arial" panose="020B0604020202020204" pitchFamily="34" charset="0"/>
            </a:endParaRPr>
          </a:p>
        </p:txBody>
      </p:sp>
      <p:sp>
        <p:nvSpPr>
          <p:cNvPr id="49156" name="Rectangle 3"/>
          <p:cNvSpPr>
            <a:spLocks noChangeArrowheads="1"/>
          </p:cNvSpPr>
          <p:nvPr/>
        </p:nvSpPr>
        <p:spPr bwMode="auto">
          <a:xfrm>
            <a:off x="0" y="0"/>
            <a:ext cx="8229600" cy="431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solidFill>
                  <a:schemeClr val="tx2"/>
                </a:solidFill>
                <a:latin typeface="Arial" panose="020B0604020202020204" pitchFamily="34" charset="0"/>
                <a:cs typeface="Arial" panose="020B0604020202020204" pitchFamily="34" charset="0"/>
              </a:rPr>
              <a:t>Component Diagram – another example</a:t>
            </a:r>
            <a:br>
              <a:rPr lang="en-US" altLang="en-US" sz="2400">
                <a:solidFill>
                  <a:schemeClr val="tx2"/>
                </a:solidFill>
                <a:latin typeface="Arial" panose="020B0604020202020204" pitchFamily="34" charset="0"/>
                <a:cs typeface="Arial" panose="020B0604020202020204" pitchFamily="34" charset="0"/>
              </a:rPr>
            </a:br>
            <a:r>
              <a:rPr lang="en-US" altLang="en-US" sz="1200">
                <a:solidFill>
                  <a:schemeClr val="tx2"/>
                </a:solidFill>
                <a:latin typeface="Arial" panose="020B0604020202020204" pitchFamily="34" charset="0"/>
                <a:cs typeface="Arial" panose="020B0604020202020204" pitchFamily="34" charset="0"/>
              </a:rPr>
              <a:t>(www.cs.tut.fi/tapahtumat/olio2004/richardson.pdf)</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type="title"/>
          </p:nvPr>
        </p:nvSpPr>
        <p:spPr>
          <a:xfrm>
            <a:off x="0" y="0"/>
            <a:ext cx="8229600" cy="431800"/>
          </a:xfrm>
          <a:solidFill>
            <a:srgbClr val="FFFF99"/>
          </a:solidFill>
        </p:spPr>
        <p:txBody>
          <a:bodyPr rtlCol="0">
            <a:normAutofit fontScale="90000"/>
          </a:bodyPr>
          <a:lstStyle/>
          <a:p>
            <a:pPr eaLnBrk="1" fontAlgn="auto" hangingPunct="1">
              <a:spcAft>
                <a:spcPts val="0"/>
              </a:spcAft>
              <a:defRPr/>
            </a:pPr>
            <a:r>
              <a:rPr lang="en-US" altLang="en-US" sz="2400"/>
              <a:t>Component Diagram – another example</a:t>
            </a:r>
            <a:br>
              <a:rPr lang="en-US" altLang="en-US" sz="2400"/>
            </a:br>
            <a:r>
              <a:rPr lang="en-US" altLang="en-US" sz="1200"/>
              <a:t>(www.cs.tut.fi/tapahtumat/olio2004/richardson.pdf)</a:t>
            </a:r>
          </a:p>
        </p:txBody>
      </p:sp>
      <p:pic>
        <p:nvPicPr>
          <p:cNvPr id="5017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279400"/>
            <a:ext cx="7886700" cy="6589713"/>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5018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5732584-76C6-46A1-9FF9-1D833B003FD4}" type="slidenum">
              <a:rPr lang="en-US" altLang="en-US" sz="1200">
                <a:latin typeface="Arial" panose="020B0604020202020204" pitchFamily="34" charset="0"/>
                <a:cs typeface="Arial" panose="020B0604020202020204" pitchFamily="34" charset="0"/>
              </a:rPr>
              <a:pPr>
                <a:spcBef>
                  <a:spcPct val="0"/>
                </a:spcBef>
                <a:buFontTx/>
                <a:buNone/>
              </a:pPr>
              <a:t>22</a:t>
            </a:fld>
            <a:endParaRPr lang="en-US"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a:lstStyle/>
          <a:p>
            <a:pPr eaLnBrk="1" hangingPunct="1"/>
            <a:r>
              <a:rPr lang="en-US" altLang="en-US" sz="3600" smtClean="0"/>
              <a:t>What is a Deployment Diagram?</a:t>
            </a:r>
          </a:p>
        </p:txBody>
      </p:sp>
      <p:sp>
        <p:nvSpPr>
          <p:cNvPr id="51203" name="Rectangle 3"/>
          <p:cNvSpPr>
            <a:spLocks noGrp="1"/>
          </p:cNvSpPr>
          <p:nvPr>
            <p:ph idx="1"/>
          </p:nvPr>
        </p:nvSpPr>
        <p:spPr/>
        <p:txBody>
          <a:bodyPr/>
          <a:lstStyle/>
          <a:p>
            <a:pPr eaLnBrk="1" hangingPunct="1"/>
            <a:r>
              <a:rPr lang="en-US" altLang="en-US" sz="2000" smtClean="0"/>
              <a:t>Deployment Diagram – a diagram that shows the physical relationships among software and hardware components in a system</a:t>
            </a:r>
          </a:p>
          <a:p>
            <a:pPr lvl="1" eaLnBrk="1" hangingPunct="1"/>
            <a:r>
              <a:rPr lang="en-US" altLang="en-US" sz="2000" smtClean="0"/>
              <a:t>Components – physical modules of code</a:t>
            </a:r>
          </a:p>
          <a:p>
            <a:pPr lvl="1" eaLnBrk="1" hangingPunct="1"/>
            <a:r>
              <a:rPr lang="en-US" altLang="en-US" sz="2000" smtClean="0"/>
              <a:t>Connections – show communication paths</a:t>
            </a:r>
          </a:p>
          <a:p>
            <a:pPr lvl="1" eaLnBrk="1" hangingPunct="1"/>
            <a:r>
              <a:rPr lang="en-US" altLang="en-US" sz="2000" smtClean="0"/>
              <a:t>Dependencies – show how components communicate with other components</a:t>
            </a:r>
          </a:p>
          <a:p>
            <a:pPr lvl="1" eaLnBrk="1" hangingPunct="1"/>
            <a:r>
              <a:rPr lang="en-US" altLang="en-US" sz="2000" smtClean="0"/>
              <a:t>Nodes – computational units, usually a pieces of hardware</a:t>
            </a:r>
          </a:p>
        </p:txBody>
      </p:sp>
      <p:sp>
        <p:nvSpPr>
          <p:cNvPr id="51204" name="Slide Number Placeholder 5"/>
          <p:cNvSpPr>
            <a:spLocks noGrp="1"/>
          </p:cNvSpPr>
          <p:nvPr>
            <p:ph type="sldNum" sz="quarter" idx="12"/>
          </p:nvPr>
        </p:nvSpPr>
        <p:spPr bwMode="auto">
          <a:xfrm>
            <a:off x="3124200" y="6245225"/>
            <a:ext cx="2895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A731FA8-9276-4738-8EFD-721FA4036298}" type="slidenum">
              <a:rPr lang="en-US" altLang="en-US" sz="1400">
                <a:latin typeface="Arial" panose="020B0604020202020204" pitchFamily="34" charset="0"/>
                <a:cs typeface="Arial" panose="020B0604020202020204" pitchFamily="34" charset="0"/>
              </a:rPr>
              <a:pPr algn="ctr">
                <a:spcBef>
                  <a:spcPct val="0"/>
                </a:spcBef>
                <a:buFontTx/>
                <a:buNone/>
              </a:pPr>
              <a:t>23</a:t>
            </a:fld>
            <a:endParaRPr lang="en-US" altLang="en-US" sz="1400">
              <a:latin typeface="Arial" panose="020B0604020202020204" pitchFamily="34" charset="0"/>
              <a:cs typeface="Arial" panose="020B0604020202020204" pitchFamily="34" charset="0"/>
            </a:endParaRPr>
          </a:p>
        </p:txBody>
      </p:sp>
      <p:sp>
        <p:nvSpPr>
          <p:cNvPr id="2" name="Rectangle 1"/>
          <p:cNvSpPr/>
          <p:nvPr/>
        </p:nvSpPr>
        <p:spPr>
          <a:xfrm>
            <a:off x="2411413" y="4292600"/>
            <a:ext cx="4572000" cy="1477963"/>
          </a:xfrm>
          <a:prstGeom prst="rect">
            <a:avLst/>
          </a:prstGeom>
          <a:solidFill>
            <a:schemeClr val="tx2">
              <a:lumMod val="40000"/>
              <a:lumOff val="60000"/>
            </a:schemeClr>
          </a:solidFill>
        </p:spPr>
        <p:txBody>
          <a:bodyPr>
            <a:spAutoFit/>
          </a:bodyPr>
          <a:lstStyle/>
          <a:p>
            <a:pPr>
              <a:defRPr/>
            </a:pPr>
            <a:r>
              <a:rPr lang="en-US" dirty="0"/>
              <a:t>A deployment diagram is a UML diagram type that shows the execution architecture of a system, including nodes such as hardware or software execution environments, and the middleware connecting them.</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endParaRPr lang="en-US" altLang="en-US" smtClean="0"/>
          </a:p>
        </p:txBody>
      </p:sp>
      <p:sp>
        <p:nvSpPr>
          <p:cNvPr id="26627" name="Content Placeholder 2"/>
          <p:cNvSpPr>
            <a:spLocks noGrp="1"/>
          </p:cNvSpPr>
          <p:nvPr>
            <p:ph idx="1"/>
          </p:nvPr>
        </p:nvSpPr>
        <p:spPr/>
        <p:txBody>
          <a:bodyPr rtlCol="0">
            <a:normAutofit fontScale="92500"/>
          </a:bodyPr>
          <a:lstStyle/>
          <a:p>
            <a:pPr algn="just" eaLnBrk="1" fontAlgn="auto" hangingPunct="1">
              <a:spcAft>
                <a:spcPts val="0"/>
              </a:spcAft>
              <a:defRPr/>
            </a:pPr>
            <a:r>
              <a:rPr lang="en-US" altLang="en-US" sz="2400"/>
              <a:t>A deployment diagram is a UML diagram type that shows the execution architecture of a system, including nodes such as hardware or software execution environments, and the middleware connecting them.</a:t>
            </a:r>
          </a:p>
          <a:p>
            <a:pPr algn="just" eaLnBrk="1" fontAlgn="auto" hangingPunct="1">
              <a:spcAft>
                <a:spcPts val="0"/>
              </a:spcAft>
              <a:defRPr/>
            </a:pPr>
            <a:endParaRPr lang="en-US" altLang="en-US" sz="2400"/>
          </a:p>
          <a:p>
            <a:pPr algn="just" eaLnBrk="1" fontAlgn="auto" hangingPunct="1">
              <a:spcAft>
                <a:spcPts val="0"/>
              </a:spcAft>
              <a:defRPr/>
            </a:pPr>
            <a:r>
              <a:rPr lang="en-US" altLang="en-US" sz="2400"/>
              <a:t>Deployment diagrams are typically used to visualize the physical hardware and software of a system. </a:t>
            </a:r>
          </a:p>
          <a:p>
            <a:pPr algn="just" eaLnBrk="1" fontAlgn="auto" hangingPunct="1">
              <a:spcAft>
                <a:spcPts val="0"/>
              </a:spcAft>
              <a:defRPr/>
            </a:pPr>
            <a:endParaRPr lang="en-US" altLang="en-US" sz="2400"/>
          </a:p>
          <a:p>
            <a:pPr algn="just" eaLnBrk="1" fontAlgn="auto" hangingPunct="1">
              <a:spcAft>
                <a:spcPts val="0"/>
              </a:spcAft>
              <a:defRPr/>
            </a:pPr>
            <a:r>
              <a:rPr lang="en-US" altLang="en-US" sz="2400"/>
              <a:t>The term Deployment itself describes the purpose of the diagram. Deployment diagrams are used for describing the hardware components, where software components are deployed. Component diagrams and deployment diagrams are closely related.</a:t>
            </a:r>
          </a:p>
          <a:p>
            <a:pPr algn="just" eaLnBrk="1" fontAlgn="auto" hangingPunct="1">
              <a:spcAft>
                <a:spcPts val="0"/>
              </a:spcAft>
              <a:defRPr/>
            </a:pPr>
            <a:endParaRPr lang="en-US" altLang="en-US" sz="2400"/>
          </a:p>
        </p:txBody>
      </p:sp>
      <p:sp>
        <p:nvSpPr>
          <p:cNvPr id="522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638935F-AABA-4A7C-8FA6-47503C772549}" type="slidenum">
              <a:rPr lang="en-GB" altLang="en-US" sz="1200">
                <a:latin typeface="Arial" panose="020B0604020202020204" pitchFamily="34" charset="0"/>
                <a:cs typeface="Arial" panose="020B0604020202020204" pitchFamily="34" charset="0"/>
              </a:rPr>
              <a:pPr>
                <a:spcBef>
                  <a:spcPct val="0"/>
                </a:spcBef>
                <a:buFontTx/>
                <a:buNone/>
              </a:pPr>
              <a:t>24</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altLang="en-US" smtClean="0"/>
              <a:t>Purpose</a:t>
            </a:r>
          </a:p>
        </p:txBody>
      </p:sp>
      <p:sp>
        <p:nvSpPr>
          <p:cNvPr id="53251" name="Content Placeholder 2"/>
          <p:cNvSpPr>
            <a:spLocks noGrp="1"/>
          </p:cNvSpPr>
          <p:nvPr>
            <p:ph idx="1"/>
          </p:nvPr>
        </p:nvSpPr>
        <p:spPr/>
        <p:txBody>
          <a:bodyPr/>
          <a:lstStyle/>
          <a:p>
            <a:pPr algn="just" eaLnBrk="1" hangingPunct="1"/>
            <a:r>
              <a:rPr lang="en-US" altLang="en-US" sz="2000" smtClean="0"/>
              <a:t>Component diagrams are used to describe the components and deployment diagrams shows how they are deployed in hardware.</a:t>
            </a:r>
          </a:p>
          <a:p>
            <a:pPr algn="just" eaLnBrk="1" hangingPunct="1"/>
            <a:endParaRPr lang="en-US" altLang="en-US" sz="2000" smtClean="0"/>
          </a:p>
          <a:p>
            <a:pPr algn="just" eaLnBrk="1" hangingPunct="1"/>
            <a:r>
              <a:rPr lang="en-US" altLang="en-US" sz="2000" smtClean="0"/>
              <a:t>UML is mainly designed to focus on the software artifacts of a system. However, these two diagrams are special diagrams used to focus on software and hardware components.</a:t>
            </a:r>
          </a:p>
          <a:p>
            <a:pPr algn="just" eaLnBrk="1" hangingPunct="1"/>
            <a:endParaRPr lang="en-US" altLang="en-US" sz="2000" smtClean="0"/>
          </a:p>
          <a:p>
            <a:pPr algn="just" eaLnBrk="1" hangingPunct="1"/>
            <a:r>
              <a:rPr lang="en-US" altLang="en-US" sz="2000" smtClean="0"/>
              <a:t>Most of the UML diagrams are used to handle logical components but deployment diagrams are made to focus on the hardware topology of a system. Deployment diagrams are used by the system engineers.</a:t>
            </a:r>
          </a:p>
        </p:txBody>
      </p:sp>
      <p:sp>
        <p:nvSpPr>
          <p:cNvPr id="532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974FEE5-81CD-4DAF-920A-7BD8EEC9DB8C}" type="slidenum">
              <a:rPr lang="en-GB" altLang="en-US" sz="1200">
                <a:latin typeface="Arial" panose="020B0604020202020204" pitchFamily="34" charset="0"/>
                <a:cs typeface="Arial" panose="020B0604020202020204" pitchFamily="34" charset="0"/>
              </a:rPr>
              <a:pPr>
                <a:spcBef>
                  <a:spcPct val="0"/>
                </a:spcBef>
                <a:buFontTx/>
                <a:buNone/>
              </a:pPr>
              <a:t>25</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endParaRPr lang="en-US" altLang="en-US" smtClean="0"/>
          </a:p>
        </p:txBody>
      </p:sp>
      <p:sp>
        <p:nvSpPr>
          <p:cNvPr id="54275" name="Content Placeholder 2"/>
          <p:cNvSpPr>
            <a:spLocks noGrp="1"/>
          </p:cNvSpPr>
          <p:nvPr>
            <p:ph idx="1"/>
          </p:nvPr>
        </p:nvSpPr>
        <p:spPr/>
        <p:txBody>
          <a:bodyPr/>
          <a:lstStyle/>
          <a:p>
            <a:pPr algn="just" eaLnBrk="1" hangingPunct="1"/>
            <a:r>
              <a:rPr lang="en-US" altLang="en-US" sz="2800" smtClean="0"/>
              <a:t>The purpose of deployment diagrams can be described as −</a:t>
            </a:r>
          </a:p>
          <a:p>
            <a:pPr lvl="1" algn="just" eaLnBrk="1" hangingPunct="1"/>
            <a:r>
              <a:rPr lang="en-US" altLang="en-US" sz="2400" smtClean="0"/>
              <a:t>Visualize the hardware topology of a system.</a:t>
            </a:r>
          </a:p>
          <a:p>
            <a:pPr lvl="1" algn="just" eaLnBrk="1" hangingPunct="1"/>
            <a:r>
              <a:rPr lang="en-US" altLang="en-US" sz="2400" smtClean="0"/>
              <a:t>Describe the hardware components used to deploy software components.</a:t>
            </a:r>
          </a:p>
          <a:p>
            <a:pPr lvl="1" algn="just" eaLnBrk="1" hangingPunct="1"/>
            <a:r>
              <a:rPr lang="en-US" altLang="en-US" sz="2400" smtClean="0"/>
              <a:t>Describe the runtime processing nodes.</a:t>
            </a:r>
          </a:p>
        </p:txBody>
      </p:sp>
      <p:sp>
        <p:nvSpPr>
          <p:cNvPr id="542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B482CBB-DDFB-4EC5-A154-D1B331DE67E5}" type="slidenum">
              <a:rPr lang="en-GB" altLang="en-US" sz="1200">
                <a:latin typeface="Arial" panose="020B0604020202020204" pitchFamily="34" charset="0"/>
                <a:cs typeface="Arial" panose="020B0604020202020204" pitchFamily="34" charset="0"/>
              </a:rPr>
              <a:pPr>
                <a:spcBef>
                  <a:spcPct val="0"/>
                </a:spcBef>
                <a:buFontTx/>
                <a:buNone/>
              </a:pPr>
              <a:t>26</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07EA8A1-CCEE-4E89-A2DB-F99218DFD05D}" type="slidenum">
              <a:rPr lang="en-GB" altLang="en-US" sz="1200">
                <a:solidFill>
                  <a:srgbClr val="898989"/>
                </a:solidFill>
              </a:rPr>
              <a:pPr>
                <a:spcBef>
                  <a:spcPct val="0"/>
                </a:spcBef>
                <a:buFontTx/>
                <a:buNone/>
              </a:pPr>
              <a:t>27</a:t>
            </a:fld>
            <a:endParaRPr lang="en-GB" altLang="en-US" sz="1200">
              <a:solidFill>
                <a:srgbClr val="898989"/>
              </a:solidFill>
            </a:endParaRPr>
          </a:p>
        </p:txBody>
      </p:sp>
      <p:pic>
        <p:nvPicPr>
          <p:cNvPr id="5529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0838" y="620713"/>
            <a:ext cx="5991225"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457200" y="115888"/>
            <a:ext cx="8229600" cy="706437"/>
          </a:xfrm>
        </p:spPr>
        <p:txBody>
          <a:bodyPr/>
          <a:lstStyle/>
          <a:p>
            <a:pPr eaLnBrk="1" hangingPunct="1"/>
            <a:r>
              <a:rPr lang="en-GB" altLang="en-US" sz="4000" smtClean="0"/>
              <a:t>The physical layer</a:t>
            </a:r>
            <a:endParaRPr lang="en-US" altLang="en-US" sz="4000" smtClean="0"/>
          </a:p>
        </p:txBody>
      </p:sp>
      <p:graphicFrame>
        <p:nvGraphicFramePr>
          <p:cNvPr id="56323" name="Object 4"/>
          <p:cNvGraphicFramePr>
            <a:graphicFrameLocks noGrp="1" noChangeAspect="1"/>
          </p:cNvGraphicFramePr>
          <p:nvPr>
            <p:ph sz="half" idx="1"/>
          </p:nvPr>
        </p:nvGraphicFramePr>
        <p:xfrm>
          <a:off x="457200" y="841375"/>
          <a:ext cx="8229600" cy="1727200"/>
        </p:xfrm>
        <a:graphic>
          <a:graphicData uri="http://schemas.openxmlformats.org/presentationml/2006/ole">
            <mc:AlternateContent xmlns:mc="http://schemas.openxmlformats.org/markup-compatibility/2006">
              <mc:Choice xmlns:v="urn:schemas-microsoft-com:vml" Requires="v">
                <p:oleObj spid="_x0000_s56326" name="UML Diagram" r:id="rId3" imgW="4683162" imgH="982532" progId="Pacestar.Diagram">
                  <p:embed/>
                </p:oleObj>
              </mc:Choice>
              <mc:Fallback>
                <p:oleObj name="UML Diagram" r:id="rId3" imgW="4683162" imgH="982532" progId="Pacestar.Diagram">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841375"/>
                        <a:ext cx="8229600" cy="172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6324" name="Rectangle 3"/>
          <p:cNvSpPr>
            <a:spLocks noGrp="1"/>
          </p:cNvSpPr>
          <p:nvPr>
            <p:ph type="body" sz="half" idx="2"/>
          </p:nvPr>
        </p:nvSpPr>
        <p:spPr>
          <a:xfrm>
            <a:off x="468313" y="2781300"/>
            <a:ext cx="8229600" cy="3527425"/>
          </a:xfrm>
        </p:spPr>
        <p:txBody>
          <a:bodyPr/>
          <a:lstStyle/>
          <a:p>
            <a:pPr eaLnBrk="1" hangingPunct="1"/>
            <a:r>
              <a:rPr lang="en-GB" altLang="en-US" sz="2400" smtClean="0"/>
              <a:t>Deployment diagram shows</a:t>
            </a:r>
          </a:p>
          <a:p>
            <a:pPr lvl="1" eaLnBrk="1" hangingPunct="1"/>
            <a:r>
              <a:rPr lang="en-GB" altLang="en-US" sz="2000" smtClean="0"/>
              <a:t>The physical communication links between hardware items </a:t>
            </a:r>
            <a:r>
              <a:rPr lang="en-GB" altLang="en-US" sz="2000" i="1" smtClean="0"/>
              <a:t>(nodes)</a:t>
            </a:r>
            <a:r>
              <a:rPr lang="en-GB" altLang="en-US" sz="2000" smtClean="0"/>
              <a:t> (e.g., pcs, printers)</a:t>
            </a:r>
          </a:p>
          <a:p>
            <a:pPr lvl="1" eaLnBrk="1" hangingPunct="1"/>
            <a:r>
              <a:rPr lang="en-GB" altLang="en-US" sz="2000" smtClean="0"/>
              <a:t>The relationships between physical devices </a:t>
            </a:r>
            <a:r>
              <a:rPr lang="en-GB" altLang="en-US" sz="2000" i="1" smtClean="0"/>
              <a:t>(nodes)</a:t>
            </a:r>
            <a:r>
              <a:rPr lang="en-GB" altLang="en-US" sz="2000" smtClean="0"/>
              <a:t> and processes </a:t>
            </a:r>
            <a:r>
              <a:rPr lang="en-GB" altLang="en-US" sz="2000" i="1" smtClean="0"/>
              <a:t>(artifacts)</a:t>
            </a:r>
          </a:p>
          <a:p>
            <a:pPr eaLnBrk="1" hangingPunct="1"/>
            <a:r>
              <a:rPr lang="en-GB" altLang="en-US" sz="2400" smtClean="0"/>
              <a:t>Physical layer consists of the machines, represented by </a:t>
            </a:r>
            <a:r>
              <a:rPr lang="en-GB" altLang="en-US" sz="2400" i="1" smtClean="0"/>
              <a:t>nodes</a:t>
            </a:r>
            <a:r>
              <a:rPr lang="en-GB" altLang="en-US" sz="2400" smtClean="0"/>
              <a:t>, and the (physical) connections between them (e.g., cables), represented by </a:t>
            </a:r>
            <a:r>
              <a:rPr lang="en-GB" altLang="en-US" sz="2400" i="1" smtClean="0"/>
              <a:t>associations</a:t>
            </a:r>
          </a:p>
          <a:p>
            <a:pPr eaLnBrk="1" hangingPunct="1"/>
            <a:r>
              <a:rPr lang="en-GB" altLang="en-US" sz="2400" smtClean="0"/>
              <a:t>Nodes have </a:t>
            </a:r>
            <a:r>
              <a:rPr lang="en-GB" altLang="en-US" sz="2400" i="1" smtClean="0"/>
              <a:t>node types</a:t>
            </a:r>
            <a:endParaRPr lang="en-US" altLang="en-US" sz="2400" smtClean="0"/>
          </a:p>
        </p:txBody>
      </p:sp>
      <p:sp>
        <p:nvSpPr>
          <p:cNvPr id="56325"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BD12C-8442-45D7-B1F6-FC009EAC58CF}" type="slidenum">
              <a:rPr lang="en-GB" altLang="en-US" sz="1200">
                <a:latin typeface="Arial" panose="020B0604020202020204" pitchFamily="34" charset="0"/>
                <a:cs typeface="Arial" panose="020B0604020202020204" pitchFamily="34" charset="0"/>
              </a:rPr>
              <a:pPr>
                <a:spcBef>
                  <a:spcPct val="0"/>
                </a:spcBef>
                <a:buFontTx/>
                <a:buNone/>
              </a:pPr>
              <a:t>28</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457200" y="130175"/>
            <a:ext cx="8229600" cy="922338"/>
          </a:xfrm>
        </p:spPr>
        <p:txBody>
          <a:bodyPr rtlCol="0">
            <a:normAutofit fontScale="90000"/>
          </a:bodyPr>
          <a:lstStyle/>
          <a:p>
            <a:pPr eaLnBrk="1" fontAlgn="auto" hangingPunct="1">
              <a:spcAft>
                <a:spcPts val="0"/>
              </a:spcAft>
              <a:defRPr/>
            </a:pPr>
            <a:r>
              <a:rPr lang="en-GB" altLang="en-US" sz="4000"/>
              <a:t>Deploying the software artifacts on the hardware nodes</a:t>
            </a:r>
            <a:endParaRPr lang="en-US" altLang="en-US" sz="4000"/>
          </a:p>
        </p:txBody>
      </p:sp>
      <p:graphicFrame>
        <p:nvGraphicFramePr>
          <p:cNvPr id="57347" name="Object 4"/>
          <p:cNvGraphicFramePr>
            <a:graphicFrameLocks noGrp="1" noChangeAspect="1"/>
          </p:cNvGraphicFramePr>
          <p:nvPr>
            <p:ph sz="half" idx="1"/>
          </p:nvPr>
        </p:nvGraphicFramePr>
        <p:xfrm>
          <a:off x="1325563" y="1209675"/>
          <a:ext cx="6484937" cy="2719388"/>
        </p:xfrm>
        <a:graphic>
          <a:graphicData uri="http://schemas.openxmlformats.org/presentationml/2006/ole">
            <mc:AlternateContent xmlns:mc="http://schemas.openxmlformats.org/markup-compatibility/2006">
              <mc:Choice xmlns:v="urn:schemas-microsoft-com:vml" Requires="v">
                <p:oleObj spid="_x0000_s57350" name="UML Diagram" r:id="rId3" imgW="4939903" imgH="2071688" progId="Pacestar.Diagram">
                  <p:embed/>
                </p:oleObj>
              </mc:Choice>
              <mc:Fallback>
                <p:oleObj name="UML Diagram" r:id="rId3" imgW="4939903" imgH="2071688" progId="Pacestar.Diagram">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63" y="1209675"/>
                        <a:ext cx="6484937" cy="2719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7348" name="Rectangle 5"/>
          <p:cNvSpPr>
            <a:spLocks noGrp="1"/>
          </p:cNvSpPr>
          <p:nvPr>
            <p:ph type="body" sz="half" idx="2"/>
          </p:nvPr>
        </p:nvSpPr>
        <p:spPr>
          <a:xfrm>
            <a:off x="457200" y="4265613"/>
            <a:ext cx="8229600" cy="2187575"/>
          </a:xfrm>
        </p:spPr>
        <p:txBody>
          <a:bodyPr/>
          <a:lstStyle/>
          <a:p>
            <a:pPr eaLnBrk="1" hangingPunct="1">
              <a:lnSpc>
                <a:spcPct val="90000"/>
              </a:lnSpc>
            </a:pPr>
            <a:r>
              <a:rPr lang="en-GB" altLang="en-US" sz="2800" smtClean="0"/>
              <a:t>Artifact shown inside a node to show that it runs on the node</a:t>
            </a:r>
          </a:p>
          <a:p>
            <a:pPr eaLnBrk="1" hangingPunct="1">
              <a:lnSpc>
                <a:spcPct val="90000"/>
              </a:lnSpc>
            </a:pPr>
            <a:r>
              <a:rPr lang="en-GB" altLang="en-US" sz="2800" smtClean="0"/>
              <a:t>If an artifact depends on another artifact then there must be a physical link between the nodes on which they are deployed</a:t>
            </a:r>
            <a:endParaRPr lang="en-US" altLang="en-US" sz="2800" smtClean="0"/>
          </a:p>
        </p:txBody>
      </p:sp>
      <p:sp>
        <p:nvSpPr>
          <p:cNvPr id="57349"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78AB065-6DE9-4878-915C-8A5BF8D714F6}" type="slidenum">
              <a:rPr lang="en-GB" altLang="en-US" sz="1200">
                <a:latin typeface="Arial" panose="020B0604020202020204" pitchFamily="34" charset="0"/>
                <a:cs typeface="Arial" panose="020B0604020202020204" pitchFamily="34" charset="0"/>
              </a:rPr>
              <a:pPr>
                <a:spcBef>
                  <a:spcPct val="0"/>
                </a:spcBef>
                <a:buFontTx/>
                <a:buNone/>
              </a:pPr>
              <a:t>29</a:t>
            </a:fld>
            <a:endParaRPr lang="en-GB" altLang="en-US" sz="12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5"/>
          <p:cNvSpPr>
            <a:spLocks noGrp="1" noChangeArrowheads="1"/>
          </p:cNvSpPr>
          <p:nvPr>
            <p:ph type="title"/>
          </p:nvPr>
        </p:nvSpPr>
        <p:spPr>
          <a:xfrm>
            <a:off x="457200" y="274638"/>
            <a:ext cx="8229600" cy="449262"/>
          </a:xfrm>
        </p:spPr>
        <p:txBody>
          <a:bodyPr rtlCol="0">
            <a:normAutofit fontScale="90000"/>
          </a:bodyPr>
          <a:lstStyle/>
          <a:p>
            <a:pPr eaLnBrk="1" fontAlgn="auto" hangingPunct="1">
              <a:spcAft>
                <a:spcPts val="0"/>
              </a:spcAft>
              <a:defRPr/>
            </a:pPr>
            <a:r>
              <a:rPr lang="en-US" altLang="en-US" sz="3600" b="1">
                <a:solidFill>
                  <a:schemeClr val="accent2"/>
                </a:solidFill>
              </a:rPr>
              <a:t>Deployment Diagram</a:t>
            </a:r>
          </a:p>
        </p:txBody>
      </p:sp>
      <p:sp>
        <p:nvSpPr>
          <p:cNvPr id="58371" name="Slide Number Placeholder 1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6127725-7489-4C9B-A5BD-CBCA406DF672}" type="slidenum">
              <a:rPr lang="en-US" altLang="en-US" sz="1200">
                <a:latin typeface="Arial" panose="020B0604020202020204" pitchFamily="34" charset="0"/>
                <a:cs typeface="Arial" panose="020B0604020202020204" pitchFamily="34" charset="0"/>
              </a:rPr>
              <a:pPr>
                <a:spcBef>
                  <a:spcPct val="0"/>
                </a:spcBef>
                <a:buFontTx/>
                <a:buNone/>
              </a:pPr>
              <a:t>30</a:t>
            </a:fld>
            <a:endParaRPr lang="en-US" altLang="en-US" sz="1200">
              <a:latin typeface="Arial" panose="020B0604020202020204" pitchFamily="34" charset="0"/>
              <a:cs typeface="Arial" panose="020B0604020202020204" pitchFamily="34" charset="0"/>
            </a:endParaRPr>
          </a:p>
        </p:txBody>
      </p:sp>
      <p:sp>
        <p:nvSpPr>
          <p:cNvPr id="58372" name="AutoShape 7"/>
          <p:cNvSpPr>
            <a:spLocks noChangeArrowheads="1"/>
          </p:cNvSpPr>
          <p:nvPr/>
        </p:nvSpPr>
        <p:spPr bwMode="auto">
          <a:xfrm>
            <a:off x="3251200" y="3768725"/>
            <a:ext cx="1450975" cy="1146175"/>
          </a:xfrm>
          <a:prstGeom prst="cube">
            <a:avLst>
              <a:gd name="adj" fmla="val 25000"/>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58373" name="AutoShape 8"/>
          <p:cNvSpPr>
            <a:spLocks noChangeArrowheads="1"/>
          </p:cNvSpPr>
          <p:nvPr/>
        </p:nvSpPr>
        <p:spPr bwMode="auto">
          <a:xfrm>
            <a:off x="849313" y="3768725"/>
            <a:ext cx="1458912" cy="1146175"/>
          </a:xfrm>
          <a:prstGeom prst="cube">
            <a:avLst>
              <a:gd name="adj" fmla="val 25000"/>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58374" name="AutoShape 9"/>
          <p:cNvSpPr>
            <a:spLocks noChangeArrowheads="1"/>
          </p:cNvSpPr>
          <p:nvPr/>
        </p:nvSpPr>
        <p:spPr bwMode="auto">
          <a:xfrm>
            <a:off x="6153150" y="3043238"/>
            <a:ext cx="1408113" cy="1146175"/>
          </a:xfrm>
          <a:prstGeom prst="cube">
            <a:avLst>
              <a:gd name="adj" fmla="val 25000"/>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58375" name="AutoShape 10"/>
          <p:cNvSpPr>
            <a:spLocks noChangeArrowheads="1"/>
          </p:cNvSpPr>
          <p:nvPr/>
        </p:nvSpPr>
        <p:spPr bwMode="auto">
          <a:xfrm>
            <a:off x="6153150" y="4914900"/>
            <a:ext cx="1408113" cy="1146175"/>
          </a:xfrm>
          <a:prstGeom prst="cube">
            <a:avLst>
              <a:gd name="adj" fmla="val 25000"/>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58376" name="Text Box 11"/>
          <p:cNvSpPr txBox="1">
            <a:spLocks noChangeArrowheads="1"/>
          </p:cNvSpPr>
          <p:nvPr/>
        </p:nvSpPr>
        <p:spPr bwMode="auto">
          <a:xfrm>
            <a:off x="849313" y="4189413"/>
            <a:ext cx="8350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a:solidFill>
                  <a:srgbClr val="3399FF"/>
                </a:solidFill>
                <a:latin typeface="Arial" panose="020B0604020202020204" pitchFamily="34" charset="0"/>
                <a:cs typeface="Arial" panose="020B0604020202020204" pitchFamily="34" charset="0"/>
              </a:rPr>
              <a:t>J2EE Server</a:t>
            </a:r>
          </a:p>
        </p:txBody>
      </p:sp>
      <p:sp>
        <p:nvSpPr>
          <p:cNvPr id="58377" name="Text Box 12"/>
          <p:cNvSpPr txBox="1">
            <a:spLocks noChangeArrowheads="1"/>
          </p:cNvSpPr>
          <p:nvPr/>
        </p:nvSpPr>
        <p:spPr bwMode="auto">
          <a:xfrm>
            <a:off x="3251200" y="4189413"/>
            <a:ext cx="11620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a:solidFill>
                  <a:srgbClr val="3399FF"/>
                </a:solidFill>
                <a:latin typeface="Arial" panose="020B0604020202020204" pitchFamily="34" charset="0"/>
                <a:cs typeface="Arial" panose="020B0604020202020204" pitchFamily="34" charset="0"/>
              </a:rPr>
              <a:t>Membership Server</a:t>
            </a:r>
          </a:p>
        </p:txBody>
      </p:sp>
      <p:sp>
        <p:nvSpPr>
          <p:cNvPr id="58378" name="Text Box 13"/>
          <p:cNvSpPr txBox="1">
            <a:spLocks noChangeArrowheads="1"/>
          </p:cNvSpPr>
          <p:nvPr/>
        </p:nvSpPr>
        <p:spPr bwMode="auto">
          <a:xfrm>
            <a:off x="5899150" y="3449638"/>
            <a:ext cx="145891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a:solidFill>
                  <a:srgbClr val="3399FF"/>
                </a:solidFill>
                <a:latin typeface="Arial" panose="020B0604020202020204" pitchFamily="34" charset="0"/>
                <a:cs typeface="Arial" panose="020B0604020202020204" pitchFamily="34" charset="0"/>
              </a:rPr>
              <a:t>IIS + PhP Server</a:t>
            </a:r>
          </a:p>
        </p:txBody>
      </p:sp>
      <p:sp>
        <p:nvSpPr>
          <p:cNvPr id="58379" name="Text Box 14"/>
          <p:cNvSpPr txBox="1">
            <a:spLocks noChangeArrowheads="1"/>
          </p:cNvSpPr>
          <p:nvPr/>
        </p:nvSpPr>
        <p:spPr bwMode="auto">
          <a:xfrm>
            <a:off x="6153150" y="5321300"/>
            <a:ext cx="101758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a:solidFill>
                  <a:srgbClr val="3399FF"/>
                </a:solidFill>
                <a:latin typeface="Arial" panose="020B0604020202020204" pitchFamily="34" charset="0"/>
                <a:cs typeface="Arial" panose="020B0604020202020204" pitchFamily="34" charset="0"/>
              </a:rPr>
              <a:t>Tomcat Server</a:t>
            </a:r>
          </a:p>
        </p:txBody>
      </p:sp>
      <p:sp>
        <p:nvSpPr>
          <p:cNvPr id="58380" name="Line 15"/>
          <p:cNvSpPr>
            <a:spLocks noChangeShapeType="1"/>
          </p:cNvSpPr>
          <p:nvPr/>
        </p:nvSpPr>
        <p:spPr bwMode="auto">
          <a:xfrm>
            <a:off x="2308225" y="4378325"/>
            <a:ext cx="942975"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1" name="Line 16"/>
          <p:cNvSpPr>
            <a:spLocks noChangeShapeType="1"/>
          </p:cNvSpPr>
          <p:nvPr/>
        </p:nvSpPr>
        <p:spPr bwMode="auto">
          <a:xfrm flipV="1">
            <a:off x="4702175" y="3800475"/>
            <a:ext cx="1450975" cy="388938"/>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2" name="Line 17"/>
          <p:cNvSpPr>
            <a:spLocks noChangeShapeType="1"/>
          </p:cNvSpPr>
          <p:nvPr/>
        </p:nvSpPr>
        <p:spPr bwMode="auto">
          <a:xfrm>
            <a:off x="4702175" y="4706938"/>
            <a:ext cx="1450975" cy="8382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3" name="Text Box 18"/>
          <p:cNvSpPr txBox="1">
            <a:spLocks noChangeArrowheads="1"/>
          </p:cNvSpPr>
          <p:nvPr/>
        </p:nvSpPr>
        <p:spPr bwMode="auto">
          <a:xfrm>
            <a:off x="2308225" y="3800475"/>
            <a:ext cx="942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200">
                <a:solidFill>
                  <a:srgbClr val="3399FF"/>
                </a:solidFill>
                <a:latin typeface="Arial" panose="020B0604020202020204" pitchFamily="34" charset="0"/>
                <a:cs typeface="Arial" panose="020B0604020202020204" pitchFamily="34" charset="0"/>
              </a:rPr>
              <a:t>TCP/IP</a:t>
            </a:r>
          </a:p>
        </p:txBody>
      </p:sp>
      <p:sp>
        <p:nvSpPr>
          <p:cNvPr id="58384" name="Text Box 19"/>
          <p:cNvSpPr txBox="1">
            <a:spLocks noChangeArrowheads="1"/>
          </p:cNvSpPr>
          <p:nvPr/>
        </p:nvSpPr>
        <p:spPr bwMode="auto">
          <a:xfrm>
            <a:off x="4956175" y="3525838"/>
            <a:ext cx="942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200">
                <a:solidFill>
                  <a:srgbClr val="3399FF"/>
                </a:solidFill>
                <a:latin typeface="Arial" panose="020B0604020202020204" pitchFamily="34" charset="0"/>
                <a:cs typeface="Arial" panose="020B0604020202020204" pitchFamily="34" charset="0"/>
              </a:rPr>
              <a:t>TCP/IP</a:t>
            </a:r>
          </a:p>
        </p:txBody>
      </p:sp>
      <p:sp>
        <p:nvSpPr>
          <p:cNvPr id="58385" name="Text Box 20"/>
          <p:cNvSpPr txBox="1">
            <a:spLocks noChangeArrowheads="1"/>
          </p:cNvSpPr>
          <p:nvPr/>
        </p:nvSpPr>
        <p:spPr bwMode="auto">
          <a:xfrm>
            <a:off x="4956175" y="4706938"/>
            <a:ext cx="942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200">
                <a:solidFill>
                  <a:srgbClr val="3399FF"/>
                </a:solidFill>
                <a:latin typeface="Arial" panose="020B0604020202020204" pitchFamily="34" charset="0"/>
                <a:cs typeface="Arial" panose="020B0604020202020204" pitchFamily="34" charset="0"/>
              </a:rPr>
              <a:t>DecNet</a:t>
            </a:r>
          </a:p>
        </p:txBody>
      </p:sp>
      <p:sp>
        <p:nvSpPr>
          <p:cNvPr id="58386" name="Rectangle 21"/>
          <p:cNvSpPr>
            <a:spLocks noChangeArrowheads="1"/>
          </p:cNvSpPr>
          <p:nvPr/>
        </p:nvSpPr>
        <p:spPr bwMode="auto">
          <a:xfrm>
            <a:off x="247650" y="1254125"/>
            <a:ext cx="843915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Char char="•"/>
            </a:pPr>
            <a:r>
              <a:rPr lang="en-US" altLang="en-US" sz="2000">
                <a:solidFill>
                  <a:srgbClr val="3333CC"/>
                </a:solidFill>
                <a:latin typeface="Arial" panose="020B0604020202020204" pitchFamily="34" charset="0"/>
                <a:cs typeface="Arial" panose="020B0604020202020204" pitchFamily="34" charset="0"/>
              </a:rPr>
              <a:t>Shows a set of </a:t>
            </a:r>
            <a:r>
              <a:rPr lang="en-US" altLang="en-US" sz="2000" i="1">
                <a:solidFill>
                  <a:srgbClr val="FF00FF"/>
                </a:solidFill>
                <a:latin typeface="Arial" panose="020B0604020202020204" pitchFamily="34" charset="0"/>
                <a:cs typeface="Arial" panose="020B0604020202020204" pitchFamily="34" charset="0"/>
              </a:rPr>
              <a:t>processing</a:t>
            </a:r>
            <a:r>
              <a:rPr lang="en-US" altLang="en-US" sz="2000">
                <a:solidFill>
                  <a:srgbClr val="3333CC"/>
                </a:solidFill>
                <a:latin typeface="Arial" panose="020B0604020202020204" pitchFamily="34" charset="0"/>
                <a:cs typeface="Arial" panose="020B0604020202020204" pitchFamily="34" charset="0"/>
              </a:rPr>
              <a:t> nodes and their relationships.</a:t>
            </a:r>
          </a:p>
          <a:p>
            <a:pPr eaLnBrk="1" hangingPunct="1">
              <a:buFontTx/>
              <a:buChar char="•"/>
            </a:pPr>
            <a:r>
              <a:rPr lang="en-US" altLang="en-US" sz="2000">
                <a:solidFill>
                  <a:srgbClr val="3333CC"/>
                </a:solidFill>
                <a:latin typeface="Arial" panose="020B0604020202020204" pitchFamily="34" charset="0"/>
                <a:cs typeface="Arial" panose="020B0604020202020204" pitchFamily="34" charset="0"/>
              </a:rPr>
              <a:t>Represents the static deployment view of an </a:t>
            </a:r>
            <a:r>
              <a:rPr lang="en-US" altLang="en-US" sz="2000" i="1">
                <a:solidFill>
                  <a:srgbClr val="FF00FF"/>
                </a:solidFill>
                <a:latin typeface="Arial" panose="020B0604020202020204" pitchFamily="34" charset="0"/>
                <a:cs typeface="Arial" panose="020B0604020202020204" pitchFamily="34" charset="0"/>
              </a:rPr>
              <a:t>architecture</a:t>
            </a:r>
            <a:r>
              <a:rPr lang="en-US" altLang="en-US" sz="2000">
                <a:solidFill>
                  <a:srgbClr val="3333CC"/>
                </a:solidFill>
                <a:latin typeface="Arial" panose="020B0604020202020204" pitchFamily="34" charset="0"/>
                <a:cs typeface="Arial" panose="020B0604020202020204" pitchFamily="34" charset="0"/>
              </a:rPr>
              <a:t>.</a:t>
            </a:r>
          </a:p>
          <a:p>
            <a:pPr eaLnBrk="1" hangingPunct="1">
              <a:buFontTx/>
              <a:buChar char="•"/>
            </a:pPr>
            <a:r>
              <a:rPr lang="en-US" altLang="en-US" sz="2000">
                <a:solidFill>
                  <a:srgbClr val="3333CC"/>
                </a:solidFill>
                <a:latin typeface="Arial" panose="020B0604020202020204" pitchFamily="34" charset="0"/>
                <a:cs typeface="Arial" panose="020B0604020202020204" pitchFamily="34" charset="0"/>
              </a:rPr>
              <a:t>Nodes typically enclose one or more </a:t>
            </a:r>
            <a:r>
              <a:rPr lang="en-US" altLang="en-US" sz="2000">
                <a:solidFill>
                  <a:srgbClr val="FF00FF"/>
                </a:solidFill>
                <a:latin typeface="Arial" panose="020B0604020202020204" pitchFamily="34" charset="0"/>
                <a:cs typeface="Arial" panose="020B0604020202020204" pitchFamily="34" charset="0"/>
              </a:rPr>
              <a:t>components</a:t>
            </a:r>
            <a:r>
              <a:rPr lang="en-US" altLang="en-US" sz="2000">
                <a:solidFill>
                  <a:srgbClr val="3333CC"/>
                </a:solidFill>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457200" y="0"/>
            <a:ext cx="8686800" cy="544513"/>
          </a:xfrm>
          <a:solidFill>
            <a:srgbClr val="FFFF99"/>
          </a:solidFill>
        </p:spPr>
        <p:txBody>
          <a:bodyPr rtlCol="0">
            <a:normAutofit fontScale="90000"/>
          </a:bodyPr>
          <a:lstStyle/>
          <a:p>
            <a:pPr eaLnBrk="1" fontAlgn="auto" hangingPunct="1">
              <a:spcAft>
                <a:spcPts val="0"/>
              </a:spcAft>
              <a:defRPr/>
            </a:pPr>
            <a:r>
              <a:rPr lang="en-US" altLang="en-US" sz="3200" b="1">
                <a:solidFill>
                  <a:srgbClr val="00FF00"/>
                </a:solidFill>
              </a:rPr>
              <a:t>Structural Diagrams</a:t>
            </a:r>
            <a:r>
              <a:rPr lang="en-US" altLang="en-US" sz="2800" b="1">
                <a:solidFill>
                  <a:srgbClr val="00FF00"/>
                </a:solidFill>
              </a:rPr>
              <a:t> </a:t>
            </a:r>
            <a:r>
              <a:rPr lang="en-US" altLang="en-US" sz="2400" b="1">
                <a:solidFill>
                  <a:srgbClr val="00FF00"/>
                </a:solidFill>
              </a:rPr>
              <a:t>- </a:t>
            </a:r>
            <a:r>
              <a:rPr lang="en-US" altLang="en-US" sz="2800" b="1">
                <a:solidFill>
                  <a:srgbClr val="00FF00"/>
                </a:solidFill>
              </a:rPr>
              <a:t>Deployment Diagram</a:t>
            </a:r>
            <a:r>
              <a:rPr lang="en-US" altLang="en-US" sz="2800" b="1">
                <a:solidFill>
                  <a:schemeClr val="bg2"/>
                </a:solidFill>
              </a:rPr>
              <a:t/>
            </a:r>
            <a:br>
              <a:rPr lang="en-US" altLang="en-US" sz="2800" b="1">
                <a:solidFill>
                  <a:schemeClr val="bg2"/>
                </a:solidFill>
              </a:rPr>
            </a:br>
            <a:r>
              <a:rPr lang="en-US" altLang="en-US" sz="1200">
                <a:solidFill>
                  <a:schemeClr val="bg2"/>
                </a:solidFill>
              </a:rPr>
              <a:t>(</a:t>
            </a:r>
            <a:r>
              <a:rPr lang="en-US" altLang="en-US" sz="1200"/>
              <a:t>http://www.agilemodeling.com/artifacts/deploymentDiagram.htm)</a:t>
            </a:r>
          </a:p>
        </p:txBody>
      </p:sp>
      <p:pic>
        <p:nvPicPr>
          <p:cNvPr id="59395" name="Picture 1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411413" y="981075"/>
            <a:ext cx="5954712" cy="4525963"/>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59396"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DB00B3-F72C-4E9E-A71F-C030F82BC304}" type="slidenum">
              <a:rPr lang="en-US" altLang="en-US" sz="1200">
                <a:latin typeface="Arial" panose="020B0604020202020204" pitchFamily="34" charset="0"/>
                <a:cs typeface="Arial" panose="020B0604020202020204" pitchFamily="34" charset="0"/>
              </a:rPr>
              <a:pPr>
                <a:spcBef>
                  <a:spcPct val="0"/>
                </a:spcBef>
                <a:buFontTx/>
                <a:buNone/>
              </a:pPr>
              <a:t>31</a:t>
            </a:fld>
            <a:endParaRPr lang="en-US" altLang="en-US" sz="1200">
              <a:latin typeface="Arial" panose="020B0604020202020204" pitchFamily="34" charset="0"/>
              <a:cs typeface="Arial" panose="020B0604020202020204" pitchFamily="34" charset="0"/>
            </a:endParaRPr>
          </a:p>
        </p:txBody>
      </p:sp>
      <p:sp>
        <p:nvSpPr>
          <p:cNvPr id="59397" name="Text Box 20"/>
          <p:cNvSpPr txBox="1">
            <a:spLocks noChangeArrowheads="1"/>
          </p:cNvSpPr>
          <p:nvPr/>
        </p:nvSpPr>
        <p:spPr bwMode="auto">
          <a:xfrm>
            <a:off x="179388" y="3141663"/>
            <a:ext cx="4248150" cy="203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Clr>
                <a:srgbClr val="00FF00"/>
              </a:buClr>
              <a:buFont typeface="Wingdings" panose="05000000000000000000" pitchFamily="2" charset="2"/>
              <a:buNone/>
            </a:pPr>
            <a:r>
              <a:rPr lang="en-US" altLang="en-US" sz="1400" b="1">
                <a:solidFill>
                  <a:srgbClr val="FF00FF"/>
                </a:solidFill>
                <a:latin typeface="Arial" panose="020B0604020202020204" pitchFamily="34" charset="0"/>
                <a:cs typeface="Arial" panose="020B0604020202020204" pitchFamily="34" charset="0"/>
              </a:rPr>
              <a:t>Student administration application</a:t>
            </a:r>
          </a:p>
          <a:p>
            <a:pPr algn="just" eaLnBrk="1" hangingPunct="1">
              <a:spcBef>
                <a:spcPct val="0"/>
              </a:spcBef>
              <a:buClr>
                <a:srgbClr val="00FF00"/>
              </a:buClr>
              <a:buFont typeface="Wingdings" panose="05000000000000000000" pitchFamily="2" charset="2"/>
              <a:buNone/>
            </a:pPr>
            <a:endParaRPr lang="en-US" altLang="en-US" sz="1400">
              <a:solidFill>
                <a:srgbClr val="FF00FF"/>
              </a:solidFill>
              <a:latin typeface="Arial" panose="020B0604020202020204" pitchFamily="34" charset="0"/>
              <a:cs typeface="Arial" panose="020B0604020202020204" pitchFamily="34" charset="0"/>
            </a:endParaRPr>
          </a:p>
          <a:p>
            <a:pPr algn="just" eaLnBrk="1" hangingPunct="1">
              <a:spcBef>
                <a:spcPct val="0"/>
              </a:spcBef>
              <a:buClr>
                <a:srgbClr val="00FF00"/>
              </a:buClr>
              <a:buFont typeface="Wingdings" panose="05000000000000000000" pitchFamily="2" charset="2"/>
              <a:buChar char="q"/>
            </a:pPr>
            <a:r>
              <a:rPr lang="en-US" altLang="en-US" sz="1400">
                <a:solidFill>
                  <a:srgbClr val="FF00FF"/>
                </a:solidFill>
                <a:latin typeface="Arial" panose="020B0604020202020204" pitchFamily="34" charset="0"/>
                <a:cs typeface="Arial" panose="020B0604020202020204" pitchFamily="34" charset="0"/>
              </a:rPr>
              <a:t>Physical nodes - stereotype </a:t>
            </a:r>
            <a:r>
              <a:rPr lang="en-US" altLang="en-US" sz="1400" i="1">
                <a:solidFill>
                  <a:srgbClr val="FF00FF"/>
                </a:solidFill>
                <a:latin typeface="Arial" panose="020B0604020202020204" pitchFamily="34" charset="0"/>
                <a:cs typeface="Arial" panose="020B0604020202020204" pitchFamily="34" charset="0"/>
              </a:rPr>
              <a:t>device</a:t>
            </a:r>
          </a:p>
          <a:p>
            <a:pPr algn="just" eaLnBrk="1" hangingPunct="1">
              <a:spcBef>
                <a:spcPct val="0"/>
              </a:spcBef>
              <a:buClr>
                <a:srgbClr val="00FF00"/>
              </a:buClr>
              <a:buFont typeface="Wingdings" panose="05000000000000000000" pitchFamily="2" charset="2"/>
              <a:buChar char="q"/>
            </a:pPr>
            <a:r>
              <a:rPr lang="en-US" altLang="en-US" sz="1400" i="1">
                <a:solidFill>
                  <a:srgbClr val="FF00FF"/>
                </a:solidFill>
                <a:latin typeface="Arial" panose="020B0604020202020204" pitchFamily="34" charset="0"/>
                <a:cs typeface="Arial" panose="020B0604020202020204" pitchFamily="34" charset="0"/>
              </a:rPr>
              <a:t>WebServer</a:t>
            </a:r>
            <a:r>
              <a:rPr lang="en-US" altLang="en-US" sz="1400">
                <a:solidFill>
                  <a:srgbClr val="FF00FF"/>
                </a:solidFill>
                <a:latin typeface="Arial" panose="020B0604020202020204" pitchFamily="34" charset="0"/>
                <a:cs typeface="Arial" panose="020B0604020202020204" pitchFamily="34" charset="0"/>
              </a:rPr>
              <a:t> - physical device or software artifact </a:t>
            </a:r>
          </a:p>
          <a:p>
            <a:pPr algn="just" eaLnBrk="1" hangingPunct="1">
              <a:spcBef>
                <a:spcPct val="0"/>
              </a:spcBef>
              <a:buClr>
                <a:srgbClr val="00FF00"/>
              </a:buClr>
              <a:buFont typeface="Wingdings" panose="05000000000000000000" pitchFamily="2" charset="2"/>
              <a:buChar char="q"/>
            </a:pPr>
            <a:r>
              <a:rPr lang="en-US" altLang="en-US" sz="1400" i="1">
                <a:solidFill>
                  <a:srgbClr val="FF00FF"/>
                </a:solidFill>
                <a:latin typeface="Arial" panose="020B0604020202020204" pitchFamily="34" charset="0"/>
                <a:cs typeface="Arial" panose="020B0604020202020204" pitchFamily="34" charset="0"/>
              </a:rPr>
              <a:t>RMI</a:t>
            </a:r>
            <a:r>
              <a:rPr lang="en-US" altLang="en-US" sz="1400">
                <a:solidFill>
                  <a:srgbClr val="FF00FF"/>
                </a:solidFill>
                <a:latin typeface="Arial" panose="020B0604020202020204" pitchFamily="34" charset="0"/>
                <a:cs typeface="Arial" panose="020B0604020202020204" pitchFamily="34" charset="0"/>
              </a:rPr>
              <a:t>/</a:t>
            </a:r>
            <a:r>
              <a:rPr lang="en-US" altLang="en-US" sz="1400" i="1">
                <a:solidFill>
                  <a:srgbClr val="FF00FF"/>
                </a:solidFill>
                <a:latin typeface="Arial" panose="020B0604020202020204" pitchFamily="34" charset="0"/>
                <a:cs typeface="Arial" panose="020B0604020202020204" pitchFamily="34" charset="0"/>
              </a:rPr>
              <a:t>message bus</a:t>
            </a:r>
            <a:r>
              <a:rPr lang="en-US" altLang="en-US" sz="1400">
                <a:solidFill>
                  <a:srgbClr val="FF00FF"/>
                </a:solidFill>
                <a:latin typeface="Arial" panose="020B0604020202020204" pitchFamily="34" charset="0"/>
                <a:cs typeface="Arial" panose="020B0604020202020204" pitchFamily="34" charset="0"/>
              </a:rPr>
              <a:t>: connection type </a:t>
            </a:r>
          </a:p>
          <a:p>
            <a:pPr algn="just" eaLnBrk="1" hangingPunct="1">
              <a:spcBef>
                <a:spcPct val="0"/>
              </a:spcBef>
              <a:buClr>
                <a:srgbClr val="00FF00"/>
              </a:buClr>
              <a:buFont typeface="Wingdings" panose="05000000000000000000" pitchFamily="2" charset="2"/>
              <a:buChar char="q"/>
            </a:pPr>
            <a:r>
              <a:rPr lang="en-US" altLang="en-US" sz="1400">
                <a:solidFill>
                  <a:srgbClr val="FF00FF"/>
                </a:solidFill>
                <a:latin typeface="Arial" panose="020B0604020202020204" pitchFamily="34" charset="0"/>
                <a:cs typeface="Arial" panose="020B0604020202020204" pitchFamily="34" charset="0"/>
              </a:rPr>
              <a:t>Nodes can contain other nodes or software artifacts recursively  </a:t>
            </a:r>
          </a:p>
          <a:p>
            <a:pPr algn="just" eaLnBrk="1" hangingPunct="1">
              <a:spcBef>
                <a:spcPct val="0"/>
              </a:spcBef>
              <a:buClr>
                <a:srgbClr val="00FF00"/>
              </a:buClr>
              <a:buFont typeface="Wingdings" panose="05000000000000000000" pitchFamily="2" charset="2"/>
              <a:buChar char="q"/>
            </a:pPr>
            <a:r>
              <a:rPr lang="en-US" altLang="en-US" sz="1400">
                <a:solidFill>
                  <a:srgbClr val="FF00FF"/>
                </a:solidFill>
                <a:latin typeface="Arial" panose="020B0604020202020204" pitchFamily="34" charset="0"/>
                <a:cs typeface="Arial" panose="020B0604020202020204" pitchFamily="34" charset="0"/>
              </a:rPr>
              <a:t>Deployment specs: configuration files: name and properties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a:lstStyle/>
          <a:p>
            <a:pPr eaLnBrk="1" hangingPunct="1"/>
            <a:r>
              <a:rPr lang="en-US" altLang="en-US" smtClean="0"/>
              <a:t>Activity Diagrams</a:t>
            </a:r>
          </a:p>
        </p:txBody>
      </p:sp>
      <p:sp>
        <p:nvSpPr>
          <p:cNvPr id="61443" name="Rectangle 3"/>
          <p:cNvSpPr>
            <a:spLocks noGrp="1"/>
          </p:cNvSpPr>
          <p:nvPr>
            <p:ph idx="1"/>
          </p:nvPr>
        </p:nvSpPr>
        <p:spPr/>
        <p:txBody>
          <a:bodyPr/>
          <a:lstStyle/>
          <a:p>
            <a:pPr eaLnBrk="1" hangingPunct="1">
              <a:lnSpc>
                <a:spcPct val="80000"/>
              </a:lnSpc>
            </a:pPr>
            <a:r>
              <a:rPr lang="en-US" altLang="en-US" sz="2400" smtClean="0">
                <a:latin typeface="Helvetica" panose="020B0604020202020204" pitchFamily="34" charset="0"/>
                <a:cs typeface="Helvetica" panose="020B0604020202020204" pitchFamily="34" charset="0"/>
              </a:rPr>
              <a:t>Fancy flowchart</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Displays the flow of activities involved in a single process </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States </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Describe what is being processed</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Indicated by boxes with rounded corners</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Swim lanes</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Indicates which object is responsible for what activity</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Branch</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Transition that branch</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Indicated by a diamond</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Fork</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Transition forking into parallel activities</a:t>
            </a:r>
          </a:p>
          <a:p>
            <a:pPr lvl="2" eaLnBrk="1" hangingPunct="1">
              <a:lnSpc>
                <a:spcPct val="80000"/>
              </a:lnSpc>
            </a:pPr>
            <a:r>
              <a:rPr lang="en-US" altLang="en-US" sz="1800" smtClean="0">
                <a:latin typeface="Helvetica" panose="020B0604020202020204" pitchFamily="34" charset="0"/>
                <a:cs typeface="Helvetica" panose="020B0604020202020204" pitchFamily="34" charset="0"/>
              </a:rPr>
              <a:t>Indicated by solid bars</a:t>
            </a:r>
          </a:p>
          <a:p>
            <a:pPr lvl="1" eaLnBrk="1" hangingPunct="1">
              <a:lnSpc>
                <a:spcPct val="80000"/>
              </a:lnSpc>
            </a:pPr>
            <a:r>
              <a:rPr lang="en-US" altLang="en-US" sz="2000" smtClean="0">
                <a:latin typeface="Helvetica" panose="020B0604020202020204" pitchFamily="34" charset="0"/>
                <a:cs typeface="Helvetica" panose="020B0604020202020204" pitchFamily="34" charset="0"/>
              </a:rPr>
              <a:t>Start and End</a:t>
            </a:r>
          </a:p>
          <a:p>
            <a:pPr lvl="1" eaLnBrk="1" hangingPunct="1">
              <a:lnSpc>
                <a:spcPct val="80000"/>
              </a:lnSpc>
            </a:pPr>
            <a:endParaRPr lang="en-US" altLang="en-US" sz="2000" smtClean="0">
              <a:latin typeface="Helvetica" panose="020B0604020202020204" pitchFamily="34" charset="0"/>
              <a:cs typeface="Helvetica" panose="020B0604020202020204" pitchFamily="34" charset="0"/>
            </a:endParaRPr>
          </a:p>
          <a:p>
            <a:pPr eaLnBrk="1" hangingPunct="1">
              <a:lnSpc>
                <a:spcPct val="80000"/>
              </a:lnSpc>
            </a:pPr>
            <a:endParaRPr lang="en-US" altLang="en-US" sz="2400" smtClean="0">
              <a:latin typeface="Helvetica" panose="020B0604020202020204" pitchFamily="34" charset="0"/>
              <a:cs typeface="Helvetica" panose="020B0604020202020204" pitchFamily="34" charset="0"/>
            </a:endParaRPr>
          </a:p>
        </p:txBody>
      </p:sp>
      <p:graphicFrame>
        <p:nvGraphicFramePr>
          <p:cNvPr id="61444" name="Object 4"/>
          <p:cNvGraphicFramePr>
            <a:graphicFrameLocks noChangeAspect="1"/>
          </p:cNvGraphicFramePr>
          <p:nvPr/>
        </p:nvGraphicFramePr>
        <p:xfrm>
          <a:off x="1447800" y="5791200"/>
          <a:ext cx="260350" cy="260350"/>
        </p:xfrm>
        <a:graphic>
          <a:graphicData uri="http://schemas.openxmlformats.org/presentationml/2006/ole">
            <mc:AlternateContent xmlns:mc="http://schemas.openxmlformats.org/markup-compatibility/2006">
              <mc:Choice xmlns:v="urn:schemas-microsoft-com:vml" Requires="v">
                <p:oleObj spid="_x0000_s61446" name="Visio" r:id="rId4" imgW="260261" imgH="260261" progId="Visio.Drawing.11">
                  <p:embed/>
                </p:oleObj>
              </mc:Choice>
              <mc:Fallback>
                <p:oleObj name="Visio" r:id="rId4" imgW="260261" imgH="260261"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5791200"/>
                        <a:ext cx="2603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5" name="Object 5"/>
          <p:cNvGraphicFramePr>
            <a:graphicFrameLocks noChangeAspect="1"/>
          </p:cNvGraphicFramePr>
          <p:nvPr/>
        </p:nvGraphicFramePr>
        <p:xfrm>
          <a:off x="2362200" y="5791200"/>
          <a:ext cx="266700" cy="266700"/>
        </p:xfrm>
        <a:graphic>
          <a:graphicData uri="http://schemas.openxmlformats.org/presentationml/2006/ole">
            <mc:AlternateContent xmlns:mc="http://schemas.openxmlformats.org/markup-compatibility/2006">
              <mc:Choice xmlns:v="urn:schemas-microsoft-com:vml" Requires="v">
                <p:oleObj spid="_x0000_s61447" name="Visio" r:id="rId6" imgW="266433" imgH="266433" progId="Visio.Drawing.11">
                  <p:embed/>
                </p:oleObj>
              </mc:Choice>
              <mc:Fallback>
                <p:oleObj name="Visio" r:id="rId6" imgW="266433" imgH="266433"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5791200"/>
                        <a:ext cx="26670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685800" y="0"/>
            <a:ext cx="7772400" cy="1143000"/>
          </a:xfrm>
        </p:spPr>
        <p:txBody>
          <a:bodyPr/>
          <a:lstStyle/>
          <a:p>
            <a:pPr eaLnBrk="1" hangingPunct="1"/>
            <a:r>
              <a:rPr lang="en-US" altLang="en-US" smtClean="0"/>
              <a:t>Sample Activity Diagram</a:t>
            </a:r>
          </a:p>
        </p:txBody>
      </p:sp>
      <p:sp>
        <p:nvSpPr>
          <p:cNvPr id="63491" name="Rectangle 3"/>
          <p:cNvSpPr>
            <a:spLocks noGrp="1"/>
          </p:cNvSpPr>
          <p:nvPr>
            <p:ph idx="1"/>
          </p:nvPr>
        </p:nvSpPr>
        <p:spPr>
          <a:xfrm>
            <a:off x="457200" y="1600200"/>
            <a:ext cx="3886200" cy="4495800"/>
          </a:xfrm>
        </p:spPr>
        <p:txBody>
          <a:bodyPr/>
          <a:lstStyle/>
          <a:p>
            <a:pPr eaLnBrk="1" hangingPunct="1"/>
            <a:r>
              <a:rPr lang="en-US" altLang="en-US" smtClean="0"/>
              <a:t>Ordering System</a:t>
            </a:r>
          </a:p>
          <a:p>
            <a:pPr eaLnBrk="1" hangingPunct="1"/>
            <a:r>
              <a:rPr lang="en-US" altLang="en-US" smtClean="0"/>
              <a:t>May need multiple diagrams from other points of view</a:t>
            </a:r>
          </a:p>
        </p:txBody>
      </p:sp>
      <p:pic>
        <p:nvPicPr>
          <p:cNvPr id="63492" name="Picture 5" descr="5%20Activity%20Diagram%20Su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143000"/>
            <a:ext cx="2695575"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p:cNvSpPr>
            <a:spLocks noGrp="1"/>
          </p:cNvSpPr>
          <p:nvPr>
            <p:ph type="title"/>
          </p:nvPr>
        </p:nvSpPr>
        <p:spPr>
          <a:xfrm>
            <a:off x="685800" y="-152400"/>
            <a:ext cx="7772400" cy="1143000"/>
          </a:xfrm>
        </p:spPr>
        <p:txBody>
          <a:bodyPr/>
          <a:lstStyle/>
          <a:p>
            <a:pPr eaLnBrk="1" hangingPunct="1"/>
            <a:r>
              <a:rPr lang="en-US" altLang="en-US" smtClean="0"/>
              <a:t>Activity Diagram Example</a:t>
            </a:r>
          </a:p>
        </p:txBody>
      </p:sp>
      <p:pic>
        <p:nvPicPr>
          <p:cNvPr id="65539"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19250" y="990600"/>
            <a:ext cx="6121400" cy="5775325"/>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9058D5D-622B-4769-B853-8DC8E60D6474}" vid="{BF852AC9-75F6-4444-8AE8-CD6E0793AD80}"/>
    </a:ext>
  </a:extLst>
</a:theme>
</file>

<file path=ppt/theme/theme2.xml><?xml version="1.0" encoding="utf-8"?>
<a:theme xmlns:a="http://schemas.openxmlformats.org/drawingml/2006/main" name="quest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uestTheme" id="{5C60EDFB-076E-4DBE-8EDD-3810C5865216}" vid="{4692FA4D-4382-4A98-BA6B-88FD7F457586}"/>
    </a:ext>
  </a:extLst>
</a:theme>
</file>

<file path=ppt/theme/theme3.xml><?xml version="1.0" encoding="utf-8"?>
<a:theme xmlns:a="http://schemas.openxmlformats.org/drawingml/2006/main" name="SVV_Template">
  <a:themeElements>
    <a:clrScheme name="Custom 2">
      <a:dk1>
        <a:sysClr val="windowText" lastClr="000000"/>
      </a:dk1>
      <a:lt1>
        <a:sysClr val="window" lastClr="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5454</TotalTime>
  <Words>2007</Words>
  <Application>Microsoft Office PowerPoint</Application>
  <PresentationFormat>On-screen Show (4:3)</PresentationFormat>
  <Paragraphs>230</Paragraphs>
  <Slides>34</Slides>
  <Notes>7</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34</vt:i4>
      </vt:variant>
    </vt:vector>
  </HeadingPairs>
  <TitlesOfParts>
    <vt:vector size="46" baseType="lpstr">
      <vt:lpstr>Calibri</vt:lpstr>
      <vt:lpstr>Arial</vt:lpstr>
      <vt:lpstr>MS PGothic</vt:lpstr>
      <vt:lpstr>Roboto</vt:lpstr>
      <vt:lpstr>Helvetica</vt:lpstr>
      <vt:lpstr>Wingdings</vt:lpstr>
      <vt:lpstr>Times New Roman</vt:lpstr>
      <vt:lpstr>Theme1</vt:lpstr>
      <vt:lpstr>questTheme</vt:lpstr>
      <vt:lpstr>SVV_Template</vt:lpstr>
      <vt:lpstr>UML Diagram</vt:lpstr>
      <vt:lpstr>Visio</vt:lpstr>
      <vt:lpstr>PowerPoint Presentation</vt:lpstr>
      <vt:lpstr>Outline</vt:lpstr>
      <vt:lpstr>Packages</vt:lpstr>
      <vt:lpstr>Package </vt:lpstr>
      <vt:lpstr>Use Case Package Diagram:</vt:lpstr>
      <vt:lpstr>Use Case Package Diagram:</vt:lpstr>
      <vt:lpstr>Use Case Package Diagram:</vt:lpstr>
      <vt:lpstr>Class Package Diagram</vt:lpstr>
      <vt:lpstr>Package membership</vt:lpstr>
      <vt:lpstr>Class visibility and facades</vt:lpstr>
      <vt:lpstr>Relationships between packages</vt:lpstr>
      <vt:lpstr>Packages and dependencies</vt:lpstr>
      <vt:lpstr>Package import</vt:lpstr>
      <vt:lpstr>Element import</vt:lpstr>
      <vt:lpstr>Package import</vt:lpstr>
      <vt:lpstr>Components</vt:lpstr>
      <vt:lpstr>PowerPoint Presentation</vt:lpstr>
      <vt:lpstr>Component notation</vt:lpstr>
      <vt:lpstr>Internal, white-box view on components</vt:lpstr>
      <vt:lpstr>Artifacts</vt:lpstr>
      <vt:lpstr>PowerPoint Presentation</vt:lpstr>
      <vt:lpstr>Component Diagram – another example (www.cs.tut.fi/tapahtumat/olio2004/richardson.pdf)</vt:lpstr>
      <vt:lpstr>What is a Deployment Diagram?</vt:lpstr>
      <vt:lpstr>PowerPoint Presentation</vt:lpstr>
      <vt:lpstr>Purpose</vt:lpstr>
      <vt:lpstr>PowerPoint Presentation</vt:lpstr>
      <vt:lpstr>PowerPoint Presentation</vt:lpstr>
      <vt:lpstr>The physical layer</vt:lpstr>
      <vt:lpstr>Deploying the software artifacts on the hardware nodes</vt:lpstr>
      <vt:lpstr>Deployment Diagram</vt:lpstr>
      <vt:lpstr>Structural Diagrams - Deployment Diagram (http://www.agilemodeling.com/artifacts/deploymentDiagram.htm)</vt:lpstr>
      <vt:lpstr>Activity Diagrams</vt:lpstr>
      <vt:lpstr>Sample Activity Diagram</vt:lpstr>
      <vt:lpstr>Activity Diagram Example</vt:lpstr>
    </vt:vector>
  </TitlesOfParts>
  <Company>Goldsmiths College, University of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CIS224 Software Projects: Software Engineering and Research Methods</dc:title>
  <dc:creator>David Meredith</dc:creator>
  <cp:lastModifiedBy>user1</cp:lastModifiedBy>
  <cp:revision>190</cp:revision>
  <dcterms:created xsi:type="dcterms:W3CDTF">2006-11-01T17:34:47Z</dcterms:created>
  <dcterms:modified xsi:type="dcterms:W3CDTF">2025-07-28T10:26:38Z</dcterms:modified>
</cp:coreProperties>
</file>